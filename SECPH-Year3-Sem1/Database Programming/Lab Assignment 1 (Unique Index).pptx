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12192000"/>
  <p:notesSz cx="6858000" cy="9144000"/>
  <p:embeddedFontLst>
    <p:embeddedFont>
      <p:font typeface="Lato"/>
      <p:regular r:id="rId46"/>
      <p:bold r:id="rId47"/>
      <p:italic r:id="rId48"/>
      <p:boldItalic r:id="rId49"/>
    </p:embeddedFont>
    <p:embeddedFont>
      <p:font typeface="Antonio"/>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2" roundtripDataSignature="AMtx7mhWHhf39FUaPWO4UtYIYc96t0P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C6533C7-5DA4-484D-8B2E-F96CFD6BDAC4}">
  <a:tblStyle styleId="{3C6533C7-5DA4-484D-8B2E-F96CFD6BDAC4}"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AE7E7"/>
          </a:solidFill>
        </a:fill>
      </a:tcStyle>
    </a:wholeTbl>
    <a:band1H>
      <a:tcTxStyle/>
      <a:tcStyle>
        <a:fill>
          <a:solidFill>
            <a:srgbClr val="D3CBCC"/>
          </a:solidFill>
        </a:fill>
      </a:tcStyle>
    </a:band1H>
    <a:band2H>
      <a:tcTxStyle/>
    </a:band2H>
    <a:band1V>
      <a:tcTxStyle/>
      <a:tcStyle>
        <a:fill>
          <a:solidFill>
            <a:srgbClr val="D3CBCC"/>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2352EE7D-B641-431E-B85F-D002A03B139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Lato-regular.fntdata"/><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ato-italic.fntdata"/><Relationship Id="rId47" Type="http://schemas.openxmlformats.org/officeDocument/2006/relationships/font" Target="fonts/Lato-bold.fntdata"/><Relationship Id="rId49"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Antonio-bold.fntdata"/><Relationship Id="rId50" Type="http://schemas.openxmlformats.org/officeDocument/2006/relationships/font" Target="fonts/Antonio-regular.fntdata"/><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a141533694_2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a141533694_2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141533694_2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3a141533694_2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a18c9b622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3a18c9b622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1929f7594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g3a1929f7594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a1929f759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g3a1929f759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a1abe41109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a1abe41109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a1abe41109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g3a1abe41109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a141533694_2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g3a141533694_2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9" name="Google Shape;59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8" name="Google Shape;83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6" name="Google Shape;85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1" name="Google Shape;97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6" name="Google Shape;107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6" name="Shape 1796"/>
        <p:cNvGrpSpPr/>
        <p:nvPr/>
      </p:nvGrpSpPr>
      <p:grpSpPr>
        <a:xfrm>
          <a:off x="0" y="0"/>
          <a:ext cx="0" cy="0"/>
          <a:chOff x="0" y="0"/>
          <a:chExt cx="0" cy="0"/>
        </a:xfrm>
      </p:grpSpPr>
      <p:sp>
        <p:nvSpPr>
          <p:cNvPr id="1797" name="Google Shape;179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8" name="Google Shape;179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9" name="Google Shape;1799;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4" name="Shape 1874"/>
        <p:cNvGrpSpPr/>
        <p:nvPr/>
      </p:nvGrpSpPr>
      <p:grpSpPr>
        <a:xfrm>
          <a:off x="0" y="0"/>
          <a:ext cx="0" cy="0"/>
          <a:chOff x="0" y="0"/>
          <a:chExt cx="0" cy="0"/>
        </a:xfrm>
      </p:grpSpPr>
      <p:sp>
        <p:nvSpPr>
          <p:cNvPr id="1875" name="Google Shape;1875;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6" name="Google Shape;187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9" name="Shape 1939"/>
        <p:cNvGrpSpPr/>
        <p:nvPr/>
      </p:nvGrpSpPr>
      <p:grpSpPr>
        <a:xfrm>
          <a:off x="0" y="0"/>
          <a:ext cx="0" cy="0"/>
          <a:chOff x="0" y="0"/>
          <a:chExt cx="0" cy="0"/>
        </a:xfrm>
      </p:grpSpPr>
      <p:sp>
        <p:nvSpPr>
          <p:cNvPr id="1940" name="Google Shape;1940;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1" name="Google Shape;194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3" name="Shape 1993"/>
        <p:cNvGrpSpPr/>
        <p:nvPr/>
      </p:nvGrpSpPr>
      <p:grpSpPr>
        <a:xfrm>
          <a:off x="0" y="0"/>
          <a:ext cx="0" cy="0"/>
          <a:chOff x="0" y="0"/>
          <a:chExt cx="0" cy="0"/>
        </a:xfrm>
      </p:grpSpPr>
      <p:sp>
        <p:nvSpPr>
          <p:cNvPr id="1994" name="Google Shape;1994;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5" name="Google Shape;199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9" name="Shape 2019"/>
        <p:cNvGrpSpPr/>
        <p:nvPr/>
      </p:nvGrpSpPr>
      <p:grpSpPr>
        <a:xfrm>
          <a:off x="0" y="0"/>
          <a:ext cx="0" cy="0"/>
          <a:chOff x="0" y="0"/>
          <a:chExt cx="0" cy="0"/>
        </a:xfrm>
      </p:grpSpPr>
      <p:sp>
        <p:nvSpPr>
          <p:cNvPr id="2020" name="Google Shape;2020;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1" name="Google Shape;202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6" name="Shape 2046"/>
        <p:cNvGrpSpPr/>
        <p:nvPr/>
      </p:nvGrpSpPr>
      <p:grpSpPr>
        <a:xfrm>
          <a:off x="0" y="0"/>
          <a:ext cx="0" cy="0"/>
          <a:chOff x="0" y="0"/>
          <a:chExt cx="0" cy="0"/>
        </a:xfrm>
      </p:grpSpPr>
      <p:sp>
        <p:nvSpPr>
          <p:cNvPr id="2047" name="Google Shape;204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8" name="Google Shape;204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15" name="Shape 15"/>
        <p:cNvGrpSpPr/>
        <p:nvPr/>
      </p:nvGrpSpPr>
      <p:grpSpPr>
        <a:xfrm>
          <a:off x="0" y="0"/>
          <a:ext cx="0" cy="0"/>
          <a:chOff x="0" y="0"/>
          <a:chExt cx="0" cy="0"/>
        </a:xfrm>
      </p:grpSpPr>
      <p:pic>
        <p:nvPicPr>
          <p:cNvPr id="16" name="Google Shape;16;p34"/>
          <p:cNvPicPr preferRelativeResize="0"/>
          <p:nvPr/>
        </p:nvPicPr>
        <p:blipFill rotWithShape="1">
          <a:blip r:embed="rId2">
            <a:alphaModFix/>
          </a:blip>
          <a:srcRect b="7973" l="0" r="0" t="26333"/>
          <a:stretch/>
        </p:blipFill>
        <p:spPr>
          <a:xfrm>
            <a:off x="0" y="0"/>
            <a:ext cx="12192000" cy="6858000"/>
          </a:xfrm>
          <a:prstGeom prst="rect">
            <a:avLst/>
          </a:prstGeom>
          <a:noFill/>
          <a:ln>
            <a:noFill/>
          </a:ln>
        </p:spPr>
      </p:pic>
      <p:sp>
        <p:nvSpPr>
          <p:cNvPr id="17" name="Google Shape;17;p34"/>
          <p:cNvSpPr/>
          <p:nvPr/>
        </p:nvSpPr>
        <p:spPr>
          <a:xfrm>
            <a:off x="0" y="1"/>
            <a:ext cx="12192000" cy="6858000"/>
          </a:xfrm>
          <a:prstGeom prst="rect">
            <a:avLst/>
          </a:prstGeom>
          <a:gradFill>
            <a:gsLst>
              <a:gs pos="0">
                <a:srgbClr val="6C1D35">
                  <a:alpha val="67843"/>
                </a:srgbClr>
              </a:gs>
              <a:gs pos="12000">
                <a:srgbClr val="6C1D35">
                  <a:alpha val="67843"/>
                </a:srgbClr>
              </a:gs>
              <a:gs pos="77000">
                <a:srgbClr val="511527"/>
              </a:gs>
              <a:gs pos="100000">
                <a:srgbClr val="511527"/>
              </a:gs>
            </a:gsLst>
            <a:lin ang="13500000" scaled="0"/>
          </a:gradFill>
          <a:ln cap="flat" cmpd="sng" w="12700">
            <a:solidFill>
              <a:srgbClr val="2D0C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 name="Google Shape;18;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1" name="Google Shape;21;p34"/>
          <p:cNvPicPr preferRelativeResize="0"/>
          <p:nvPr/>
        </p:nvPicPr>
        <p:blipFill rotWithShape="1">
          <a:blip r:embed="rId3">
            <a:alphaModFix/>
          </a:blip>
          <a:srcRect b="0" l="0" r="0" t="0"/>
          <a:stretch/>
        </p:blipFill>
        <p:spPr>
          <a:xfrm flipH="1" rot="10800000">
            <a:off x="7112000" y="-35081"/>
            <a:ext cx="4917440" cy="6921189"/>
          </a:xfrm>
          <a:prstGeom prst="rect">
            <a:avLst/>
          </a:prstGeom>
          <a:noFill/>
          <a:ln>
            <a:noFill/>
          </a:ln>
        </p:spPr>
      </p:pic>
      <p:pic>
        <p:nvPicPr>
          <p:cNvPr id="22" name="Google Shape;22;p34"/>
          <p:cNvPicPr preferRelativeResize="0"/>
          <p:nvPr/>
        </p:nvPicPr>
        <p:blipFill rotWithShape="1">
          <a:blip r:embed="rId3">
            <a:alphaModFix/>
          </a:blip>
          <a:srcRect b="0" l="0" r="0" t="0"/>
          <a:stretch/>
        </p:blipFill>
        <p:spPr>
          <a:xfrm flipH="1" rot="10800000">
            <a:off x="11268262" y="349094"/>
            <a:ext cx="2010036" cy="282908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p:cSld name="cover page">
    <p:spTree>
      <p:nvGrpSpPr>
        <p:cNvPr id="23" name="Shape 23"/>
        <p:cNvGrpSpPr/>
        <p:nvPr/>
      </p:nvGrpSpPr>
      <p:grpSpPr>
        <a:xfrm>
          <a:off x="0" y="0"/>
          <a:ext cx="0" cy="0"/>
          <a:chOff x="0" y="0"/>
          <a:chExt cx="0" cy="0"/>
        </a:xfrm>
      </p:grpSpPr>
      <p:pic>
        <p:nvPicPr>
          <p:cNvPr id="24" name="Google Shape;24;p35"/>
          <p:cNvPicPr preferRelativeResize="0"/>
          <p:nvPr/>
        </p:nvPicPr>
        <p:blipFill rotWithShape="1">
          <a:blip r:embed="rId2">
            <a:alphaModFix amt="34000"/>
          </a:blip>
          <a:srcRect b="0" l="0" r="0" t="0"/>
          <a:stretch/>
        </p:blipFill>
        <p:spPr>
          <a:xfrm rot="-5400000">
            <a:off x="1428041" y="-1428041"/>
            <a:ext cx="6880030" cy="9736110"/>
          </a:xfrm>
          <a:prstGeom prst="rect">
            <a:avLst/>
          </a:prstGeom>
          <a:noFill/>
          <a:ln>
            <a:noFill/>
          </a:ln>
        </p:spPr>
      </p:pic>
      <p:pic>
        <p:nvPicPr>
          <p:cNvPr id="25" name="Google Shape;25;p35"/>
          <p:cNvPicPr preferRelativeResize="0"/>
          <p:nvPr/>
        </p:nvPicPr>
        <p:blipFill rotWithShape="1">
          <a:blip r:embed="rId3">
            <a:alphaModFix amt="99000"/>
          </a:blip>
          <a:srcRect b="0" l="0" r="0" t="0"/>
          <a:stretch/>
        </p:blipFill>
        <p:spPr>
          <a:xfrm flipH="1">
            <a:off x="59093" y="0"/>
            <a:ext cx="12073813" cy="3109189"/>
          </a:xfrm>
          <a:prstGeom prst="rect">
            <a:avLst/>
          </a:prstGeom>
          <a:noFill/>
          <a:ln>
            <a:noFill/>
          </a:ln>
        </p:spPr>
      </p:pic>
      <p:sp>
        <p:nvSpPr>
          <p:cNvPr id="26" name="Google Shape;26;p35"/>
          <p:cNvSpPr/>
          <p:nvPr/>
        </p:nvSpPr>
        <p:spPr>
          <a:xfrm rot="5400000">
            <a:off x="5953544" y="641578"/>
            <a:ext cx="284909" cy="12192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 name="Google Shape;27;p35"/>
          <p:cNvSpPr txBox="1"/>
          <p:nvPr/>
        </p:nvSpPr>
        <p:spPr>
          <a:xfrm>
            <a:off x="5479363" y="6595121"/>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8" name="Shape 28"/>
        <p:cNvGrpSpPr/>
        <p:nvPr/>
      </p:nvGrpSpPr>
      <p:grpSpPr>
        <a:xfrm>
          <a:off x="0" y="0"/>
          <a:ext cx="0" cy="0"/>
          <a:chOff x="0" y="0"/>
          <a:chExt cx="0" cy="0"/>
        </a:xfrm>
      </p:grpSpPr>
      <p:sp>
        <p:nvSpPr>
          <p:cNvPr id="29" name="Google Shape;29;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32" name="Google Shape;32;p36"/>
          <p:cNvGrpSpPr/>
          <p:nvPr/>
        </p:nvGrpSpPr>
        <p:grpSpPr>
          <a:xfrm>
            <a:off x="0" y="0"/>
            <a:ext cx="4736144" cy="7783867"/>
            <a:chOff x="0" y="0"/>
            <a:chExt cx="4736144" cy="7783867"/>
          </a:xfrm>
        </p:grpSpPr>
        <p:pic>
          <p:nvPicPr>
            <p:cNvPr id="33" name="Google Shape;33;p36"/>
            <p:cNvPicPr preferRelativeResize="0"/>
            <p:nvPr/>
          </p:nvPicPr>
          <p:blipFill rotWithShape="1">
            <a:blip r:embed="rId2">
              <a:alphaModFix/>
            </a:blip>
            <a:srcRect b="0" l="0" r="0" t="0"/>
            <a:stretch/>
          </p:blipFill>
          <p:spPr>
            <a:xfrm>
              <a:off x="0" y="0"/>
              <a:ext cx="3118649" cy="4463581"/>
            </a:xfrm>
            <a:prstGeom prst="rect">
              <a:avLst/>
            </a:prstGeom>
            <a:noFill/>
            <a:ln>
              <a:noFill/>
            </a:ln>
          </p:spPr>
        </p:pic>
        <p:sp>
          <p:nvSpPr>
            <p:cNvPr id="34" name="Google Shape;34;p36"/>
            <p:cNvSpPr/>
            <p:nvPr/>
          </p:nvSpPr>
          <p:spPr>
            <a:xfrm rot="8446488">
              <a:off x="1155879" y="3069975"/>
              <a:ext cx="2214654" cy="3120244"/>
            </a:xfrm>
            <a:prstGeom prst="parallelogram">
              <a:avLst>
                <a:gd fmla="val 25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 name="Google Shape;35;p36"/>
            <p:cNvSpPr/>
            <p:nvPr/>
          </p:nvSpPr>
          <p:spPr>
            <a:xfrm rot="8446488">
              <a:off x="2539020" y="5497285"/>
              <a:ext cx="1784436" cy="1941063"/>
            </a:xfrm>
            <a:custGeom>
              <a:rect b="b" l="l" r="r" t="t"/>
              <a:pathLst>
                <a:path extrusionOk="0" h="1941063" w="1784436">
                  <a:moveTo>
                    <a:pt x="0" y="1941063"/>
                  </a:moveTo>
                  <a:lnTo>
                    <a:pt x="341522" y="0"/>
                  </a:lnTo>
                  <a:lnTo>
                    <a:pt x="1784436" y="1205605"/>
                  </a:lnTo>
                  <a:lnTo>
                    <a:pt x="1660991" y="1941063"/>
                  </a:lnTo>
                  <a:lnTo>
                    <a:pt x="0" y="1941063"/>
                  </a:ln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pic>
        <p:nvPicPr>
          <p:cNvPr id="36" name="Google Shape;36;p36"/>
          <p:cNvPicPr preferRelativeResize="0"/>
          <p:nvPr/>
        </p:nvPicPr>
        <p:blipFill rotWithShape="1">
          <a:blip r:embed="rId3">
            <a:alphaModFix/>
          </a:blip>
          <a:srcRect b="0" l="0" r="0" t="0"/>
          <a:stretch/>
        </p:blipFill>
        <p:spPr>
          <a:xfrm flipH="1">
            <a:off x="2126331" y="-1062392"/>
            <a:ext cx="2405080" cy="3385097"/>
          </a:xfrm>
          <a:prstGeom prst="rect">
            <a:avLst/>
          </a:prstGeom>
          <a:noFill/>
          <a:ln>
            <a:noFill/>
          </a:ln>
        </p:spPr>
      </p:pic>
      <p:pic>
        <p:nvPicPr>
          <p:cNvPr id="37" name="Google Shape;37;p36"/>
          <p:cNvPicPr preferRelativeResize="0"/>
          <p:nvPr/>
        </p:nvPicPr>
        <p:blipFill rotWithShape="1">
          <a:blip r:embed="rId4">
            <a:alphaModFix amt="99000"/>
          </a:blip>
          <a:srcRect b="0" l="0" r="0" t="0"/>
          <a:stretch/>
        </p:blipFill>
        <p:spPr>
          <a:xfrm flipH="1" rot="-5400000">
            <a:off x="-2602281" y="2616106"/>
            <a:ext cx="7046892" cy="1814681"/>
          </a:xfrm>
          <a:prstGeom prst="rect">
            <a:avLst/>
          </a:prstGeom>
          <a:noFill/>
          <a:ln>
            <a:noFill/>
          </a:ln>
        </p:spPr>
      </p:pic>
      <p:pic>
        <p:nvPicPr>
          <p:cNvPr id="38" name="Google Shape;38;p36"/>
          <p:cNvPicPr preferRelativeResize="0"/>
          <p:nvPr/>
        </p:nvPicPr>
        <p:blipFill rotWithShape="1">
          <a:blip r:embed="rId5">
            <a:alphaModFix/>
          </a:blip>
          <a:srcRect b="0" l="0" r="0" t="0"/>
          <a:stretch/>
        </p:blipFill>
        <p:spPr>
          <a:xfrm rot="10800000">
            <a:off x="283211" y="3743462"/>
            <a:ext cx="2080701" cy="2978013"/>
          </a:xfrm>
          <a:prstGeom prst="rect">
            <a:avLst/>
          </a:prstGeom>
          <a:noFill/>
          <a:ln>
            <a:noFill/>
          </a:ln>
        </p:spPr>
      </p:pic>
      <p:pic>
        <p:nvPicPr>
          <p:cNvPr id="39" name="Google Shape;39;p36"/>
          <p:cNvPicPr preferRelativeResize="0"/>
          <p:nvPr/>
        </p:nvPicPr>
        <p:blipFill rotWithShape="1">
          <a:blip r:embed="rId6">
            <a:alphaModFix/>
          </a:blip>
          <a:srcRect b="0" l="0" r="0" t="0"/>
          <a:stretch/>
        </p:blipFill>
        <p:spPr>
          <a:xfrm rot="5400000">
            <a:off x="1830037" y="6046777"/>
            <a:ext cx="419100" cy="790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pic>
        <p:nvPicPr>
          <p:cNvPr id="41" name="Google Shape;41;p37"/>
          <p:cNvPicPr preferRelativeResize="0"/>
          <p:nvPr/>
        </p:nvPicPr>
        <p:blipFill rotWithShape="1">
          <a:blip r:embed="rId2">
            <a:alphaModFix amt="99000"/>
          </a:blip>
          <a:srcRect b="0" l="0" r="0" t="0"/>
          <a:stretch/>
        </p:blipFill>
        <p:spPr>
          <a:xfrm flipH="1">
            <a:off x="6764" y="1270"/>
            <a:ext cx="12073813" cy="3109189"/>
          </a:xfrm>
          <a:prstGeom prst="rect">
            <a:avLst/>
          </a:prstGeom>
          <a:noFill/>
          <a:ln>
            <a:noFill/>
          </a:ln>
        </p:spPr>
      </p:pic>
      <p:grpSp>
        <p:nvGrpSpPr>
          <p:cNvPr id="42" name="Google Shape;42;p37"/>
          <p:cNvGrpSpPr/>
          <p:nvPr/>
        </p:nvGrpSpPr>
        <p:grpSpPr>
          <a:xfrm>
            <a:off x="0" y="6438899"/>
            <a:ext cx="4425450" cy="419100"/>
            <a:chOff x="0" y="6438899"/>
            <a:chExt cx="4425450" cy="419100"/>
          </a:xfrm>
        </p:grpSpPr>
        <p:sp>
          <p:nvSpPr>
            <p:cNvPr id="43" name="Google Shape;43;p37"/>
            <p:cNvSpPr/>
            <p:nvPr/>
          </p:nvSpPr>
          <p:spPr>
            <a:xfrm>
              <a:off x="0" y="6438900"/>
              <a:ext cx="4115884" cy="419099"/>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 name="Google Shape;44;p37"/>
            <p:cNvSpPr/>
            <p:nvPr/>
          </p:nvSpPr>
          <p:spPr>
            <a:xfrm>
              <a:off x="4115884" y="6438899"/>
              <a:ext cx="309566" cy="419100"/>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45" name="Google Shape;45;p37"/>
          <p:cNvSpPr txBox="1"/>
          <p:nvPr>
            <p:ph type="title"/>
          </p:nvPr>
        </p:nvSpPr>
        <p:spPr>
          <a:xfrm>
            <a:off x="831850" y="1047751"/>
            <a:ext cx="10515600" cy="150018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7"/>
          <p:cNvSpPr txBox="1"/>
          <p:nvPr>
            <p:ph idx="1" type="body"/>
          </p:nvPr>
        </p:nvSpPr>
        <p:spPr>
          <a:xfrm>
            <a:off x="831850" y="2814638"/>
            <a:ext cx="10515600" cy="335756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7" name="Google Shape;47;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0" name="Google Shape;50;p37"/>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51" name="Google Shape;51;p37"/>
          <p:cNvGrpSpPr/>
          <p:nvPr/>
        </p:nvGrpSpPr>
        <p:grpSpPr>
          <a:xfrm>
            <a:off x="0" y="0"/>
            <a:ext cx="2135014" cy="390908"/>
            <a:chOff x="0" y="0"/>
            <a:chExt cx="2135014" cy="390908"/>
          </a:xfrm>
        </p:grpSpPr>
        <p:sp>
          <p:nvSpPr>
            <p:cNvPr id="52" name="Google Shape;52;p37"/>
            <p:cNvSpPr/>
            <p:nvPr/>
          </p:nvSpPr>
          <p:spPr>
            <a:xfrm>
              <a:off x="0" y="1"/>
              <a:ext cx="1921715" cy="390907"/>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 name="Google Shape;53;p37"/>
            <p:cNvSpPr/>
            <p:nvPr/>
          </p:nvSpPr>
          <p:spPr>
            <a:xfrm flipH="1" rot="10800000">
              <a:off x="1921715" y="0"/>
              <a:ext cx="213299" cy="390907"/>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54" name="Google Shape;54;p37"/>
          <p:cNvGrpSpPr/>
          <p:nvPr/>
        </p:nvGrpSpPr>
        <p:grpSpPr>
          <a:xfrm>
            <a:off x="11930388" y="4900065"/>
            <a:ext cx="261612" cy="1456285"/>
            <a:chOff x="-7479" y="4982614"/>
            <a:chExt cx="261612" cy="1456285"/>
          </a:xfrm>
        </p:grpSpPr>
        <p:sp>
          <p:nvSpPr>
            <p:cNvPr id="55" name="Google Shape;55;p37"/>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 name="Google Shape;56;p37"/>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pic>
        <p:nvPicPr>
          <p:cNvPr id="58" name="Google Shape;58;p38"/>
          <p:cNvPicPr preferRelativeResize="0"/>
          <p:nvPr/>
        </p:nvPicPr>
        <p:blipFill rotWithShape="1">
          <a:blip r:embed="rId2">
            <a:alphaModFix amt="99000"/>
          </a:blip>
          <a:srcRect b="0" l="0" r="0" t="0"/>
          <a:stretch/>
        </p:blipFill>
        <p:spPr>
          <a:xfrm flipH="1">
            <a:off x="6764" y="1270"/>
            <a:ext cx="12073813" cy="3109189"/>
          </a:xfrm>
          <a:prstGeom prst="rect">
            <a:avLst/>
          </a:prstGeom>
          <a:noFill/>
          <a:ln>
            <a:noFill/>
          </a:ln>
        </p:spPr>
      </p:pic>
      <p:sp>
        <p:nvSpPr>
          <p:cNvPr id="59" name="Google Shape;59;p38"/>
          <p:cNvSpPr txBox="1"/>
          <p:nvPr>
            <p:ph type="ctrTitle"/>
          </p:nvPr>
        </p:nvSpPr>
        <p:spPr>
          <a:xfrm>
            <a:off x="1524000" y="1122363"/>
            <a:ext cx="9144000" cy="13811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8"/>
          <p:cNvSpPr txBox="1"/>
          <p:nvPr>
            <p:ph idx="1" type="subTitle"/>
          </p:nvPr>
        </p:nvSpPr>
        <p:spPr>
          <a:xfrm>
            <a:off x="1524000" y="2601118"/>
            <a:ext cx="9144000" cy="3461751"/>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1" name="Google Shape;61;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6C1D35"/>
                </a:solidFill>
                <a:latin typeface="Calibri"/>
                <a:ea typeface="Calibri"/>
                <a:cs typeface="Calibri"/>
                <a:sym typeface="Calibri"/>
              </a:defRPr>
            </a:lvl1pPr>
            <a:lvl2pPr indent="0" lvl="1" marL="0" algn="r">
              <a:spcBef>
                <a:spcPts val="0"/>
              </a:spcBef>
              <a:buNone/>
              <a:defRPr sz="1200">
                <a:solidFill>
                  <a:srgbClr val="6C1D35"/>
                </a:solidFill>
                <a:latin typeface="Calibri"/>
                <a:ea typeface="Calibri"/>
                <a:cs typeface="Calibri"/>
                <a:sym typeface="Calibri"/>
              </a:defRPr>
            </a:lvl2pPr>
            <a:lvl3pPr indent="0" lvl="2" marL="0" algn="r">
              <a:spcBef>
                <a:spcPts val="0"/>
              </a:spcBef>
              <a:buNone/>
              <a:defRPr sz="1200">
                <a:solidFill>
                  <a:srgbClr val="6C1D35"/>
                </a:solidFill>
                <a:latin typeface="Calibri"/>
                <a:ea typeface="Calibri"/>
                <a:cs typeface="Calibri"/>
                <a:sym typeface="Calibri"/>
              </a:defRPr>
            </a:lvl3pPr>
            <a:lvl4pPr indent="0" lvl="3" marL="0" algn="r">
              <a:spcBef>
                <a:spcPts val="0"/>
              </a:spcBef>
              <a:buNone/>
              <a:defRPr sz="1200">
                <a:solidFill>
                  <a:srgbClr val="6C1D35"/>
                </a:solidFill>
                <a:latin typeface="Calibri"/>
                <a:ea typeface="Calibri"/>
                <a:cs typeface="Calibri"/>
                <a:sym typeface="Calibri"/>
              </a:defRPr>
            </a:lvl4pPr>
            <a:lvl5pPr indent="0" lvl="4" marL="0" algn="r">
              <a:spcBef>
                <a:spcPts val="0"/>
              </a:spcBef>
              <a:buNone/>
              <a:defRPr sz="1200">
                <a:solidFill>
                  <a:srgbClr val="6C1D35"/>
                </a:solidFill>
                <a:latin typeface="Calibri"/>
                <a:ea typeface="Calibri"/>
                <a:cs typeface="Calibri"/>
                <a:sym typeface="Calibri"/>
              </a:defRPr>
            </a:lvl5pPr>
            <a:lvl6pPr indent="0" lvl="5" marL="0" algn="r">
              <a:spcBef>
                <a:spcPts val="0"/>
              </a:spcBef>
              <a:buNone/>
              <a:defRPr sz="1200">
                <a:solidFill>
                  <a:srgbClr val="6C1D35"/>
                </a:solidFill>
                <a:latin typeface="Calibri"/>
                <a:ea typeface="Calibri"/>
                <a:cs typeface="Calibri"/>
                <a:sym typeface="Calibri"/>
              </a:defRPr>
            </a:lvl6pPr>
            <a:lvl7pPr indent="0" lvl="6" marL="0" algn="r">
              <a:spcBef>
                <a:spcPts val="0"/>
              </a:spcBef>
              <a:buNone/>
              <a:defRPr sz="1200">
                <a:solidFill>
                  <a:srgbClr val="6C1D35"/>
                </a:solidFill>
                <a:latin typeface="Calibri"/>
                <a:ea typeface="Calibri"/>
                <a:cs typeface="Calibri"/>
                <a:sym typeface="Calibri"/>
              </a:defRPr>
            </a:lvl7pPr>
            <a:lvl8pPr indent="0" lvl="7" marL="0" algn="r">
              <a:spcBef>
                <a:spcPts val="0"/>
              </a:spcBef>
              <a:buNone/>
              <a:defRPr sz="1200">
                <a:solidFill>
                  <a:srgbClr val="6C1D35"/>
                </a:solidFill>
                <a:latin typeface="Calibri"/>
                <a:ea typeface="Calibri"/>
                <a:cs typeface="Calibri"/>
                <a:sym typeface="Calibri"/>
              </a:defRPr>
            </a:lvl8pPr>
            <a:lvl9pPr indent="0" lvl="8" marL="0" algn="r">
              <a:spcBef>
                <a:spcPts val="0"/>
              </a:spcBef>
              <a:buNone/>
              <a:defRPr sz="1200">
                <a:solidFill>
                  <a:srgbClr val="6C1D3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64" name="Google Shape;64;p38"/>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65" name="Google Shape;65;p38"/>
          <p:cNvGrpSpPr/>
          <p:nvPr/>
        </p:nvGrpSpPr>
        <p:grpSpPr>
          <a:xfrm>
            <a:off x="0" y="336866"/>
            <a:ext cx="838200" cy="390908"/>
            <a:chOff x="0" y="585597"/>
            <a:chExt cx="838200" cy="390908"/>
          </a:xfrm>
        </p:grpSpPr>
        <p:sp>
          <p:nvSpPr>
            <p:cNvPr id="66" name="Google Shape;66;p38"/>
            <p:cNvSpPr/>
            <p:nvPr/>
          </p:nvSpPr>
          <p:spPr>
            <a:xfrm>
              <a:off x="0" y="585598"/>
              <a:ext cx="624901" cy="390907"/>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 name="Google Shape;67;p38"/>
            <p:cNvSpPr/>
            <p:nvPr/>
          </p:nvSpPr>
          <p:spPr>
            <a:xfrm flipH="1" rot="10800000">
              <a:off x="624901" y="585597"/>
              <a:ext cx="213299" cy="390907"/>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68" name="Google Shape;68;p38"/>
          <p:cNvGrpSpPr/>
          <p:nvPr/>
        </p:nvGrpSpPr>
        <p:grpSpPr>
          <a:xfrm>
            <a:off x="11930388" y="4900065"/>
            <a:ext cx="261612" cy="1456285"/>
            <a:chOff x="-7479" y="4982614"/>
            <a:chExt cx="261612" cy="1456285"/>
          </a:xfrm>
        </p:grpSpPr>
        <p:sp>
          <p:nvSpPr>
            <p:cNvPr id="69" name="Google Shape;69;p38"/>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 name="Google Shape;70;p38"/>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1" name="Shape 71"/>
        <p:cNvGrpSpPr/>
        <p:nvPr/>
      </p:nvGrpSpPr>
      <p:grpSpPr>
        <a:xfrm>
          <a:off x="0" y="0"/>
          <a:ext cx="0" cy="0"/>
          <a:chOff x="0" y="0"/>
          <a:chExt cx="0" cy="0"/>
        </a:xfrm>
      </p:grpSpPr>
      <p:pic>
        <p:nvPicPr>
          <p:cNvPr id="72" name="Google Shape;72;p39"/>
          <p:cNvPicPr preferRelativeResize="0"/>
          <p:nvPr/>
        </p:nvPicPr>
        <p:blipFill rotWithShape="1">
          <a:blip r:embed="rId2">
            <a:alphaModFix/>
          </a:blip>
          <a:srcRect b="0" l="0" r="0" t="0"/>
          <a:stretch/>
        </p:blipFill>
        <p:spPr>
          <a:xfrm flipH="1">
            <a:off x="6765" y="1270"/>
            <a:ext cx="7112053" cy="1831461"/>
          </a:xfrm>
          <a:prstGeom prst="rect">
            <a:avLst/>
          </a:prstGeom>
          <a:noFill/>
          <a:ln>
            <a:noFill/>
          </a:ln>
        </p:spPr>
      </p:pic>
      <p:sp>
        <p:nvSpPr>
          <p:cNvPr id="73" name="Google Shape;7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8" name="Google Shape;78;p39"/>
          <p:cNvSpPr/>
          <p:nvPr/>
        </p:nvSpPr>
        <p:spPr>
          <a:xfrm>
            <a:off x="3894421" y="21431"/>
            <a:ext cx="4460168" cy="256507"/>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79" name="Google Shape;79;p39"/>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sp>
        <p:nvSpPr>
          <p:cNvPr id="80" name="Google Shape;80;p39"/>
          <p:cNvSpPr/>
          <p:nvPr/>
        </p:nvSpPr>
        <p:spPr>
          <a:xfrm>
            <a:off x="-1" y="6808662"/>
            <a:ext cx="12249013" cy="108973"/>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81" name="Google Shape;81;p39"/>
          <p:cNvGrpSpPr/>
          <p:nvPr/>
        </p:nvGrpSpPr>
        <p:grpSpPr>
          <a:xfrm>
            <a:off x="11930388" y="4900065"/>
            <a:ext cx="261612" cy="1456285"/>
            <a:chOff x="-7479" y="4982614"/>
            <a:chExt cx="261612" cy="1456285"/>
          </a:xfrm>
        </p:grpSpPr>
        <p:sp>
          <p:nvSpPr>
            <p:cNvPr id="82" name="Google Shape;82;p39"/>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 name="Google Shape;83;p39"/>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4" name="Shape 84"/>
        <p:cNvGrpSpPr/>
        <p:nvPr/>
      </p:nvGrpSpPr>
      <p:grpSpPr>
        <a:xfrm>
          <a:off x="0" y="0"/>
          <a:ext cx="0" cy="0"/>
          <a:chOff x="0" y="0"/>
          <a:chExt cx="0" cy="0"/>
        </a:xfrm>
      </p:grpSpPr>
      <p:pic>
        <p:nvPicPr>
          <p:cNvPr id="85" name="Google Shape;85;p40"/>
          <p:cNvPicPr preferRelativeResize="0"/>
          <p:nvPr/>
        </p:nvPicPr>
        <p:blipFill rotWithShape="1">
          <a:blip r:embed="rId2">
            <a:alphaModFix/>
          </a:blip>
          <a:srcRect b="0" l="0" r="0" t="0"/>
          <a:stretch/>
        </p:blipFill>
        <p:spPr>
          <a:xfrm flipH="1">
            <a:off x="6765" y="1270"/>
            <a:ext cx="7112053" cy="1831461"/>
          </a:xfrm>
          <a:prstGeom prst="rect">
            <a:avLst/>
          </a:prstGeom>
          <a:noFill/>
          <a:ln>
            <a:noFill/>
          </a:ln>
        </p:spPr>
      </p:pic>
      <p:sp>
        <p:nvSpPr>
          <p:cNvPr id="86" name="Google Shape;86;p40"/>
          <p:cNvSpPr/>
          <p:nvPr/>
        </p:nvSpPr>
        <p:spPr>
          <a:xfrm>
            <a:off x="-38100" y="1690688"/>
            <a:ext cx="12230100" cy="5167312"/>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 name="Google Shape;87;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4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4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3" name="Google Shape;93;p40"/>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94" name="Google Shape;94;p40"/>
          <p:cNvGrpSpPr/>
          <p:nvPr/>
        </p:nvGrpSpPr>
        <p:grpSpPr>
          <a:xfrm>
            <a:off x="11930388" y="4900065"/>
            <a:ext cx="261612" cy="1456285"/>
            <a:chOff x="-7479" y="4982614"/>
            <a:chExt cx="261612" cy="1456285"/>
          </a:xfrm>
        </p:grpSpPr>
        <p:sp>
          <p:nvSpPr>
            <p:cNvPr id="95" name="Google Shape;95;p40"/>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 name="Google Shape;96;p40"/>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7" name="Shape 97"/>
        <p:cNvGrpSpPr/>
        <p:nvPr/>
      </p:nvGrpSpPr>
      <p:grpSpPr>
        <a:xfrm>
          <a:off x="0" y="0"/>
          <a:ext cx="0" cy="0"/>
          <a:chOff x="0" y="0"/>
          <a:chExt cx="0" cy="0"/>
        </a:xfrm>
      </p:grpSpPr>
      <p:pic>
        <p:nvPicPr>
          <p:cNvPr id="98" name="Google Shape;98;p41"/>
          <p:cNvPicPr preferRelativeResize="0"/>
          <p:nvPr/>
        </p:nvPicPr>
        <p:blipFill rotWithShape="1">
          <a:blip r:embed="rId2">
            <a:alphaModFix amt="99000"/>
          </a:blip>
          <a:srcRect b="0" l="0" r="0" t="0"/>
          <a:stretch/>
        </p:blipFill>
        <p:spPr>
          <a:xfrm flipH="1">
            <a:off x="6764" y="1270"/>
            <a:ext cx="12073813" cy="3109189"/>
          </a:xfrm>
          <a:prstGeom prst="rect">
            <a:avLst/>
          </a:prstGeom>
          <a:noFill/>
          <a:ln>
            <a:noFill/>
          </a:ln>
        </p:spPr>
      </p:pic>
      <p:sp>
        <p:nvSpPr>
          <p:cNvPr id="99" name="Google Shape;99;p4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4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1" name="Google Shape;101;p4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4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3" name="Google Shape;103;p4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7" name="Google Shape;107;p41"/>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sp>
        <p:nvSpPr>
          <p:cNvPr id="108" name="Google Shape;108;p41"/>
          <p:cNvSpPr/>
          <p:nvPr/>
        </p:nvSpPr>
        <p:spPr>
          <a:xfrm>
            <a:off x="6764" y="342265"/>
            <a:ext cx="10269639" cy="45719"/>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09" name="Google Shape;109;p41"/>
          <p:cNvGrpSpPr/>
          <p:nvPr/>
        </p:nvGrpSpPr>
        <p:grpSpPr>
          <a:xfrm>
            <a:off x="11930388" y="4900065"/>
            <a:ext cx="261612" cy="1456285"/>
            <a:chOff x="-7479" y="4982614"/>
            <a:chExt cx="261612" cy="1456285"/>
          </a:xfrm>
        </p:grpSpPr>
        <p:sp>
          <p:nvSpPr>
            <p:cNvPr id="110" name="Google Shape;110;p41"/>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 name="Google Shape;111;p41"/>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2" name="Shape 112"/>
        <p:cNvGrpSpPr/>
        <p:nvPr/>
      </p:nvGrpSpPr>
      <p:grpSpPr>
        <a:xfrm>
          <a:off x="0" y="0"/>
          <a:ext cx="0" cy="0"/>
          <a:chOff x="0" y="0"/>
          <a:chExt cx="0" cy="0"/>
        </a:xfrm>
      </p:grpSpPr>
      <p:pic>
        <p:nvPicPr>
          <p:cNvPr id="113" name="Google Shape;113;p42"/>
          <p:cNvPicPr preferRelativeResize="0"/>
          <p:nvPr/>
        </p:nvPicPr>
        <p:blipFill rotWithShape="1">
          <a:blip r:embed="rId2">
            <a:alphaModFix amt="99000"/>
          </a:blip>
          <a:srcRect b="0" l="0" r="0" t="0"/>
          <a:stretch/>
        </p:blipFill>
        <p:spPr>
          <a:xfrm flipH="1">
            <a:off x="6764" y="1270"/>
            <a:ext cx="12073813" cy="3109189"/>
          </a:xfrm>
          <a:prstGeom prst="rect">
            <a:avLst/>
          </a:prstGeom>
          <a:noFill/>
          <a:ln>
            <a:noFill/>
          </a:ln>
        </p:spPr>
      </p:pic>
      <p:grpSp>
        <p:nvGrpSpPr>
          <p:cNvPr id="114" name="Google Shape;114;p42"/>
          <p:cNvGrpSpPr/>
          <p:nvPr/>
        </p:nvGrpSpPr>
        <p:grpSpPr>
          <a:xfrm flipH="1">
            <a:off x="8896479" y="6438899"/>
            <a:ext cx="3295521" cy="419101"/>
            <a:chOff x="0" y="6438899"/>
            <a:chExt cx="4425450" cy="419100"/>
          </a:xfrm>
        </p:grpSpPr>
        <p:sp>
          <p:nvSpPr>
            <p:cNvPr id="115" name="Google Shape;115;p42"/>
            <p:cNvSpPr/>
            <p:nvPr/>
          </p:nvSpPr>
          <p:spPr>
            <a:xfrm>
              <a:off x="0" y="6438900"/>
              <a:ext cx="4115884" cy="419099"/>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 name="Google Shape;116;p42"/>
            <p:cNvSpPr/>
            <p:nvPr/>
          </p:nvSpPr>
          <p:spPr>
            <a:xfrm>
              <a:off x="4115884" y="6438899"/>
              <a:ext cx="309566" cy="419100"/>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17" name="Google Shape;117;p42"/>
          <p:cNvSpPr txBox="1"/>
          <p:nvPr>
            <p:ph type="title"/>
          </p:nvPr>
        </p:nvSpPr>
        <p:spPr>
          <a:xfrm>
            <a:off x="1364974" y="2766218"/>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21" name="Google Shape;121;p42"/>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122" name="Google Shape;122;p42"/>
          <p:cNvGrpSpPr/>
          <p:nvPr/>
        </p:nvGrpSpPr>
        <p:grpSpPr>
          <a:xfrm>
            <a:off x="11930388" y="4900065"/>
            <a:ext cx="261612" cy="1456285"/>
            <a:chOff x="-7479" y="4982614"/>
            <a:chExt cx="261612" cy="1456285"/>
          </a:xfrm>
        </p:grpSpPr>
        <p:sp>
          <p:nvSpPr>
            <p:cNvPr id="123" name="Google Shape;123;p42"/>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4" name="Google Shape;124;p42"/>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pic>
        <p:nvPicPr>
          <p:cNvPr id="126" name="Google Shape;126;p43"/>
          <p:cNvPicPr preferRelativeResize="0"/>
          <p:nvPr/>
        </p:nvPicPr>
        <p:blipFill rotWithShape="1">
          <a:blip r:embed="rId2">
            <a:alphaModFix/>
          </a:blip>
          <a:srcRect b="0" l="0" r="0" t="0"/>
          <a:stretch/>
        </p:blipFill>
        <p:spPr>
          <a:xfrm flipH="1">
            <a:off x="4713261" y="1270"/>
            <a:ext cx="7112053" cy="1831461"/>
          </a:xfrm>
          <a:prstGeom prst="rect">
            <a:avLst/>
          </a:prstGeom>
          <a:noFill/>
          <a:ln>
            <a:noFill/>
          </a:ln>
        </p:spPr>
      </p:pic>
      <p:sp>
        <p:nvSpPr>
          <p:cNvPr id="127" name="Google Shape;127;p43"/>
          <p:cNvSpPr/>
          <p:nvPr/>
        </p:nvSpPr>
        <p:spPr>
          <a:xfrm>
            <a:off x="-38099" y="0"/>
            <a:ext cx="4764088" cy="6858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 name="Google Shape;128;p43"/>
          <p:cNvSpPr txBox="1"/>
          <p:nvPr>
            <p:ph type="title"/>
          </p:nvPr>
        </p:nvSpPr>
        <p:spPr>
          <a:xfrm>
            <a:off x="839788" y="457200"/>
            <a:ext cx="3771969"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Calibri"/>
              <a:buNone/>
              <a:defRPr sz="28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4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0" name="Google Shape;130;p43"/>
          <p:cNvSpPr txBox="1"/>
          <p:nvPr>
            <p:ph idx="2" type="body"/>
          </p:nvPr>
        </p:nvSpPr>
        <p:spPr>
          <a:xfrm>
            <a:off x="839788" y="2057400"/>
            <a:ext cx="3771969"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1" name="Google Shape;131;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34" name="Google Shape;134;p43"/>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sp>
        <p:nvSpPr>
          <p:cNvPr id="135" name="Google Shape;135;p43"/>
          <p:cNvSpPr/>
          <p:nvPr/>
        </p:nvSpPr>
        <p:spPr>
          <a:xfrm rot="5400000">
            <a:off x="1324286" y="3399184"/>
            <a:ext cx="6858000" cy="59635"/>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36" name="Google Shape;136;p43"/>
          <p:cNvGrpSpPr/>
          <p:nvPr/>
        </p:nvGrpSpPr>
        <p:grpSpPr>
          <a:xfrm>
            <a:off x="11930388" y="4900065"/>
            <a:ext cx="261612" cy="1456285"/>
            <a:chOff x="-7479" y="4982614"/>
            <a:chExt cx="261612" cy="1456285"/>
          </a:xfrm>
        </p:grpSpPr>
        <p:sp>
          <p:nvSpPr>
            <p:cNvPr id="137" name="Google Shape;137;p43"/>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43"/>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color" type="blank">
  <p:cSld name="BLANK">
    <p:spTree>
      <p:nvGrpSpPr>
        <p:cNvPr id="139" name="Shape 139"/>
        <p:cNvGrpSpPr/>
        <p:nvPr/>
      </p:nvGrpSpPr>
      <p:grpSpPr>
        <a:xfrm>
          <a:off x="0" y="0"/>
          <a:ext cx="0" cy="0"/>
          <a:chOff x="0" y="0"/>
          <a:chExt cx="0" cy="0"/>
        </a:xfrm>
      </p:grpSpPr>
      <p:sp>
        <p:nvSpPr>
          <p:cNvPr id="140" name="Google Shape;140;p44"/>
          <p:cNvSpPr/>
          <p:nvPr/>
        </p:nvSpPr>
        <p:spPr>
          <a:xfrm>
            <a:off x="-38100" y="0"/>
            <a:ext cx="12230100" cy="6858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41" name="Google Shape;141;p44"/>
          <p:cNvGrpSpPr/>
          <p:nvPr/>
        </p:nvGrpSpPr>
        <p:grpSpPr>
          <a:xfrm>
            <a:off x="7180119" y="6473574"/>
            <a:ext cx="5011881" cy="390911"/>
            <a:chOff x="7180118" y="6489891"/>
            <a:chExt cx="5011881" cy="390911"/>
          </a:xfrm>
        </p:grpSpPr>
        <p:sp>
          <p:nvSpPr>
            <p:cNvPr id="142" name="Google Shape;142;p44"/>
            <p:cNvSpPr/>
            <p:nvPr/>
          </p:nvSpPr>
          <p:spPr>
            <a:xfrm rot="10800000">
              <a:off x="7393415" y="6489891"/>
              <a:ext cx="4798584" cy="39090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 name="Google Shape;143;p44"/>
            <p:cNvSpPr/>
            <p:nvPr/>
          </p:nvSpPr>
          <p:spPr>
            <a:xfrm flipH="1">
              <a:off x="7180118" y="6489895"/>
              <a:ext cx="213299" cy="390907"/>
            </a:xfrm>
            <a:prstGeom prst="rtTriangl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pic>
        <p:nvPicPr>
          <p:cNvPr id="144" name="Google Shape;144;p44"/>
          <p:cNvPicPr preferRelativeResize="0"/>
          <p:nvPr/>
        </p:nvPicPr>
        <p:blipFill rotWithShape="1">
          <a:blip r:embed="rId2">
            <a:alphaModFix/>
          </a:blip>
          <a:srcRect b="0" l="0" r="0" t="0"/>
          <a:stretch/>
        </p:blipFill>
        <p:spPr>
          <a:xfrm>
            <a:off x="10476220" y="283589"/>
            <a:ext cx="1470825" cy="497461"/>
          </a:xfrm>
          <a:prstGeom prst="rect">
            <a:avLst/>
          </a:prstGeom>
          <a:noFill/>
          <a:ln>
            <a:noFill/>
          </a:ln>
        </p:spPr>
      </p:pic>
      <p:sp>
        <p:nvSpPr>
          <p:cNvPr id="145" name="Google Shape;145;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48" name="Google Shape;148;p44"/>
          <p:cNvGrpSpPr/>
          <p:nvPr/>
        </p:nvGrpSpPr>
        <p:grpSpPr>
          <a:xfrm>
            <a:off x="-58882" y="0"/>
            <a:ext cx="2130820" cy="390908"/>
            <a:chOff x="-58882" y="0"/>
            <a:chExt cx="2130820" cy="390908"/>
          </a:xfrm>
        </p:grpSpPr>
        <p:sp>
          <p:nvSpPr>
            <p:cNvPr id="149" name="Google Shape;149;p44"/>
            <p:cNvSpPr/>
            <p:nvPr/>
          </p:nvSpPr>
          <p:spPr>
            <a:xfrm>
              <a:off x="-58882" y="1"/>
              <a:ext cx="1921715" cy="39090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 name="Google Shape;150;p44"/>
            <p:cNvSpPr/>
            <p:nvPr/>
          </p:nvSpPr>
          <p:spPr>
            <a:xfrm flipH="1" rot="10800000">
              <a:off x="1858639" y="0"/>
              <a:ext cx="213299" cy="390907"/>
            </a:xfrm>
            <a:prstGeom prst="rtTriangl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51" name="Google Shape;151;p44"/>
          <p:cNvGrpSpPr/>
          <p:nvPr/>
        </p:nvGrpSpPr>
        <p:grpSpPr>
          <a:xfrm>
            <a:off x="11930388" y="4900065"/>
            <a:ext cx="261612" cy="1456285"/>
            <a:chOff x="-7479" y="4982614"/>
            <a:chExt cx="261612" cy="1456285"/>
          </a:xfrm>
        </p:grpSpPr>
        <p:sp>
          <p:nvSpPr>
            <p:cNvPr id="152" name="Google Shape;152;p44"/>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44"/>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54" name="Shape 154"/>
        <p:cNvGrpSpPr/>
        <p:nvPr/>
      </p:nvGrpSpPr>
      <p:grpSpPr>
        <a:xfrm>
          <a:off x="0" y="0"/>
          <a:ext cx="0" cy="0"/>
          <a:chOff x="0" y="0"/>
          <a:chExt cx="0" cy="0"/>
        </a:xfrm>
      </p:grpSpPr>
      <p:pic>
        <p:nvPicPr>
          <p:cNvPr id="155" name="Google Shape;155;p45"/>
          <p:cNvPicPr preferRelativeResize="0"/>
          <p:nvPr/>
        </p:nvPicPr>
        <p:blipFill rotWithShape="1">
          <a:blip r:embed="rId2">
            <a:alphaModFix/>
          </a:blip>
          <a:srcRect b="0" l="0" r="0" t="0"/>
          <a:stretch/>
        </p:blipFill>
        <p:spPr>
          <a:xfrm flipH="1">
            <a:off x="6765" y="1270"/>
            <a:ext cx="7112053" cy="1831461"/>
          </a:xfrm>
          <a:prstGeom prst="rect">
            <a:avLst/>
          </a:prstGeom>
          <a:noFill/>
          <a:ln>
            <a:noFill/>
          </a:ln>
        </p:spPr>
      </p:pic>
      <p:sp>
        <p:nvSpPr>
          <p:cNvPr id="156" name="Google Shape;156;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59" name="Google Shape;159;p45"/>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160" name="Google Shape;160;p45"/>
          <p:cNvGrpSpPr/>
          <p:nvPr/>
        </p:nvGrpSpPr>
        <p:grpSpPr>
          <a:xfrm>
            <a:off x="11930388" y="4900065"/>
            <a:ext cx="261612" cy="1456285"/>
            <a:chOff x="-7479" y="4982614"/>
            <a:chExt cx="261612" cy="1456285"/>
          </a:xfrm>
        </p:grpSpPr>
        <p:sp>
          <p:nvSpPr>
            <p:cNvPr id="161" name="Google Shape;161;p45"/>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45"/>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p:cSld name="1_Picture with Caption">
    <p:spTree>
      <p:nvGrpSpPr>
        <p:cNvPr id="163" name="Shape 163"/>
        <p:cNvGrpSpPr/>
        <p:nvPr/>
      </p:nvGrpSpPr>
      <p:grpSpPr>
        <a:xfrm>
          <a:off x="0" y="0"/>
          <a:ext cx="0" cy="0"/>
          <a:chOff x="0" y="0"/>
          <a:chExt cx="0" cy="0"/>
        </a:xfrm>
      </p:grpSpPr>
      <p:pic>
        <p:nvPicPr>
          <p:cNvPr id="164" name="Google Shape;164;p46"/>
          <p:cNvPicPr preferRelativeResize="0"/>
          <p:nvPr/>
        </p:nvPicPr>
        <p:blipFill rotWithShape="1">
          <a:blip r:embed="rId2">
            <a:alphaModFix/>
          </a:blip>
          <a:srcRect b="0" l="0" r="0" t="0"/>
          <a:stretch/>
        </p:blipFill>
        <p:spPr>
          <a:xfrm flipH="1">
            <a:off x="6765" y="1270"/>
            <a:ext cx="7112053" cy="1831461"/>
          </a:xfrm>
          <a:prstGeom prst="rect">
            <a:avLst/>
          </a:prstGeom>
          <a:noFill/>
          <a:ln>
            <a:noFill/>
          </a:ln>
        </p:spPr>
      </p:pic>
      <p:sp>
        <p:nvSpPr>
          <p:cNvPr id="165" name="Google Shape;165;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68" name="Google Shape;168;p46"/>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169" name="Google Shape;169;p46"/>
          <p:cNvGrpSpPr/>
          <p:nvPr/>
        </p:nvGrpSpPr>
        <p:grpSpPr>
          <a:xfrm>
            <a:off x="11930388" y="4900065"/>
            <a:ext cx="261612" cy="1456285"/>
            <a:chOff x="-7479" y="4982614"/>
            <a:chExt cx="261612" cy="1456285"/>
          </a:xfrm>
        </p:grpSpPr>
        <p:sp>
          <p:nvSpPr>
            <p:cNvPr id="170" name="Google Shape;170;p46"/>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 name="Google Shape;171;p46"/>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
        <p:nvSpPr>
          <p:cNvPr id="172" name="Google Shape;172;p46"/>
          <p:cNvSpPr/>
          <p:nvPr/>
        </p:nvSpPr>
        <p:spPr>
          <a:xfrm rot="5400000">
            <a:off x="6079906" y="-6086095"/>
            <a:ext cx="45719" cy="12192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3" name="Google Shape;173;p46"/>
          <p:cNvSpPr txBox="1"/>
          <p:nvPr>
            <p:ph type="title"/>
          </p:nvPr>
        </p:nvSpPr>
        <p:spPr>
          <a:xfrm>
            <a:off x="838198" y="781051"/>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74" name="Shape 174"/>
        <p:cNvGrpSpPr/>
        <p:nvPr/>
      </p:nvGrpSpPr>
      <p:grpSpPr>
        <a:xfrm>
          <a:off x="0" y="0"/>
          <a:ext cx="0" cy="0"/>
          <a:chOff x="0" y="0"/>
          <a:chExt cx="0" cy="0"/>
        </a:xfrm>
      </p:grpSpPr>
      <p:pic>
        <p:nvPicPr>
          <p:cNvPr id="175" name="Google Shape;175;p47"/>
          <p:cNvPicPr preferRelativeResize="0"/>
          <p:nvPr/>
        </p:nvPicPr>
        <p:blipFill rotWithShape="1">
          <a:blip r:embed="rId2">
            <a:alphaModFix/>
          </a:blip>
          <a:srcRect b="0" l="0" r="0" t="0"/>
          <a:stretch/>
        </p:blipFill>
        <p:spPr>
          <a:xfrm flipH="1">
            <a:off x="6765" y="1270"/>
            <a:ext cx="7112053" cy="1831461"/>
          </a:xfrm>
          <a:prstGeom prst="rect">
            <a:avLst/>
          </a:prstGeom>
          <a:noFill/>
          <a:ln>
            <a:noFill/>
          </a:ln>
        </p:spPr>
      </p:pic>
      <p:sp>
        <p:nvSpPr>
          <p:cNvPr id="176" name="Google Shape;176;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9" name="Google Shape;179;p47"/>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180" name="Google Shape;180;p47"/>
          <p:cNvGrpSpPr/>
          <p:nvPr/>
        </p:nvGrpSpPr>
        <p:grpSpPr>
          <a:xfrm>
            <a:off x="11930388" y="4900065"/>
            <a:ext cx="261612" cy="1456285"/>
            <a:chOff x="-7479" y="4982614"/>
            <a:chExt cx="261612" cy="1456285"/>
          </a:xfrm>
        </p:grpSpPr>
        <p:sp>
          <p:nvSpPr>
            <p:cNvPr id="181" name="Google Shape;181;p47"/>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 name="Google Shape;182;p47"/>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00">
                  <a:solidFill>
                    <a:srgbClr val="F2F2F2"/>
                  </a:solidFill>
                  <a:latin typeface="Calibri"/>
                  <a:ea typeface="Calibri"/>
                  <a:cs typeface="Calibri"/>
                  <a:sym typeface="Calibri"/>
                </a:rPr>
                <a:t>www.utm.my</a:t>
              </a:r>
              <a:endParaRPr b="1" i="0" sz="1100">
                <a:solidFill>
                  <a:schemeClr val="accent4"/>
                </a:solidFill>
                <a:latin typeface="Calibri"/>
                <a:ea typeface="Calibri"/>
                <a:cs typeface="Calibri"/>
                <a:sym typeface="Calibri"/>
              </a:endParaRPr>
            </a:p>
          </p:txBody>
        </p:sp>
      </p:grpSp>
      <p:sp>
        <p:nvSpPr>
          <p:cNvPr id="183" name="Google Shape;183;p47"/>
          <p:cNvSpPr/>
          <p:nvPr/>
        </p:nvSpPr>
        <p:spPr>
          <a:xfrm rot="5400000">
            <a:off x="6073139" y="761174"/>
            <a:ext cx="45719" cy="12192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 name="Google Shape;184;p47"/>
          <p:cNvSpPr txBox="1"/>
          <p:nvPr>
            <p:ph type="title"/>
          </p:nvPr>
        </p:nvSpPr>
        <p:spPr>
          <a:xfrm>
            <a:off x="838198" y="781051"/>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0">
  <p:cSld name="Layout20">
    <p:bg>
      <p:bgPr>
        <a:solidFill>
          <a:srgbClr val="4B473E"/>
        </a:solidFill>
      </p:bgPr>
    </p:bg>
    <p:spTree>
      <p:nvGrpSpPr>
        <p:cNvPr id="185" name="Shape 185"/>
        <p:cNvGrpSpPr/>
        <p:nvPr/>
      </p:nvGrpSpPr>
      <p:grpSpPr>
        <a:xfrm>
          <a:off x="0" y="0"/>
          <a:ext cx="0" cy="0"/>
          <a:chOff x="0" y="0"/>
          <a:chExt cx="0" cy="0"/>
        </a:xfrm>
      </p:grpSpPr>
      <p:sp>
        <p:nvSpPr>
          <p:cNvPr id="186" name="Google Shape;186;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88" name="Google Shape;188;p48"/>
          <p:cNvCxnSpPr/>
          <p:nvPr/>
        </p:nvCxnSpPr>
        <p:spPr>
          <a:xfrm>
            <a:off x="-12700" y="101600"/>
            <a:ext cx="12192000"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3">
  <p:cSld name="Layout23">
    <p:bg>
      <p:bgPr>
        <a:solidFill>
          <a:schemeClr val="lt1"/>
        </a:solidFill>
      </p:bgPr>
    </p:bg>
    <p:spTree>
      <p:nvGrpSpPr>
        <p:cNvPr id="189" name="Shape 189"/>
        <p:cNvGrpSpPr/>
        <p:nvPr/>
      </p:nvGrpSpPr>
      <p:grpSpPr>
        <a:xfrm>
          <a:off x="0" y="0"/>
          <a:ext cx="0" cy="0"/>
          <a:chOff x="0" y="0"/>
          <a:chExt cx="0" cy="0"/>
        </a:xfrm>
      </p:grpSpPr>
      <p:sp>
        <p:nvSpPr>
          <p:cNvPr id="190" name="Google Shape;190;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2" name="Google Shape;192;p49"/>
          <p:cNvSpPr/>
          <p:nvPr/>
        </p:nvSpPr>
        <p:spPr>
          <a:xfrm rot="5400000">
            <a:off x="6070760" y="551563"/>
            <a:ext cx="45719" cy="1170146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page">
  <p:cSld name="end page">
    <p:spTree>
      <p:nvGrpSpPr>
        <p:cNvPr id="193" name="Shape 193"/>
        <p:cNvGrpSpPr/>
        <p:nvPr/>
      </p:nvGrpSpPr>
      <p:grpSpPr>
        <a:xfrm>
          <a:off x="0" y="0"/>
          <a:ext cx="0" cy="0"/>
          <a:chOff x="0" y="0"/>
          <a:chExt cx="0" cy="0"/>
        </a:xfrm>
      </p:grpSpPr>
      <p:sp>
        <p:nvSpPr>
          <p:cNvPr id="194" name="Google Shape;194;p50"/>
          <p:cNvSpPr/>
          <p:nvPr/>
        </p:nvSpPr>
        <p:spPr>
          <a:xfrm>
            <a:off x="0" y="-2"/>
            <a:ext cx="12230100" cy="6858001"/>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95" name="Google Shape;195;p50"/>
          <p:cNvPicPr preferRelativeResize="0"/>
          <p:nvPr/>
        </p:nvPicPr>
        <p:blipFill rotWithShape="1">
          <a:blip r:embed="rId2">
            <a:alphaModFix amt="32000"/>
          </a:blip>
          <a:srcRect b="0" l="20647" r="0" t="0"/>
          <a:stretch/>
        </p:blipFill>
        <p:spPr>
          <a:xfrm rot="-5400000">
            <a:off x="2686050" y="-2686050"/>
            <a:ext cx="6858000" cy="12230100"/>
          </a:xfrm>
          <a:prstGeom prst="rect">
            <a:avLst/>
          </a:prstGeom>
          <a:noFill/>
          <a:ln>
            <a:noFill/>
          </a:ln>
        </p:spPr>
      </p:pic>
      <p:sp>
        <p:nvSpPr>
          <p:cNvPr id="196" name="Google Shape;196;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Calibri"/>
              <a:buNone/>
              <a:defRPr b="0" i="0" sz="4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1.png"/><Relationship Id="rId4"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1.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1.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0.jpg"/><Relationship Id="rId4" Type="http://schemas.openxmlformats.org/officeDocument/2006/relationships/image" Target="../media/image21.jpg"/><Relationship Id="rId5" Type="http://schemas.openxmlformats.org/officeDocument/2006/relationships/image" Target="../media/image39.jpg"/><Relationship Id="rId6"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30.jp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3.jp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24.jp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57.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51.png"/><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 Id="rId3" Type="http://schemas.openxmlformats.org/officeDocument/2006/relationships/image" Target="../media/image27.png"/><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0" Type="http://schemas.openxmlformats.org/officeDocument/2006/relationships/image" Target="../media/image52.png"/><Relationship Id="rId11" Type="http://schemas.openxmlformats.org/officeDocument/2006/relationships/image" Target="../media/image38.png"/><Relationship Id="rId22" Type="http://schemas.openxmlformats.org/officeDocument/2006/relationships/image" Target="../media/image51.png"/><Relationship Id="rId10" Type="http://schemas.openxmlformats.org/officeDocument/2006/relationships/image" Target="../media/image37.png"/><Relationship Id="rId21" Type="http://schemas.openxmlformats.org/officeDocument/2006/relationships/image" Target="../media/image55.png"/><Relationship Id="rId13" Type="http://schemas.openxmlformats.org/officeDocument/2006/relationships/image" Target="../media/image40.png"/><Relationship Id="rId24" Type="http://schemas.openxmlformats.org/officeDocument/2006/relationships/image" Target="../media/image19.png"/><Relationship Id="rId12" Type="http://schemas.openxmlformats.org/officeDocument/2006/relationships/image" Target="../media/image41.png"/><Relationship Id="rId23" Type="http://schemas.openxmlformats.org/officeDocument/2006/relationships/image" Target="../media/image17.png"/><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33.png"/><Relationship Id="rId4" Type="http://schemas.openxmlformats.org/officeDocument/2006/relationships/image" Target="../media/image31.png"/><Relationship Id="rId9" Type="http://schemas.openxmlformats.org/officeDocument/2006/relationships/image" Target="../media/image36.png"/><Relationship Id="rId15" Type="http://schemas.openxmlformats.org/officeDocument/2006/relationships/image" Target="../media/image44.png"/><Relationship Id="rId14" Type="http://schemas.openxmlformats.org/officeDocument/2006/relationships/image" Target="../media/image43.png"/><Relationship Id="rId17" Type="http://schemas.openxmlformats.org/officeDocument/2006/relationships/image" Target="../media/image46.png"/><Relationship Id="rId16" Type="http://schemas.openxmlformats.org/officeDocument/2006/relationships/image" Target="../media/image45.png"/><Relationship Id="rId5" Type="http://schemas.openxmlformats.org/officeDocument/2006/relationships/image" Target="../media/image34.png"/><Relationship Id="rId19" Type="http://schemas.openxmlformats.org/officeDocument/2006/relationships/image" Target="../media/image48.png"/><Relationship Id="rId6" Type="http://schemas.openxmlformats.org/officeDocument/2006/relationships/image" Target="../media/image32.png"/><Relationship Id="rId18" Type="http://schemas.openxmlformats.org/officeDocument/2006/relationships/image" Target="../media/image47.png"/><Relationship Id="rId7" Type="http://schemas.openxmlformats.org/officeDocument/2006/relationships/image" Target="../media/image42.png"/><Relationship Id="rId8" Type="http://schemas.openxmlformats.org/officeDocument/2006/relationships/image" Target="../media/image3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image" Target="../media/image54.png"/><Relationship Id="rId4" Type="http://schemas.openxmlformats.org/officeDocument/2006/relationships/image" Target="../media/image20.png"/><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
          <p:cNvSpPr txBox="1"/>
          <p:nvPr/>
        </p:nvSpPr>
        <p:spPr>
          <a:xfrm>
            <a:off x="3481411" y="3383801"/>
            <a:ext cx="594360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chemeClr val="lt1"/>
                </a:solidFill>
                <a:latin typeface="Calibri"/>
                <a:ea typeface="Calibri"/>
                <a:cs typeface="Calibri"/>
                <a:sym typeface="Calibri"/>
              </a:rPr>
              <a:t>Lab Assignment 1 (5%) - Indexes</a:t>
            </a:r>
            <a:endParaRPr b="0" i="0" sz="2000" u="none" cap="none" strike="noStrike">
              <a:solidFill>
                <a:schemeClr val="lt1"/>
              </a:solidFill>
              <a:latin typeface="Calibri"/>
              <a:ea typeface="Calibri"/>
              <a:cs typeface="Calibri"/>
              <a:sym typeface="Calibri"/>
            </a:endParaRPr>
          </a:p>
        </p:txBody>
      </p:sp>
      <p:sp>
        <p:nvSpPr>
          <p:cNvPr id="204" name="Google Shape;204;p1"/>
          <p:cNvSpPr txBox="1"/>
          <p:nvPr/>
        </p:nvSpPr>
        <p:spPr>
          <a:xfrm>
            <a:off x="3349340" y="2468302"/>
            <a:ext cx="5943600"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chemeClr val="lt1"/>
                </a:solidFill>
                <a:latin typeface="Calibri"/>
                <a:ea typeface="Calibri"/>
                <a:cs typeface="Calibri"/>
                <a:sym typeface="Calibri"/>
              </a:rPr>
              <a:t>SECP3623 - DATABASE PROGRAMMING</a:t>
            </a:r>
            <a:endParaRPr b="0" i="0" sz="2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rPr b="1" i="0" lang="en-US" sz="2800" u="none" cap="none" strike="noStrike">
                <a:solidFill>
                  <a:schemeClr val="lt1"/>
                </a:solidFill>
                <a:latin typeface="Calibri"/>
                <a:ea typeface="Calibri"/>
                <a:cs typeface="Calibri"/>
                <a:sym typeface="Calibri"/>
              </a:rPr>
              <a:t>2025/2026 - SEM 1</a:t>
            </a:r>
            <a:endParaRPr b="0" i="0" sz="2800" u="none" cap="none" strike="noStrike">
              <a:solidFill>
                <a:schemeClr val="lt1"/>
              </a:solidFill>
              <a:latin typeface="Calibri"/>
              <a:ea typeface="Calibri"/>
              <a:cs typeface="Calibri"/>
              <a:sym typeface="Calibri"/>
            </a:endParaRPr>
          </a:p>
        </p:txBody>
      </p:sp>
      <p:sp>
        <p:nvSpPr>
          <p:cNvPr id="205" name="Google Shape;205;p1"/>
          <p:cNvSpPr txBox="1"/>
          <p:nvPr/>
        </p:nvSpPr>
        <p:spPr>
          <a:xfrm>
            <a:off x="2592028" y="1707711"/>
            <a:ext cx="7722367"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chemeClr val="lt1"/>
                </a:solidFill>
                <a:latin typeface="Calibri"/>
                <a:ea typeface="Calibri"/>
                <a:cs typeface="Calibri"/>
                <a:sym typeface="Calibri"/>
              </a:rPr>
              <a:t>UNIVERSITI TEKNOLOGI MALAYSIA</a:t>
            </a:r>
            <a:endParaRPr/>
          </a:p>
        </p:txBody>
      </p:sp>
      <p:pic>
        <p:nvPicPr>
          <p:cNvPr id="206" name="Google Shape;206;p1"/>
          <p:cNvPicPr preferRelativeResize="0"/>
          <p:nvPr/>
        </p:nvPicPr>
        <p:blipFill rotWithShape="1">
          <a:blip r:embed="rId3">
            <a:alphaModFix/>
          </a:blip>
          <a:srcRect b="0" l="0" r="0" t="0"/>
          <a:stretch/>
        </p:blipFill>
        <p:spPr>
          <a:xfrm>
            <a:off x="1693127" y="806075"/>
            <a:ext cx="2139445" cy="723600"/>
          </a:xfrm>
          <a:prstGeom prst="rect">
            <a:avLst/>
          </a:prstGeom>
          <a:noFill/>
          <a:ln>
            <a:noFill/>
          </a:ln>
        </p:spPr>
      </p:pic>
      <p:grpSp>
        <p:nvGrpSpPr>
          <p:cNvPr id="207" name="Google Shape;207;p1"/>
          <p:cNvGrpSpPr/>
          <p:nvPr/>
        </p:nvGrpSpPr>
        <p:grpSpPr>
          <a:xfrm>
            <a:off x="243682" y="3008152"/>
            <a:ext cx="838200" cy="841694"/>
            <a:chOff x="0" y="585597"/>
            <a:chExt cx="838200" cy="390908"/>
          </a:xfrm>
        </p:grpSpPr>
        <p:sp>
          <p:nvSpPr>
            <p:cNvPr id="208" name="Google Shape;208;p1"/>
            <p:cNvSpPr/>
            <p:nvPr/>
          </p:nvSpPr>
          <p:spPr>
            <a:xfrm>
              <a:off x="0" y="585598"/>
              <a:ext cx="624901" cy="390907"/>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Calibri"/>
                <a:ea typeface="Calibri"/>
                <a:cs typeface="Calibri"/>
                <a:sym typeface="Calibri"/>
              </a:endParaRPr>
            </a:p>
          </p:txBody>
        </p:sp>
        <p:sp>
          <p:nvSpPr>
            <p:cNvPr id="209" name="Google Shape;209;p1"/>
            <p:cNvSpPr/>
            <p:nvPr/>
          </p:nvSpPr>
          <p:spPr>
            <a:xfrm flipH="1" rot="10800000">
              <a:off x="624901" y="585597"/>
              <a:ext cx="213299" cy="390907"/>
            </a:xfrm>
            <a:prstGeom prst="rtTriangle">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lt1"/>
                </a:solidFill>
                <a:latin typeface="Calibri"/>
                <a:ea typeface="Calibri"/>
                <a:cs typeface="Calibri"/>
                <a:sym typeface="Calibri"/>
              </a:endParaRPr>
            </a:p>
          </p:txBody>
        </p:sp>
      </p:grpSp>
      <p:grpSp>
        <p:nvGrpSpPr>
          <p:cNvPr id="210" name="Google Shape;210;p1"/>
          <p:cNvGrpSpPr/>
          <p:nvPr/>
        </p:nvGrpSpPr>
        <p:grpSpPr>
          <a:xfrm>
            <a:off x="0" y="3008153"/>
            <a:ext cx="838200" cy="841694"/>
            <a:chOff x="0" y="585597"/>
            <a:chExt cx="838200" cy="390908"/>
          </a:xfrm>
        </p:grpSpPr>
        <p:sp>
          <p:nvSpPr>
            <p:cNvPr id="211" name="Google Shape;211;p1"/>
            <p:cNvSpPr/>
            <p:nvPr/>
          </p:nvSpPr>
          <p:spPr>
            <a:xfrm>
              <a:off x="0" y="585598"/>
              <a:ext cx="624901" cy="39090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212" name="Google Shape;212;p1"/>
            <p:cNvSpPr/>
            <p:nvPr/>
          </p:nvSpPr>
          <p:spPr>
            <a:xfrm flipH="1" rot="10800000">
              <a:off x="624901" y="585597"/>
              <a:ext cx="213299" cy="390907"/>
            </a:xfrm>
            <a:prstGeom prst="rtTriangl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grpSp>
      <p:pic>
        <p:nvPicPr>
          <p:cNvPr id="213" name="Google Shape;213;p1"/>
          <p:cNvPicPr preferRelativeResize="0"/>
          <p:nvPr/>
        </p:nvPicPr>
        <p:blipFill rotWithShape="1">
          <a:blip r:embed="rId4">
            <a:alphaModFix/>
          </a:blip>
          <a:srcRect b="0" l="0" r="0" t="0"/>
          <a:stretch/>
        </p:blipFill>
        <p:spPr>
          <a:xfrm>
            <a:off x="9666513" y="6383329"/>
            <a:ext cx="2525487" cy="190060"/>
          </a:xfrm>
          <a:prstGeom prst="rect">
            <a:avLst/>
          </a:prstGeom>
          <a:noFill/>
          <a:ln>
            <a:noFill/>
          </a:ln>
        </p:spPr>
      </p:pic>
      <p:cxnSp>
        <p:nvCxnSpPr>
          <p:cNvPr id="214" name="Google Shape;214;p1"/>
          <p:cNvCxnSpPr>
            <a:endCxn id="213" idx="1"/>
          </p:cNvCxnSpPr>
          <p:nvPr/>
        </p:nvCxnSpPr>
        <p:spPr>
          <a:xfrm>
            <a:off x="-46887" y="6448359"/>
            <a:ext cx="9713400" cy="30000"/>
          </a:xfrm>
          <a:prstGeom prst="straightConnector1">
            <a:avLst/>
          </a:prstGeom>
          <a:noFill/>
          <a:ln cap="flat" cmpd="sng" w="12700">
            <a:solidFill>
              <a:schemeClr val="lt1"/>
            </a:solidFill>
            <a:prstDash val="solid"/>
            <a:miter lim="800000"/>
            <a:headEnd len="sm" w="sm" type="none"/>
            <a:tailEnd len="sm" w="sm" type="none"/>
          </a:ln>
        </p:spPr>
      </p:cxnSp>
      <p:graphicFrame>
        <p:nvGraphicFramePr>
          <p:cNvPr id="215" name="Google Shape;215;p1"/>
          <p:cNvGraphicFramePr/>
          <p:nvPr/>
        </p:nvGraphicFramePr>
        <p:xfrm>
          <a:off x="1602865" y="4441443"/>
          <a:ext cx="3000000" cy="3000000"/>
        </p:xfrm>
        <a:graphic>
          <a:graphicData uri="http://schemas.openxmlformats.org/drawingml/2006/table">
            <a:tbl>
              <a:tblPr bandRow="1" firstCol="1" firstRow="1">
                <a:noFill/>
                <a:tableStyleId>{3C6533C7-5DA4-484D-8B2E-F96CFD6BDAC4}</a:tableStyleId>
              </a:tblPr>
              <a:tblGrid>
                <a:gridCol w="720425"/>
                <a:gridCol w="337150"/>
                <a:gridCol w="3529975"/>
              </a:tblGrid>
              <a:tr h="231425">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Name</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 Goe Jie Ying</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r>
              <a:tr h="231425">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Matric Id </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 A23CS0224</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r>
            </a:tbl>
          </a:graphicData>
        </a:graphic>
      </p:graphicFrame>
      <p:graphicFrame>
        <p:nvGraphicFramePr>
          <p:cNvPr id="216" name="Google Shape;216;p1"/>
          <p:cNvGraphicFramePr/>
          <p:nvPr/>
        </p:nvGraphicFramePr>
        <p:xfrm>
          <a:off x="1601489" y="5251774"/>
          <a:ext cx="3000000" cy="3000000"/>
        </p:xfrm>
        <a:graphic>
          <a:graphicData uri="http://schemas.openxmlformats.org/drawingml/2006/table">
            <a:tbl>
              <a:tblPr bandRow="1" firstCol="1" firstRow="1">
                <a:noFill/>
                <a:tableStyleId>{3C6533C7-5DA4-484D-8B2E-F96CFD6BDAC4}</a:tableStyleId>
              </a:tblPr>
              <a:tblGrid>
                <a:gridCol w="720650"/>
                <a:gridCol w="338200"/>
                <a:gridCol w="3531450"/>
              </a:tblGrid>
              <a:tr h="231425">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Name</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 Lam Yoke Yu</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r>
              <a:tr h="231425">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Matric Id </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 A23CS0233</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r>
            </a:tbl>
          </a:graphicData>
        </a:graphic>
      </p:graphicFrame>
      <p:graphicFrame>
        <p:nvGraphicFramePr>
          <p:cNvPr id="217" name="Google Shape;217;p1"/>
          <p:cNvGraphicFramePr/>
          <p:nvPr/>
        </p:nvGraphicFramePr>
        <p:xfrm>
          <a:off x="6698989" y="4418024"/>
          <a:ext cx="3000000" cy="3000000"/>
        </p:xfrm>
        <a:graphic>
          <a:graphicData uri="http://schemas.openxmlformats.org/drawingml/2006/table">
            <a:tbl>
              <a:tblPr bandRow="1" firstCol="1" firstRow="1">
                <a:noFill/>
                <a:tableStyleId>{3C6533C7-5DA4-484D-8B2E-F96CFD6BDAC4}</a:tableStyleId>
              </a:tblPr>
              <a:tblGrid>
                <a:gridCol w="720625"/>
                <a:gridCol w="338500"/>
                <a:gridCol w="3531175"/>
              </a:tblGrid>
              <a:tr h="231425">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Name</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 Ta</a:t>
                      </a:r>
                      <a:r>
                        <a:rPr lang="en-US" sz="1200">
                          <a:solidFill>
                            <a:schemeClr val="dk1"/>
                          </a:solidFill>
                        </a:rPr>
                        <a:t>n Yi Ya</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r>
              <a:tr h="231425">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Matric Id </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 A23CS0187</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r>
            </a:tbl>
          </a:graphicData>
        </a:graphic>
      </p:graphicFrame>
      <p:graphicFrame>
        <p:nvGraphicFramePr>
          <p:cNvPr id="218" name="Google Shape;218;p1"/>
          <p:cNvGraphicFramePr/>
          <p:nvPr/>
        </p:nvGraphicFramePr>
        <p:xfrm>
          <a:off x="6698990" y="5199843"/>
          <a:ext cx="3000000" cy="3000000"/>
        </p:xfrm>
        <a:graphic>
          <a:graphicData uri="http://schemas.openxmlformats.org/drawingml/2006/table">
            <a:tbl>
              <a:tblPr bandRow="1" firstCol="1" firstRow="1">
                <a:noFill/>
                <a:tableStyleId>{3C6533C7-5DA4-484D-8B2E-F96CFD6BDAC4}</a:tableStyleId>
              </a:tblPr>
              <a:tblGrid>
                <a:gridCol w="720650"/>
                <a:gridCol w="338200"/>
                <a:gridCol w="3531450"/>
              </a:tblGrid>
              <a:tr h="231425">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Name</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 Teh Ru Qian</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r>
              <a:tr h="231425">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Matric Id </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c>
                  <a:txBody>
                    <a:bodyPr/>
                    <a:lstStyle/>
                    <a:p>
                      <a:pPr indent="0" lvl="0" marL="0" marR="0" rtl="0" algn="l">
                        <a:lnSpc>
                          <a:spcPct val="107000"/>
                        </a:lnSpc>
                        <a:spcBef>
                          <a:spcPts val="0"/>
                        </a:spcBef>
                        <a:spcAft>
                          <a:spcPts val="0"/>
                        </a:spcAft>
                        <a:buClr>
                          <a:schemeClr val="dk1"/>
                        </a:buClr>
                        <a:buSzPts val="1200"/>
                        <a:buFont typeface="Calibri"/>
                        <a:buNone/>
                      </a:pPr>
                      <a:r>
                        <a:rPr lang="en-US" sz="1200" u="none" cap="none" strike="noStrike">
                          <a:solidFill>
                            <a:schemeClr val="dk1"/>
                          </a:solidFill>
                        </a:rPr>
                        <a:t> A23CS0191</a:t>
                      </a:r>
                      <a:endParaRPr sz="1100" u="none" cap="none" strike="noStrike">
                        <a:solidFill>
                          <a:schemeClr val="dk1"/>
                        </a:solidFill>
                        <a:latin typeface="Arial"/>
                        <a:ea typeface="Arial"/>
                        <a:cs typeface="Arial"/>
                        <a:sym typeface="Arial"/>
                      </a:endParaRPr>
                    </a:p>
                  </a:txBody>
                  <a:tcPr marT="0" marB="0" marR="68575" marL="68575">
                    <a:solidFill>
                      <a:srgbClr val="D8D8D8"/>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
          <p:cNvSpPr txBox="1"/>
          <p:nvPr/>
        </p:nvSpPr>
        <p:spPr>
          <a:xfrm>
            <a:off x="1327038" y="2135225"/>
            <a:ext cx="9537900" cy="7695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200">
                <a:solidFill>
                  <a:srgbClr val="3F3F3F"/>
                </a:solidFill>
                <a:latin typeface="Calibri"/>
                <a:ea typeface="Calibri"/>
                <a:cs typeface="Calibri"/>
                <a:sym typeface="Calibri"/>
              </a:rPr>
              <a:t>A </a:t>
            </a:r>
            <a:r>
              <a:rPr b="1" lang="en-US" sz="2200">
                <a:solidFill>
                  <a:srgbClr val="3F3F3F"/>
                </a:solidFill>
                <a:latin typeface="Calibri"/>
                <a:ea typeface="Calibri"/>
                <a:cs typeface="Calibri"/>
                <a:sym typeface="Calibri"/>
              </a:rPr>
              <a:t>Unique Index</a:t>
            </a:r>
            <a:r>
              <a:rPr lang="en-US" sz="2200">
                <a:solidFill>
                  <a:srgbClr val="3F3F3F"/>
                </a:solidFill>
                <a:latin typeface="Calibri"/>
                <a:ea typeface="Calibri"/>
                <a:cs typeface="Calibri"/>
                <a:sym typeface="Calibri"/>
              </a:rPr>
              <a:t> is a database index that ensures </a:t>
            </a:r>
            <a:r>
              <a:rPr b="1" lang="en-US" sz="2200">
                <a:solidFill>
                  <a:srgbClr val="3F3F3F"/>
                </a:solidFill>
                <a:latin typeface="Calibri"/>
                <a:ea typeface="Calibri"/>
                <a:cs typeface="Calibri"/>
                <a:sym typeface="Calibri"/>
              </a:rPr>
              <a:t>no two rows</a:t>
            </a:r>
            <a:r>
              <a:rPr lang="en-US" sz="2200">
                <a:solidFill>
                  <a:srgbClr val="3F3F3F"/>
                </a:solidFill>
                <a:latin typeface="Calibri"/>
                <a:ea typeface="Calibri"/>
                <a:cs typeface="Calibri"/>
                <a:sym typeface="Calibri"/>
              </a:rPr>
              <a:t> in a table have the </a:t>
            </a:r>
            <a:r>
              <a:rPr b="1" lang="en-US" sz="2200">
                <a:solidFill>
                  <a:srgbClr val="3F3F3F"/>
                </a:solidFill>
                <a:latin typeface="Calibri"/>
                <a:ea typeface="Calibri"/>
                <a:cs typeface="Calibri"/>
                <a:sym typeface="Calibri"/>
              </a:rPr>
              <a:t>same value</a:t>
            </a:r>
            <a:r>
              <a:rPr lang="en-US" sz="2200">
                <a:solidFill>
                  <a:srgbClr val="3F3F3F"/>
                </a:solidFill>
                <a:latin typeface="Calibri"/>
                <a:ea typeface="Calibri"/>
                <a:cs typeface="Calibri"/>
                <a:sym typeface="Calibri"/>
              </a:rPr>
              <a:t> in the indexed columns. </a:t>
            </a:r>
            <a:endParaRPr sz="2200"/>
          </a:p>
        </p:txBody>
      </p:sp>
      <p:pic>
        <p:nvPicPr>
          <p:cNvPr id="224" name="Google Shape;224;p2"/>
          <p:cNvPicPr preferRelativeResize="0"/>
          <p:nvPr/>
        </p:nvPicPr>
        <p:blipFill rotWithShape="1">
          <a:blip r:embed="rId3">
            <a:alphaModFix/>
          </a:blip>
          <a:srcRect b="0" l="0" r="0" t="0"/>
          <a:stretch/>
        </p:blipFill>
        <p:spPr>
          <a:xfrm>
            <a:off x="9651674" y="249029"/>
            <a:ext cx="2249405" cy="751895"/>
          </a:xfrm>
          <a:prstGeom prst="rect">
            <a:avLst/>
          </a:prstGeom>
          <a:noFill/>
          <a:ln>
            <a:noFill/>
          </a:ln>
        </p:spPr>
      </p:pic>
      <p:pic>
        <p:nvPicPr>
          <p:cNvPr id="225" name="Google Shape;225;p2"/>
          <p:cNvPicPr preferRelativeResize="0"/>
          <p:nvPr/>
        </p:nvPicPr>
        <p:blipFill rotWithShape="1">
          <a:blip r:embed="rId4">
            <a:alphaModFix/>
          </a:blip>
          <a:srcRect b="0" l="0" r="0" t="0"/>
          <a:stretch/>
        </p:blipFill>
        <p:spPr>
          <a:xfrm>
            <a:off x="5178429" y="6352942"/>
            <a:ext cx="2136771" cy="160806"/>
          </a:xfrm>
          <a:prstGeom prst="rect">
            <a:avLst/>
          </a:prstGeom>
          <a:noFill/>
          <a:ln>
            <a:noFill/>
          </a:ln>
        </p:spPr>
      </p:pic>
      <p:sp>
        <p:nvSpPr>
          <p:cNvPr id="226" name="Google Shape;226;p2"/>
          <p:cNvSpPr txBox="1"/>
          <p:nvPr/>
        </p:nvSpPr>
        <p:spPr>
          <a:xfrm>
            <a:off x="1364542" y="1176300"/>
            <a:ext cx="94629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400">
                <a:solidFill>
                  <a:srgbClr val="6C1D35"/>
                </a:solidFill>
                <a:latin typeface="Calibri"/>
                <a:ea typeface="Calibri"/>
                <a:cs typeface="Calibri"/>
                <a:sym typeface="Calibri"/>
              </a:rPr>
              <a:t>Definition: Unique Index vs Primary Key</a:t>
            </a:r>
            <a:endParaRPr/>
          </a:p>
        </p:txBody>
      </p:sp>
      <p:graphicFrame>
        <p:nvGraphicFramePr>
          <p:cNvPr id="227" name="Google Shape;227;p2"/>
          <p:cNvGraphicFramePr/>
          <p:nvPr/>
        </p:nvGraphicFramePr>
        <p:xfrm>
          <a:off x="952500" y="3032650"/>
          <a:ext cx="3000000" cy="3000000"/>
        </p:xfrm>
        <a:graphic>
          <a:graphicData uri="http://schemas.openxmlformats.org/drawingml/2006/table">
            <a:tbl>
              <a:tblPr>
                <a:noFill/>
                <a:tableStyleId>{2352EE7D-B641-431E-B85F-D002A03B1394}</a:tableStyleId>
              </a:tblPr>
              <a:tblGrid>
                <a:gridCol w="2213750"/>
                <a:gridCol w="4644250"/>
                <a:gridCol w="3429000"/>
              </a:tblGrid>
              <a:tr h="381000">
                <a:tc>
                  <a:txBody>
                    <a:bodyPr/>
                    <a:lstStyle/>
                    <a:p>
                      <a:pPr indent="0" lvl="0" marL="0" rtl="0" algn="ctr">
                        <a:spcBef>
                          <a:spcPts val="0"/>
                        </a:spcBef>
                        <a:spcAft>
                          <a:spcPts val="0"/>
                        </a:spcAft>
                        <a:buNone/>
                      </a:pPr>
                      <a:r>
                        <a:rPr b="1" lang="en-US" sz="2000">
                          <a:latin typeface="Calibri"/>
                          <a:ea typeface="Calibri"/>
                          <a:cs typeface="Calibri"/>
                          <a:sym typeface="Calibri"/>
                        </a:rPr>
                        <a:t>Aspect</a:t>
                      </a:r>
                      <a:endParaRPr b="1" sz="2000">
                        <a:latin typeface="Calibri"/>
                        <a:ea typeface="Calibri"/>
                        <a:cs typeface="Calibri"/>
                        <a:sym typeface="Calibri"/>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en-US" sz="2000">
                          <a:latin typeface="Calibri"/>
                          <a:ea typeface="Calibri"/>
                          <a:cs typeface="Calibri"/>
                          <a:sym typeface="Calibri"/>
                        </a:rPr>
                        <a:t>Unique Index</a:t>
                      </a:r>
                      <a:endParaRPr b="1" sz="2000">
                        <a:latin typeface="Calibri"/>
                        <a:ea typeface="Calibri"/>
                        <a:cs typeface="Calibri"/>
                        <a:sym typeface="Calibri"/>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US" sz="2000">
                          <a:latin typeface="Calibri"/>
                          <a:ea typeface="Calibri"/>
                          <a:cs typeface="Calibri"/>
                          <a:sym typeface="Calibri"/>
                        </a:rPr>
                        <a:t>Primary Key</a:t>
                      </a:r>
                      <a:endParaRPr b="1" sz="2000">
                        <a:latin typeface="Calibri"/>
                        <a:ea typeface="Calibri"/>
                        <a:cs typeface="Calibri"/>
                        <a:sym typeface="Calibri"/>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000">
                          <a:latin typeface="Calibri"/>
                          <a:ea typeface="Calibri"/>
                          <a:cs typeface="Calibri"/>
                          <a:sym typeface="Calibri"/>
                        </a:rPr>
                        <a:t>Null Values</a:t>
                      </a:r>
                      <a:endParaRPr sz="2000">
                        <a:latin typeface="Calibri"/>
                        <a:ea typeface="Calibri"/>
                        <a:cs typeface="Calibri"/>
                        <a:sym typeface="Calibri"/>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US" sz="2000">
                          <a:latin typeface="Calibri"/>
                          <a:ea typeface="Calibri"/>
                          <a:cs typeface="Calibri"/>
                          <a:sym typeface="Calibri"/>
                        </a:rPr>
                        <a:t>Allows 1 or more NULL values (depending on DBMS)</a:t>
                      </a:r>
                      <a:endParaRPr sz="2000">
                        <a:latin typeface="Calibri"/>
                        <a:ea typeface="Calibri"/>
                        <a:cs typeface="Calibri"/>
                        <a:sym typeface="Calibri"/>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latin typeface="Calibri"/>
                          <a:ea typeface="Calibri"/>
                          <a:cs typeface="Calibri"/>
                          <a:sym typeface="Calibri"/>
                        </a:rPr>
                        <a:t>Does not allow NULL </a:t>
                      </a:r>
                      <a:r>
                        <a:rPr lang="en-US" sz="2000">
                          <a:latin typeface="Calibri"/>
                          <a:ea typeface="Calibri"/>
                          <a:cs typeface="Calibri"/>
                          <a:sym typeface="Calibri"/>
                        </a:rPr>
                        <a:t>values</a:t>
                      </a:r>
                      <a:endParaRPr sz="2000">
                        <a:latin typeface="Calibri"/>
                        <a:ea typeface="Calibri"/>
                        <a:cs typeface="Calibri"/>
                        <a:sym typeface="Calibri"/>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000">
                          <a:latin typeface="Calibri"/>
                          <a:ea typeface="Calibri"/>
                          <a:cs typeface="Calibri"/>
                          <a:sym typeface="Calibri"/>
                        </a:rPr>
                        <a:t>Number per Table</a:t>
                      </a:r>
                      <a:endParaRPr sz="2000">
                        <a:latin typeface="Calibri"/>
                        <a:ea typeface="Calibri"/>
                        <a:cs typeface="Calibri"/>
                        <a:sym typeface="Calibri"/>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US" sz="2000">
                          <a:latin typeface="Calibri"/>
                          <a:ea typeface="Calibri"/>
                          <a:cs typeface="Calibri"/>
                          <a:sym typeface="Calibri"/>
                        </a:rPr>
                        <a:t>A table can have many unique indexes</a:t>
                      </a:r>
                      <a:endParaRPr sz="2000">
                        <a:latin typeface="Calibri"/>
                        <a:ea typeface="Calibri"/>
                        <a:cs typeface="Calibri"/>
                        <a:sym typeface="Calibri"/>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latin typeface="Calibri"/>
                          <a:ea typeface="Calibri"/>
                          <a:cs typeface="Calibri"/>
                          <a:sym typeface="Calibri"/>
                        </a:rPr>
                        <a:t>Only 1 primary key per table</a:t>
                      </a:r>
                      <a:endParaRPr sz="2000">
                        <a:latin typeface="Calibri"/>
                        <a:ea typeface="Calibri"/>
                        <a:cs typeface="Calibri"/>
                        <a:sym typeface="Calibri"/>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000">
                          <a:latin typeface="Calibri"/>
                          <a:ea typeface="Calibri"/>
                          <a:cs typeface="Calibri"/>
                          <a:sym typeface="Calibri"/>
                        </a:rPr>
                        <a:t>Constraint Type</a:t>
                      </a:r>
                      <a:endParaRPr sz="2000">
                        <a:latin typeface="Calibri"/>
                        <a:ea typeface="Calibri"/>
                        <a:cs typeface="Calibri"/>
                        <a:sym typeface="Calibri"/>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en-US" sz="2000">
                          <a:latin typeface="Calibri"/>
                          <a:ea typeface="Calibri"/>
                          <a:cs typeface="Calibri"/>
                          <a:sym typeface="Calibri"/>
                        </a:rPr>
                        <a:t>Unique constraint, not necessarily an identifier</a:t>
                      </a:r>
                      <a:endParaRPr sz="2000">
                        <a:latin typeface="Calibri"/>
                        <a:ea typeface="Calibri"/>
                        <a:cs typeface="Calibri"/>
                        <a:sym typeface="Calibri"/>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latin typeface="Calibri"/>
                          <a:ea typeface="Calibri"/>
                          <a:cs typeface="Calibri"/>
                          <a:sym typeface="Calibri"/>
                        </a:rPr>
                        <a:t>Main identifier of the record</a:t>
                      </a:r>
                      <a:endParaRPr sz="2000">
                        <a:latin typeface="Calibri"/>
                        <a:ea typeface="Calibri"/>
                        <a:cs typeface="Calibri"/>
                        <a:sym typeface="Calibri"/>
                      </a:endParaRPr>
                    </a:p>
                  </a:txBody>
                  <a:tcPr marT="91425" marB="91425" marR="91425" marL="91425">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g3a141533694_2_22"/>
          <p:cNvPicPr preferRelativeResize="0"/>
          <p:nvPr/>
        </p:nvPicPr>
        <p:blipFill rotWithShape="1">
          <a:blip r:embed="rId3">
            <a:alphaModFix/>
          </a:blip>
          <a:srcRect b="0" l="0" r="0" t="0"/>
          <a:stretch/>
        </p:blipFill>
        <p:spPr>
          <a:xfrm>
            <a:off x="5114018" y="6594272"/>
            <a:ext cx="1951263" cy="146845"/>
          </a:xfrm>
          <a:prstGeom prst="rect">
            <a:avLst/>
          </a:prstGeom>
          <a:noFill/>
          <a:ln>
            <a:noFill/>
          </a:ln>
        </p:spPr>
      </p:pic>
      <p:sp>
        <p:nvSpPr>
          <p:cNvPr id="233" name="Google Shape;233;g3a141533694_2_22"/>
          <p:cNvSpPr txBox="1"/>
          <p:nvPr/>
        </p:nvSpPr>
        <p:spPr>
          <a:xfrm>
            <a:off x="1184299" y="700050"/>
            <a:ext cx="31236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400">
                <a:solidFill>
                  <a:srgbClr val="6C1D35"/>
                </a:solidFill>
                <a:latin typeface="Calibri"/>
                <a:ea typeface="Calibri"/>
                <a:cs typeface="Calibri"/>
                <a:sym typeface="Calibri"/>
              </a:rPr>
              <a:t>Advantages</a:t>
            </a:r>
            <a:endParaRPr/>
          </a:p>
        </p:txBody>
      </p:sp>
      <p:sp>
        <p:nvSpPr>
          <p:cNvPr id="234" name="Google Shape;234;g3a141533694_2_22"/>
          <p:cNvSpPr txBox="1"/>
          <p:nvPr/>
        </p:nvSpPr>
        <p:spPr>
          <a:xfrm>
            <a:off x="1184300" y="3257750"/>
            <a:ext cx="3956100" cy="76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400">
                <a:solidFill>
                  <a:srgbClr val="6C1D35"/>
                </a:solidFill>
                <a:latin typeface="Calibri"/>
                <a:ea typeface="Calibri"/>
                <a:cs typeface="Calibri"/>
                <a:sym typeface="Calibri"/>
              </a:rPr>
              <a:t>Disadvantages</a:t>
            </a:r>
            <a:endParaRPr/>
          </a:p>
        </p:txBody>
      </p:sp>
      <p:sp>
        <p:nvSpPr>
          <p:cNvPr id="235" name="Google Shape;235;g3a141533694_2_22"/>
          <p:cNvSpPr txBox="1"/>
          <p:nvPr/>
        </p:nvSpPr>
        <p:spPr>
          <a:xfrm>
            <a:off x="1184288" y="1469550"/>
            <a:ext cx="9537900" cy="1785600"/>
          </a:xfrm>
          <a:prstGeom prst="rect">
            <a:avLst/>
          </a:prstGeom>
          <a:noFill/>
          <a:ln>
            <a:noFill/>
          </a:ln>
        </p:spPr>
        <p:txBody>
          <a:bodyPr anchorCtr="0" anchor="t" bIns="45700" lIns="91425" spcFirstLastPara="1" rIns="91425" wrap="square" tIns="45700">
            <a:spAutoFit/>
          </a:bodyPr>
          <a:lstStyle/>
          <a:p>
            <a:pPr indent="-368300" lvl="0" marL="457200" marR="0" rtl="0" algn="just">
              <a:spcBef>
                <a:spcPts val="0"/>
              </a:spcBef>
              <a:spcAft>
                <a:spcPts val="0"/>
              </a:spcAft>
              <a:buSzPts val="2200"/>
              <a:buAutoNum type="arabicPeriod"/>
            </a:pPr>
            <a:r>
              <a:rPr b="1" lang="en-US" sz="2200">
                <a:solidFill>
                  <a:srgbClr val="3F3F3F"/>
                </a:solidFill>
                <a:latin typeface="Calibri"/>
                <a:ea typeface="Calibri"/>
                <a:cs typeface="Calibri"/>
                <a:sym typeface="Calibri"/>
              </a:rPr>
              <a:t>Prevents duplicate data</a:t>
            </a:r>
            <a:r>
              <a:rPr lang="en-US" sz="2200">
                <a:solidFill>
                  <a:srgbClr val="3F3F3F"/>
                </a:solidFill>
                <a:latin typeface="Calibri"/>
                <a:ea typeface="Calibri"/>
                <a:cs typeface="Calibri"/>
                <a:sym typeface="Calibri"/>
              </a:rPr>
              <a:t>: maintains data integrity automatically</a:t>
            </a:r>
            <a:endParaRPr sz="2200">
              <a:solidFill>
                <a:srgbClr val="3F3F3F"/>
              </a:solidFill>
              <a:latin typeface="Calibri"/>
              <a:ea typeface="Calibri"/>
              <a:cs typeface="Calibri"/>
              <a:sym typeface="Calibri"/>
            </a:endParaRPr>
          </a:p>
          <a:p>
            <a:pPr indent="-368300" lvl="0" marL="457200" marR="0" rtl="0" algn="just">
              <a:spcBef>
                <a:spcPts val="0"/>
              </a:spcBef>
              <a:spcAft>
                <a:spcPts val="0"/>
              </a:spcAft>
              <a:buClr>
                <a:srgbClr val="3F3F3F"/>
              </a:buClr>
              <a:buSzPts val="2200"/>
              <a:buFont typeface="Calibri"/>
              <a:buAutoNum type="arabicPeriod"/>
            </a:pPr>
            <a:r>
              <a:rPr b="1" lang="en-US" sz="2200">
                <a:solidFill>
                  <a:srgbClr val="3F3F3F"/>
                </a:solidFill>
                <a:latin typeface="Calibri"/>
                <a:ea typeface="Calibri"/>
                <a:cs typeface="Calibri"/>
                <a:sym typeface="Calibri"/>
              </a:rPr>
              <a:t>Improves query performance</a:t>
            </a:r>
            <a:r>
              <a:rPr lang="en-US" sz="2200">
                <a:solidFill>
                  <a:srgbClr val="3F3F3F"/>
                </a:solidFill>
                <a:latin typeface="Calibri"/>
                <a:ea typeface="Calibri"/>
                <a:cs typeface="Calibri"/>
                <a:sym typeface="Calibri"/>
              </a:rPr>
              <a:t>: speeds up searches and lookups on indexed columns</a:t>
            </a:r>
            <a:endParaRPr sz="2200">
              <a:solidFill>
                <a:srgbClr val="3F3F3F"/>
              </a:solidFill>
              <a:latin typeface="Calibri"/>
              <a:ea typeface="Calibri"/>
              <a:cs typeface="Calibri"/>
              <a:sym typeface="Calibri"/>
            </a:endParaRPr>
          </a:p>
          <a:p>
            <a:pPr indent="-368300" lvl="0" marL="457200" marR="0" rtl="0" algn="just">
              <a:spcBef>
                <a:spcPts val="0"/>
              </a:spcBef>
              <a:spcAft>
                <a:spcPts val="0"/>
              </a:spcAft>
              <a:buClr>
                <a:srgbClr val="3F3F3F"/>
              </a:buClr>
              <a:buSzPts val="2200"/>
              <a:buFont typeface="Calibri"/>
              <a:buAutoNum type="arabicPeriod"/>
            </a:pPr>
            <a:r>
              <a:rPr b="1" lang="en-US" sz="2200">
                <a:solidFill>
                  <a:srgbClr val="3F3F3F"/>
                </a:solidFill>
                <a:latin typeface="Calibri"/>
                <a:ea typeface="Calibri"/>
                <a:cs typeface="Calibri"/>
                <a:sym typeface="Calibri"/>
              </a:rPr>
              <a:t>Supports data consistency</a:t>
            </a:r>
            <a:r>
              <a:rPr lang="en-US" sz="2200">
                <a:solidFill>
                  <a:srgbClr val="3F3F3F"/>
                </a:solidFill>
                <a:latin typeface="Calibri"/>
                <a:ea typeface="Calibri"/>
                <a:cs typeface="Calibri"/>
                <a:sym typeface="Calibri"/>
              </a:rPr>
              <a:t>: ensures unique attributes (email/IC number) remain distinct.</a:t>
            </a:r>
            <a:endParaRPr sz="2200">
              <a:solidFill>
                <a:srgbClr val="3F3F3F"/>
              </a:solidFill>
              <a:latin typeface="Calibri"/>
              <a:ea typeface="Calibri"/>
              <a:cs typeface="Calibri"/>
              <a:sym typeface="Calibri"/>
            </a:endParaRPr>
          </a:p>
        </p:txBody>
      </p:sp>
      <p:sp>
        <p:nvSpPr>
          <p:cNvPr id="236" name="Google Shape;236;g3a141533694_2_22"/>
          <p:cNvSpPr txBox="1"/>
          <p:nvPr/>
        </p:nvSpPr>
        <p:spPr>
          <a:xfrm>
            <a:off x="1184288" y="4031913"/>
            <a:ext cx="9537900" cy="1785600"/>
          </a:xfrm>
          <a:prstGeom prst="rect">
            <a:avLst/>
          </a:prstGeom>
          <a:noFill/>
          <a:ln>
            <a:noFill/>
          </a:ln>
        </p:spPr>
        <p:txBody>
          <a:bodyPr anchorCtr="0" anchor="t" bIns="45700" lIns="91425" spcFirstLastPara="1" rIns="91425" wrap="square" tIns="45700">
            <a:spAutoFit/>
          </a:bodyPr>
          <a:lstStyle/>
          <a:p>
            <a:pPr indent="-368300" lvl="0" marL="457200" marR="0" rtl="0" algn="just">
              <a:spcBef>
                <a:spcPts val="0"/>
              </a:spcBef>
              <a:spcAft>
                <a:spcPts val="0"/>
              </a:spcAft>
              <a:buClr>
                <a:srgbClr val="3F3F3F"/>
              </a:buClr>
              <a:buSzPts val="2200"/>
              <a:buFont typeface="Calibri"/>
              <a:buAutoNum type="arabicPeriod"/>
            </a:pPr>
            <a:r>
              <a:rPr b="1" lang="en-US" sz="2200">
                <a:solidFill>
                  <a:srgbClr val="3F3F3F"/>
                </a:solidFill>
                <a:latin typeface="Calibri"/>
                <a:ea typeface="Calibri"/>
                <a:cs typeface="Calibri"/>
                <a:sym typeface="Calibri"/>
              </a:rPr>
              <a:t>Slower data modification: </a:t>
            </a:r>
            <a:r>
              <a:rPr lang="en-US" sz="2200">
                <a:solidFill>
                  <a:srgbClr val="3F3F3F"/>
                </a:solidFill>
                <a:latin typeface="Calibri"/>
                <a:ea typeface="Calibri"/>
                <a:cs typeface="Calibri"/>
                <a:sym typeface="Calibri"/>
              </a:rPr>
              <a:t>insert and update operations take longer due to uniqueness checks</a:t>
            </a:r>
            <a:endParaRPr sz="2200">
              <a:solidFill>
                <a:srgbClr val="3F3F3F"/>
              </a:solidFill>
              <a:latin typeface="Calibri"/>
              <a:ea typeface="Calibri"/>
              <a:cs typeface="Calibri"/>
              <a:sym typeface="Calibri"/>
            </a:endParaRPr>
          </a:p>
          <a:p>
            <a:pPr indent="-368300" lvl="0" marL="457200" marR="0" rtl="0" algn="just">
              <a:spcBef>
                <a:spcPts val="0"/>
              </a:spcBef>
              <a:spcAft>
                <a:spcPts val="0"/>
              </a:spcAft>
              <a:buClr>
                <a:srgbClr val="3F3F3F"/>
              </a:buClr>
              <a:buSzPts val="2200"/>
              <a:buFont typeface="Calibri"/>
              <a:buAutoNum type="arabicPeriod"/>
            </a:pPr>
            <a:r>
              <a:rPr b="1" lang="en-US" sz="2200">
                <a:solidFill>
                  <a:srgbClr val="3F3F3F"/>
                </a:solidFill>
                <a:latin typeface="Calibri"/>
                <a:ea typeface="Calibri"/>
                <a:cs typeface="Calibri"/>
                <a:sym typeface="Calibri"/>
              </a:rPr>
              <a:t>Consumes extra storage: i</a:t>
            </a:r>
            <a:r>
              <a:rPr lang="en-US" sz="2200">
                <a:solidFill>
                  <a:srgbClr val="3F3F3F"/>
                </a:solidFill>
                <a:latin typeface="Calibri"/>
                <a:ea typeface="Calibri"/>
                <a:cs typeface="Calibri"/>
                <a:sym typeface="Calibri"/>
              </a:rPr>
              <a:t>ndexes require additional disk space</a:t>
            </a:r>
            <a:endParaRPr sz="2200">
              <a:solidFill>
                <a:srgbClr val="3F3F3F"/>
              </a:solidFill>
              <a:latin typeface="Calibri"/>
              <a:ea typeface="Calibri"/>
              <a:cs typeface="Calibri"/>
              <a:sym typeface="Calibri"/>
            </a:endParaRPr>
          </a:p>
          <a:p>
            <a:pPr indent="-368300" lvl="0" marL="457200" marR="0" rtl="0" algn="just">
              <a:spcBef>
                <a:spcPts val="0"/>
              </a:spcBef>
              <a:spcAft>
                <a:spcPts val="0"/>
              </a:spcAft>
              <a:buClr>
                <a:srgbClr val="3F3F3F"/>
              </a:buClr>
              <a:buSzPts val="2200"/>
              <a:buFont typeface="Calibri"/>
              <a:buAutoNum type="arabicPeriod"/>
            </a:pPr>
            <a:r>
              <a:rPr b="1" lang="en-US" sz="2200">
                <a:solidFill>
                  <a:srgbClr val="3F3F3F"/>
                </a:solidFill>
                <a:latin typeface="Calibri"/>
                <a:ea typeface="Calibri"/>
                <a:cs typeface="Calibri"/>
                <a:sym typeface="Calibri"/>
              </a:rPr>
              <a:t>Increases maintenance overhead: </a:t>
            </a:r>
            <a:r>
              <a:rPr lang="en-US" sz="2200">
                <a:solidFill>
                  <a:srgbClr val="3F3F3F"/>
                </a:solidFill>
                <a:latin typeface="Calibri"/>
                <a:ea typeface="Calibri"/>
                <a:cs typeface="Calibri"/>
                <a:sym typeface="Calibri"/>
              </a:rPr>
              <a:t>managing and updating indexes adds complexity during database operations.</a:t>
            </a:r>
            <a:endParaRPr sz="2200">
              <a:solidFill>
                <a:srgbClr val="3F3F3F"/>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g3a141533694_2_45"/>
          <p:cNvPicPr preferRelativeResize="0"/>
          <p:nvPr/>
        </p:nvPicPr>
        <p:blipFill rotWithShape="1">
          <a:blip r:embed="rId3">
            <a:alphaModFix/>
          </a:blip>
          <a:srcRect b="0" l="0" r="0" t="0"/>
          <a:stretch/>
        </p:blipFill>
        <p:spPr>
          <a:xfrm>
            <a:off x="5114018" y="6594272"/>
            <a:ext cx="1951263" cy="146845"/>
          </a:xfrm>
          <a:prstGeom prst="rect">
            <a:avLst/>
          </a:prstGeom>
          <a:noFill/>
          <a:ln>
            <a:noFill/>
          </a:ln>
        </p:spPr>
      </p:pic>
      <p:pic>
        <p:nvPicPr>
          <p:cNvPr id="242" name="Google Shape;242;g3a141533694_2_45"/>
          <p:cNvPicPr preferRelativeResize="0"/>
          <p:nvPr/>
        </p:nvPicPr>
        <p:blipFill rotWithShape="1">
          <a:blip r:embed="rId4">
            <a:alphaModFix/>
          </a:blip>
          <a:srcRect b="17197" l="0" r="0" t="0"/>
          <a:stretch/>
        </p:blipFill>
        <p:spPr>
          <a:xfrm>
            <a:off x="1205088" y="1952186"/>
            <a:ext cx="9769123" cy="4246875"/>
          </a:xfrm>
          <a:prstGeom prst="rect">
            <a:avLst/>
          </a:prstGeom>
          <a:noFill/>
          <a:ln>
            <a:noFill/>
          </a:ln>
        </p:spPr>
      </p:pic>
      <p:sp>
        <p:nvSpPr>
          <p:cNvPr id="243" name="Google Shape;243;g3a141533694_2_45"/>
          <p:cNvSpPr txBox="1"/>
          <p:nvPr/>
        </p:nvSpPr>
        <p:spPr>
          <a:xfrm>
            <a:off x="2111050" y="377300"/>
            <a:ext cx="7957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6C1D35"/>
                </a:solidFill>
                <a:latin typeface="Calibri"/>
                <a:ea typeface="Calibri"/>
                <a:cs typeface="Calibri"/>
                <a:sym typeface="Calibri"/>
              </a:rPr>
              <a:t>SQL Command to Create Customer Table</a:t>
            </a:r>
            <a:endParaRPr sz="3600"/>
          </a:p>
        </p:txBody>
      </p:sp>
      <p:sp>
        <p:nvSpPr>
          <p:cNvPr id="244" name="Google Shape;244;g3a141533694_2_45"/>
          <p:cNvSpPr txBox="1"/>
          <p:nvPr/>
        </p:nvSpPr>
        <p:spPr>
          <a:xfrm>
            <a:off x="1327038" y="936375"/>
            <a:ext cx="9537900" cy="7080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rgbClr val="3F3F3F"/>
                </a:solidFill>
                <a:latin typeface="Calibri"/>
                <a:ea typeface="Calibri"/>
                <a:cs typeface="Calibri"/>
                <a:sym typeface="Calibri"/>
              </a:rPr>
              <a:t>This creates a new database </a:t>
            </a:r>
            <a:r>
              <a:rPr i="1" lang="en-US" sz="2000">
                <a:solidFill>
                  <a:srgbClr val="3F3F3F"/>
                </a:solidFill>
                <a:latin typeface="Calibri"/>
                <a:ea typeface="Calibri"/>
                <a:cs typeface="Calibri"/>
                <a:sym typeface="Calibri"/>
              </a:rPr>
              <a:t>index_lab</a:t>
            </a:r>
            <a:r>
              <a:rPr lang="en-US" sz="2000">
                <a:solidFill>
                  <a:srgbClr val="3F3F3F"/>
                </a:solidFill>
                <a:latin typeface="Calibri"/>
                <a:ea typeface="Calibri"/>
                <a:cs typeface="Calibri"/>
                <a:sym typeface="Calibri"/>
              </a:rPr>
              <a:t>, switches to it and defines a </a:t>
            </a:r>
            <a:r>
              <a:rPr i="1" lang="en-US" sz="2000">
                <a:solidFill>
                  <a:srgbClr val="3F3F3F"/>
                </a:solidFill>
                <a:latin typeface="Calibri"/>
                <a:ea typeface="Calibri"/>
                <a:cs typeface="Calibri"/>
                <a:sym typeface="Calibri"/>
              </a:rPr>
              <a:t>customer </a:t>
            </a:r>
            <a:r>
              <a:rPr lang="en-US" sz="2000">
                <a:solidFill>
                  <a:srgbClr val="3F3F3F"/>
                </a:solidFill>
                <a:latin typeface="Calibri"/>
                <a:ea typeface="Calibri"/>
                <a:cs typeface="Calibri"/>
                <a:sym typeface="Calibri"/>
              </a:rPr>
              <a:t>table. The </a:t>
            </a:r>
            <a:r>
              <a:rPr i="1" lang="en-US" sz="2000">
                <a:solidFill>
                  <a:srgbClr val="3F3F3F"/>
                </a:solidFill>
                <a:latin typeface="Calibri"/>
                <a:ea typeface="Calibri"/>
                <a:cs typeface="Calibri"/>
                <a:sym typeface="Calibri"/>
              </a:rPr>
              <a:t>cust_id</a:t>
            </a:r>
            <a:r>
              <a:rPr lang="en-US" sz="2000">
                <a:solidFill>
                  <a:srgbClr val="3F3F3F"/>
                </a:solidFill>
                <a:latin typeface="Calibri"/>
                <a:ea typeface="Calibri"/>
                <a:cs typeface="Calibri"/>
                <a:sym typeface="Calibri"/>
              </a:rPr>
              <a:t> is the Primary Key, ensuring each customer has a unique (non-null identifier).</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g3a18c9b6224_0_0"/>
          <p:cNvPicPr preferRelativeResize="0"/>
          <p:nvPr/>
        </p:nvPicPr>
        <p:blipFill rotWithShape="1">
          <a:blip r:embed="rId3">
            <a:alphaModFix/>
          </a:blip>
          <a:srcRect b="0" l="0" r="0" t="0"/>
          <a:stretch/>
        </p:blipFill>
        <p:spPr>
          <a:xfrm>
            <a:off x="5114018" y="6594272"/>
            <a:ext cx="1951263" cy="146845"/>
          </a:xfrm>
          <a:prstGeom prst="rect">
            <a:avLst/>
          </a:prstGeom>
          <a:noFill/>
          <a:ln>
            <a:noFill/>
          </a:ln>
        </p:spPr>
      </p:pic>
      <p:sp>
        <p:nvSpPr>
          <p:cNvPr id="250" name="Google Shape;250;g3a18c9b6224_0_0"/>
          <p:cNvSpPr txBox="1"/>
          <p:nvPr/>
        </p:nvSpPr>
        <p:spPr>
          <a:xfrm>
            <a:off x="1794150" y="525534"/>
            <a:ext cx="86037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6C1D35"/>
                </a:solidFill>
                <a:latin typeface="Calibri"/>
                <a:ea typeface="Calibri"/>
                <a:cs typeface="Calibri"/>
                <a:sym typeface="Calibri"/>
              </a:rPr>
              <a:t>Inserting </a:t>
            </a:r>
            <a:r>
              <a:rPr b="1" lang="en-US" sz="2400">
                <a:solidFill>
                  <a:srgbClr val="6C1D35"/>
                </a:solidFill>
                <a:latin typeface="Calibri"/>
                <a:ea typeface="Calibri"/>
                <a:cs typeface="Calibri"/>
                <a:sym typeface="Calibri"/>
              </a:rPr>
              <a:t>Duplicate</a:t>
            </a:r>
            <a:r>
              <a:rPr b="1" lang="en-US" sz="2400">
                <a:solidFill>
                  <a:srgbClr val="6C1D35"/>
                </a:solidFill>
                <a:latin typeface="Calibri"/>
                <a:ea typeface="Calibri"/>
                <a:cs typeface="Calibri"/>
                <a:sym typeface="Calibri"/>
              </a:rPr>
              <a:t> Records Before and After Adding Unique Index</a:t>
            </a:r>
            <a:endParaRPr sz="2400"/>
          </a:p>
        </p:txBody>
      </p:sp>
      <p:sp>
        <p:nvSpPr>
          <p:cNvPr id="251" name="Google Shape;251;g3a18c9b6224_0_0"/>
          <p:cNvSpPr txBox="1"/>
          <p:nvPr/>
        </p:nvSpPr>
        <p:spPr>
          <a:xfrm>
            <a:off x="778051" y="953218"/>
            <a:ext cx="10635900" cy="13236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rgbClr val="3F3F3F"/>
                </a:solidFill>
                <a:latin typeface="Calibri"/>
                <a:ea typeface="Calibri"/>
                <a:cs typeface="Calibri"/>
                <a:sym typeface="Calibri"/>
              </a:rPr>
              <a:t>Before adding Unique Index on email, query that adds duplicate email is executed </a:t>
            </a:r>
            <a:r>
              <a:rPr lang="en-US" sz="2000">
                <a:solidFill>
                  <a:srgbClr val="3F3F3F"/>
                </a:solidFill>
                <a:latin typeface="Calibri"/>
                <a:ea typeface="Calibri"/>
                <a:cs typeface="Calibri"/>
                <a:sym typeface="Calibri"/>
              </a:rPr>
              <a:t>successfully</a:t>
            </a:r>
            <a:r>
              <a:rPr lang="en-US" sz="2000">
                <a:solidFill>
                  <a:srgbClr val="3F3F3F"/>
                </a:solidFill>
                <a:latin typeface="Calibri"/>
                <a:ea typeface="Calibri"/>
                <a:cs typeface="Calibri"/>
                <a:sym typeface="Calibri"/>
              </a:rPr>
              <a:t> as shown in Action Output 5. The query to add unique index cannot be executed because a duplicate record on email already exists, as shown in Output 6. An </a:t>
            </a:r>
            <a:r>
              <a:rPr lang="en-US" sz="2000">
                <a:solidFill>
                  <a:srgbClr val="3F3F3F"/>
                </a:solidFill>
                <a:latin typeface="Calibri"/>
                <a:ea typeface="Calibri"/>
                <a:cs typeface="Calibri"/>
                <a:sym typeface="Calibri"/>
              </a:rPr>
              <a:t>attempt</a:t>
            </a:r>
            <a:r>
              <a:rPr lang="en-US" sz="2000">
                <a:solidFill>
                  <a:srgbClr val="3F3F3F"/>
                </a:solidFill>
                <a:latin typeface="Calibri"/>
                <a:ea typeface="Calibri"/>
                <a:cs typeface="Calibri"/>
                <a:sym typeface="Calibri"/>
              </a:rPr>
              <a:t> to add duplicate email record after adding Unique Index results in failure, as shown in Output 9.</a:t>
            </a:r>
            <a:endParaRPr sz="2000"/>
          </a:p>
        </p:txBody>
      </p:sp>
      <p:pic>
        <p:nvPicPr>
          <p:cNvPr id="252" name="Google Shape;252;g3a18c9b6224_0_0"/>
          <p:cNvPicPr preferRelativeResize="0"/>
          <p:nvPr/>
        </p:nvPicPr>
        <p:blipFill>
          <a:blip r:embed="rId4">
            <a:alphaModFix/>
          </a:blip>
          <a:stretch>
            <a:fillRect/>
          </a:stretch>
        </p:blipFill>
        <p:spPr>
          <a:xfrm>
            <a:off x="1916210" y="2400565"/>
            <a:ext cx="8359572" cy="402949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g3a1929f7594_0_8"/>
          <p:cNvPicPr preferRelativeResize="0"/>
          <p:nvPr/>
        </p:nvPicPr>
        <p:blipFill rotWithShape="1">
          <a:blip r:embed="rId3">
            <a:alphaModFix/>
          </a:blip>
          <a:srcRect b="0" l="0" r="0" t="0"/>
          <a:stretch/>
        </p:blipFill>
        <p:spPr>
          <a:xfrm>
            <a:off x="5114018" y="6594272"/>
            <a:ext cx="1951263" cy="146845"/>
          </a:xfrm>
          <a:prstGeom prst="rect">
            <a:avLst/>
          </a:prstGeom>
          <a:noFill/>
          <a:ln>
            <a:noFill/>
          </a:ln>
        </p:spPr>
      </p:pic>
      <p:sp>
        <p:nvSpPr>
          <p:cNvPr id="258" name="Google Shape;258;g3a1929f7594_0_8"/>
          <p:cNvSpPr txBox="1"/>
          <p:nvPr/>
        </p:nvSpPr>
        <p:spPr>
          <a:xfrm>
            <a:off x="2291950" y="491525"/>
            <a:ext cx="7595400" cy="461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6C1D35"/>
                </a:solidFill>
                <a:latin typeface="Calibri"/>
                <a:ea typeface="Calibri"/>
                <a:cs typeface="Calibri"/>
                <a:sym typeface="Calibri"/>
              </a:rPr>
              <a:t>Use SHOW INDEX FROM customer</a:t>
            </a:r>
            <a:endParaRPr sz="2400"/>
          </a:p>
        </p:txBody>
      </p:sp>
      <p:sp>
        <p:nvSpPr>
          <p:cNvPr id="259" name="Google Shape;259;g3a1929f7594_0_8"/>
          <p:cNvSpPr txBox="1"/>
          <p:nvPr/>
        </p:nvSpPr>
        <p:spPr>
          <a:xfrm>
            <a:off x="2040550" y="1327213"/>
            <a:ext cx="8098200" cy="1631700"/>
          </a:xfrm>
          <a:prstGeom prst="rect">
            <a:avLst/>
          </a:prstGeom>
          <a:noFill/>
          <a:ln>
            <a:noFill/>
          </a:ln>
        </p:spPr>
        <p:txBody>
          <a:bodyPr anchorCtr="0" anchor="t" bIns="45700" lIns="91425" spcFirstLastPara="1" rIns="91425" wrap="square" tIns="45700">
            <a:spAutoFit/>
          </a:bodyPr>
          <a:lstStyle/>
          <a:p>
            <a:pPr indent="-355600" lvl="0" marL="457200" marR="0" rtl="0" algn="just">
              <a:spcBef>
                <a:spcPts val="0"/>
              </a:spcBef>
              <a:spcAft>
                <a:spcPts val="0"/>
              </a:spcAft>
              <a:buClr>
                <a:srgbClr val="3F3F3F"/>
              </a:buClr>
              <a:buSzPts val="2000"/>
              <a:buFont typeface="Calibri"/>
              <a:buChar char="●"/>
            </a:pPr>
            <a:r>
              <a:rPr lang="en-US" sz="2000">
                <a:solidFill>
                  <a:srgbClr val="3F3F3F"/>
                </a:solidFill>
                <a:latin typeface="Calibri"/>
                <a:ea typeface="Calibri"/>
                <a:cs typeface="Calibri"/>
                <a:sym typeface="Calibri"/>
              </a:rPr>
              <a:t>The table shows the indexes from the customer table.</a:t>
            </a:r>
            <a:endParaRPr sz="2000">
              <a:solidFill>
                <a:srgbClr val="3F3F3F"/>
              </a:solidFill>
              <a:latin typeface="Calibri"/>
              <a:ea typeface="Calibri"/>
              <a:cs typeface="Calibri"/>
              <a:sym typeface="Calibri"/>
            </a:endParaRPr>
          </a:p>
          <a:p>
            <a:pPr indent="-355600" lvl="0" marL="457200" marR="0" rtl="0" algn="just">
              <a:spcBef>
                <a:spcPts val="0"/>
              </a:spcBef>
              <a:spcAft>
                <a:spcPts val="0"/>
              </a:spcAft>
              <a:buClr>
                <a:srgbClr val="3F3F3F"/>
              </a:buClr>
              <a:buSzPts val="2000"/>
              <a:buFont typeface="Calibri"/>
              <a:buChar char="●"/>
            </a:pPr>
            <a:r>
              <a:rPr lang="en-US" sz="2000">
                <a:solidFill>
                  <a:srgbClr val="3F3F3F"/>
                </a:solidFill>
                <a:latin typeface="Calibri"/>
                <a:ea typeface="Calibri"/>
                <a:cs typeface="Calibri"/>
                <a:sym typeface="Calibri"/>
              </a:rPr>
              <a:t>cust_id is the primary key, while email is a unique key named idx_email.</a:t>
            </a:r>
            <a:endParaRPr sz="2000">
              <a:solidFill>
                <a:srgbClr val="3F3F3F"/>
              </a:solidFill>
              <a:latin typeface="Calibri"/>
              <a:ea typeface="Calibri"/>
              <a:cs typeface="Calibri"/>
              <a:sym typeface="Calibri"/>
            </a:endParaRPr>
          </a:p>
          <a:p>
            <a:pPr indent="-355600" lvl="0" marL="457200" marR="0" rtl="0" algn="just">
              <a:spcBef>
                <a:spcPts val="0"/>
              </a:spcBef>
              <a:spcAft>
                <a:spcPts val="0"/>
              </a:spcAft>
              <a:buClr>
                <a:srgbClr val="3F3F3F"/>
              </a:buClr>
              <a:buSzPts val="2000"/>
              <a:buFont typeface="Calibri"/>
              <a:buChar char="●"/>
            </a:pPr>
            <a:r>
              <a:rPr lang="en-US" sz="2000">
                <a:solidFill>
                  <a:srgbClr val="3F3F3F"/>
                </a:solidFill>
                <a:latin typeface="Calibri"/>
                <a:ea typeface="Calibri"/>
                <a:cs typeface="Calibri"/>
                <a:sym typeface="Calibri"/>
              </a:rPr>
              <a:t>There are 9 distinct rows of unique values.</a:t>
            </a:r>
            <a:endParaRPr sz="2000">
              <a:solidFill>
                <a:srgbClr val="3F3F3F"/>
              </a:solidFill>
              <a:latin typeface="Calibri"/>
              <a:ea typeface="Calibri"/>
              <a:cs typeface="Calibri"/>
              <a:sym typeface="Calibri"/>
            </a:endParaRPr>
          </a:p>
          <a:p>
            <a:pPr indent="-355600" lvl="0" marL="457200" marR="0" rtl="0" algn="just">
              <a:spcBef>
                <a:spcPts val="0"/>
              </a:spcBef>
              <a:spcAft>
                <a:spcPts val="0"/>
              </a:spcAft>
              <a:buClr>
                <a:srgbClr val="3F3F3F"/>
              </a:buClr>
              <a:buSzPts val="2000"/>
              <a:buFont typeface="Calibri"/>
              <a:buChar char="●"/>
            </a:pPr>
            <a:r>
              <a:rPr lang="en-US" sz="2000">
                <a:solidFill>
                  <a:srgbClr val="3F3F3F"/>
                </a:solidFill>
                <a:latin typeface="Calibri"/>
                <a:ea typeface="Calibri"/>
                <a:cs typeface="Calibri"/>
                <a:sym typeface="Calibri"/>
              </a:rPr>
              <a:t>In the Index_type column, BTREE indicates that MySQL uses a B-tree structure to perform lookups.</a:t>
            </a:r>
            <a:endParaRPr sz="2000">
              <a:solidFill>
                <a:srgbClr val="3F3F3F"/>
              </a:solidFill>
              <a:latin typeface="Calibri"/>
              <a:ea typeface="Calibri"/>
              <a:cs typeface="Calibri"/>
              <a:sym typeface="Calibri"/>
            </a:endParaRPr>
          </a:p>
        </p:txBody>
      </p:sp>
      <p:pic>
        <p:nvPicPr>
          <p:cNvPr id="260" name="Google Shape;260;g3a1929f7594_0_8"/>
          <p:cNvPicPr preferRelativeResize="0"/>
          <p:nvPr/>
        </p:nvPicPr>
        <p:blipFill>
          <a:blip r:embed="rId4">
            <a:alphaModFix/>
          </a:blip>
          <a:stretch>
            <a:fillRect/>
          </a:stretch>
        </p:blipFill>
        <p:spPr>
          <a:xfrm>
            <a:off x="152400" y="3613043"/>
            <a:ext cx="11887200" cy="1809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g3a1929f7594_0_0"/>
          <p:cNvPicPr preferRelativeResize="0"/>
          <p:nvPr/>
        </p:nvPicPr>
        <p:blipFill rotWithShape="1">
          <a:blip r:embed="rId3">
            <a:alphaModFix/>
          </a:blip>
          <a:srcRect b="0" l="0" r="0" t="0"/>
          <a:stretch/>
        </p:blipFill>
        <p:spPr>
          <a:xfrm>
            <a:off x="5114018" y="6594272"/>
            <a:ext cx="1951263" cy="146845"/>
          </a:xfrm>
          <a:prstGeom prst="rect">
            <a:avLst/>
          </a:prstGeom>
          <a:noFill/>
          <a:ln>
            <a:noFill/>
          </a:ln>
        </p:spPr>
      </p:pic>
      <p:sp>
        <p:nvSpPr>
          <p:cNvPr id="266" name="Google Shape;266;g3a1929f7594_0_0"/>
          <p:cNvSpPr txBox="1"/>
          <p:nvPr/>
        </p:nvSpPr>
        <p:spPr>
          <a:xfrm>
            <a:off x="2291950" y="491525"/>
            <a:ext cx="7595400" cy="461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6C1D35"/>
                </a:solidFill>
                <a:latin typeface="Calibri"/>
                <a:ea typeface="Calibri"/>
                <a:cs typeface="Calibri"/>
                <a:sym typeface="Calibri"/>
              </a:rPr>
              <a:t>How a Unique Index Improves Lookup Performance</a:t>
            </a:r>
            <a:endParaRPr sz="2400"/>
          </a:p>
        </p:txBody>
      </p:sp>
      <p:sp>
        <p:nvSpPr>
          <p:cNvPr id="267" name="Google Shape;267;g3a1929f7594_0_0"/>
          <p:cNvSpPr txBox="1"/>
          <p:nvPr/>
        </p:nvSpPr>
        <p:spPr>
          <a:xfrm>
            <a:off x="1648300" y="1356650"/>
            <a:ext cx="8882700" cy="2247300"/>
          </a:xfrm>
          <a:prstGeom prst="rect">
            <a:avLst/>
          </a:prstGeom>
          <a:noFill/>
          <a:ln>
            <a:noFill/>
          </a:ln>
        </p:spPr>
        <p:txBody>
          <a:bodyPr anchorCtr="0" anchor="t" bIns="45700" lIns="91425" spcFirstLastPara="1" rIns="91425" wrap="square" tIns="45700">
            <a:spAutoFit/>
          </a:bodyPr>
          <a:lstStyle/>
          <a:p>
            <a:pPr indent="-355600" lvl="0" marL="457200" marR="0" rtl="0" algn="just">
              <a:spcBef>
                <a:spcPts val="0"/>
              </a:spcBef>
              <a:spcAft>
                <a:spcPts val="0"/>
              </a:spcAft>
              <a:buClr>
                <a:srgbClr val="3F3F3F"/>
              </a:buClr>
              <a:buSzPts val="2000"/>
              <a:buFont typeface="Calibri"/>
              <a:buChar char="●"/>
            </a:pPr>
            <a:r>
              <a:rPr lang="en-US" sz="2000">
                <a:solidFill>
                  <a:srgbClr val="3F3F3F"/>
                </a:solidFill>
                <a:latin typeface="Calibri"/>
                <a:ea typeface="Calibri"/>
                <a:cs typeface="Calibri"/>
                <a:sym typeface="Calibri"/>
              </a:rPr>
              <a:t>A unique index uses a sorted structure, allowing the database to quickly locate the position of the index and find records faster.</a:t>
            </a:r>
            <a:endParaRPr sz="2000">
              <a:solidFill>
                <a:srgbClr val="3F3F3F"/>
              </a:solidFill>
              <a:latin typeface="Calibri"/>
              <a:ea typeface="Calibri"/>
              <a:cs typeface="Calibri"/>
              <a:sym typeface="Calibri"/>
            </a:endParaRPr>
          </a:p>
          <a:p>
            <a:pPr indent="-355600" lvl="0" marL="457200" marR="0" rtl="0" algn="just">
              <a:spcBef>
                <a:spcPts val="0"/>
              </a:spcBef>
              <a:spcAft>
                <a:spcPts val="0"/>
              </a:spcAft>
              <a:buClr>
                <a:srgbClr val="3F3F3F"/>
              </a:buClr>
              <a:buSzPts val="2000"/>
              <a:buFont typeface="Calibri"/>
              <a:buChar char="●"/>
            </a:pPr>
            <a:r>
              <a:rPr lang="en-US" sz="2000">
                <a:solidFill>
                  <a:srgbClr val="3F3F3F"/>
                </a:solidFill>
                <a:latin typeface="Calibri"/>
                <a:ea typeface="Calibri"/>
                <a:cs typeface="Calibri"/>
                <a:sym typeface="Calibri"/>
              </a:rPr>
              <a:t>When searching for an email, instead of checking each row one by one, it directly jumps to the position of that email in the index, saving a lot of time and improving lookup performance.</a:t>
            </a:r>
            <a:endParaRPr sz="2000">
              <a:solidFill>
                <a:srgbClr val="3F3F3F"/>
              </a:solidFill>
              <a:latin typeface="Calibri"/>
              <a:ea typeface="Calibri"/>
              <a:cs typeface="Calibri"/>
              <a:sym typeface="Calibri"/>
            </a:endParaRPr>
          </a:p>
          <a:p>
            <a:pPr indent="-355600" lvl="0" marL="457200" marR="0" rtl="0" algn="just">
              <a:spcBef>
                <a:spcPts val="0"/>
              </a:spcBef>
              <a:spcAft>
                <a:spcPts val="0"/>
              </a:spcAft>
              <a:buClr>
                <a:srgbClr val="3F3F3F"/>
              </a:buClr>
              <a:buSzPts val="2000"/>
              <a:buFont typeface="Calibri"/>
              <a:buChar char="●"/>
            </a:pPr>
            <a:r>
              <a:rPr lang="en-US" sz="2000">
                <a:solidFill>
                  <a:srgbClr val="3F3F3F"/>
                </a:solidFill>
                <a:latin typeface="Calibri"/>
                <a:ea typeface="Calibri"/>
                <a:cs typeface="Calibri"/>
                <a:sym typeface="Calibri"/>
              </a:rPr>
              <a:t>In addition, unique indexes prevent duplicate entries, keeping the data clean and maintaining its integrity.</a:t>
            </a:r>
            <a:endParaRPr sz="2000">
              <a:solidFill>
                <a:srgbClr val="3F3F3F"/>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g3a1abe41109_0_12"/>
          <p:cNvPicPr preferRelativeResize="0"/>
          <p:nvPr/>
        </p:nvPicPr>
        <p:blipFill rotWithShape="1">
          <a:blip r:embed="rId3">
            <a:alphaModFix/>
          </a:blip>
          <a:srcRect b="0" l="0" r="0" t="0"/>
          <a:stretch/>
        </p:blipFill>
        <p:spPr>
          <a:xfrm>
            <a:off x="5114018" y="6594272"/>
            <a:ext cx="1951263" cy="146845"/>
          </a:xfrm>
          <a:prstGeom prst="rect">
            <a:avLst/>
          </a:prstGeom>
          <a:noFill/>
          <a:ln>
            <a:noFill/>
          </a:ln>
        </p:spPr>
      </p:pic>
      <p:sp>
        <p:nvSpPr>
          <p:cNvPr id="273" name="Google Shape;273;g3a1abe41109_0_12"/>
          <p:cNvSpPr txBox="1"/>
          <p:nvPr/>
        </p:nvSpPr>
        <p:spPr>
          <a:xfrm>
            <a:off x="1562700" y="377300"/>
            <a:ext cx="90666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6C1D35"/>
                </a:solidFill>
                <a:latin typeface="Calibri"/>
                <a:ea typeface="Calibri"/>
                <a:cs typeface="Calibri"/>
                <a:sym typeface="Calibri"/>
              </a:rPr>
              <a:t>Query Performance: with and without index</a:t>
            </a:r>
            <a:endParaRPr sz="3600"/>
          </a:p>
        </p:txBody>
      </p:sp>
      <p:sp>
        <p:nvSpPr>
          <p:cNvPr id="274" name="Google Shape;274;g3a1abe41109_0_12"/>
          <p:cNvSpPr txBox="1"/>
          <p:nvPr/>
        </p:nvSpPr>
        <p:spPr>
          <a:xfrm>
            <a:off x="1327038" y="1114650"/>
            <a:ext cx="9537900" cy="7080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rgbClr val="3F3F3F"/>
                </a:solidFill>
                <a:latin typeface="Calibri"/>
                <a:ea typeface="Calibri"/>
                <a:cs typeface="Calibri"/>
                <a:sym typeface="Calibri"/>
              </a:rPr>
              <a:t>Statement “</a:t>
            </a:r>
            <a:r>
              <a:rPr lang="en-US" sz="2000">
                <a:solidFill>
                  <a:srgbClr val="3F3F3F"/>
                </a:solidFill>
                <a:latin typeface="Courier New"/>
                <a:ea typeface="Courier New"/>
                <a:cs typeface="Courier New"/>
                <a:sym typeface="Courier New"/>
              </a:rPr>
              <a:t>EXPLAIN SELECT * FROM customer WHERE email = 'henry@gmail.com';</a:t>
            </a:r>
            <a:r>
              <a:rPr lang="en-US" sz="2000">
                <a:solidFill>
                  <a:srgbClr val="3F3F3F"/>
                </a:solidFill>
                <a:latin typeface="Calibri"/>
                <a:ea typeface="Calibri"/>
                <a:cs typeface="Calibri"/>
                <a:sym typeface="Calibri"/>
              </a:rPr>
              <a:t>” is used to check the performance.</a:t>
            </a:r>
            <a:endParaRPr sz="2000"/>
          </a:p>
        </p:txBody>
      </p:sp>
      <p:pic>
        <p:nvPicPr>
          <p:cNvPr id="275" name="Google Shape;275;g3a1abe41109_0_12"/>
          <p:cNvPicPr preferRelativeResize="0"/>
          <p:nvPr/>
        </p:nvPicPr>
        <p:blipFill>
          <a:blip r:embed="rId4">
            <a:alphaModFix/>
          </a:blip>
          <a:stretch>
            <a:fillRect/>
          </a:stretch>
        </p:blipFill>
        <p:spPr>
          <a:xfrm>
            <a:off x="1293713" y="2668375"/>
            <a:ext cx="8220075" cy="476250"/>
          </a:xfrm>
          <a:prstGeom prst="rect">
            <a:avLst/>
          </a:prstGeom>
          <a:noFill/>
          <a:ln>
            <a:noFill/>
          </a:ln>
        </p:spPr>
      </p:pic>
      <p:pic>
        <p:nvPicPr>
          <p:cNvPr id="276" name="Google Shape;276;g3a1abe41109_0_12"/>
          <p:cNvPicPr preferRelativeResize="0"/>
          <p:nvPr/>
        </p:nvPicPr>
        <p:blipFill>
          <a:blip r:embed="rId5">
            <a:alphaModFix/>
          </a:blip>
          <a:stretch>
            <a:fillRect/>
          </a:stretch>
        </p:blipFill>
        <p:spPr>
          <a:xfrm>
            <a:off x="1293713" y="4531725"/>
            <a:ext cx="8153400" cy="495300"/>
          </a:xfrm>
          <a:prstGeom prst="rect">
            <a:avLst/>
          </a:prstGeom>
          <a:noFill/>
          <a:ln>
            <a:noFill/>
          </a:ln>
        </p:spPr>
      </p:pic>
      <p:sp>
        <p:nvSpPr>
          <p:cNvPr id="277" name="Google Shape;277;g3a1abe41109_0_12"/>
          <p:cNvSpPr txBox="1"/>
          <p:nvPr/>
        </p:nvSpPr>
        <p:spPr>
          <a:xfrm>
            <a:off x="1327050" y="2021875"/>
            <a:ext cx="9066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6C1D35"/>
                </a:solidFill>
                <a:latin typeface="Calibri"/>
                <a:ea typeface="Calibri"/>
                <a:cs typeface="Calibri"/>
                <a:sym typeface="Calibri"/>
              </a:rPr>
              <a:t>W</a:t>
            </a:r>
            <a:r>
              <a:rPr b="1" lang="en-US" sz="3600">
                <a:solidFill>
                  <a:srgbClr val="6C1D35"/>
                </a:solidFill>
                <a:latin typeface="Calibri"/>
                <a:ea typeface="Calibri"/>
                <a:cs typeface="Calibri"/>
                <a:sym typeface="Calibri"/>
              </a:rPr>
              <a:t>ithout index</a:t>
            </a:r>
            <a:endParaRPr sz="3600"/>
          </a:p>
        </p:txBody>
      </p:sp>
      <p:sp>
        <p:nvSpPr>
          <p:cNvPr id="278" name="Google Shape;278;g3a1abe41109_0_12"/>
          <p:cNvSpPr txBox="1"/>
          <p:nvPr/>
        </p:nvSpPr>
        <p:spPr>
          <a:xfrm>
            <a:off x="1293713" y="3228888"/>
            <a:ext cx="9537900" cy="4002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rgbClr val="3F3F3F"/>
                </a:solidFill>
                <a:latin typeface="Calibri"/>
                <a:ea typeface="Calibri"/>
                <a:cs typeface="Calibri"/>
                <a:sym typeface="Calibri"/>
              </a:rPr>
              <a:t>The entire table is scanned regardless to find all values that matches the condition.</a:t>
            </a:r>
            <a:endParaRPr sz="2000"/>
          </a:p>
        </p:txBody>
      </p:sp>
      <p:sp>
        <p:nvSpPr>
          <p:cNvPr id="279" name="Google Shape;279;g3a1abe41109_0_12"/>
          <p:cNvSpPr/>
          <p:nvPr/>
        </p:nvSpPr>
        <p:spPr>
          <a:xfrm>
            <a:off x="7395250" y="2658851"/>
            <a:ext cx="534900" cy="495300"/>
          </a:xfrm>
          <a:prstGeom prst="rect">
            <a:avLst/>
          </a:prstGeom>
          <a:noFill/>
          <a:ln cap="flat" cmpd="sng" w="38100">
            <a:solidFill>
              <a:srgbClr val="9E2A4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0" name="Google Shape;280;g3a1abe41109_0_12"/>
          <p:cNvSpPr txBox="1"/>
          <p:nvPr/>
        </p:nvSpPr>
        <p:spPr>
          <a:xfrm>
            <a:off x="1293725" y="3885213"/>
            <a:ext cx="9066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6C1D35"/>
                </a:solidFill>
                <a:latin typeface="Calibri"/>
                <a:ea typeface="Calibri"/>
                <a:cs typeface="Calibri"/>
                <a:sym typeface="Calibri"/>
              </a:rPr>
              <a:t>With index</a:t>
            </a:r>
            <a:endParaRPr sz="3600"/>
          </a:p>
        </p:txBody>
      </p:sp>
      <p:sp>
        <p:nvSpPr>
          <p:cNvPr id="281" name="Google Shape;281;g3a1abe41109_0_12"/>
          <p:cNvSpPr/>
          <p:nvPr/>
        </p:nvSpPr>
        <p:spPr>
          <a:xfrm>
            <a:off x="7761575" y="4531726"/>
            <a:ext cx="534900" cy="495300"/>
          </a:xfrm>
          <a:prstGeom prst="rect">
            <a:avLst/>
          </a:prstGeom>
          <a:noFill/>
          <a:ln cap="flat" cmpd="sng" w="38100">
            <a:solidFill>
              <a:srgbClr val="9E2A4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2" name="Google Shape;282;g3a1abe41109_0_12"/>
          <p:cNvSpPr txBox="1"/>
          <p:nvPr/>
        </p:nvSpPr>
        <p:spPr>
          <a:xfrm>
            <a:off x="1293713" y="5092813"/>
            <a:ext cx="9537900" cy="4002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rgbClr val="3F3F3F"/>
                </a:solidFill>
                <a:latin typeface="Calibri"/>
                <a:ea typeface="Calibri"/>
                <a:cs typeface="Calibri"/>
                <a:sym typeface="Calibri"/>
              </a:rPr>
              <a:t>The query would use the index to locate the matching row.</a:t>
            </a:r>
            <a:endParaRPr sz="2000"/>
          </a:p>
        </p:txBody>
      </p:sp>
      <p:sp>
        <p:nvSpPr>
          <p:cNvPr id="283" name="Google Shape;283;g3a1abe41109_0_12"/>
          <p:cNvSpPr txBox="1"/>
          <p:nvPr/>
        </p:nvSpPr>
        <p:spPr>
          <a:xfrm>
            <a:off x="1327038" y="5610538"/>
            <a:ext cx="9537900" cy="4002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rgbClr val="3F3F3F"/>
                </a:solidFill>
                <a:latin typeface="Calibri"/>
                <a:ea typeface="Calibri"/>
                <a:cs typeface="Calibri"/>
                <a:sym typeface="Calibri"/>
              </a:rPr>
              <a:t>The number of scanned row is significantly less with the </a:t>
            </a:r>
            <a:r>
              <a:rPr lang="en-US" sz="2000">
                <a:solidFill>
                  <a:srgbClr val="3F3F3F"/>
                </a:solidFill>
                <a:latin typeface="Courier New"/>
                <a:ea typeface="Courier New"/>
                <a:cs typeface="Courier New"/>
                <a:sym typeface="Courier New"/>
              </a:rPr>
              <a:t>UNIQUE</a:t>
            </a:r>
            <a:r>
              <a:rPr lang="en-US" sz="2000">
                <a:solidFill>
                  <a:srgbClr val="3F3F3F"/>
                </a:solidFill>
                <a:latin typeface="Calibri"/>
                <a:ea typeface="Calibri"/>
                <a:cs typeface="Calibri"/>
                <a:sym typeface="Calibri"/>
              </a:rPr>
              <a:t> </a:t>
            </a:r>
            <a:r>
              <a:rPr lang="en-US" sz="2000">
                <a:solidFill>
                  <a:srgbClr val="3F3F3F"/>
                </a:solidFill>
                <a:latin typeface="Calibri"/>
                <a:ea typeface="Calibri"/>
                <a:cs typeface="Calibri"/>
                <a:sym typeface="Calibri"/>
              </a:rPr>
              <a:t>index.</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pic>
        <p:nvPicPr>
          <p:cNvPr id="288" name="Google Shape;288;g3a1abe41109_0_29"/>
          <p:cNvPicPr preferRelativeResize="0"/>
          <p:nvPr/>
        </p:nvPicPr>
        <p:blipFill rotWithShape="1">
          <a:blip r:embed="rId3">
            <a:alphaModFix/>
          </a:blip>
          <a:srcRect b="0" l="0" r="0" t="0"/>
          <a:stretch/>
        </p:blipFill>
        <p:spPr>
          <a:xfrm>
            <a:off x="5114018" y="6594272"/>
            <a:ext cx="1951263" cy="146845"/>
          </a:xfrm>
          <a:prstGeom prst="rect">
            <a:avLst/>
          </a:prstGeom>
          <a:noFill/>
          <a:ln>
            <a:noFill/>
          </a:ln>
        </p:spPr>
      </p:pic>
      <p:sp>
        <p:nvSpPr>
          <p:cNvPr id="289" name="Google Shape;289;g3a1abe41109_0_29"/>
          <p:cNvSpPr txBox="1"/>
          <p:nvPr/>
        </p:nvSpPr>
        <p:spPr>
          <a:xfrm>
            <a:off x="1562700" y="377300"/>
            <a:ext cx="90666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rgbClr val="6C1D35"/>
                </a:solidFill>
                <a:latin typeface="Calibri"/>
                <a:ea typeface="Calibri"/>
                <a:cs typeface="Calibri"/>
                <a:sym typeface="Calibri"/>
              </a:rPr>
              <a:t>When is a unique index not appropriate</a:t>
            </a:r>
            <a:endParaRPr sz="3600"/>
          </a:p>
        </p:txBody>
      </p:sp>
      <p:sp>
        <p:nvSpPr>
          <p:cNvPr id="290" name="Google Shape;290;g3a1abe41109_0_29"/>
          <p:cNvSpPr txBox="1"/>
          <p:nvPr/>
        </p:nvSpPr>
        <p:spPr>
          <a:xfrm>
            <a:off x="1327038" y="1535700"/>
            <a:ext cx="9537900" cy="3786600"/>
          </a:xfrm>
          <a:prstGeom prst="rect">
            <a:avLst/>
          </a:prstGeom>
          <a:noFill/>
          <a:ln>
            <a:noFill/>
          </a:ln>
        </p:spPr>
        <p:txBody>
          <a:bodyPr anchorCtr="0" anchor="t" bIns="45700" lIns="91425" spcFirstLastPara="1" rIns="91425" wrap="square" tIns="45700">
            <a:spAutoFit/>
          </a:bodyPr>
          <a:lstStyle/>
          <a:p>
            <a:pPr indent="-355600" lvl="0" marL="457200" marR="0" rtl="0" algn="just">
              <a:spcBef>
                <a:spcPts val="0"/>
              </a:spcBef>
              <a:spcAft>
                <a:spcPts val="0"/>
              </a:spcAft>
              <a:buSzPts val="2000"/>
              <a:buFont typeface="Calibri"/>
              <a:buChar char="●"/>
            </a:pPr>
            <a:r>
              <a:rPr b="1" lang="en-US" sz="2000">
                <a:latin typeface="Calibri"/>
                <a:ea typeface="Calibri"/>
                <a:cs typeface="Calibri"/>
                <a:sym typeface="Calibri"/>
              </a:rPr>
              <a:t>When the column can have duplicate values</a:t>
            </a:r>
            <a:endParaRPr b="1" sz="2000">
              <a:latin typeface="Calibri"/>
              <a:ea typeface="Calibri"/>
              <a:cs typeface="Calibri"/>
              <a:sym typeface="Calibri"/>
            </a:endParaRPr>
          </a:p>
          <a:p>
            <a:pPr indent="0" lvl="0" marL="457200" marR="0" rtl="0" algn="just">
              <a:spcBef>
                <a:spcPts val="0"/>
              </a:spcBef>
              <a:spcAft>
                <a:spcPts val="0"/>
              </a:spcAft>
              <a:buNone/>
            </a:pPr>
            <a:r>
              <a:rPr lang="en-US" sz="2000">
                <a:latin typeface="Calibri"/>
                <a:ea typeface="Calibri"/>
                <a:cs typeface="Calibri"/>
                <a:sym typeface="Calibri"/>
              </a:rPr>
              <a:t>UNIQUE index ensures that a column does not have duplicate values, where each values are unique.</a:t>
            </a:r>
            <a:endParaRPr sz="2000">
              <a:latin typeface="Calibri"/>
              <a:ea typeface="Calibri"/>
              <a:cs typeface="Calibri"/>
              <a:sym typeface="Calibri"/>
            </a:endParaRPr>
          </a:p>
          <a:p>
            <a:pPr indent="0" lvl="0" marL="457200" marR="0" rtl="0" algn="just">
              <a:spcBef>
                <a:spcPts val="0"/>
              </a:spcBef>
              <a:spcAft>
                <a:spcPts val="0"/>
              </a:spcAft>
              <a:buNone/>
            </a:pPr>
            <a:r>
              <a:t/>
            </a:r>
            <a:endParaRPr sz="2000">
              <a:latin typeface="Calibri"/>
              <a:ea typeface="Calibri"/>
              <a:cs typeface="Calibri"/>
              <a:sym typeface="Calibri"/>
            </a:endParaRPr>
          </a:p>
          <a:p>
            <a:pPr indent="-355600" lvl="0" marL="457200" marR="0" rtl="0" algn="just">
              <a:spcBef>
                <a:spcPts val="0"/>
              </a:spcBef>
              <a:spcAft>
                <a:spcPts val="0"/>
              </a:spcAft>
              <a:buSzPts val="2000"/>
              <a:buFont typeface="Calibri"/>
              <a:buChar char="●"/>
            </a:pPr>
            <a:r>
              <a:rPr b="1" lang="en-US" sz="2000">
                <a:latin typeface="Calibri"/>
                <a:ea typeface="Calibri"/>
                <a:cs typeface="Calibri"/>
                <a:sym typeface="Calibri"/>
              </a:rPr>
              <a:t>When the column often changes</a:t>
            </a:r>
            <a:endParaRPr b="1" sz="2000">
              <a:latin typeface="Calibri"/>
              <a:ea typeface="Calibri"/>
              <a:cs typeface="Calibri"/>
              <a:sym typeface="Calibri"/>
            </a:endParaRPr>
          </a:p>
          <a:p>
            <a:pPr indent="0" lvl="0" marL="457200" marR="0" rtl="0" algn="just">
              <a:spcBef>
                <a:spcPts val="0"/>
              </a:spcBef>
              <a:spcAft>
                <a:spcPts val="0"/>
              </a:spcAft>
              <a:buNone/>
            </a:pPr>
            <a:r>
              <a:rPr lang="en-US" sz="2000">
                <a:latin typeface="Calibri"/>
                <a:ea typeface="Calibri"/>
                <a:cs typeface="Calibri"/>
                <a:sym typeface="Calibri"/>
              </a:rPr>
              <a:t>When a column is updated, the database must check every row to ensure that the the updated value is unique. This may be time consuming and may negatively </a:t>
            </a:r>
            <a:r>
              <a:rPr lang="en-US" sz="2000">
                <a:latin typeface="Calibri"/>
                <a:ea typeface="Calibri"/>
                <a:cs typeface="Calibri"/>
                <a:sym typeface="Calibri"/>
              </a:rPr>
              <a:t>affect</a:t>
            </a:r>
            <a:r>
              <a:rPr lang="en-US" sz="2000">
                <a:latin typeface="Calibri"/>
                <a:ea typeface="Calibri"/>
                <a:cs typeface="Calibri"/>
                <a:sym typeface="Calibri"/>
              </a:rPr>
              <a:t> performance.</a:t>
            </a:r>
            <a:endParaRPr sz="2000">
              <a:latin typeface="Calibri"/>
              <a:ea typeface="Calibri"/>
              <a:cs typeface="Calibri"/>
              <a:sym typeface="Calibri"/>
            </a:endParaRPr>
          </a:p>
          <a:p>
            <a:pPr indent="0" lvl="0" marL="457200" marR="0" rtl="0" algn="just">
              <a:spcBef>
                <a:spcPts val="0"/>
              </a:spcBef>
              <a:spcAft>
                <a:spcPts val="0"/>
              </a:spcAft>
              <a:buNone/>
            </a:pPr>
            <a:r>
              <a:t/>
            </a:r>
            <a:endParaRPr sz="2000">
              <a:latin typeface="Calibri"/>
              <a:ea typeface="Calibri"/>
              <a:cs typeface="Calibri"/>
              <a:sym typeface="Calibri"/>
            </a:endParaRPr>
          </a:p>
          <a:p>
            <a:pPr indent="-355600" lvl="0" marL="457200" marR="0" rtl="0" algn="just">
              <a:spcBef>
                <a:spcPts val="0"/>
              </a:spcBef>
              <a:spcAft>
                <a:spcPts val="0"/>
              </a:spcAft>
              <a:buSzPts val="2000"/>
              <a:buFont typeface="Calibri"/>
              <a:buChar char="●"/>
            </a:pPr>
            <a:r>
              <a:rPr b="1" lang="en-US" sz="2000">
                <a:latin typeface="Calibri"/>
                <a:ea typeface="Calibri"/>
                <a:cs typeface="Calibri"/>
                <a:sym typeface="Calibri"/>
              </a:rPr>
              <a:t>When uniqueness is not logically required</a:t>
            </a:r>
            <a:endParaRPr b="1" sz="2000">
              <a:latin typeface="Calibri"/>
              <a:ea typeface="Calibri"/>
              <a:cs typeface="Calibri"/>
              <a:sym typeface="Calibri"/>
            </a:endParaRPr>
          </a:p>
          <a:p>
            <a:pPr indent="0" lvl="0" marL="457200" marR="0" rtl="0" algn="just">
              <a:spcBef>
                <a:spcPts val="0"/>
              </a:spcBef>
              <a:spcAft>
                <a:spcPts val="0"/>
              </a:spcAft>
              <a:buNone/>
            </a:pPr>
            <a:r>
              <a:rPr lang="en-US" sz="2000">
                <a:latin typeface="Calibri"/>
                <a:ea typeface="Calibri"/>
                <a:cs typeface="Calibri"/>
                <a:sym typeface="Calibri"/>
              </a:rPr>
              <a:t>Even if the values are unique, it may not be necessary to use unique index if it is not logically required.</a:t>
            </a:r>
            <a:endParaRPr sz="20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4" name="Shape 294"/>
        <p:cNvGrpSpPr/>
        <p:nvPr/>
      </p:nvGrpSpPr>
      <p:grpSpPr>
        <a:xfrm>
          <a:off x="0" y="0"/>
          <a:ext cx="0" cy="0"/>
          <a:chOff x="0" y="0"/>
          <a:chExt cx="0" cy="0"/>
        </a:xfrm>
      </p:grpSpPr>
      <p:sp>
        <p:nvSpPr>
          <p:cNvPr id="295" name="Google Shape;295;g3a141533694_2_1"/>
          <p:cNvSpPr txBox="1"/>
          <p:nvPr/>
        </p:nvSpPr>
        <p:spPr>
          <a:xfrm>
            <a:off x="2270453" y="4075108"/>
            <a:ext cx="59436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3F3F3F"/>
                </a:solidFill>
                <a:latin typeface="Calibri"/>
                <a:ea typeface="Calibri"/>
                <a:cs typeface="Calibri"/>
                <a:sym typeface="Calibri"/>
              </a:rPr>
              <a:t>PRESENTATION TITLE / DESCRIPTION</a:t>
            </a:r>
            <a:endParaRPr/>
          </a:p>
        </p:txBody>
      </p:sp>
      <p:sp>
        <p:nvSpPr>
          <p:cNvPr id="296" name="Google Shape;296;g3a141533694_2_1"/>
          <p:cNvSpPr txBox="1"/>
          <p:nvPr/>
        </p:nvSpPr>
        <p:spPr>
          <a:xfrm>
            <a:off x="2270453" y="3517933"/>
            <a:ext cx="5943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3F3F3F"/>
                </a:solidFill>
                <a:latin typeface="Calibri"/>
                <a:ea typeface="Calibri"/>
                <a:cs typeface="Calibri"/>
                <a:sym typeface="Calibri"/>
              </a:rPr>
              <a:t>PRESENTATION SLIDE</a:t>
            </a:r>
            <a:endParaRPr/>
          </a:p>
        </p:txBody>
      </p:sp>
      <p:sp>
        <p:nvSpPr>
          <p:cNvPr id="297" name="Google Shape;297;g3a141533694_2_1"/>
          <p:cNvSpPr txBox="1"/>
          <p:nvPr/>
        </p:nvSpPr>
        <p:spPr>
          <a:xfrm>
            <a:off x="2270453" y="2210206"/>
            <a:ext cx="6432000" cy="144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400">
                <a:solidFill>
                  <a:srgbClr val="6C1D35"/>
                </a:solidFill>
                <a:latin typeface="Calibri"/>
                <a:ea typeface="Calibri"/>
                <a:cs typeface="Calibri"/>
                <a:sym typeface="Calibri"/>
              </a:rPr>
              <a:t>UNIVERSITI TEKNOLOGI MALAYSIA</a:t>
            </a:r>
            <a:endParaRPr/>
          </a:p>
        </p:txBody>
      </p:sp>
      <p:pic>
        <p:nvPicPr>
          <p:cNvPr id="298" name="Google Shape;298;g3a141533694_2_1"/>
          <p:cNvPicPr preferRelativeResize="0"/>
          <p:nvPr/>
        </p:nvPicPr>
        <p:blipFill rotWithShape="1">
          <a:blip r:embed="rId3">
            <a:alphaModFix/>
          </a:blip>
          <a:srcRect b="0" l="0" r="0" t="0"/>
          <a:stretch/>
        </p:blipFill>
        <p:spPr>
          <a:xfrm>
            <a:off x="4727149" y="599516"/>
            <a:ext cx="2249405" cy="751895"/>
          </a:xfrm>
          <a:prstGeom prst="rect">
            <a:avLst/>
          </a:prstGeom>
          <a:noFill/>
          <a:ln>
            <a:noFill/>
          </a:ln>
        </p:spPr>
      </p:pic>
      <p:pic>
        <p:nvPicPr>
          <p:cNvPr id="299" name="Google Shape;299;g3a141533694_2_1"/>
          <p:cNvPicPr preferRelativeResize="0"/>
          <p:nvPr/>
        </p:nvPicPr>
        <p:blipFill rotWithShape="1">
          <a:blip r:embed="rId4">
            <a:alphaModFix/>
          </a:blip>
          <a:srcRect b="0" l="0" r="0" t="0"/>
          <a:stretch/>
        </p:blipFill>
        <p:spPr>
          <a:xfrm>
            <a:off x="5178429" y="6352942"/>
            <a:ext cx="2136773" cy="16080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3" name="Shape 303"/>
        <p:cNvGrpSpPr/>
        <p:nvPr/>
      </p:nvGrpSpPr>
      <p:grpSpPr>
        <a:xfrm>
          <a:off x="0" y="0"/>
          <a:ext cx="0" cy="0"/>
          <a:chOff x="0" y="0"/>
          <a:chExt cx="0" cy="0"/>
        </a:xfrm>
      </p:grpSpPr>
      <p:sp>
        <p:nvSpPr>
          <p:cNvPr id="304" name="Google Shape;304;p3"/>
          <p:cNvSpPr txBox="1"/>
          <p:nvPr/>
        </p:nvSpPr>
        <p:spPr>
          <a:xfrm>
            <a:off x="4246895" y="4790793"/>
            <a:ext cx="59436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3F3F3F"/>
                </a:solidFill>
                <a:latin typeface="Calibri"/>
                <a:ea typeface="Calibri"/>
                <a:cs typeface="Calibri"/>
                <a:sym typeface="Calibri"/>
              </a:rPr>
              <a:t>PRESENTATION TITLE / DESCRIPTION</a:t>
            </a:r>
            <a:endParaRPr/>
          </a:p>
        </p:txBody>
      </p:sp>
      <p:sp>
        <p:nvSpPr>
          <p:cNvPr id="305" name="Google Shape;305;p3"/>
          <p:cNvSpPr txBox="1"/>
          <p:nvPr/>
        </p:nvSpPr>
        <p:spPr>
          <a:xfrm>
            <a:off x="4246895" y="4287638"/>
            <a:ext cx="59436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F3F3F"/>
                </a:solidFill>
                <a:latin typeface="Calibri"/>
                <a:ea typeface="Calibri"/>
                <a:cs typeface="Calibri"/>
                <a:sym typeface="Calibri"/>
              </a:rPr>
              <a:t>PRESENTATION SLIDE</a:t>
            </a:r>
            <a:endParaRPr/>
          </a:p>
        </p:txBody>
      </p:sp>
      <p:sp>
        <p:nvSpPr>
          <p:cNvPr id="306" name="Google Shape;306;p3"/>
          <p:cNvSpPr txBox="1"/>
          <p:nvPr/>
        </p:nvSpPr>
        <p:spPr>
          <a:xfrm>
            <a:off x="4246895" y="2661180"/>
            <a:ext cx="5132079"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rgbClr val="6C1D35"/>
                </a:solidFill>
                <a:latin typeface="Calibri"/>
                <a:ea typeface="Calibri"/>
                <a:cs typeface="Calibri"/>
                <a:sym typeface="Calibri"/>
              </a:rPr>
              <a:t>UNIVERSITI TEKNOLOGI MALAYSIA</a:t>
            </a:r>
            <a:endParaRPr/>
          </a:p>
        </p:txBody>
      </p:sp>
      <p:pic>
        <p:nvPicPr>
          <p:cNvPr id="307" name="Google Shape;307;p3"/>
          <p:cNvPicPr preferRelativeResize="0"/>
          <p:nvPr/>
        </p:nvPicPr>
        <p:blipFill rotWithShape="1">
          <a:blip r:embed="rId3">
            <a:alphaModFix/>
          </a:blip>
          <a:srcRect b="0" l="0" r="0" t="0"/>
          <a:stretch/>
        </p:blipFill>
        <p:spPr>
          <a:xfrm>
            <a:off x="9612795" y="344422"/>
            <a:ext cx="2249407" cy="751894"/>
          </a:xfrm>
          <a:prstGeom prst="rect">
            <a:avLst/>
          </a:prstGeom>
          <a:noFill/>
          <a:ln>
            <a:noFill/>
          </a:ln>
        </p:spPr>
      </p:pic>
      <p:pic>
        <p:nvPicPr>
          <p:cNvPr id="308" name="Google Shape;308;p3"/>
          <p:cNvPicPr preferRelativeResize="0"/>
          <p:nvPr/>
        </p:nvPicPr>
        <p:blipFill rotWithShape="1">
          <a:blip r:embed="rId4">
            <a:alphaModFix/>
          </a:blip>
          <a:srcRect b="0" l="0" r="0" t="0"/>
          <a:stretch/>
        </p:blipFill>
        <p:spPr>
          <a:xfrm>
            <a:off x="10123714" y="6529906"/>
            <a:ext cx="2060121" cy="155037"/>
          </a:xfrm>
          <a:prstGeom prst="rect">
            <a:avLst/>
          </a:prstGeom>
          <a:noFill/>
          <a:ln>
            <a:noFill/>
          </a:ln>
        </p:spPr>
      </p:pic>
      <p:cxnSp>
        <p:nvCxnSpPr>
          <p:cNvPr id="309" name="Google Shape;309;p3"/>
          <p:cNvCxnSpPr/>
          <p:nvPr/>
        </p:nvCxnSpPr>
        <p:spPr>
          <a:xfrm>
            <a:off x="0" y="6626873"/>
            <a:ext cx="10286999" cy="0"/>
          </a:xfrm>
          <a:prstGeom prst="straightConnector1">
            <a:avLst/>
          </a:prstGeom>
          <a:noFill/>
          <a:ln cap="flat" cmpd="sng" w="28575">
            <a:solidFill>
              <a:schemeClr val="accent2"/>
            </a:solidFill>
            <a:prstDash val="solid"/>
            <a:miter lim="800000"/>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3" name="Shape 313"/>
        <p:cNvGrpSpPr/>
        <p:nvPr/>
      </p:nvGrpSpPr>
      <p:grpSpPr>
        <a:xfrm>
          <a:off x="0" y="0"/>
          <a:ext cx="0" cy="0"/>
          <a:chOff x="0" y="0"/>
          <a:chExt cx="0" cy="0"/>
        </a:xfrm>
      </p:grpSpPr>
      <p:sp>
        <p:nvSpPr>
          <p:cNvPr id="314" name="Google Shape;314;p4"/>
          <p:cNvSpPr txBox="1"/>
          <p:nvPr>
            <p:ph type="title"/>
          </p:nvPr>
        </p:nvSpPr>
        <p:spPr>
          <a:xfrm>
            <a:off x="831850" y="1047751"/>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t/>
            </a:r>
            <a:endParaRPr/>
          </a:p>
        </p:txBody>
      </p:sp>
      <p:sp>
        <p:nvSpPr>
          <p:cNvPr id="315" name="Google Shape;315;p4"/>
          <p:cNvSpPr txBox="1"/>
          <p:nvPr/>
        </p:nvSpPr>
        <p:spPr>
          <a:xfrm>
            <a:off x="1798115" y="3128557"/>
            <a:ext cx="4024134" cy="1938992"/>
          </a:xfrm>
          <a:prstGeom prst="rect">
            <a:avLst/>
          </a:prstGeom>
          <a:noFill/>
          <a:ln>
            <a:noFill/>
          </a:ln>
        </p:spPr>
        <p:txBody>
          <a:bodyPr anchorCtr="0" anchor="t" bIns="45700" lIns="0" spcFirstLastPara="1" rIns="0" wrap="square" tIns="45700">
            <a:spAutoFit/>
          </a:bodyPr>
          <a:lstStyle/>
          <a:p>
            <a:pPr indent="0" lvl="0" marL="0" marR="0" rtl="0" algn="just">
              <a:spcBef>
                <a:spcPts val="0"/>
              </a:spcBef>
              <a:spcAft>
                <a:spcPts val="0"/>
              </a:spcAft>
              <a:buNone/>
            </a:pPr>
            <a:r>
              <a:rPr b="0" i="0" lang="en-US" sz="1200">
                <a:solidFill>
                  <a:srgbClr val="666666"/>
                </a:solidFill>
                <a:latin typeface="Calibri"/>
                <a:ea typeface="Calibri"/>
                <a:cs typeface="Calibri"/>
                <a:sym typeface="Calibri"/>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 Donec pede justo, fringilla vel, aliquet nec, vulputate eget, arcu. In enim justo, rhoncus ut, imperdiet a, venenatis vitae, justo. Nullam dictum felis eu pede mollis pretium. Integer tincidunt. Cras dapibus. Vivamus elementum semper nisi. Aenean vulputate eleifend tellus. </a:t>
            </a:r>
            <a:endParaRPr sz="1200">
              <a:solidFill>
                <a:schemeClr val="dk1"/>
              </a:solidFill>
              <a:latin typeface="Calibri"/>
              <a:ea typeface="Calibri"/>
              <a:cs typeface="Calibri"/>
              <a:sym typeface="Calibri"/>
            </a:endParaRPr>
          </a:p>
        </p:txBody>
      </p:sp>
      <p:sp>
        <p:nvSpPr>
          <p:cNvPr id="316" name="Google Shape;316;p4"/>
          <p:cNvSpPr txBox="1"/>
          <p:nvPr/>
        </p:nvSpPr>
        <p:spPr>
          <a:xfrm>
            <a:off x="6283176" y="3128557"/>
            <a:ext cx="4024134" cy="1938992"/>
          </a:xfrm>
          <a:prstGeom prst="rect">
            <a:avLst/>
          </a:prstGeom>
          <a:noFill/>
          <a:ln>
            <a:noFill/>
          </a:ln>
        </p:spPr>
        <p:txBody>
          <a:bodyPr anchorCtr="0" anchor="t" bIns="45700" lIns="0" spcFirstLastPara="1" rIns="0" wrap="square" tIns="45700">
            <a:spAutoFit/>
          </a:bodyPr>
          <a:lstStyle/>
          <a:p>
            <a:pPr indent="0" lvl="0" marL="0" marR="0" rtl="0" algn="just">
              <a:spcBef>
                <a:spcPts val="0"/>
              </a:spcBef>
              <a:spcAft>
                <a:spcPts val="0"/>
              </a:spcAft>
              <a:buNone/>
            </a:pPr>
            <a:r>
              <a:rPr b="0" i="0" lang="en-US" sz="1200">
                <a:solidFill>
                  <a:srgbClr val="666666"/>
                </a:solidFill>
                <a:latin typeface="Calibri"/>
                <a:ea typeface="Calibri"/>
                <a:cs typeface="Calibri"/>
                <a:sym typeface="Calibri"/>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 Donec pede justo, fringilla vel, aliquet nec, vulputate eget, arcu. In enim justo, rhoncus ut, imperdiet a, venenatis vitae, justo. Nullam dictum felis eu pede mollis pretium. Integer tincidunt. Cras dapibus. Vivamus elementum semper nisi. Aenean vulputate eleifend tellus. </a:t>
            </a:r>
            <a:endParaRPr sz="1200">
              <a:solidFill>
                <a:schemeClr val="dk1"/>
              </a:solidFill>
              <a:latin typeface="Calibri"/>
              <a:ea typeface="Calibri"/>
              <a:cs typeface="Calibri"/>
              <a:sym typeface="Calibri"/>
            </a:endParaRPr>
          </a:p>
        </p:txBody>
      </p:sp>
      <p:pic>
        <p:nvPicPr>
          <p:cNvPr id="317" name="Google Shape;317;p4"/>
          <p:cNvPicPr preferRelativeResize="0"/>
          <p:nvPr/>
        </p:nvPicPr>
        <p:blipFill rotWithShape="1">
          <a:blip r:embed="rId3">
            <a:alphaModFix/>
          </a:blip>
          <a:srcRect b="0" l="0" r="0" t="0"/>
          <a:stretch/>
        </p:blipFill>
        <p:spPr>
          <a:xfrm>
            <a:off x="5114018" y="6594272"/>
            <a:ext cx="1951264" cy="14684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1" name="Shape 321"/>
        <p:cNvGrpSpPr/>
        <p:nvPr/>
      </p:nvGrpSpPr>
      <p:grpSpPr>
        <a:xfrm>
          <a:off x="0" y="0"/>
          <a:ext cx="0" cy="0"/>
          <a:chOff x="0" y="0"/>
          <a:chExt cx="0" cy="0"/>
        </a:xfrm>
      </p:grpSpPr>
      <p:sp>
        <p:nvSpPr>
          <p:cNvPr id="322" name="Google Shape;322;p5"/>
          <p:cNvSpPr txBox="1"/>
          <p:nvPr/>
        </p:nvSpPr>
        <p:spPr>
          <a:xfrm>
            <a:off x="1524000" y="2615593"/>
            <a:ext cx="9144000" cy="3046988"/>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0" i="0" lang="en-US" sz="1200">
                <a:solidFill>
                  <a:srgbClr val="666666"/>
                </a:solidFill>
                <a:latin typeface="Calibri"/>
                <a:ea typeface="Calibri"/>
                <a:cs typeface="Calibri"/>
                <a:sym typeface="Calibri"/>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 Donec pede justo, fringilla vel, aliquet nec, vulputate eget, arcu. In enim justo, rhoncus ut, imperdiet a, venenatis vitae, justo. Nullam dictum felis eu pede mollis pretium. Integer tincidunt. Cras dapibus. Vivamus elementum semper nisi. Aenean vulputate eleifend tellus. </a:t>
            </a:r>
            <a:endParaRPr/>
          </a:p>
          <a:p>
            <a:pPr indent="0" lvl="0" marL="0" marR="0" rtl="0" algn="ctr">
              <a:spcBef>
                <a:spcPts val="0"/>
              </a:spcBef>
              <a:spcAft>
                <a:spcPts val="0"/>
              </a:spcAft>
              <a:buNone/>
            </a:pPr>
            <a:r>
              <a:t/>
            </a:r>
            <a:endParaRPr sz="1200">
              <a:solidFill>
                <a:srgbClr val="666666"/>
              </a:solidFill>
              <a:latin typeface="Calibri"/>
              <a:ea typeface="Calibri"/>
              <a:cs typeface="Calibri"/>
              <a:sym typeface="Calibri"/>
            </a:endParaRPr>
          </a:p>
          <a:p>
            <a:pPr indent="0" lvl="0" marL="0" marR="0" rtl="0" algn="ctr">
              <a:spcBef>
                <a:spcPts val="0"/>
              </a:spcBef>
              <a:spcAft>
                <a:spcPts val="0"/>
              </a:spcAft>
              <a:buNone/>
            </a:pPr>
            <a:r>
              <a:rPr b="0" i="0" lang="en-US" sz="1200">
                <a:solidFill>
                  <a:srgbClr val="666666"/>
                </a:solidFill>
                <a:latin typeface="Calibri"/>
                <a:ea typeface="Calibri"/>
                <a:cs typeface="Calibri"/>
                <a:sym typeface="Calibri"/>
              </a:rPr>
              <a:t>Aenean leo ligula, porttitor eu, consequat vitae, eleifend ac, enim. Aliquam lorem ante, dapibus in, viverra quis, feugiat a, tellus. Phasellus viverra nulla ut metus varius laoreet. Quisque rutrum. Aenean imperdiet. Etiam ultricies nisi vel augue. Curabitur ullamcorper ultricies nisi. Nam eget dui. Etiam rhoncus. Maecenas tempus, tellus eget condimentum rhoncus, sem quam semper libero, sit amet adipiscing sem neque sed ipsum. Nam quam nunc, blandit vel, luctus pulvinar, hendrerit id, lorem. Maecenas nec odio et ante tincidunt tempus. Donec vitae sapien ut libero venenatis faucibus. Nullam quis ante. Etiam sit amet orci eget eros faucibus tincidunt.</a:t>
            </a:r>
            <a:endParaRPr/>
          </a:p>
          <a:p>
            <a:pPr indent="0" lvl="0" marL="0" marR="0" rtl="0" algn="ctr">
              <a:spcBef>
                <a:spcPts val="0"/>
              </a:spcBef>
              <a:spcAft>
                <a:spcPts val="0"/>
              </a:spcAft>
              <a:buNone/>
            </a:pPr>
            <a:r>
              <a:t/>
            </a:r>
            <a:endParaRPr sz="1200">
              <a:solidFill>
                <a:srgbClr val="666666"/>
              </a:solidFill>
              <a:latin typeface="Calibri"/>
              <a:ea typeface="Calibri"/>
              <a:cs typeface="Calibri"/>
              <a:sym typeface="Calibri"/>
            </a:endParaRPr>
          </a:p>
          <a:p>
            <a:pPr indent="0" lvl="0" marL="0" marR="0" rtl="0" algn="ctr">
              <a:spcBef>
                <a:spcPts val="0"/>
              </a:spcBef>
              <a:spcAft>
                <a:spcPts val="0"/>
              </a:spcAft>
              <a:buNone/>
            </a:pPr>
            <a:r>
              <a:rPr b="0" i="0" lang="en-US" sz="1200">
                <a:solidFill>
                  <a:srgbClr val="666666"/>
                </a:solidFill>
                <a:latin typeface="Calibri"/>
                <a:ea typeface="Calibri"/>
                <a:cs typeface="Calibri"/>
                <a:sym typeface="Calibri"/>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 Donec pede justo, fringilla vel, aliquet nec, vulputate eget, arcu. In enim justo, rhoncus ut, imperdiet a, venenatis vitae, justo. Nullam dictum felis eu pede mollis pretium. Integer tincidunt. Cras dapibus. Vivamus elementum semper nisi. Aenean vulputate eleifend tellus. </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sp>
        <p:nvSpPr>
          <p:cNvPr id="323" name="Google Shape;323;p5"/>
          <p:cNvSpPr txBox="1"/>
          <p:nvPr>
            <p:ph type="ctrTitle"/>
          </p:nvPr>
        </p:nvSpPr>
        <p:spPr>
          <a:xfrm>
            <a:off x="1524000" y="1122363"/>
            <a:ext cx="9144000" cy="13811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t/>
            </a:r>
            <a:endParaRPr/>
          </a:p>
        </p:txBody>
      </p:sp>
      <p:pic>
        <p:nvPicPr>
          <p:cNvPr id="324" name="Google Shape;324;p5"/>
          <p:cNvPicPr preferRelativeResize="0"/>
          <p:nvPr/>
        </p:nvPicPr>
        <p:blipFill rotWithShape="1">
          <a:blip r:embed="rId3">
            <a:alphaModFix/>
          </a:blip>
          <a:srcRect b="0" l="0" r="0" t="0"/>
          <a:stretch/>
        </p:blipFill>
        <p:spPr>
          <a:xfrm>
            <a:off x="5114018" y="6594272"/>
            <a:ext cx="1951264" cy="14684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8" name="Shape 328"/>
        <p:cNvGrpSpPr/>
        <p:nvPr/>
      </p:nvGrpSpPr>
      <p:grpSpPr>
        <a:xfrm>
          <a:off x="0" y="0"/>
          <a:ext cx="0" cy="0"/>
          <a:chOff x="0" y="0"/>
          <a:chExt cx="0" cy="0"/>
        </a:xfrm>
      </p:grpSpPr>
      <p:sp>
        <p:nvSpPr>
          <p:cNvPr id="329" name="Google Shape;329;p6"/>
          <p:cNvSpPr txBox="1"/>
          <p:nvPr/>
        </p:nvSpPr>
        <p:spPr>
          <a:xfrm>
            <a:off x="998669" y="3779017"/>
            <a:ext cx="2406493" cy="600164"/>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330" name="Google Shape;330;p6"/>
          <p:cNvSpPr txBox="1"/>
          <p:nvPr/>
        </p:nvSpPr>
        <p:spPr>
          <a:xfrm>
            <a:off x="928096" y="3510174"/>
            <a:ext cx="255717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grpSp>
        <p:nvGrpSpPr>
          <p:cNvPr id="331" name="Google Shape;331;p6"/>
          <p:cNvGrpSpPr/>
          <p:nvPr/>
        </p:nvGrpSpPr>
        <p:grpSpPr>
          <a:xfrm>
            <a:off x="4530097" y="2814547"/>
            <a:ext cx="582460" cy="582460"/>
            <a:chOff x="4592877" y="2531202"/>
            <a:chExt cx="776613" cy="776613"/>
          </a:xfrm>
        </p:grpSpPr>
        <p:sp>
          <p:nvSpPr>
            <p:cNvPr id="332" name="Google Shape;332;p6"/>
            <p:cNvSpPr/>
            <p:nvPr/>
          </p:nvSpPr>
          <p:spPr>
            <a:xfrm>
              <a:off x="4592877" y="2531202"/>
              <a:ext cx="776613" cy="776613"/>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grpSp>
          <p:nvGrpSpPr>
            <p:cNvPr id="333" name="Google Shape;333;p6"/>
            <p:cNvGrpSpPr/>
            <p:nvPr/>
          </p:nvGrpSpPr>
          <p:grpSpPr>
            <a:xfrm>
              <a:off x="4740676" y="2693289"/>
              <a:ext cx="481012" cy="452438"/>
              <a:chOff x="8106304" y="3879322"/>
              <a:chExt cx="481012" cy="452438"/>
            </a:xfrm>
          </p:grpSpPr>
          <p:sp>
            <p:nvSpPr>
              <p:cNvPr id="334" name="Google Shape;334;p6"/>
              <p:cNvSpPr/>
              <p:nvPr/>
            </p:nvSpPr>
            <p:spPr>
              <a:xfrm>
                <a:off x="8166629" y="3939647"/>
                <a:ext cx="361950" cy="241300"/>
              </a:xfrm>
              <a:custGeom>
                <a:rect b="b" l="l" r="r" t="t"/>
                <a:pathLst>
                  <a:path extrusionOk="0" h="64" w="96">
                    <a:moveTo>
                      <a:pt x="92" y="0"/>
                    </a:moveTo>
                    <a:cubicBezTo>
                      <a:pt x="4" y="0"/>
                      <a:pt x="4" y="0"/>
                      <a:pt x="4" y="0"/>
                    </a:cubicBezTo>
                    <a:cubicBezTo>
                      <a:pt x="2" y="0"/>
                      <a:pt x="0" y="2"/>
                      <a:pt x="0" y="4"/>
                    </a:cubicBezTo>
                    <a:cubicBezTo>
                      <a:pt x="0" y="60"/>
                      <a:pt x="0" y="60"/>
                      <a:pt x="0" y="60"/>
                    </a:cubicBezTo>
                    <a:cubicBezTo>
                      <a:pt x="0" y="62"/>
                      <a:pt x="2" y="64"/>
                      <a:pt x="4" y="64"/>
                    </a:cubicBezTo>
                    <a:cubicBezTo>
                      <a:pt x="92" y="64"/>
                      <a:pt x="92" y="64"/>
                      <a:pt x="92" y="64"/>
                    </a:cubicBezTo>
                    <a:cubicBezTo>
                      <a:pt x="94" y="64"/>
                      <a:pt x="96" y="62"/>
                      <a:pt x="96" y="60"/>
                    </a:cubicBezTo>
                    <a:cubicBezTo>
                      <a:pt x="96" y="4"/>
                      <a:pt x="96" y="4"/>
                      <a:pt x="96" y="4"/>
                    </a:cubicBezTo>
                    <a:cubicBezTo>
                      <a:pt x="96" y="2"/>
                      <a:pt x="94" y="0"/>
                      <a:pt x="92" y="0"/>
                    </a:cubicBezTo>
                    <a:close/>
                    <a:moveTo>
                      <a:pt x="92" y="60"/>
                    </a:moveTo>
                    <a:cubicBezTo>
                      <a:pt x="4" y="60"/>
                      <a:pt x="4" y="60"/>
                      <a:pt x="4" y="60"/>
                    </a:cubicBezTo>
                    <a:cubicBezTo>
                      <a:pt x="4" y="4"/>
                      <a:pt x="4" y="4"/>
                      <a:pt x="4" y="4"/>
                    </a:cubicBezTo>
                    <a:cubicBezTo>
                      <a:pt x="92" y="4"/>
                      <a:pt x="92" y="4"/>
                      <a:pt x="92" y="4"/>
                    </a:cubicBezTo>
                    <a:lnTo>
                      <a:pt x="92" y="6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35" name="Google Shape;335;p6"/>
              <p:cNvSpPr/>
              <p:nvPr/>
            </p:nvSpPr>
            <p:spPr>
              <a:xfrm>
                <a:off x="8106304" y="3879322"/>
                <a:ext cx="481012" cy="452438"/>
              </a:xfrm>
              <a:custGeom>
                <a:rect b="b" l="l" r="r" t="t"/>
                <a:pathLst>
                  <a:path extrusionOk="0" h="120" w="128">
                    <a:moveTo>
                      <a:pt x="116" y="0"/>
                    </a:moveTo>
                    <a:cubicBezTo>
                      <a:pt x="12" y="0"/>
                      <a:pt x="12" y="0"/>
                      <a:pt x="12" y="0"/>
                    </a:cubicBezTo>
                    <a:cubicBezTo>
                      <a:pt x="5" y="0"/>
                      <a:pt x="0" y="5"/>
                      <a:pt x="0" y="12"/>
                    </a:cubicBezTo>
                    <a:cubicBezTo>
                      <a:pt x="0" y="92"/>
                      <a:pt x="0" y="92"/>
                      <a:pt x="0" y="92"/>
                    </a:cubicBezTo>
                    <a:cubicBezTo>
                      <a:pt x="0" y="99"/>
                      <a:pt x="5" y="104"/>
                      <a:pt x="12" y="104"/>
                    </a:cubicBezTo>
                    <a:cubicBezTo>
                      <a:pt x="52" y="104"/>
                      <a:pt x="52" y="104"/>
                      <a:pt x="52" y="104"/>
                    </a:cubicBezTo>
                    <a:cubicBezTo>
                      <a:pt x="52" y="109"/>
                      <a:pt x="52" y="109"/>
                      <a:pt x="52" y="109"/>
                    </a:cubicBezTo>
                    <a:cubicBezTo>
                      <a:pt x="27" y="112"/>
                      <a:pt x="27" y="112"/>
                      <a:pt x="27" y="112"/>
                    </a:cubicBezTo>
                    <a:cubicBezTo>
                      <a:pt x="25" y="113"/>
                      <a:pt x="24" y="114"/>
                      <a:pt x="24" y="116"/>
                    </a:cubicBezTo>
                    <a:cubicBezTo>
                      <a:pt x="24" y="118"/>
                      <a:pt x="26" y="120"/>
                      <a:pt x="28" y="120"/>
                    </a:cubicBezTo>
                    <a:cubicBezTo>
                      <a:pt x="100" y="120"/>
                      <a:pt x="100" y="120"/>
                      <a:pt x="100" y="120"/>
                    </a:cubicBezTo>
                    <a:cubicBezTo>
                      <a:pt x="102" y="120"/>
                      <a:pt x="104" y="118"/>
                      <a:pt x="104" y="116"/>
                    </a:cubicBezTo>
                    <a:cubicBezTo>
                      <a:pt x="104" y="114"/>
                      <a:pt x="103" y="113"/>
                      <a:pt x="101" y="112"/>
                    </a:cubicBezTo>
                    <a:cubicBezTo>
                      <a:pt x="76" y="109"/>
                      <a:pt x="76" y="109"/>
                      <a:pt x="76" y="109"/>
                    </a:cubicBezTo>
                    <a:cubicBezTo>
                      <a:pt x="76" y="104"/>
                      <a:pt x="76" y="104"/>
                      <a:pt x="76" y="104"/>
                    </a:cubicBezTo>
                    <a:cubicBezTo>
                      <a:pt x="116" y="104"/>
                      <a:pt x="116" y="104"/>
                      <a:pt x="116" y="104"/>
                    </a:cubicBezTo>
                    <a:cubicBezTo>
                      <a:pt x="123" y="104"/>
                      <a:pt x="128" y="99"/>
                      <a:pt x="128" y="92"/>
                    </a:cubicBezTo>
                    <a:cubicBezTo>
                      <a:pt x="128" y="12"/>
                      <a:pt x="128" y="12"/>
                      <a:pt x="128" y="12"/>
                    </a:cubicBezTo>
                    <a:cubicBezTo>
                      <a:pt x="128" y="5"/>
                      <a:pt x="123" y="0"/>
                      <a:pt x="116" y="0"/>
                    </a:cubicBezTo>
                    <a:close/>
                    <a:moveTo>
                      <a:pt x="120" y="92"/>
                    </a:moveTo>
                    <a:cubicBezTo>
                      <a:pt x="120" y="94"/>
                      <a:pt x="118" y="96"/>
                      <a:pt x="116" y="96"/>
                    </a:cubicBezTo>
                    <a:cubicBezTo>
                      <a:pt x="80" y="96"/>
                      <a:pt x="80" y="96"/>
                      <a:pt x="80" y="96"/>
                    </a:cubicBezTo>
                    <a:cubicBezTo>
                      <a:pt x="48" y="96"/>
                      <a:pt x="48" y="96"/>
                      <a:pt x="48" y="96"/>
                    </a:cubicBezTo>
                    <a:cubicBezTo>
                      <a:pt x="12" y="96"/>
                      <a:pt x="12" y="96"/>
                      <a:pt x="12" y="96"/>
                    </a:cubicBezTo>
                    <a:cubicBezTo>
                      <a:pt x="10" y="96"/>
                      <a:pt x="8" y="94"/>
                      <a:pt x="8" y="92"/>
                    </a:cubicBezTo>
                    <a:cubicBezTo>
                      <a:pt x="8" y="12"/>
                      <a:pt x="8" y="12"/>
                      <a:pt x="8" y="12"/>
                    </a:cubicBezTo>
                    <a:cubicBezTo>
                      <a:pt x="8" y="10"/>
                      <a:pt x="10" y="8"/>
                      <a:pt x="12" y="8"/>
                    </a:cubicBezTo>
                    <a:cubicBezTo>
                      <a:pt x="116" y="8"/>
                      <a:pt x="116" y="8"/>
                      <a:pt x="116" y="8"/>
                    </a:cubicBezTo>
                    <a:cubicBezTo>
                      <a:pt x="118" y="8"/>
                      <a:pt x="120" y="10"/>
                      <a:pt x="120" y="12"/>
                    </a:cubicBezTo>
                    <a:lnTo>
                      <a:pt x="120" y="92"/>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grpSp>
        <p:nvGrpSpPr>
          <p:cNvPr id="336" name="Google Shape;336;p6"/>
          <p:cNvGrpSpPr/>
          <p:nvPr/>
        </p:nvGrpSpPr>
        <p:grpSpPr>
          <a:xfrm>
            <a:off x="7152903" y="2814547"/>
            <a:ext cx="582460" cy="582460"/>
            <a:chOff x="6822510" y="2531202"/>
            <a:chExt cx="776613" cy="776613"/>
          </a:xfrm>
        </p:grpSpPr>
        <p:sp>
          <p:nvSpPr>
            <p:cNvPr id="337" name="Google Shape;337;p6"/>
            <p:cNvSpPr/>
            <p:nvPr/>
          </p:nvSpPr>
          <p:spPr>
            <a:xfrm>
              <a:off x="6822510" y="2531202"/>
              <a:ext cx="776613" cy="776613"/>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338" name="Google Shape;338;p6"/>
            <p:cNvSpPr/>
            <p:nvPr/>
          </p:nvSpPr>
          <p:spPr>
            <a:xfrm>
              <a:off x="6962371" y="2678208"/>
              <a:ext cx="496887" cy="482600"/>
            </a:xfrm>
            <a:custGeom>
              <a:rect b="b" l="l" r="r" t="t"/>
              <a:pathLst>
                <a:path extrusionOk="0" h="128" w="132">
                  <a:moveTo>
                    <a:pt x="118" y="10"/>
                  </a:moveTo>
                  <a:cubicBezTo>
                    <a:pt x="111" y="4"/>
                    <a:pt x="102" y="0"/>
                    <a:pt x="94" y="0"/>
                  </a:cubicBezTo>
                  <a:cubicBezTo>
                    <a:pt x="87" y="0"/>
                    <a:pt x="80" y="3"/>
                    <a:pt x="75" y="8"/>
                  </a:cubicBezTo>
                  <a:cubicBezTo>
                    <a:pt x="56" y="27"/>
                    <a:pt x="56" y="27"/>
                    <a:pt x="56" y="27"/>
                  </a:cubicBezTo>
                  <a:cubicBezTo>
                    <a:pt x="56" y="27"/>
                    <a:pt x="56" y="27"/>
                    <a:pt x="55" y="27"/>
                  </a:cubicBezTo>
                  <a:cubicBezTo>
                    <a:pt x="55" y="27"/>
                    <a:pt x="55" y="27"/>
                    <a:pt x="55" y="27"/>
                  </a:cubicBezTo>
                  <a:cubicBezTo>
                    <a:pt x="55" y="27"/>
                    <a:pt x="55" y="27"/>
                    <a:pt x="55" y="27"/>
                  </a:cubicBezTo>
                  <a:cubicBezTo>
                    <a:pt x="14" y="69"/>
                    <a:pt x="14" y="69"/>
                    <a:pt x="14" y="69"/>
                  </a:cubicBezTo>
                  <a:cubicBezTo>
                    <a:pt x="12" y="71"/>
                    <a:pt x="11" y="73"/>
                    <a:pt x="10" y="76"/>
                  </a:cubicBezTo>
                  <a:cubicBezTo>
                    <a:pt x="1" y="110"/>
                    <a:pt x="1" y="110"/>
                    <a:pt x="1" y="110"/>
                  </a:cubicBezTo>
                  <a:cubicBezTo>
                    <a:pt x="1" y="110"/>
                    <a:pt x="0" y="113"/>
                    <a:pt x="0" y="114"/>
                  </a:cubicBezTo>
                  <a:cubicBezTo>
                    <a:pt x="0" y="122"/>
                    <a:pt x="6" y="128"/>
                    <a:pt x="14" y="128"/>
                  </a:cubicBezTo>
                  <a:cubicBezTo>
                    <a:pt x="16" y="128"/>
                    <a:pt x="19" y="127"/>
                    <a:pt x="19" y="127"/>
                  </a:cubicBezTo>
                  <a:cubicBezTo>
                    <a:pt x="53" y="118"/>
                    <a:pt x="53" y="118"/>
                    <a:pt x="53" y="118"/>
                  </a:cubicBezTo>
                  <a:cubicBezTo>
                    <a:pt x="55" y="118"/>
                    <a:pt x="57" y="116"/>
                    <a:pt x="59" y="114"/>
                  </a:cubicBezTo>
                  <a:cubicBezTo>
                    <a:pt x="120" y="53"/>
                    <a:pt x="120" y="53"/>
                    <a:pt x="120" y="53"/>
                  </a:cubicBezTo>
                  <a:cubicBezTo>
                    <a:pt x="132" y="42"/>
                    <a:pt x="130" y="23"/>
                    <a:pt x="118" y="10"/>
                  </a:cubicBezTo>
                  <a:close/>
                  <a:moveTo>
                    <a:pt x="64" y="95"/>
                  </a:moveTo>
                  <a:cubicBezTo>
                    <a:pt x="64" y="92"/>
                    <a:pt x="63" y="88"/>
                    <a:pt x="61" y="85"/>
                  </a:cubicBezTo>
                  <a:cubicBezTo>
                    <a:pt x="99" y="47"/>
                    <a:pt x="99" y="47"/>
                    <a:pt x="99" y="47"/>
                  </a:cubicBezTo>
                  <a:cubicBezTo>
                    <a:pt x="101" y="54"/>
                    <a:pt x="100" y="62"/>
                    <a:pt x="95" y="67"/>
                  </a:cubicBezTo>
                  <a:cubicBezTo>
                    <a:pt x="95" y="67"/>
                    <a:pt x="95" y="67"/>
                    <a:pt x="95" y="67"/>
                  </a:cubicBezTo>
                  <a:cubicBezTo>
                    <a:pt x="95" y="67"/>
                    <a:pt x="95" y="67"/>
                    <a:pt x="95" y="67"/>
                  </a:cubicBezTo>
                  <a:cubicBezTo>
                    <a:pt x="64" y="98"/>
                    <a:pt x="64" y="98"/>
                    <a:pt x="64" y="98"/>
                  </a:cubicBezTo>
                  <a:cubicBezTo>
                    <a:pt x="64" y="97"/>
                    <a:pt x="64" y="96"/>
                    <a:pt x="64" y="95"/>
                  </a:cubicBezTo>
                  <a:close/>
                  <a:moveTo>
                    <a:pt x="59" y="81"/>
                  </a:moveTo>
                  <a:cubicBezTo>
                    <a:pt x="58" y="79"/>
                    <a:pt x="56" y="76"/>
                    <a:pt x="54" y="74"/>
                  </a:cubicBezTo>
                  <a:cubicBezTo>
                    <a:pt x="51" y="72"/>
                    <a:pt x="49" y="70"/>
                    <a:pt x="46" y="68"/>
                  </a:cubicBezTo>
                  <a:cubicBezTo>
                    <a:pt x="84" y="30"/>
                    <a:pt x="84" y="30"/>
                    <a:pt x="84" y="30"/>
                  </a:cubicBezTo>
                  <a:cubicBezTo>
                    <a:pt x="87" y="31"/>
                    <a:pt x="90" y="33"/>
                    <a:pt x="92" y="36"/>
                  </a:cubicBezTo>
                  <a:cubicBezTo>
                    <a:pt x="94" y="38"/>
                    <a:pt x="96" y="40"/>
                    <a:pt x="97" y="43"/>
                  </a:cubicBezTo>
                  <a:lnTo>
                    <a:pt x="59" y="81"/>
                  </a:lnTo>
                  <a:close/>
                  <a:moveTo>
                    <a:pt x="42" y="66"/>
                  </a:moveTo>
                  <a:cubicBezTo>
                    <a:pt x="38" y="65"/>
                    <a:pt x="34" y="64"/>
                    <a:pt x="30" y="64"/>
                  </a:cubicBezTo>
                  <a:cubicBezTo>
                    <a:pt x="61" y="33"/>
                    <a:pt x="61" y="33"/>
                    <a:pt x="61" y="33"/>
                  </a:cubicBezTo>
                  <a:cubicBezTo>
                    <a:pt x="66" y="28"/>
                    <a:pt x="73" y="27"/>
                    <a:pt x="80" y="29"/>
                  </a:cubicBezTo>
                  <a:lnTo>
                    <a:pt x="42" y="66"/>
                  </a:lnTo>
                  <a:close/>
                  <a:moveTo>
                    <a:pt x="17" y="119"/>
                  </a:moveTo>
                  <a:cubicBezTo>
                    <a:pt x="16" y="120"/>
                    <a:pt x="15" y="120"/>
                    <a:pt x="14" y="120"/>
                  </a:cubicBezTo>
                  <a:cubicBezTo>
                    <a:pt x="11" y="120"/>
                    <a:pt x="8" y="117"/>
                    <a:pt x="8" y="114"/>
                  </a:cubicBezTo>
                  <a:cubicBezTo>
                    <a:pt x="8" y="113"/>
                    <a:pt x="8" y="112"/>
                    <a:pt x="8" y="112"/>
                  </a:cubicBezTo>
                  <a:cubicBezTo>
                    <a:pt x="13" y="96"/>
                    <a:pt x="13" y="96"/>
                    <a:pt x="13" y="96"/>
                  </a:cubicBezTo>
                  <a:cubicBezTo>
                    <a:pt x="17" y="96"/>
                    <a:pt x="22" y="98"/>
                    <a:pt x="26" y="102"/>
                  </a:cubicBezTo>
                  <a:cubicBezTo>
                    <a:pt x="30" y="106"/>
                    <a:pt x="32" y="111"/>
                    <a:pt x="32" y="116"/>
                  </a:cubicBezTo>
                  <a:lnTo>
                    <a:pt x="17" y="119"/>
                  </a:lnTo>
                  <a:close/>
                  <a:moveTo>
                    <a:pt x="35" y="115"/>
                  </a:moveTo>
                  <a:cubicBezTo>
                    <a:pt x="35" y="109"/>
                    <a:pt x="33" y="104"/>
                    <a:pt x="29" y="99"/>
                  </a:cubicBezTo>
                  <a:cubicBezTo>
                    <a:pt x="25" y="95"/>
                    <a:pt x="19" y="93"/>
                    <a:pt x="14" y="92"/>
                  </a:cubicBezTo>
                  <a:cubicBezTo>
                    <a:pt x="18" y="78"/>
                    <a:pt x="18" y="78"/>
                    <a:pt x="18" y="78"/>
                  </a:cubicBezTo>
                  <a:cubicBezTo>
                    <a:pt x="18" y="77"/>
                    <a:pt x="19" y="76"/>
                    <a:pt x="19" y="75"/>
                  </a:cubicBezTo>
                  <a:cubicBezTo>
                    <a:pt x="27" y="69"/>
                    <a:pt x="40" y="71"/>
                    <a:pt x="48" y="80"/>
                  </a:cubicBezTo>
                  <a:cubicBezTo>
                    <a:pt x="57" y="89"/>
                    <a:pt x="59" y="102"/>
                    <a:pt x="52" y="110"/>
                  </a:cubicBezTo>
                  <a:cubicBezTo>
                    <a:pt x="51" y="110"/>
                    <a:pt x="51" y="111"/>
                    <a:pt x="50" y="111"/>
                  </a:cubicBezTo>
                  <a:lnTo>
                    <a:pt x="35" y="115"/>
                  </a:lnTo>
                  <a:close/>
                  <a:moveTo>
                    <a:pt x="115" y="47"/>
                  </a:moveTo>
                  <a:cubicBezTo>
                    <a:pt x="108" y="54"/>
                    <a:pt x="108" y="54"/>
                    <a:pt x="108" y="54"/>
                  </a:cubicBezTo>
                  <a:cubicBezTo>
                    <a:pt x="108" y="53"/>
                    <a:pt x="108" y="52"/>
                    <a:pt x="108" y="51"/>
                  </a:cubicBezTo>
                  <a:cubicBezTo>
                    <a:pt x="107" y="43"/>
                    <a:pt x="104" y="36"/>
                    <a:pt x="98" y="30"/>
                  </a:cubicBezTo>
                  <a:cubicBezTo>
                    <a:pt x="91" y="24"/>
                    <a:pt x="83" y="20"/>
                    <a:pt x="74" y="20"/>
                  </a:cubicBezTo>
                  <a:cubicBezTo>
                    <a:pt x="81" y="13"/>
                    <a:pt x="81" y="13"/>
                    <a:pt x="81" y="13"/>
                  </a:cubicBezTo>
                  <a:cubicBezTo>
                    <a:pt x="84" y="10"/>
                    <a:pt x="89" y="8"/>
                    <a:pt x="94" y="8"/>
                  </a:cubicBezTo>
                  <a:cubicBezTo>
                    <a:pt x="100" y="8"/>
                    <a:pt x="107" y="11"/>
                    <a:pt x="112" y="16"/>
                  </a:cubicBezTo>
                  <a:cubicBezTo>
                    <a:pt x="117" y="21"/>
                    <a:pt x="120" y="27"/>
                    <a:pt x="120" y="33"/>
                  </a:cubicBezTo>
                  <a:cubicBezTo>
                    <a:pt x="120" y="38"/>
                    <a:pt x="118" y="43"/>
                    <a:pt x="115" y="4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339" name="Google Shape;339;p6"/>
          <p:cNvGrpSpPr/>
          <p:nvPr/>
        </p:nvGrpSpPr>
        <p:grpSpPr>
          <a:xfrm>
            <a:off x="1910687" y="2814547"/>
            <a:ext cx="582460" cy="582460"/>
            <a:chOff x="2363244" y="2531202"/>
            <a:chExt cx="776613" cy="776613"/>
          </a:xfrm>
        </p:grpSpPr>
        <p:sp>
          <p:nvSpPr>
            <p:cNvPr id="340" name="Google Shape;340;p6"/>
            <p:cNvSpPr/>
            <p:nvPr/>
          </p:nvSpPr>
          <p:spPr>
            <a:xfrm>
              <a:off x="2363244" y="2531202"/>
              <a:ext cx="776613" cy="776613"/>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grpSp>
          <p:nvGrpSpPr>
            <p:cNvPr id="341" name="Google Shape;341;p6"/>
            <p:cNvGrpSpPr/>
            <p:nvPr/>
          </p:nvGrpSpPr>
          <p:grpSpPr>
            <a:xfrm>
              <a:off x="2586449" y="2678208"/>
              <a:ext cx="330200" cy="482600"/>
              <a:chOff x="6258454" y="3849160"/>
              <a:chExt cx="330200" cy="482600"/>
            </a:xfrm>
          </p:grpSpPr>
          <p:sp>
            <p:nvSpPr>
              <p:cNvPr id="342" name="Google Shape;342;p6"/>
              <p:cNvSpPr/>
              <p:nvPr/>
            </p:nvSpPr>
            <p:spPr>
              <a:xfrm>
                <a:off x="6258454" y="3849160"/>
                <a:ext cx="330200" cy="482600"/>
              </a:xfrm>
              <a:custGeom>
                <a:rect b="b" l="l" r="r" t="t"/>
                <a:pathLst>
                  <a:path extrusionOk="0" h="128" w="88">
                    <a:moveTo>
                      <a:pt x="44" y="0"/>
                    </a:moveTo>
                    <a:cubicBezTo>
                      <a:pt x="20" y="0"/>
                      <a:pt x="0" y="20"/>
                      <a:pt x="0" y="44"/>
                    </a:cubicBezTo>
                    <a:cubicBezTo>
                      <a:pt x="0" y="60"/>
                      <a:pt x="15" y="77"/>
                      <a:pt x="20" y="92"/>
                    </a:cubicBezTo>
                    <a:cubicBezTo>
                      <a:pt x="28" y="115"/>
                      <a:pt x="27" y="128"/>
                      <a:pt x="44" y="128"/>
                    </a:cubicBezTo>
                    <a:cubicBezTo>
                      <a:pt x="61" y="128"/>
                      <a:pt x="60" y="115"/>
                      <a:pt x="68" y="92"/>
                    </a:cubicBezTo>
                    <a:cubicBezTo>
                      <a:pt x="73" y="77"/>
                      <a:pt x="88" y="60"/>
                      <a:pt x="88" y="44"/>
                    </a:cubicBezTo>
                    <a:cubicBezTo>
                      <a:pt x="88" y="20"/>
                      <a:pt x="68" y="0"/>
                      <a:pt x="44" y="0"/>
                    </a:cubicBezTo>
                    <a:close/>
                    <a:moveTo>
                      <a:pt x="54" y="109"/>
                    </a:moveTo>
                    <a:cubicBezTo>
                      <a:pt x="35" y="111"/>
                      <a:pt x="35" y="111"/>
                      <a:pt x="35" y="111"/>
                    </a:cubicBezTo>
                    <a:cubicBezTo>
                      <a:pt x="34" y="109"/>
                      <a:pt x="33" y="107"/>
                      <a:pt x="32" y="104"/>
                    </a:cubicBezTo>
                    <a:cubicBezTo>
                      <a:pt x="32" y="104"/>
                      <a:pt x="32" y="104"/>
                      <a:pt x="32" y="103"/>
                    </a:cubicBezTo>
                    <a:cubicBezTo>
                      <a:pt x="57" y="100"/>
                      <a:pt x="57" y="100"/>
                      <a:pt x="57" y="100"/>
                    </a:cubicBezTo>
                    <a:cubicBezTo>
                      <a:pt x="57" y="102"/>
                      <a:pt x="56" y="103"/>
                      <a:pt x="56" y="104"/>
                    </a:cubicBezTo>
                    <a:cubicBezTo>
                      <a:pt x="55" y="106"/>
                      <a:pt x="55" y="107"/>
                      <a:pt x="54" y="109"/>
                    </a:cubicBezTo>
                    <a:close/>
                    <a:moveTo>
                      <a:pt x="31" y="100"/>
                    </a:moveTo>
                    <a:cubicBezTo>
                      <a:pt x="30" y="97"/>
                      <a:pt x="29" y="95"/>
                      <a:pt x="28" y="92"/>
                    </a:cubicBezTo>
                    <a:cubicBezTo>
                      <a:pt x="60" y="92"/>
                      <a:pt x="60" y="92"/>
                      <a:pt x="60" y="92"/>
                    </a:cubicBezTo>
                    <a:cubicBezTo>
                      <a:pt x="59" y="93"/>
                      <a:pt x="59" y="95"/>
                      <a:pt x="58" y="96"/>
                    </a:cubicBezTo>
                    <a:lnTo>
                      <a:pt x="31" y="100"/>
                    </a:lnTo>
                    <a:close/>
                    <a:moveTo>
                      <a:pt x="44" y="120"/>
                    </a:moveTo>
                    <a:cubicBezTo>
                      <a:pt x="40" y="120"/>
                      <a:pt x="38" y="120"/>
                      <a:pt x="36" y="115"/>
                    </a:cubicBezTo>
                    <a:cubicBezTo>
                      <a:pt x="53" y="113"/>
                      <a:pt x="53" y="113"/>
                      <a:pt x="53" y="113"/>
                    </a:cubicBezTo>
                    <a:cubicBezTo>
                      <a:pt x="51" y="119"/>
                      <a:pt x="49" y="120"/>
                      <a:pt x="44" y="120"/>
                    </a:cubicBezTo>
                    <a:close/>
                    <a:moveTo>
                      <a:pt x="63" y="84"/>
                    </a:moveTo>
                    <a:cubicBezTo>
                      <a:pt x="25" y="84"/>
                      <a:pt x="25" y="84"/>
                      <a:pt x="25" y="84"/>
                    </a:cubicBezTo>
                    <a:cubicBezTo>
                      <a:pt x="23" y="80"/>
                      <a:pt x="21" y="75"/>
                      <a:pt x="19" y="71"/>
                    </a:cubicBezTo>
                    <a:cubicBezTo>
                      <a:pt x="13" y="62"/>
                      <a:pt x="8" y="52"/>
                      <a:pt x="8" y="44"/>
                    </a:cubicBezTo>
                    <a:cubicBezTo>
                      <a:pt x="8" y="24"/>
                      <a:pt x="24" y="8"/>
                      <a:pt x="44" y="8"/>
                    </a:cubicBezTo>
                    <a:cubicBezTo>
                      <a:pt x="64" y="8"/>
                      <a:pt x="80" y="24"/>
                      <a:pt x="80" y="44"/>
                    </a:cubicBezTo>
                    <a:cubicBezTo>
                      <a:pt x="80" y="52"/>
                      <a:pt x="75" y="62"/>
                      <a:pt x="69" y="71"/>
                    </a:cubicBezTo>
                    <a:cubicBezTo>
                      <a:pt x="67" y="75"/>
                      <a:pt x="65" y="80"/>
                      <a:pt x="63" y="84"/>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43" name="Google Shape;343;p6"/>
              <p:cNvSpPr/>
              <p:nvPr/>
            </p:nvSpPr>
            <p:spPr>
              <a:xfrm>
                <a:off x="6333066" y="3925360"/>
                <a:ext cx="96837" cy="96838"/>
              </a:xfrm>
              <a:custGeom>
                <a:rect b="b" l="l" r="r" t="t"/>
                <a:pathLst>
                  <a:path extrusionOk="0" h="26" w="26">
                    <a:moveTo>
                      <a:pt x="24" y="0"/>
                    </a:moveTo>
                    <a:cubicBezTo>
                      <a:pt x="11" y="0"/>
                      <a:pt x="0" y="11"/>
                      <a:pt x="0" y="24"/>
                    </a:cubicBezTo>
                    <a:cubicBezTo>
                      <a:pt x="0" y="25"/>
                      <a:pt x="1" y="26"/>
                      <a:pt x="2" y="26"/>
                    </a:cubicBezTo>
                    <a:cubicBezTo>
                      <a:pt x="3" y="26"/>
                      <a:pt x="4" y="25"/>
                      <a:pt x="4" y="24"/>
                    </a:cubicBezTo>
                    <a:cubicBezTo>
                      <a:pt x="4" y="13"/>
                      <a:pt x="13" y="4"/>
                      <a:pt x="24" y="4"/>
                    </a:cubicBezTo>
                    <a:cubicBezTo>
                      <a:pt x="25" y="4"/>
                      <a:pt x="26" y="3"/>
                      <a:pt x="26" y="2"/>
                    </a:cubicBezTo>
                    <a:cubicBezTo>
                      <a:pt x="26" y="1"/>
                      <a:pt x="25" y="0"/>
                      <a:pt x="24" y="0"/>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grpSp>
        <p:nvGrpSpPr>
          <p:cNvPr id="344" name="Google Shape;344;p6"/>
          <p:cNvGrpSpPr/>
          <p:nvPr/>
        </p:nvGrpSpPr>
        <p:grpSpPr>
          <a:xfrm>
            <a:off x="9775709" y="2814547"/>
            <a:ext cx="582460" cy="582460"/>
            <a:chOff x="9052143" y="2531202"/>
            <a:chExt cx="776613" cy="776613"/>
          </a:xfrm>
        </p:grpSpPr>
        <p:sp>
          <p:nvSpPr>
            <p:cNvPr id="345" name="Google Shape;345;p6"/>
            <p:cNvSpPr/>
            <p:nvPr/>
          </p:nvSpPr>
          <p:spPr>
            <a:xfrm>
              <a:off x="9052143" y="2531202"/>
              <a:ext cx="776613" cy="776613"/>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grpSp>
          <p:nvGrpSpPr>
            <p:cNvPr id="346" name="Google Shape;346;p6"/>
            <p:cNvGrpSpPr/>
            <p:nvPr/>
          </p:nvGrpSpPr>
          <p:grpSpPr>
            <a:xfrm>
              <a:off x="9195766" y="2716308"/>
              <a:ext cx="481012" cy="406400"/>
              <a:chOff x="8106304" y="2931585"/>
              <a:chExt cx="481012" cy="406400"/>
            </a:xfrm>
          </p:grpSpPr>
          <p:sp>
            <p:nvSpPr>
              <p:cNvPr id="347" name="Google Shape;347;p6"/>
              <p:cNvSpPr/>
              <p:nvPr/>
            </p:nvSpPr>
            <p:spPr>
              <a:xfrm>
                <a:off x="8226954" y="3037947"/>
                <a:ext cx="241300" cy="239713"/>
              </a:xfrm>
              <a:custGeom>
                <a:rect b="b" l="l" r="r" t="t"/>
                <a:pathLst>
                  <a:path extrusionOk="0" h="64" w="64">
                    <a:moveTo>
                      <a:pt x="32" y="0"/>
                    </a:moveTo>
                    <a:cubicBezTo>
                      <a:pt x="14" y="0"/>
                      <a:pt x="0" y="14"/>
                      <a:pt x="0" y="32"/>
                    </a:cubicBezTo>
                    <a:cubicBezTo>
                      <a:pt x="0" y="50"/>
                      <a:pt x="14" y="64"/>
                      <a:pt x="32" y="64"/>
                    </a:cubicBezTo>
                    <a:cubicBezTo>
                      <a:pt x="50" y="64"/>
                      <a:pt x="64" y="50"/>
                      <a:pt x="64" y="32"/>
                    </a:cubicBezTo>
                    <a:cubicBezTo>
                      <a:pt x="64" y="14"/>
                      <a:pt x="50" y="0"/>
                      <a:pt x="32" y="0"/>
                    </a:cubicBezTo>
                    <a:close/>
                    <a:moveTo>
                      <a:pt x="50" y="48"/>
                    </a:moveTo>
                    <a:cubicBezTo>
                      <a:pt x="42" y="58"/>
                      <a:pt x="26" y="59"/>
                      <a:pt x="16" y="50"/>
                    </a:cubicBezTo>
                    <a:cubicBezTo>
                      <a:pt x="6" y="42"/>
                      <a:pt x="5" y="26"/>
                      <a:pt x="14" y="16"/>
                    </a:cubicBezTo>
                    <a:cubicBezTo>
                      <a:pt x="22" y="6"/>
                      <a:pt x="38" y="5"/>
                      <a:pt x="48" y="14"/>
                    </a:cubicBezTo>
                    <a:cubicBezTo>
                      <a:pt x="58" y="22"/>
                      <a:pt x="59" y="38"/>
                      <a:pt x="50" y="48"/>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48" name="Google Shape;348;p6"/>
              <p:cNvSpPr/>
              <p:nvPr/>
            </p:nvSpPr>
            <p:spPr>
              <a:xfrm>
                <a:off x="8287279" y="3096685"/>
                <a:ext cx="68262" cy="68263"/>
              </a:xfrm>
              <a:custGeom>
                <a:rect b="b" l="l" r="r" t="t"/>
                <a:pathLst>
                  <a:path extrusionOk="0" h="18" w="18">
                    <a:moveTo>
                      <a:pt x="16" y="0"/>
                    </a:moveTo>
                    <a:cubicBezTo>
                      <a:pt x="7" y="0"/>
                      <a:pt x="0" y="7"/>
                      <a:pt x="0" y="16"/>
                    </a:cubicBezTo>
                    <a:cubicBezTo>
                      <a:pt x="0" y="16"/>
                      <a:pt x="0" y="16"/>
                      <a:pt x="0" y="16"/>
                    </a:cubicBezTo>
                    <a:cubicBezTo>
                      <a:pt x="0" y="17"/>
                      <a:pt x="1" y="18"/>
                      <a:pt x="2" y="18"/>
                    </a:cubicBezTo>
                    <a:cubicBezTo>
                      <a:pt x="3" y="18"/>
                      <a:pt x="4" y="17"/>
                      <a:pt x="4" y="16"/>
                    </a:cubicBezTo>
                    <a:cubicBezTo>
                      <a:pt x="4" y="16"/>
                      <a:pt x="4" y="16"/>
                      <a:pt x="4" y="16"/>
                    </a:cubicBezTo>
                    <a:cubicBezTo>
                      <a:pt x="4" y="9"/>
                      <a:pt x="9" y="4"/>
                      <a:pt x="16" y="4"/>
                    </a:cubicBezTo>
                    <a:cubicBezTo>
                      <a:pt x="17" y="4"/>
                      <a:pt x="18" y="3"/>
                      <a:pt x="18" y="2"/>
                    </a:cubicBezTo>
                    <a:cubicBezTo>
                      <a:pt x="18" y="1"/>
                      <a:pt x="17" y="0"/>
                      <a:pt x="16" y="0"/>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49" name="Google Shape;349;p6"/>
              <p:cNvSpPr/>
              <p:nvPr/>
            </p:nvSpPr>
            <p:spPr>
              <a:xfrm>
                <a:off x="8106304" y="2931585"/>
                <a:ext cx="481012" cy="406400"/>
              </a:xfrm>
              <a:custGeom>
                <a:rect b="b" l="l" r="r" t="t"/>
                <a:pathLst>
                  <a:path extrusionOk="0" h="108" w="128">
                    <a:moveTo>
                      <a:pt x="118" y="24"/>
                    </a:moveTo>
                    <a:cubicBezTo>
                      <a:pt x="101" y="21"/>
                      <a:pt x="101" y="21"/>
                      <a:pt x="101" y="21"/>
                    </a:cubicBezTo>
                    <a:cubicBezTo>
                      <a:pt x="95" y="8"/>
                      <a:pt x="95" y="8"/>
                      <a:pt x="95" y="8"/>
                    </a:cubicBezTo>
                    <a:cubicBezTo>
                      <a:pt x="93" y="3"/>
                      <a:pt x="89" y="0"/>
                      <a:pt x="84" y="0"/>
                    </a:cubicBezTo>
                    <a:cubicBezTo>
                      <a:pt x="44" y="0"/>
                      <a:pt x="44" y="0"/>
                      <a:pt x="44" y="0"/>
                    </a:cubicBezTo>
                    <a:cubicBezTo>
                      <a:pt x="39" y="0"/>
                      <a:pt x="35" y="3"/>
                      <a:pt x="33" y="8"/>
                    </a:cubicBezTo>
                    <a:cubicBezTo>
                      <a:pt x="27" y="21"/>
                      <a:pt x="27" y="21"/>
                      <a:pt x="27" y="21"/>
                    </a:cubicBezTo>
                    <a:cubicBezTo>
                      <a:pt x="10" y="24"/>
                      <a:pt x="10" y="24"/>
                      <a:pt x="10" y="24"/>
                    </a:cubicBezTo>
                    <a:cubicBezTo>
                      <a:pt x="4" y="25"/>
                      <a:pt x="0" y="30"/>
                      <a:pt x="0" y="36"/>
                    </a:cubicBezTo>
                    <a:cubicBezTo>
                      <a:pt x="0" y="96"/>
                      <a:pt x="0" y="96"/>
                      <a:pt x="0" y="96"/>
                    </a:cubicBezTo>
                    <a:cubicBezTo>
                      <a:pt x="0" y="103"/>
                      <a:pt x="5" y="108"/>
                      <a:pt x="12" y="108"/>
                    </a:cubicBezTo>
                    <a:cubicBezTo>
                      <a:pt x="116" y="108"/>
                      <a:pt x="116" y="108"/>
                      <a:pt x="116" y="108"/>
                    </a:cubicBezTo>
                    <a:cubicBezTo>
                      <a:pt x="123" y="108"/>
                      <a:pt x="128" y="103"/>
                      <a:pt x="128" y="96"/>
                    </a:cubicBezTo>
                    <a:cubicBezTo>
                      <a:pt x="128" y="36"/>
                      <a:pt x="128" y="36"/>
                      <a:pt x="128" y="36"/>
                    </a:cubicBezTo>
                    <a:cubicBezTo>
                      <a:pt x="128" y="30"/>
                      <a:pt x="124" y="25"/>
                      <a:pt x="118" y="24"/>
                    </a:cubicBezTo>
                    <a:close/>
                    <a:moveTo>
                      <a:pt x="120" y="96"/>
                    </a:moveTo>
                    <a:cubicBezTo>
                      <a:pt x="120" y="98"/>
                      <a:pt x="118" y="100"/>
                      <a:pt x="116" y="100"/>
                    </a:cubicBezTo>
                    <a:cubicBezTo>
                      <a:pt x="12" y="100"/>
                      <a:pt x="12" y="100"/>
                      <a:pt x="12" y="100"/>
                    </a:cubicBezTo>
                    <a:cubicBezTo>
                      <a:pt x="10" y="100"/>
                      <a:pt x="8" y="98"/>
                      <a:pt x="8" y="96"/>
                    </a:cubicBezTo>
                    <a:cubicBezTo>
                      <a:pt x="8" y="36"/>
                      <a:pt x="8" y="36"/>
                      <a:pt x="8" y="36"/>
                    </a:cubicBezTo>
                    <a:cubicBezTo>
                      <a:pt x="8" y="34"/>
                      <a:pt x="9" y="32"/>
                      <a:pt x="11" y="32"/>
                    </a:cubicBezTo>
                    <a:cubicBezTo>
                      <a:pt x="33" y="28"/>
                      <a:pt x="33" y="28"/>
                      <a:pt x="33" y="28"/>
                    </a:cubicBezTo>
                    <a:cubicBezTo>
                      <a:pt x="40" y="11"/>
                      <a:pt x="40" y="11"/>
                      <a:pt x="40" y="11"/>
                    </a:cubicBezTo>
                    <a:cubicBezTo>
                      <a:pt x="41" y="9"/>
                      <a:pt x="42" y="8"/>
                      <a:pt x="44" y="8"/>
                    </a:cubicBezTo>
                    <a:cubicBezTo>
                      <a:pt x="84" y="8"/>
                      <a:pt x="84" y="8"/>
                      <a:pt x="84" y="8"/>
                    </a:cubicBezTo>
                    <a:cubicBezTo>
                      <a:pt x="86" y="8"/>
                      <a:pt x="87" y="9"/>
                      <a:pt x="88" y="11"/>
                    </a:cubicBezTo>
                    <a:cubicBezTo>
                      <a:pt x="95" y="28"/>
                      <a:pt x="95" y="28"/>
                      <a:pt x="95" y="28"/>
                    </a:cubicBezTo>
                    <a:cubicBezTo>
                      <a:pt x="117" y="32"/>
                      <a:pt x="117" y="32"/>
                      <a:pt x="117" y="32"/>
                    </a:cubicBezTo>
                    <a:cubicBezTo>
                      <a:pt x="119" y="32"/>
                      <a:pt x="120" y="34"/>
                      <a:pt x="120" y="36"/>
                    </a:cubicBezTo>
                    <a:lnTo>
                      <a:pt x="120" y="96"/>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sp>
        <p:nvSpPr>
          <p:cNvPr id="350" name="Google Shape;35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t/>
            </a:r>
            <a:endParaRPr/>
          </a:p>
        </p:txBody>
      </p:sp>
      <p:sp>
        <p:nvSpPr>
          <p:cNvPr id="351" name="Google Shape;351;p6"/>
          <p:cNvSpPr txBox="1"/>
          <p:nvPr/>
        </p:nvSpPr>
        <p:spPr>
          <a:xfrm>
            <a:off x="3596212" y="3779017"/>
            <a:ext cx="2406493" cy="600164"/>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352" name="Google Shape;352;p6"/>
          <p:cNvSpPr txBox="1"/>
          <p:nvPr/>
        </p:nvSpPr>
        <p:spPr>
          <a:xfrm>
            <a:off x="3525639" y="3510174"/>
            <a:ext cx="255717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sp>
        <p:nvSpPr>
          <p:cNvPr id="353" name="Google Shape;353;p6"/>
          <p:cNvSpPr txBox="1"/>
          <p:nvPr/>
        </p:nvSpPr>
        <p:spPr>
          <a:xfrm>
            <a:off x="6223960" y="3769216"/>
            <a:ext cx="2406493" cy="600164"/>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354" name="Google Shape;354;p6"/>
          <p:cNvSpPr txBox="1"/>
          <p:nvPr/>
        </p:nvSpPr>
        <p:spPr>
          <a:xfrm>
            <a:off x="6153387" y="3500373"/>
            <a:ext cx="255717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sp>
        <p:nvSpPr>
          <p:cNvPr id="355" name="Google Shape;355;p6"/>
          <p:cNvSpPr txBox="1"/>
          <p:nvPr/>
        </p:nvSpPr>
        <p:spPr>
          <a:xfrm>
            <a:off x="8786838" y="3764754"/>
            <a:ext cx="2406493" cy="600164"/>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356" name="Google Shape;356;p6"/>
          <p:cNvSpPr txBox="1"/>
          <p:nvPr/>
        </p:nvSpPr>
        <p:spPr>
          <a:xfrm>
            <a:off x="8716265" y="3495911"/>
            <a:ext cx="255717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pic>
        <p:nvPicPr>
          <p:cNvPr id="357" name="Google Shape;357;p6"/>
          <p:cNvPicPr preferRelativeResize="0"/>
          <p:nvPr/>
        </p:nvPicPr>
        <p:blipFill rotWithShape="1">
          <a:blip r:embed="rId3">
            <a:alphaModFix/>
          </a:blip>
          <a:srcRect b="0" l="0" r="0" t="0"/>
          <a:stretch/>
        </p:blipFill>
        <p:spPr>
          <a:xfrm>
            <a:off x="5114018" y="6594272"/>
            <a:ext cx="1951264" cy="146845"/>
          </a:xfrm>
          <a:prstGeom prst="rect">
            <a:avLst/>
          </a:prstGeom>
          <a:noFill/>
          <a:ln>
            <a:noFill/>
          </a:ln>
        </p:spPr>
      </p:pic>
      <p:sp>
        <p:nvSpPr>
          <p:cNvPr id="358" name="Google Shape;358;p6"/>
          <p:cNvSpPr txBox="1"/>
          <p:nvPr/>
        </p:nvSpPr>
        <p:spPr>
          <a:xfrm>
            <a:off x="1430705" y="1922489"/>
            <a:ext cx="9144000" cy="461665"/>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0" i="0" lang="en-US" sz="1200">
                <a:solidFill>
                  <a:srgbClr val="666666"/>
                </a:solidFill>
                <a:latin typeface="Calibri"/>
                <a:ea typeface="Calibri"/>
                <a:cs typeface="Calibri"/>
                <a:sym typeface="Calibri"/>
              </a:rPr>
              <a:t>Lorem ipsum dolor sit amet, consectetuer adipiscing elit. Aenean commodo ligula eget dolor. Aenean massa. Cum sociis natoque penatibus et magnis dis parturient montes, nascetur ridiculus mus. Donec quam felis, ultricies nec, pellentesque eu, pretium quis, sem. </a:t>
            </a:r>
            <a:endParaRPr sz="1200">
              <a:solidFill>
                <a:schemeClr val="dk1"/>
              </a:solidFill>
              <a:latin typeface="Calibri"/>
              <a:ea typeface="Calibri"/>
              <a:cs typeface="Calibri"/>
              <a:sym typeface="Calibri"/>
            </a:endParaRPr>
          </a:p>
        </p:txBody>
      </p:sp>
      <p:sp>
        <p:nvSpPr>
          <p:cNvPr id="359" name="Google Shape;359;p6"/>
          <p:cNvSpPr txBox="1"/>
          <p:nvPr/>
        </p:nvSpPr>
        <p:spPr>
          <a:xfrm>
            <a:off x="1676400" y="4964632"/>
            <a:ext cx="9144000" cy="1015663"/>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0" i="0" lang="en-US" sz="1200">
                <a:solidFill>
                  <a:srgbClr val="666666"/>
                </a:solidFill>
                <a:latin typeface="Calibri"/>
                <a:ea typeface="Calibri"/>
                <a:cs typeface="Calibri"/>
                <a:sym typeface="Calibri"/>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 Donec pede justo, fringilla vel, aliquet nec, vulputate eget, arcu. In enim justo, rhoncus ut, imperdiet a, venenatis vitae, justo. Nullam dictum felis eu pede mollis pretium. Integer tincidunt. Cras dapibus. Vivamus elementum semper nisi. Aenean vulputate eleifend tellus. </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3" name="Shape 363"/>
        <p:cNvGrpSpPr/>
        <p:nvPr/>
      </p:nvGrpSpPr>
      <p:grpSpPr>
        <a:xfrm>
          <a:off x="0" y="0"/>
          <a:ext cx="0" cy="0"/>
          <a:chOff x="0" y="0"/>
          <a:chExt cx="0" cy="0"/>
        </a:xfrm>
      </p:grpSpPr>
      <p:sp>
        <p:nvSpPr>
          <p:cNvPr id="364" name="Google Shape;364;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t/>
            </a:r>
            <a:endParaRPr/>
          </a:p>
        </p:txBody>
      </p:sp>
      <p:sp>
        <p:nvSpPr>
          <p:cNvPr id="365" name="Google Shape;365;p7"/>
          <p:cNvSpPr/>
          <p:nvPr/>
        </p:nvSpPr>
        <p:spPr>
          <a:xfrm>
            <a:off x="1147811" y="3156581"/>
            <a:ext cx="1620180" cy="1620180"/>
          </a:xfrm>
          <a:prstGeom prst="ellipse">
            <a:avLst/>
          </a:prstGeom>
          <a:noFill/>
          <a:ln cap="flat" cmpd="sng" w="69850">
            <a:solidFill>
              <a:srgbClr val="BFBFBF">
                <a:alpha val="2980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366" name="Google Shape;366;p7"/>
          <p:cNvSpPr/>
          <p:nvPr/>
        </p:nvSpPr>
        <p:spPr>
          <a:xfrm>
            <a:off x="1148657" y="3157427"/>
            <a:ext cx="1618488" cy="1618488"/>
          </a:xfrm>
          <a:prstGeom prst="arc">
            <a:avLst>
              <a:gd fmla="val 10766207" name="adj1"/>
              <a:gd fmla="val 0" name="adj2"/>
            </a:avLst>
          </a:prstGeom>
          <a:noFill/>
          <a:ln cap="rnd" cmpd="sng" w="6985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367" name="Google Shape;367;p7"/>
          <p:cNvSpPr/>
          <p:nvPr/>
        </p:nvSpPr>
        <p:spPr>
          <a:xfrm>
            <a:off x="2767991" y="3156581"/>
            <a:ext cx="1620180" cy="1620180"/>
          </a:xfrm>
          <a:prstGeom prst="ellipse">
            <a:avLst/>
          </a:prstGeom>
          <a:noFill/>
          <a:ln cap="flat" cmpd="sng" w="69850">
            <a:solidFill>
              <a:srgbClr val="BFBFBF">
                <a:alpha val="2980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368" name="Google Shape;368;p7"/>
          <p:cNvSpPr/>
          <p:nvPr/>
        </p:nvSpPr>
        <p:spPr>
          <a:xfrm rot="10800000">
            <a:off x="2768837" y="3157427"/>
            <a:ext cx="1618488" cy="1618488"/>
          </a:xfrm>
          <a:prstGeom prst="arc">
            <a:avLst>
              <a:gd fmla="val 10766207" name="adj1"/>
              <a:gd fmla="val 0" name="adj2"/>
            </a:avLst>
          </a:prstGeom>
          <a:noFill/>
          <a:ln cap="rnd" cmpd="sng" w="698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369" name="Google Shape;369;p7"/>
          <p:cNvSpPr/>
          <p:nvPr/>
        </p:nvSpPr>
        <p:spPr>
          <a:xfrm>
            <a:off x="4387473" y="3156581"/>
            <a:ext cx="1620180" cy="1620180"/>
          </a:xfrm>
          <a:prstGeom prst="ellipse">
            <a:avLst/>
          </a:prstGeom>
          <a:noFill/>
          <a:ln cap="flat" cmpd="sng" w="69850">
            <a:solidFill>
              <a:srgbClr val="BFBFBF">
                <a:alpha val="2980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370" name="Google Shape;370;p7"/>
          <p:cNvSpPr/>
          <p:nvPr/>
        </p:nvSpPr>
        <p:spPr>
          <a:xfrm>
            <a:off x="4388319" y="3157427"/>
            <a:ext cx="1618488" cy="1618488"/>
          </a:xfrm>
          <a:prstGeom prst="arc">
            <a:avLst>
              <a:gd fmla="val 10766207" name="adj1"/>
              <a:gd fmla="val 0" name="adj2"/>
            </a:avLst>
          </a:prstGeom>
          <a:noFill/>
          <a:ln cap="rnd" cmpd="sng" w="6985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371" name="Google Shape;371;p7"/>
          <p:cNvSpPr/>
          <p:nvPr/>
        </p:nvSpPr>
        <p:spPr>
          <a:xfrm>
            <a:off x="6007653" y="3156581"/>
            <a:ext cx="1620180" cy="1620180"/>
          </a:xfrm>
          <a:prstGeom prst="ellipse">
            <a:avLst/>
          </a:prstGeom>
          <a:noFill/>
          <a:ln cap="flat" cmpd="sng" w="69850">
            <a:solidFill>
              <a:srgbClr val="BFBFBF">
                <a:alpha val="2980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372" name="Google Shape;372;p7"/>
          <p:cNvSpPr/>
          <p:nvPr/>
        </p:nvSpPr>
        <p:spPr>
          <a:xfrm rot="10800000">
            <a:off x="6008499" y="3157427"/>
            <a:ext cx="1618488" cy="1618488"/>
          </a:xfrm>
          <a:prstGeom prst="arc">
            <a:avLst>
              <a:gd fmla="val 10766207" name="adj1"/>
              <a:gd fmla="val 0" name="adj2"/>
            </a:avLst>
          </a:prstGeom>
          <a:noFill/>
          <a:ln cap="rnd" cmpd="sng" w="6985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373" name="Google Shape;373;p7"/>
          <p:cNvSpPr/>
          <p:nvPr/>
        </p:nvSpPr>
        <p:spPr>
          <a:xfrm>
            <a:off x="1801082" y="3018011"/>
            <a:ext cx="313638" cy="313638"/>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chemeClr val="lt1"/>
                </a:solidFill>
                <a:latin typeface="Calibri"/>
                <a:ea typeface="Calibri"/>
                <a:cs typeface="Calibri"/>
                <a:sym typeface="Calibri"/>
              </a:rPr>
              <a:t>1</a:t>
            </a:r>
            <a:endParaRPr/>
          </a:p>
        </p:txBody>
      </p:sp>
      <p:sp>
        <p:nvSpPr>
          <p:cNvPr id="374" name="Google Shape;374;p7"/>
          <p:cNvSpPr/>
          <p:nvPr/>
        </p:nvSpPr>
        <p:spPr>
          <a:xfrm>
            <a:off x="3419583" y="4611392"/>
            <a:ext cx="313638" cy="31363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chemeClr val="lt1"/>
                </a:solidFill>
                <a:latin typeface="Calibri"/>
                <a:ea typeface="Calibri"/>
                <a:cs typeface="Calibri"/>
                <a:sym typeface="Calibri"/>
              </a:rPr>
              <a:t>2</a:t>
            </a:r>
            <a:endParaRPr/>
          </a:p>
        </p:txBody>
      </p:sp>
      <p:sp>
        <p:nvSpPr>
          <p:cNvPr id="375" name="Google Shape;375;p7"/>
          <p:cNvSpPr/>
          <p:nvPr/>
        </p:nvSpPr>
        <p:spPr>
          <a:xfrm>
            <a:off x="5023470" y="3017399"/>
            <a:ext cx="313638" cy="313638"/>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chemeClr val="lt1"/>
                </a:solidFill>
                <a:latin typeface="Calibri"/>
                <a:ea typeface="Calibri"/>
                <a:cs typeface="Calibri"/>
                <a:sym typeface="Calibri"/>
              </a:rPr>
              <a:t>3</a:t>
            </a:r>
            <a:endParaRPr/>
          </a:p>
        </p:txBody>
      </p:sp>
      <p:sp>
        <p:nvSpPr>
          <p:cNvPr id="376" name="Google Shape;376;p7"/>
          <p:cNvSpPr/>
          <p:nvPr/>
        </p:nvSpPr>
        <p:spPr>
          <a:xfrm>
            <a:off x="6659232" y="4619519"/>
            <a:ext cx="313638" cy="313638"/>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50">
                <a:solidFill>
                  <a:schemeClr val="lt1"/>
                </a:solidFill>
                <a:latin typeface="Calibri"/>
                <a:ea typeface="Calibri"/>
                <a:cs typeface="Calibri"/>
                <a:sym typeface="Calibri"/>
              </a:rPr>
              <a:t>4</a:t>
            </a:r>
            <a:endParaRPr/>
          </a:p>
        </p:txBody>
      </p:sp>
      <p:grpSp>
        <p:nvGrpSpPr>
          <p:cNvPr id="377" name="Google Shape;377;p7"/>
          <p:cNvGrpSpPr/>
          <p:nvPr/>
        </p:nvGrpSpPr>
        <p:grpSpPr>
          <a:xfrm>
            <a:off x="4854663" y="3623771"/>
            <a:ext cx="685800" cy="685800"/>
            <a:chOff x="6719583" y="2712870"/>
            <a:chExt cx="914400" cy="914400"/>
          </a:xfrm>
        </p:grpSpPr>
        <p:sp>
          <p:nvSpPr>
            <p:cNvPr id="378" name="Google Shape;378;p7"/>
            <p:cNvSpPr/>
            <p:nvPr/>
          </p:nvSpPr>
          <p:spPr>
            <a:xfrm>
              <a:off x="6719583" y="2712870"/>
              <a:ext cx="914400" cy="914400"/>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379" name="Google Shape;379;p7"/>
            <p:cNvSpPr/>
            <p:nvPr/>
          </p:nvSpPr>
          <p:spPr>
            <a:xfrm>
              <a:off x="6949896" y="2930203"/>
              <a:ext cx="465137" cy="466725"/>
            </a:xfrm>
            <a:custGeom>
              <a:rect b="b" l="l" r="r" t="t"/>
              <a:pathLst>
                <a:path extrusionOk="0" h="124" w="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380" name="Google Shape;380;p7"/>
          <p:cNvGrpSpPr/>
          <p:nvPr/>
        </p:nvGrpSpPr>
        <p:grpSpPr>
          <a:xfrm>
            <a:off x="6473151" y="3623771"/>
            <a:ext cx="685800" cy="685800"/>
            <a:chOff x="8877567" y="2712870"/>
            <a:chExt cx="914400" cy="914400"/>
          </a:xfrm>
        </p:grpSpPr>
        <p:sp>
          <p:nvSpPr>
            <p:cNvPr id="381" name="Google Shape;381;p7"/>
            <p:cNvSpPr/>
            <p:nvPr/>
          </p:nvSpPr>
          <p:spPr>
            <a:xfrm>
              <a:off x="8877567" y="2712870"/>
              <a:ext cx="914400" cy="9144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grpSp>
          <p:nvGrpSpPr>
            <p:cNvPr id="382" name="Google Shape;382;p7"/>
            <p:cNvGrpSpPr/>
            <p:nvPr/>
          </p:nvGrpSpPr>
          <p:grpSpPr>
            <a:xfrm>
              <a:off x="9094261" y="2962682"/>
              <a:ext cx="481012" cy="392113"/>
              <a:chOff x="7085013" y="4876801"/>
              <a:chExt cx="481012" cy="392113"/>
            </a:xfrm>
          </p:grpSpPr>
          <p:sp>
            <p:nvSpPr>
              <p:cNvPr id="383" name="Google Shape;383;p7"/>
              <p:cNvSpPr/>
              <p:nvPr/>
            </p:nvSpPr>
            <p:spPr>
              <a:xfrm>
                <a:off x="7416800" y="4997451"/>
                <a:ext cx="88900" cy="120650"/>
              </a:xfrm>
              <a:custGeom>
                <a:rect b="b" l="l" r="r" t="t"/>
                <a:pathLst>
                  <a:path extrusionOk="0" h="32" w="24">
                    <a:moveTo>
                      <a:pt x="11" y="2"/>
                    </a:moveTo>
                    <a:cubicBezTo>
                      <a:pt x="11" y="1"/>
                      <a:pt x="9" y="0"/>
                      <a:pt x="8" y="0"/>
                    </a:cubicBezTo>
                    <a:cubicBezTo>
                      <a:pt x="4" y="0"/>
                      <a:pt x="4" y="0"/>
                      <a:pt x="4" y="0"/>
                    </a:cubicBezTo>
                    <a:cubicBezTo>
                      <a:pt x="2" y="0"/>
                      <a:pt x="0" y="2"/>
                      <a:pt x="0" y="4"/>
                    </a:cubicBezTo>
                    <a:cubicBezTo>
                      <a:pt x="0" y="28"/>
                      <a:pt x="0" y="28"/>
                      <a:pt x="0" y="28"/>
                    </a:cubicBezTo>
                    <a:cubicBezTo>
                      <a:pt x="0" y="30"/>
                      <a:pt x="2" y="32"/>
                      <a:pt x="4" y="32"/>
                    </a:cubicBezTo>
                    <a:cubicBezTo>
                      <a:pt x="20" y="32"/>
                      <a:pt x="20" y="32"/>
                      <a:pt x="20" y="32"/>
                    </a:cubicBezTo>
                    <a:cubicBezTo>
                      <a:pt x="22" y="32"/>
                      <a:pt x="24" y="30"/>
                      <a:pt x="24" y="28"/>
                    </a:cubicBezTo>
                    <a:cubicBezTo>
                      <a:pt x="24" y="22"/>
                      <a:pt x="24" y="22"/>
                      <a:pt x="24" y="22"/>
                    </a:cubicBezTo>
                    <a:cubicBezTo>
                      <a:pt x="24" y="21"/>
                      <a:pt x="24" y="20"/>
                      <a:pt x="23" y="20"/>
                    </a:cubicBezTo>
                    <a:lnTo>
                      <a:pt x="11" y="2"/>
                    </a:lnTo>
                    <a:close/>
                    <a:moveTo>
                      <a:pt x="20" y="28"/>
                    </a:moveTo>
                    <a:cubicBezTo>
                      <a:pt x="4" y="28"/>
                      <a:pt x="4" y="28"/>
                      <a:pt x="4" y="28"/>
                    </a:cubicBezTo>
                    <a:cubicBezTo>
                      <a:pt x="4" y="4"/>
                      <a:pt x="4" y="4"/>
                      <a:pt x="4" y="4"/>
                    </a:cubicBezTo>
                    <a:cubicBezTo>
                      <a:pt x="8" y="4"/>
                      <a:pt x="8" y="4"/>
                      <a:pt x="8" y="4"/>
                    </a:cubicBezTo>
                    <a:cubicBezTo>
                      <a:pt x="20" y="22"/>
                      <a:pt x="20" y="22"/>
                      <a:pt x="20" y="22"/>
                    </a:cubicBezTo>
                    <a:lnTo>
                      <a:pt x="20" y="28"/>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84" name="Google Shape;384;p7"/>
              <p:cNvSpPr/>
              <p:nvPr/>
            </p:nvSpPr>
            <p:spPr>
              <a:xfrm>
                <a:off x="7085013" y="4876801"/>
                <a:ext cx="481012" cy="392113"/>
              </a:xfrm>
              <a:custGeom>
                <a:rect b="b" l="l" r="r" t="t"/>
                <a:pathLst>
                  <a:path extrusionOk="0" h="104" w="128">
                    <a:moveTo>
                      <a:pt x="126" y="49"/>
                    </a:moveTo>
                    <a:cubicBezTo>
                      <a:pt x="110" y="25"/>
                      <a:pt x="110" y="25"/>
                      <a:pt x="110" y="25"/>
                    </a:cubicBezTo>
                    <a:cubicBezTo>
                      <a:pt x="108" y="22"/>
                      <a:pt x="104" y="20"/>
                      <a:pt x="100" y="20"/>
                    </a:cubicBezTo>
                    <a:cubicBezTo>
                      <a:pt x="84" y="20"/>
                      <a:pt x="84" y="20"/>
                      <a:pt x="84" y="20"/>
                    </a:cubicBezTo>
                    <a:cubicBezTo>
                      <a:pt x="84" y="12"/>
                      <a:pt x="84" y="12"/>
                      <a:pt x="84" y="12"/>
                    </a:cubicBezTo>
                    <a:cubicBezTo>
                      <a:pt x="84" y="5"/>
                      <a:pt x="79" y="0"/>
                      <a:pt x="72" y="0"/>
                    </a:cubicBezTo>
                    <a:cubicBezTo>
                      <a:pt x="12" y="0"/>
                      <a:pt x="12" y="0"/>
                      <a:pt x="12" y="0"/>
                    </a:cubicBezTo>
                    <a:cubicBezTo>
                      <a:pt x="5" y="0"/>
                      <a:pt x="0" y="5"/>
                      <a:pt x="0" y="12"/>
                    </a:cubicBezTo>
                    <a:cubicBezTo>
                      <a:pt x="0" y="56"/>
                      <a:pt x="0" y="56"/>
                      <a:pt x="0" y="56"/>
                    </a:cubicBezTo>
                    <a:cubicBezTo>
                      <a:pt x="0" y="63"/>
                      <a:pt x="5" y="68"/>
                      <a:pt x="12" y="68"/>
                    </a:cubicBezTo>
                    <a:cubicBezTo>
                      <a:pt x="12" y="68"/>
                      <a:pt x="12" y="68"/>
                      <a:pt x="12" y="68"/>
                    </a:cubicBezTo>
                    <a:cubicBezTo>
                      <a:pt x="12" y="80"/>
                      <a:pt x="12" y="80"/>
                      <a:pt x="12" y="80"/>
                    </a:cubicBezTo>
                    <a:cubicBezTo>
                      <a:pt x="12" y="87"/>
                      <a:pt x="17" y="92"/>
                      <a:pt x="24" y="92"/>
                    </a:cubicBezTo>
                    <a:cubicBezTo>
                      <a:pt x="29" y="92"/>
                      <a:pt x="29" y="92"/>
                      <a:pt x="29" y="92"/>
                    </a:cubicBezTo>
                    <a:cubicBezTo>
                      <a:pt x="30" y="99"/>
                      <a:pt x="37" y="104"/>
                      <a:pt x="44" y="104"/>
                    </a:cubicBezTo>
                    <a:cubicBezTo>
                      <a:pt x="51" y="104"/>
                      <a:pt x="58" y="99"/>
                      <a:pt x="59" y="92"/>
                    </a:cubicBezTo>
                    <a:cubicBezTo>
                      <a:pt x="81" y="92"/>
                      <a:pt x="81" y="92"/>
                      <a:pt x="81" y="92"/>
                    </a:cubicBezTo>
                    <a:cubicBezTo>
                      <a:pt x="82" y="99"/>
                      <a:pt x="89" y="104"/>
                      <a:pt x="96" y="104"/>
                    </a:cubicBezTo>
                    <a:cubicBezTo>
                      <a:pt x="103" y="104"/>
                      <a:pt x="110" y="99"/>
                      <a:pt x="111" y="92"/>
                    </a:cubicBezTo>
                    <a:cubicBezTo>
                      <a:pt x="116" y="92"/>
                      <a:pt x="116" y="92"/>
                      <a:pt x="116" y="92"/>
                    </a:cubicBezTo>
                    <a:cubicBezTo>
                      <a:pt x="123" y="92"/>
                      <a:pt x="128" y="87"/>
                      <a:pt x="128" y="80"/>
                    </a:cubicBezTo>
                    <a:cubicBezTo>
                      <a:pt x="128" y="56"/>
                      <a:pt x="128" y="56"/>
                      <a:pt x="128" y="56"/>
                    </a:cubicBezTo>
                    <a:cubicBezTo>
                      <a:pt x="128" y="54"/>
                      <a:pt x="127" y="51"/>
                      <a:pt x="126" y="49"/>
                    </a:cubicBezTo>
                    <a:close/>
                    <a:moveTo>
                      <a:pt x="12" y="60"/>
                    </a:moveTo>
                    <a:cubicBezTo>
                      <a:pt x="10" y="60"/>
                      <a:pt x="8" y="58"/>
                      <a:pt x="8" y="56"/>
                    </a:cubicBezTo>
                    <a:cubicBezTo>
                      <a:pt x="8" y="12"/>
                      <a:pt x="8" y="12"/>
                      <a:pt x="8" y="12"/>
                    </a:cubicBezTo>
                    <a:cubicBezTo>
                      <a:pt x="8" y="10"/>
                      <a:pt x="10" y="8"/>
                      <a:pt x="12" y="8"/>
                    </a:cubicBezTo>
                    <a:cubicBezTo>
                      <a:pt x="72" y="8"/>
                      <a:pt x="72" y="8"/>
                      <a:pt x="72" y="8"/>
                    </a:cubicBezTo>
                    <a:cubicBezTo>
                      <a:pt x="74" y="8"/>
                      <a:pt x="76" y="10"/>
                      <a:pt x="76" y="12"/>
                    </a:cubicBezTo>
                    <a:cubicBezTo>
                      <a:pt x="76" y="20"/>
                      <a:pt x="76" y="20"/>
                      <a:pt x="76" y="20"/>
                    </a:cubicBezTo>
                    <a:cubicBezTo>
                      <a:pt x="76" y="28"/>
                      <a:pt x="76" y="28"/>
                      <a:pt x="76" y="28"/>
                    </a:cubicBezTo>
                    <a:cubicBezTo>
                      <a:pt x="76" y="56"/>
                      <a:pt x="76" y="56"/>
                      <a:pt x="76" y="56"/>
                    </a:cubicBezTo>
                    <a:cubicBezTo>
                      <a:pt x="76" y="58"/>
                      <a:pt x="74" y="60"/>
                      <a:pt x="72" y="60"/>
                    </a:cubicBezTo>
                    <a:lnTo>
                      <a:pt x="12" y="60"/>
                    </a:lnTo>
                    <a:close/>
                    <a:moveTo>
                      <a:pt x="44" y="96"/>
                    </a:moveTo>
                    <a:cubicBezTo>
                      <a:pt x="40" y="96"/>
                      <a:pt x="36" y="92"/>
                      <a:pt x="36" y="88"/>
                    </a:cubicBezTo>
                    <a:cubicBezTo>
                      <a:pt x="36" y="84"/>
                      <a:pt x="40" y="80"/>
                      <a:pt x="44" y="80"/>
                    </a:cubicBezTo>
                    <a:cubicBezTo>
                      <a:pt x="48" y="80"/>
                      <a:pt x="52" y="84"/>
                      <a:pt x="52" y="88"/>
                    </a:cubicBezTo>
                    <a:cubicBezTo>
                      <a:pt x="52" y="92"/>
                      <a:pt x="48" y="96"/>
                      <a:pt x="44" y="96"/>
                    </a:cubicBezTo>
                    <a:close/>
                    <a:moveTo>
                      <a:pt x="96" y="96"/>
                    </a:moveTo>
                    <a:cubicBezTo>
                      <a:pt x="92" y="96"/>
                      <a:pt x="88" y="92"/>
                      <a:pt x="88" y="88"/>
                    </a:cubicBezTo>
                    <a:cubicBezTo>
                      <a:pt x="88" y="84"/>
                      <a:pt x="92" y="80"/>
                      <a:pt x="96" y="80"/>
                    </a:cubicBezTo>
                    <a:cubicBezTo>
                      <a:pt x="100" y="80"/>
                      <a:pt x="104" y="84"/>
                      <a:pt x="104" y="88"/>
                    </a:cubicBezTo>
                    <a:cubicBezTo>
                      <a:pt x="104" y="92"/>
                      <a:pt x="100" y="96"/>
                      <a:pt x="96" y="96"/>
                    </a:cubicBezTo>
                    <a:close/>
                    <a:moveTo>
                      <a:pt x="120" y="80"/>
                    </a:moveTo>
                    <a:cubicBezTo>
                      <a:pt x="120" y="82"/>
                      <a:pt x="118" y="84"/>
                      <a:pt x="116" y="84"/>
                    </a:cubicBezTo>
                    <a:cubicBezTo>
                      <a:pt x="111" y="84"/>
                      <a:pt x="111" y="84"/>
                      <a:pt x="111" y="84"/>
                    </a:cubicBezTo>
                    <a:cubicBezTo>
                      <a:pt x="110" y="77"/>
                      <a:pt x="103" y="72"/>
                      <a:pt x="96" y="72"/>
                    </a:cubicBezTo>
                    <a:cubicBezTo>
                      <a:pt x="89" y="72"/>
                      <a:pt x="82" y="77"/>
                      <a:pt x="81" y="84"/>
                    </a:cubicBezTo>
                    <a:cubicBezTo>
                      <a:pt x="59" y="84"/>
                      <a:pt x="59" y="84"/>
                      <a:pt x="59" y="84"/>
                    </a:cubicBezTo>
                    <a:cubicBezTo>
                      <a:pt x="58" y="77"/>
                      <a:pt x="51" y="72"/>
                      <a:pt x="44" y="72"/>
                    </a:cubicBezTo>
                    <a:cubicBezTo>
                      <a:pt x="37" y="72"/>
                      <a:pt x="30" y="77"/>
                      <a:pt x="29" y="84"/>
                    </a:cubicBezTo>
                    <a:cubicBezTo>
                      <a:pt x="24" y="84"/>
                      <a:pt x="24" y="84"/>
                      <a:pt x="24" y="84"/>
                    </a:cubicBezTo>
                    <a:cubicBezTo>
                      <a:pt x="22" y="84"/>
                      <a:pt x="20" y="82"/>
                      <a:pt x="20" y="80"/>
                    </a:cubicBezTo>
                    <a:cubicBezTo>
                      <a:pt x="20" y="68"/>
                      <a:pt x="20" y="68"/>
                      <a:pt x="20" y="68"/>
                    </a:cubicBezTo>
                    <a:cubicBezTo>
                      <a:pt x="72" y="68"/>
                      <a:pt x="72" y="68"/>
                      <a:pt x="72" y="68"/>
                    </a:cubicBezTo>
                    <a:cubicBezTo>
                      <a:pt x="79" y="68"/>
                      <a:pt x="84" y="63"/>
                      <a:pt x="84" y="56"/>
                    </a:cubicBezTo>
                    <a:cubicBezTo>
                      <a:pt x="84" y="28"/>
                      <a:pt x="84" y="28"/>
                      <a:pt x="84" y="28"/>
                    </a:cubicBezTo>
                    <a:cubicBezTo>
                      <a:pt x="100" y="28"/>
                      <a:pt x="100" y="28"/>
                      <a:pt x="100" y="28"/>
                    </a:cubicBezTo>
                    <a:cubicBezTo>
                      <a:pt x="101" y="28"/>
                      <a:pt x="103" y="29"/>
                      <a:pt x="103" y="30"/>
                    </a:cubicBezTo>
                    <a:cubicBezTo>
                      <a:pt x="119" y="54"/>
                      <a:pt x="119" y="54"/>
                      <a:pt x="119" y="54"/>
                    </a:cubicBezTo>
                    <a:cubicBezTo>
                      <a:pt x="120" y="54"/>
                      <a:pt x="120" y="55"/>
                      <a:pt x="120" y="56"/>
                    </a:cubicBezTo>
                    <a:lnTo>
                      <a:pt x="120" y="8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grpSp>
        <p:nvGrpSpPr>
          <p:cNvPr id="385" name="Google Shape;385;p7"/>
          <p:cNvGrpSpPr/>
          <p:nvPr/>
        </p:nvGrpSpPr>
        <p:grpSpPr>
          <a:xfrm>
            <a:off x="3233489" y="3623771"/>
            <a:ext cx="685800" cy="685800"/>
            <a:chOff x="4558017" y="2712870"/>
            <a:chExt cx="914400" cy="914400"/>
          </a:xfrm>
        </p:grpSpPr>
        <p:sp>
          <p:nvSpPr>
            <p:cNvPr id="386" name="Google Shape;386;p7"/>
            <p:cNvSpPr/>
            <p:nvPr/>
          </p:nvSpPr>
          <p:spPr>
            <a:xfrm>
              <a:off x="4558017" y="2712870"/>
              <a:ext cx="914400" cy="9144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grpSp>
          <p:nvGrpSpPr>
            <p:cNvPr id="387" name="Google Shape;387;p7"/>
            <p:cNvGrpSpPr/>
            <p:nvPr/>
          </p:nvGrpSpPr>
          <p:grpSpPr>
            <a:xfrm>
              <a:off x="4774711" y="2917439"/>
              <a:ext cx="481012" cy="482600"/>
              <a:chOff x="4198938" y="2905126"/>
              <a:chExt cx="481012" cy="482600"/>
            </a:xfrm>
          </p:grpSpPr>
          <p:sp>
            <p:nvSpPr>
              <p:cNvPr id="388" name="Google Shape;388;p7"/>
              <p:cNvSpPr/>
              <p:nvPr/>
            </p:nvSpPr>
            <p:spPr>
              <a:xfrm>
                <a:off x="4198938" y="2905126"/>
                <a:ext cx="150812" cy="482600"/>
              </a:xfrm>
              <a:custGeom>
                <a:rect b="b" l="l" r="r" t="t"/>
                <a:pathLst>
                  <a:path extrusionOk="0" h="128" w="40">
                    <a:moveTo>
                      <a:pt x="32" y="24"/>
                    </a:moveTo>
                    <a:cubicBezTo>
                      <a:pt x="32" y="12"/>
                      <a:pt x="32" y="12"/>
                      <a:pt x="32" y="12"/>
                    </a:cubicBezTo>
                    <a:cubicBezTo>
                      <a:pt x="32" y="5"/>
                      <a:pt x="27" y="0"/>
                      <a:pt x="20" y="0"/>
                    </a:cubicBezTo>
                    <a:cubicBezTo>
                      <a:pt x="13" y="0"/>
                      <a:pt x="8" y="5"/>
                      <a:pt x="8" y="12"/>
                    </a:cubicBezTo>
                    <a:cubicBezTo>
                      <a:pt x="8" y="24"/>
                      <a:pt x="8" y="24"/>
                      <a:pt x="8" y="24"/>
                    </a:cubicBezTo>
                    <a:cubicBezTo>
                      <a:pt x="3" y="28"/>
                      <a:pt x="0" y="33"/>
                      <a:pt x="0" y="40"/>
                    </a:cubicBezTo>
                    <a:cubicBezTo>
                      <a:pt x="0" y="47"/>
                      <a:pt x="3" y="52"/>
                      <a:pt x="8" y="56"/>
                    </a:cubicBezTo>
                    <a:cubicBezTo>
                      <a:pt x="8" y="116"/>
                      <a:pt x="8" y="116"/>
                      <a:pt x="8" y="116"/>
                    </a:cubicBezTo>
                    <a:cubicBezTo>
                      <a:pt x="8" y="123"/>
                      <a:pt x="13" y="128"/>
                      <a:pt x="20" y="128"/>
                    </a:cubicBezTo>
                    <a:cubicBezTo>
                      <a:pt x="27" y="128"/>
                      <a:pt x="32" y="123"/>
                      <a:pt x="32" y="116"/>
                    </a:cubicBezTo>
                    <a:cubicBezTo>
                      <a:pt x="32" y="56"/>
                      <a:pt x="32" y="56"/>
                      <a:pt x="32" y="56"/>
                    </a:cubicBezTo>
                    <a:cubicBezTo>
                      <a:pt x="37" y="52"/>
                      <a:pt x="40" y="47"/>
                      <a:pt x="40" y="40"/>
                    </a:cubicBezTo>
                    <a:cubicBezTo>
                      <a:pt x="40" y="33"/>
                      <a:pt x="37" y="28"/>
                      <a:pt x="32" y="24"/>
                    </a:cubicBezTo>
                    <a:close/>
                    <a:moveTo>
                      <a:pt x="16" y="12"/>
                    </a:moveTo>
                    <a:cubicBezTo>
                      <a:pt x="16" y="10"/>
                      <a:pt x="18" y="8"/>
                      <a:pt x="20" y="8"/>
                    </a:cubicBezTo>
                    <a:cubicBezTo>
                      <a:pt x="22" y="8"/>
                      <a:pt x="24" y="10"/>
                      <a:pt x="24" y="12"/>
                    </a:cubicBezTo>
                    <a:cubicBezTo>
                      <a:pt x="24" y="20"/>
                      <a:pt x="24" y="20"/>
                      <a:pt x="24" y="20"/>
                    </a:cubicBezTo>
                    <a:cubicBezTo>
                      <a:pt x="23" y="20"/>
                      <a:pt x="21" y="20"/>
                      <a:pt x="20" y="20"/>
                    </a:cubicBezTo>
                    <a:cubicBezTo>
                      <a:pt x="19" y="20"/>
                      <a:pt x="17" y="20"/>
                      <a:pt x="16" y="20"/>
                    </a:cubicBezTo>
                    <a:lnTo>
                      <a:pt x="16" y="12"/>
                    </a:lnTo>
                    <a:close/>
                    <a:moveTo>
                      <a:pt x="24" y="116"/>
                    </a:moveTo>
                    <a:cubicBezTo>
                      <a:pt x="24" y="118"/>
                      <a:pt x="22" y="120"/>
                      <a:pt x="20" y="120"/>
                    </a:cubicBezTo>
                    <a:cubicBezTo>
                      <a:pt x="18" y="120"/>
                      <a:pt x="16" y="118"/>
                      <a:pt x="16" y="116"/>
                    </a:cubicBezTo>
                    <a:cubicBezTo>
                      <a:pt x="16" y="60"/>
                      <a:pt x="16" y="60"/>
                      <a:pt x="16" y="60"/>
                    </a:cubicBezTo>
                    <a:cubicBezTo>
                      <a:pt x="17" y="60"/>
                      <a:pt x="19" y="60"/>
                      <a:pt x="20" y="60"/>
                    </a:cubicBezTo>
                    <a:cubicBezTo>
                      <a:pt x="21" y="60"/>
                      <a:pt x="23" y="60"/>
                      <a:pt x="24" y="60"/>
                    </a:cubicBezTo>
                    <a:lnTo>
                      <a:pt x="24" y="116"/>
                    </a:lnTo>
                    <a:close/>
                    <a:moveTo>
                      <a:pt x="31" y="43"/>
                    </a:moveTo>
                    <a:cubicBezTo>
                      <a:pt x="31" y="44"/>
                      <a:pt x="31" y="44"/>
                      <a:pt x="31" y="44"/>
                    </a:cubicBezTo>
                    <a:cubicBezTo>
                      <a:pt x="31" y="45"/>
                      <a:pt x="30" y="46"/>
                      <a:pt x="30" y="47"/>
                    </a:cubicBezTo>
                    <a:cubicBezTo>
                      <a:pt x="30" y="47"/>
                      <a:pt x="30" y="47"/>
                      <a:pt x="30" y="47"/>
                    </a:cubicBezTo>
                    <a:cubicBezTo>
                      <a:pt x="29" y="48"/>
                      <a:pt x="28" y="49"/>
                      <a:pt x="27" y="50"/>
                    </a:cubicBezTo>
                    <a:cubicBezTo>
                      <a:pt x="27" y="50"/>
                      <a:pt x="27" y="50"/>
                      <a:pt x="27" y="50"/>
                    </a:cubicBezTo>
                    <a:cubicBezTo>
                      <a:pt x="26" y="50"/>
                      <a:pt x="25" y="51"/>
                      <a:pt x="24" y="51"/>
                    </a:cubicBezTo>
                    <a:cubicBezTo>
                      <a:pt x="23" y="52"/>
                      <a:pt x="21" y="52"/>
                      <a:pt x="20" y="52"/>
                    </a:cubicBezTo>
                    <a:cubicBezTo>
                      <a:pt x="19" y="52"/>
                      <a:pt x="17" y="52"/>
                      <a:pt x="16" y="51"/>
                    </a:cubicBezTo>
                    <a:cubicBezTo>
                      <a:pt x="15" y="51"/>
                      <a:pt x="14" y="50"/>
                      <a:pt x="13" y="50"/>
                    </a:cubicBezTo>
                    <a:cubicBezTo>
                      <a:pt x="13" y="50"/>
                      <a:pt x="13" y="50"/>
                      <a:pt x="13" y="50"/>
                    </a:cubicBezTo>
                    <a:cubicBezTo>
                      <a:pt x="12" y="49"/>
                      <a:pt x="11" y="48"/>
                      <a:pt x="10" y="47"/>
                    </a:cubicBezTo>
                    <a:cubicBezTo>
                      <a:pt x="10" y="47"/>
                      <a:pt x="10" y="47"/>
                      <a:pt x="10" y="47"/>
                    </a:cubicBezTo>
                    <a:cubicBezTo>
                      <a:pt x="10" y="46"/>
                      <a:pt x="9" y="45"/>
                      <a:pt x="9" y="44"/>
                    </a:cubicBezTo>
                    <a:cubicBezTo>
                      <a:pt x="9" y="44"/>
                      <a:pt x="9" y="44"/>
                      <a:pt x="9" y="43"/>
                    </a:cubicBezTo>
                    <a:cubicBezTo>
                      <a:pt x="8" y="42"/>
                      <a:pt x="8" y="41"/>
                      <a:pt x="8" y="40"/>
                    </a:cubicBezTo>
                    <a:cubicBezTo>
                      <a:pt x="8" y="39"/>
                      <a:pt x="8" y="38"/>
                      <a:pt x="9" y="37"/>
                    </a:cubicBezTo>
                    <a:cubicBezTo>
                      <a:pt x="9" y="36"/>
                      <a:pt x="9" y="36"/>
                      <a:pt x="9" y="36"/>
                    </a:cubicBezTo>
                    <a:cubicBezTo>
                      <a:pt x="9" y="35"/>
                      <a:pt x="10" y="34"/>
                      <a:pt x="10" y="33"/>
                    </a:cubicBezTo>
                    <a:cubicBezTo>
                      <a:pt x="10" y="33"/>
                      <a:pt x="10" y="33"/>
                      <a:pt x="10" y="33"/>
                    </a:cubicBezTo>
                    <a:cubicBezTo>
                      <a:pt x="11" y="32"/>
                      <a:pt x="12" y="31"/>
                      <a:pt x="13" y="30"/>
                    </a:cubicBezTo>
                    <a:cubicBezTo>
                      <a:pt x="13" y="30"/>
                      <a:pt x="13" y="30"/>
                      <a:pt x="13" y="30"/>
                    </a:cubicBezTo>
                    <a:cubicBezTo>
                      <a:pt x="14" y="30"/>
                      <a:pt x="15" y="29"/>
                      <a:pt x="16" y="29"/>
                    </a:cubicBezTo>
                    <a:cubicBezTo>
                      <a:pt x="17" y="28"/>
                      <a:pt x="19" y="28"/>
                      <a:pt x="20" y="28"/>
                    </a:cubicBezTo>
                    <a:cubicBezTo>
                      <a:pt x="21" y="28"/>
                      <a:pt x="23" y="28"/>
                      <a:pt x="24" y="29"/>
                    </a:cubicBezTo>
                    <a:cubicBezTo>
                      <a:pt x="25" y="29"/>
                      <a:pt x="26" y="30"/>
                      <a:pt x="27" y="30"/>
                    </a:cubicBezTo>
                    <a:cubicBezTo>
                      <a:pt x="27" y="30"/>
                      <a:pt x="27" y="30"/>
                      <a:pt x="27" y="30"/>
                    </a:cubicBezTo>
                    <a:cubicBezTo>
                      <a:pt x="28" y="31"/>
                      <a:pt x="29" y="32"/>
                      <a:pt x="30" y="33"/>
                    </a:cubicBezTo>
                    <a:cubicBezTo>
                      <a:pt x="30" y="33"/>
                      <a:pt x="30" y="33"/>
                      <a:pt x="30" y="33"/>
                    </a:cubicBezTo>
                    <a:cubicBezTo>
                      <a:pt x="30" y="34"/>
                      <a:pt x="31" y="35"/>
                      <a:pt x="31" y="36"/>
                    </a:cubicBezTo>
                    <a:cubicBezTo>
                      <a:pt x="31" y="36"/>
                      <a:pt x="31" y="36"/>
                      <a:pt x="31" y="37"/>
                    </a:cubicBezTo>
                    <a:cubicBezTo>
                      <a:pt x="32" y="38"/>
                      <a:pt x="32" y="39"/>
                      <a:pt x="32" y="40"/>
                    </a:cubicBezTo>
                    <a:cubicBezTo>
                      <a:pt x="32" y="41"/>
                      <a:pt x="32" y="42"/>
                      <a:pt x="31" y="43"/>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89" name="Google Shape;389;p7"/>
              <p:cNvSpPr/>
              <p:nvPr/>
            </p:nvSpPr>
            <p:spPr>
              <a:xfrm>
                <a:off x="4529138" y="2905126"/>
                <a:ext cx="150812" cy="482600"/>
              </a:xfrm>
              <a:custGeom>
                <a:rect b="b" l="l" r="r" t="t"/>
                <a:pathLst>
                  <a:path extrusionOk="0" h="128" w="40">
                    <a:moveTo>
                      <a:pt x="32" y="24"/>
                    </a:moveTo>
                    <a:cubicBezTo>
                      <a:pt x="32" y="12"/>
                      <a:pt x="32" y="12"/>
                      <a:pt x="32" y="12"/>
                    </a:cubicBezTo>
                    <a:cubicBezTo>
                      <a:pt x="32" y="5"/>
                      <a:pt x="27" y="0"/>
                      <a:pt x="20" y="0"/>
                    </a:cubicBezTo>
                    <a:cubicBezTo>
                      <a:pt x="13" y="0"/>
                      <a:pt x="8" y="5"/>
                      <a:pt x="8" y="12"/>
                    </a:cubicBezTo>
                    <a:cubicBezTo>
                      <a:pt x="8" y="24"/>
                      <a:pt x="8" y="24"/>
                      <a:pt x="8" y="24"/>
                    </a:cubicBezTo>
                    <a:cubicBezTo>
                      <a:pt x="3" y="28"/>
                      <a:pt x="0" y="33"/>
                      <a:pt x="0" y="40"/>
                    </a:cubicBezTo>
                    <a:cubicBezTo>
                      <a:pt x="0" y="47"/>
                      <a:pt x="3" y="52"/>
                      <a:pt x="8" y="56"/>
                    </a:cubicBezTo>
                    <a:cubicBezTo>
                      <a:pt x="8" y="116"/>
                      <a:pt x="8" y="116"/>
                      <a:pt x="8" y="116"/>
                    </a:cubicBezTo>
                    <a:cubicBezTo>
                      <a:pt x="8" y="123"/>
                      <a:pt x="13" y="128"/>
                      <a:pt x="20" y="128"/>
                    </a:cubicBezTo>
                    <a:cubicBezTo>
                      <a:pt x="27" y="128"/>
                      <a:pt x="32" y="123"/>
                      <a:pt x="32" y="116"/>
                    </a:cubicBezTo>
                    <a:cubicBezTo>
                      <a:pt x="32" y="56"/>
                      <a:pt x="32" y="56"/>
                      <a:pt x="32" y="56"/>
                    </a:cubicBezTo>
                    <a:cubicBezTo>
                      <a:pt x="37" y="52"/>
                      <a:pt x="40" y="47"/>
                      <a:pt x="40" y="40"/>
                    </a:cubicBezTo>
                    <a:cubicBezTo>
                      <a:pt x="40" y="33"/>
                      <a:pt x="37" y="28"/>
                      <a:pt x="32" y="24"/>
                    </a:cubicBezTo>
                    <a:close/>
                    <a:moveTo>
                      <a:pt x="16" y="12"/>
                    </a:moveTo>
                    <a:cubicBezTo>
                      <a:pt x="16" y="10"/>
                      <a:pt x="18" y="8"/>
                      <a:pt x="20" y="8"/>
                    </a:cubicBezTo>
                    <a:cubicBezTo>
                      <a:pt x="22" y="8"/>
                      <a:pt x="24" y="10"/>
                      <a:pt x="24" y="12"/>
                    </a:cubicBezTo>
                    <a:cubicBezTo>
                      <a:pt x="24" y="20"/>
                      <a:pt x="24" y="20"/>
                      <a:pt x="24" y="20"/>
                    </a:cubicBezTo>
                    <a:cubicBezTo>
                      <a:pt x="23" y="20"/>
                      <a:pt x="21" y="20"/>
                      <a:pt x="20" y="20"/>
                    </a:cubicBezTo>
                    <a:cubicBezTo>
                      <a:pt x="19" y="20"/>
                      <a:pt x="17" y="20"/>
                      <a:pt x="16" y="20"/>
                    </a:cubicBezTo>
                    <a:lnTo>
                      <a:pt x="16" y="12"/>
                    </a:lnTo>
                    <a:close/>
                    <a:moveTo>
                      <a:pt x="24" y="116"/>
                    </a:moveTo>
                    <a:cubicBezTo>
                      <a:pt x="24" y="118"/>
                      <a:pt x="22" y="120"/>
                      <a:pt x="20" y="120"/>
                    </a:cubicBezTo>
                    <a:cubicBezTo>
                      <a:pt x="18" y="120"/>
                      <a:pt x="16" y="118"/>
                      <a:pt x="16" y="116"/>
                    </a:cubicBezTo>
                    <a:cubicBezTo>
                      <a:pt x="16" y="60"/>
                      <a:pt x="16" y="60"/>
                      <a:pt x="16" y="60"/>
                    </a:cubicBezTo>
                    <a:cubicBezTo>
                      <a:pt x="17" y="60"/>
                      <a:pt x="19" y="60"/>
                      <a:pt x="20" y="60"/>
                    </a:cubicBezTo>
                    <a:cubicBezTo>
                      <a:pt x="21" y="60"/>
                      <a:pt x="23" y="60"/>
                      <a:pt x="24" y="60"/>
                    </a:cubicBezTo>
                    <a:lnTo>
                      <a:pt x="24" y="116"/>
                    </a:lnTo>
                    <a:close/>
                    <a:moveTo>
                      <a:pt x="31" y="43"/>
                    </a:moveTo>
                    <a:cubicBezTo>
                      <a:pt x="31" y="44"/>
                      <a:pt x="31" y="44"/>
                      <a:pt x="31" y="44"/>
                    </a:cubicBezTo>
                    <a:cubicBezTo>
                      <a:pt x="31" y="45"/>
                      <a:pt x="30" y="46"/>
                      <a:pt x="30" y="47"/>
                    </a:cubicBezTo>
                    <a:cubicBezTo>
                      <a:pt x="30" y="47"/>
                      <a:pt x="30" y="47"/>
                      <a:pt x="30" y="47"/>
                    </a:cubicBezTo>
                    <a:cubicBezTo>
                      <a:pt x="29" y="48"/>
                      <a:pt x="28" y="49"/>
                      <a:pt x="27" y="50"/>
                    </a:cubicBezTo>
                    <a:cubicBezTo>
                      <a:pt x="27" y="50"/>
                      <a:pt x="27" y="50"/>
                      <a:pt x="27" y="50"/>
                    </a:cubicBezTo>
                    <a:cubicBezTo>
                      <a:pt x="26" y="50"/>
                      <a:pt x="25" y="51"/>
                      <a:pt x="24" y="51"/>
                    </a:cubicBezTo>
                    <a:cubicBezTo>
                      <a:pt x="23" y="52"/>
                      <a:pt x="21" y="52"/>
                      <a:pt x="20" y="52"/>
                    </a:cubicBezTo>
                    <a:cubicBezTo>
                      <a:pt x="19" y="52"/>
                      <a:pt x="17" y="52"/>
                      <a:pt x="16" y="51"/>
                    </a:cubicBezTo>
                    <a:cubicBezTo>
                      <a:pt x="15" y="51"/>
                      <a:pt x="14" y="50"/>
                      <a:pt x="13" y="50"/>
                    </a:cubicBezTo>
                    <a:cubicBezTo>
                      <a:pt x="13" y="50"/>
                      <a:pt x="13" y="50"/>
                      <a:pt x="13" y="50"/>
                    </a:cubicBezTo>
                    <a:cubicBezTo>
                      <a:pt x="12" y="49"/>
                      <a:pt x="11" y="48"/>
                      <a:pt x="10" y="47"/>
                    </a:cubicBezTo>
                    <a:cubicBezTo>
                      <a:pt x="10" y="47"/>
                      <a:pt x="10" y="47"/>
                      <a:pt x="10" y="47"/>
                    </a:cubicBezTo>
                    <a:cubicBezTo>
                      <a:pt x="10" y="46"/>
                      <a:pt x="9" y="45"/>
                      <a:pt x="9" y="44"/>
                    </a:cubicBezTo>
                    <a:cubicBezTo>
                      <a:pt x="9" y="44"/>
                      <a:pt x="9" y="44"/>
                      <a:pt x="9" y="43"/>
                    </a:cubicBezTo>
                    <a:cubicBezTo>
                      <a:pt x="8" y="42"/>
                      <a:pt x="8" y="41"/>
                      <a:pt x="8" y="40"/>
                    </a:cubicBezTo>
                    <a:cubicBezTo>
                      <a:pt x="8" y="39"/>
                      <a:pt x="8" y="38"/>
                      <a:pt x="9" y="37"/>
                    </a:cubicBezTo>
                    <a:cubicBezTo>
                      <a:pt x="9" y="36"/>
                      <a:pt x="9" y="36"/>
                      <a:pt x="9" y="36"/>
                    </a:cubicBezTo>
                    <a:cubicBezTo>
                      <a:pt x="9" y="35"/>
                      <a:pt x="10" y="34"/>
                      <a:pt x="10" y="33"/>
                    </a:cubicBezTo>
                    <a:cubicBezTo>
                      <a:pt x="10" y="33"/>
                      <a:pt x="10" y="33"/>
                      <a:pt x="10" y="33"/>
                    </a:cubicBezTo>
                    <a:cubicBezTo>
                      <a:pt x="11" y="32"/>
                      <a:pt x="12" y="31"/>
                      <a:pt x="13" y="30"/>
                    </a:cubicBezTo>
                    <a:cubicBezTo>
                      <a:pt x="13" y="30"/>
                      <a:pt x="13" y="30"/>
                      <a:pt x="13" y="30"/>
                    </a:cubicBezTo>
                    <a:cubicBezTo>
                      <a:pt x="14" y="30"/>
                      <a:pt x="15" y="29"/>
                      <a:pt x="16" y="29"/>
                    </a:cubicBezTo>
                    <a:cubicBezTo>
                      <a:pt x="17" y="28"/>
                      <a:pt x="19" y="28"/>
                      <a:pt x="20" y="28"/>
                    </a:cubicBezTo>
                    <a:cubicBezTo>
                      <a:pt x="21" y="28"/>
                      <a:pt x="23" y="28"/>
                      <a:pt x="24" y="29"/>
                    </a:cubicBezTo>
                    <a:cubicBezTo>
                      <a:pt x="25" y="29"/>
                      <a:pt x="26" y="30"/>
                      <a:pt x="27" y="30"/>
                    </a:cubicBezTo>
                    <a:cubicBezTo>
                      <a:pt x="27" y="30"/>
                      <a:pt x="27" y="30"/>
                      <a:pt x="27" y="30"/>
                    </a:cubicBezTo>
                    <a:cubicBezTo>
                      <a:pt x="28" y="31"/>
                      <a:pt x="29" y="32"/>
                      <a:pt x="30" y="33"/>
                    </a:cubicBezTo>
                    <a:cubicBezTo>
                      <a:pt x="30" y="33"/>
                      <a:pt x="30" y="33"/>
                      <a:pt x="30" y="33"/>
                    </a:cubicBezTo>
                    <a:cubicBezTo>
                      <a:pt x="30" y="34"/>
                      <a:pt x="31" y="35"/>
                      <a:pt x="31" y="36"/>
                    </a:cubicBezTo>
                    <a:cubicBezTo>
                      <a:pt x="31" y="36"/>
                      <a:pt x="31" y="36"/>
                      <a:pt x="31" y="37"/>
                    </a:cubicBezTo>
                    <a:cubicBezTo>
                      <a:pt x="32" y="38"/>
                      <a:pt x="32" y="39"/>
                      <a:pt x="32" y="40"/>
                    </a:cubicBezTo>
                    <a:cubicBezTo>
                      <a:pt x="32" y="41"/>
                      <a:pt x="32" y="42"/>
                      <a:pt x="31" y="43"/>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390" name="Google Shape;390;p7"/>
              <p:cNvSpPr/>
              <p:nvPr/>
            </p:nvSpPr>
            <p:spPr>
              <a:xfrm>
                <a:off x="4364038" y="2905126"/>
                <a:ext cx="150812" cy="482600"/>
              </a:xfrm>
              <a:custGeom>
                <a:rect b="b" l="l" r="r" t="t"/>
                <a:pathLst>
                  <a:path extrusionOk="0" h="128" w="40">
                    <a:moveTo>
                      <a:pt x="32" y="72"/>
                    </a:moveTo>
                    <a:cubicBezTo>
                      <a:pt x="32" y="12"/>
                      <a:pt x="32" y="12"/>
                      <a:pt x="32" y="12"/>
                    </a:cubicBezTo>
                    <a:cubicBezTo>
                      <a:pt x="32" y="5"/>
                      <a:pt x="27" y="0"/>
                      <a:pt x="20" y="0"/>
                    </a:cubicBezTo>
                    <a:cubicBezTo>
                      <a:pt x="13" y="0"/>
                      <a:pt x="8" y="5"/>
                      <a:pt x="8" y="12"/>
                    </a:cubicBezTo>
                    <a:cubicBezTo>
                      <a:pt x="8" y="72"/>
                      <a:pt x="8" y="72"/>
                      <a:pt x="8" y="72"/>
                    </a:cubicBezTo>
                    <a:cubicBezTo>
                      <a:pt x="3" y="76"/>
                      <a:pt x="0" y="81"/>
                      <a:pt x="0" y="88"/>
                    </a:cubicBezTo>
                    <a:cubicBezTo>
                      <a:pt x="0" y="95"/>
                      <a:pt x="3" y="100"/>
                      <a:pt x="8" y="104"/>
                    </a:cubicBezTo>
                    <a:cubicBezTo>
                      <a:pt x="8" y="116"/>
                      <a:pt x="8" y="116"/>
                      <a:pt x="8" y="116"/>
                    </a:cubicBezTo>
                    <a:cubicBezTo>
                      <a:pt x="8" y="123"/>
                      <a:pt x="13" y="128"/>
                      <a:pt x="20" y="128"/>
                    </a:cubicBezTo>
                    <a:cubicBezTo>
                      <a:pt x="27" y="128"/>
                      <a:pt x="32" y="123"/>
                      <a:pt x="32" y="116"/>
                    </a:cubicBezTo>
                    <a:cubicBezTo>
                      <a:pt x="32" y="104"/>
                      <a:pt x="32" y="104"/>
                      <a:pt x="32" y="104"/>
                    </a:cubicBezTo>
                    <a:cubicBezTo>
                      <a:pt x="37" y="100"/>
                      <a:pt x="40" y="95"/>
                      <a:pt x="40" y="88"/>
                    </a:cubicBezTo>
                    <a:cubicBezTo>
                      <a:pt x="40" y="81"/>
                      <a:pt x="37" y="76"/>
                      <a:pt x="32" y="72"/>
                    </a:cubicBezTo>
                    <a:close/>
                    <a:moveTo>
                      <a:pt x="16" y="12"/>
                    </a:moveTo>
                    <a:cubicBezTo>
                      <a:pt x="16" y="10"/>
                      <a:pt x="18" y="8"/>
                      <a:pt x="20" y="8"/>
                    </a:cubicBezTo>
                    <a:cubicBezTo>
                      <a:pt x="22" y="8"/>
                      <a:pt x="24" y="10"/>
                      <a:pt x="24" y="12"/>
                    </a:cubicBezTo>
                    <a:cubicBezTo>
                      <a:pt x="24" y="68"/>
                      <a:pt x="24" y="68"/>
                      <a:pt x="24" y="68"/>
                    </a:cubicBezTo>
                    <a:cubicBezTo>
                      <a:pt x="23" y="68"/>
                      <a:pt x="21" y="68"/>
                      <a:pt x="20" y="68"/>
                    </a:cubicBezTo>
                    <a:cubicBezTo>
                      <a:pt x="19" y="68"/>
                      <a:pt x="17" y="68"/>
                      <a:pt x="16" y="68"/>
                    </a:cubicBezTo>
                    <a:lnTo>
                      <a:pt x="16" y="12"/>
                    </a:lnTo>
                    <a:close/>
                    <a:moveTo>
                      <a:pt x="24" y="116"/>
                    </a:moveTo>
                    <a:cubicBezTo>
                      <a:pt x="24" y="118"/>
                      <a:pt x="22" y="120"/>
                      <a:pt x="20" y="120"/>
                    </a:cubicBezTo>
                    <a:cubicBezTo>
                      <a:pt x="18" y="120"/>
                      <a:pt x="16" y="118"/>
                      <a:pt x="16" y="116"/>
                    </a:cubicBezTo>
                    <a:cubicBezTo>
                      <a:pt x="16" y="108"/>
                      <a:pt x="16" y="108"/>
                      <a:pt x="16" y="108"/>
                    </a:cubicBezTo>
                    <a:cubicBezTo>
                      <a:pt x="17" y="108"/>
                      <a:pt x="19" y="108"/>
                      <a:pt x="20" y="108"/>
                    </a:cubicBezTo>
                    <a:cubicBezTo>
                      <a:pt x="21" y="108"/>
                      <a:pt x="23" y="108"/>
                      <a:pt x="24" y="108"/>
                    </a:cubicBezTo>
                    <a:lnTo>
                      <a:pt x="24" y="116"/>
                    </a:lnTo>
                    <a:close/>
                    <a:moveTo>
                      <a:pt x="31" y="91"/>
                    </a:moveTo>
                    <a:cubicBezTo>
                      <a:pt x="31" y="92"/>
                      <a:pt x="31" y="92"/>
                      <a:pt x="31" y="92"/>
                    </a:cubicBezTo>
                    <a:cubicBezTo>
                      <a:pt x="31" y="93"/>
                      <a:pt x="30" y="94"/>
                      <a:pt x="30" y="95"/>
                    </a:cubicBezTo>
                    <a:cubicBezTo>
                      <a:pt x="30" y="95"/>
                      <a:pt x="30" y="95"/>
                      <a:pt x="30" y="95"/>
                    </a:cubicBezTo>
                    <a:cubicBezTo>
                      <a:pt x="29" y="96"/>
                      <a:pt x="28" y="97"/>
                      <a:pt x="27" y="98"/>
                    </a:cubicBezTo>
                    <a:cubicBezTo>
                      <a:pt x="27" y="98"/>
                      <a:pt x="27" y="98"/>
                      <a:pt x="27" y="98"/>
                    </a:cubicBezTo>
                    <a:cubicBezTo>
                      <a:pt x="26" y="98"/>
                      <a:pt x="25" y="99"/>
                      <a:pt x="24" y="99"/>
                    </a:cubicBezTo>
                    <a:cubicBezTo>
                      <a:pt x="23" y="100"/>
                      <a:pt x="21" y="100"/>
                      <a:pt x="20" y="100"/>
                    </a:cubicBezTo>
                    <a:cubicBezTo>
                      <a:pt x="19" y="100"/>
                      <a:pt x="17" y="100"/>
                      <a:pt x="16" y="99"/>
                    </a:cubicBezTo>
                    <a:cubicBezTo>
                      <a:pt x="15" y="99"/>
                      <a:pt x="14" y="98"/>
                      <a:pt x="13" y="98"/>
                    </a:cubicBezTo>
                    <a:cubicBezTo>
                      <a:pt x="13" y="98"/>
                      <a:pt x="13" y="98"/>
                      <a:pt x="13" y="98"/>
                    </a:cubicBezTo>
                    <a:cubicBezTo>
                      <a:pt x="12" y="97"/>
                      <a:pt x="11" y="96"/>
                      <a:pt x="10" y="95"/>
                    </a:cubicBezTo>
                    <a:cubicBezTo>
                      <a:pt x="10" y="95"/>
                      <a:pt x="10" y="95"/>
                      <a:pt x="10" y="95"/>
                    </a:cubicBezTo>
                    <a:cubicBezTo>
                      <a:pt x="10" y="94"/>
                      <a:pt x="9" y="93"/>
                      <a:pt x="9" y="92"/>
                    </a:cubicBezTo>
                    <a:cubicBezTo>
                      <a:pt x="9" y="92"/>
                      <a:pt x="9" y="92"/>
                      <a:pt x="9" y="91"/>
                    </a:cubicBezTo>
                    <a:cubicBezTo>
                      <a:pt x="8" y="90"/>
                      <a:pt x="8" y="89"/>
                      <a:pt x="8" y="88"/>
                    </a:cubicBezTo>
                    <a:cubicBezTo>
                      <a:pt x="8" y="87"/>
                      <a:pt x="8" y="86"/>
                      <a:pt x="9" y="85"/>
                    </a:cubicBezTo>
                    <a:cubicBezTo>
                      <a:pt x="9" y="84"/>
                      <a:pt x="9" y="84"/>
                      <a:pt x="9" y="84"/>
                    </a:cubicBezTo>
                    <a:cubicBezTo>
                      <a:pt x="9" y="83"/>
                      <a:pt x="10" y="82"/>
                      <a:pt x="10" y="81"/>
                    </a:cubicBezTo>
                    <a:cubicBezTo>
                      <a:pt x="10" y="81"/>
                      <a:pt x="10" y="81"/>
                      <a:pt x="10" y="81"/>
                    </a:cubicBezTo>
                    <a:cubicBezTo>
                      <a:pt x="11" y="80"/>
                      <a:pt x="12" y="79"/>
                      <a:pt x="13" y="78"/>
                    </a:cubicBezTo>
                    <a:cubicBezTo>
                      <a:pt x="13" y="78"/>
                      <a:pt x="13" y="78"/>
                      <a:pt x="13" y="78"/>
                    </a:cubicBezTo>
                    <a:cubicBezTo>
                      <a:pt x="14" y="78"/>
                      <a:pt x="15" y="77"/>
                      <a:pt x="16" y="77"/>
                    </a:cubicBezTo>
                    <a:cubicBezTo>
                      <a:pt x="17" y="76"/>
                      <a:pt x="19" y="76"/>
                      <a:pt x="20" y="76"/>
                    </a:cubicBezTo>
                    <a:cubicBezTo>
                      <a:pt x="21" y="76"/>
                      <a:pt x="23" y="76"/>
                      <a:pt x="24" y="77"/>
                    </a:cubicBezTo>
                    <a:cubicBezTo>
                      <a:pt x="25" y="77"/>
                      <a:pt x="26" y="78"/>
                      <a:pt x="27" y="78"/>
                    </a:cubicBezTo>
                    <a:cubicBezTo>
                      <a:pt x="27" y="78"/>
                      <a:pt x="27" y="78"/>
                      <a:pt x="27" y="78"/>
                    </a:cubicBezTo>
                    <a:cubicBezTo>
                      <a:pt x="28" y="79"/>
                      <a:pt x="29" y="80"/>
                      <a:pt x="30" y="81"/>
                    </a:cubicBezTo>
                    <a:cubicBezTo>
                      <a:pt x="30" y="81"/>
                      <a:pt x="30" y="81"/>
                      <a:pt x="30" y="81"/>
                    </a:cubicBezTo>
                    <a:cubicBezTo>
                      <a:pt x="30" y="82"/>
                      <a:pt x="31" y="83"/>
                      <a:pt x="31" y="84"/>
                    </a:cubicBezTo>
                    <a:cubicBezTo>
                      <a:pt x="31" y="84"/>
                      <a:pt x="31" y="84"/>
                      <a:pt x="31" y="85"/>
                    </a:cubicBezTo>
                    <a:cubicBezTo>
                      <a:pt x="32" y="86"/>
                      <a:pt x="32" y="87"/>
                      <a:pt x="32" y="88"/>
                    </a:cubicBezTo>
                    <a:cubicBezTo>
                      <a:pt x="32" y="89"/>
                      <a:pt x="32" y="90"/>
                      <a:pt x="31" y="91"/>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grpSp>
        <p:nvGrpSpPr>
          <p:cNvPr id="391" name="Google Shape;391;p7"/>
          <p:cNvGrpSpPr/>
          <p:nvPr/>
        </p:nvGrpSpPr>
        <p:grpSpPr>
          <a:xfrm>
            <a:off x="1615001" y="3623771"/>
            <a:ext cx="685800" cy="685800"/>
            <a:chOff x="2400033" y="2712870"/>
            <a:chExt cx="914400" cy="914400"/>
          </a:xfrm>
        </p:grpSpPr>
        <p:sp>
          <p:nvSpPr>
            <p:cNvPr id="392" name="Google Shape;392;p7"/>
            <p:cNvSpPr/>
            <p:nvPr/>
          </p:nvSpPr>
          <p:spPr>
            <a:xfrm>
              <a:off x="2400033" y="2712870"/>
              <a:ext cx="914400" cy="914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dk1"/>
                </a:solidFill>
                <a:latin typeface="Calibri"/>
                <a:ea typeface="Calibri"/>
                <a:cs typeface="Calibri"/>
                <a:sym typeface="Calibri"/>
              </a:endParaRPr>
            </a:p>
          </p:txBody>
        </p:sp>
        <p:sp>
          <p:nvSpPr>
            <p:cNvPr id="393" name="Google Shape;393;p7"/>
            <p:cNvSpPr/>
            <p:nvPr/>
          </p:nvSpPr>
          <p:spPr>
            <a:xfrm>
              <a:off x="2616727" y="2917439"/>
              <a:ext cx="481012" cy="482600"/>
            </a:xfrm>
            <a:custGeom>
              <a:rect b="b" l="l" r="r" t="t"/>
              <a:pathLst>
                <a:path extrusionOk="0" h="128" w="128">
                  <a:moveTo>
                    <a:pt x="126" y="1"/>
                  </a:moveTo>
                  <a:cubicBezTo>
                    <a:pt x="126" y="0"/>
                    <a:pt x="125" y="0"/>
                    <a:pt x="124" y="0"/>
                  </a:cubicBezTo>
                  <a:cubicBezTo>
                    <a:pt x="123" y="0"/>
                    <a:pt x="122" y="0"/>
                    <a:pt x="122" y="1"/>
                  </a:cubicBezTo>
                  <a:cubicBezTo>
                    <a:pt x="2" y="81"/>
                    <a:pt x="2" y="81"/>
                    <a:pt x="2" y="81"/>
                  </a:cubicBezTo>
                  <a:cubicBezTo>
                    <a:pt x="1" y="81"/>
                    <a:pt x="0" y="83"/>
                    <a:pt x="0" y="84"/>
                  </a:cubicBezTo>
                  <a:cubicBezTo>
                    <a:pt x="0" y="86"/>
                    <a:pt x="1" y="87"/>
                    <a:pt x="3" y="88"/>
                  </a:cubicBezTo>
                  <a:cubicBezTo>
                    <a:pt x="34" y="100"/>
                    <a:pt x="34" y="100"/>
                    <a:pt x="34" y="100"/>
                  </a:cubicBezTo>
                  <a:cubicBezTo>
                    <a:pt x="49" y="126"/>
                    <a:pt x="49" y="126"/>
                    <a:pt x="49" y="126"/>
                  </a:cubicBezTo>
                  <a:cubicBezTo>
                    <a:pt x="49" y="127"/>
                    <a:pt x="51" y="128"/>
                    <a:pt x="52" y="128"/>
                  </a:cubicBezTo>
                  <a:cubicBezTo>
                    <a:pt x="52" y="128"/>
                    <a:pt x="52" y="128"/>
                    <a:pt x="52" y="128"/>
                  </a:cubicBezTo>
                  <a:cubicBezTo>
                    <a:pt x="53" y="128"/>
                    <a:pt x="55" y="127"/>
                    <a:pt x="55" y="126"/>
                  </a:cubicBezTo>
                  <a:cubicBezTo>
                    <a:pt x="64" y="112"/>
                    <a:pt x="64" y="112"/>
                    <a:pt x="64" y="112"/>
                  </a:cubicBezTo>
                  <a:cubicBezTo>
                    <a:pt x="103" y="128"/>
                    <a:pt x="103" y="128"/>
                    <a:pt x="103" y="128"/>
                  </a:cubicBezTo>
                  <a:cubicBezTo>
                    <a:pt x="103" y="128"/>
                    <a:pt x="103" y="128"/>
                    <a:pt x="104" y="128"/>
                  </a:cubicBezTo>
                  <a:cubicBezTo>
                    <a:pt x="105" y="128"/>
                    <a:pt x="105" y="128"/>
                    <a:pt x="106" y="127"/>
                  </a:cubicBezTo>
                  <a:cubicBezTo>
                    <a:pt x="107" y="127"/>
                    <a:pt x="108" y="126"/>
                    <a:pt x="108" y="125"/>
                  </a:cubicBezTo>
                  <a:cubicBezTo>
                    <a:pt x="128" y="5"/>
                    <a:pt x="128" y="5"/>
                    <a:pt x="128" y="5"/>
                  </a:cubicBezTo>
                  <a:cubicBezTo>
                    <a:pt x="128" y="3"/>
                    <a:pt x="128" y="2"/>
                    <a:pt x="126" y="1"/>
                  </a:cubicBezTo>
                  <a:close/>
                  <a:moveTo>
                    <a:pt x="13" y="83"/>
                  </a:moveTo>
                  <a:cubicBezTo>
                    <a:pt x="105" y="21"/>
                    <a:pt x="105" y="21"/>
                    <a:pt x="105" y="21"/>
                  </a:cubicBezTo>
                  <a:cubicBezTo>
                    <a:pt x="38" y="93"/>
                    <a:pt x="38" y="93"/>
                    <a:pt x="38" y="93"/>
                  </a:cubicBezTo>
                  <a:cubicBezTo>
                    <a:pt x="37" y="93"/>
                    <a:pt x="37" y="93"/>
                    <a:pt x="37" y="93"/>
                  </a:cubicBezTo>
                  <a:lnTo>
                    <a:pt x="13" y="83"/>
                  </a:lnTo>
                  <a:close/>
                  <a:moveTo>
                    <a:pt x="41" y="96"/>
                  </a:moveTo>
                  <a:cubicBezTo>
                    <a:pt x="41" y="96"/>
                    <a:pt x="41" y="96"/>
                    <a:pt x="41" y="96"/>
                  </a:cubicBezTo>
                  <a:cubicBezTo>
                    <a:pt x="117" y="15"/>
                    <a:pt x="117" y="15"/>
                    <a:pt x="117" y="15"/>
                  </a:cubicBezTo>
                  <a:cubicBezTo>
                    <a:pt x="52" y="116"/>
                    <a:pt x="52" y="116"/>
                    <a:pt x="52" y="116"/>
                  </a:cubicBezTo>
                  <a:lnTo>
                    <a:pt x="41" y="96"/>
                  </a:lnTo>
                  <a:close/>
                  <a:moveTo>
                    <a:pt x="101" y="118"/>
                  </a:moveTo>
                  <a:cubicBezTo>
                    <a:pt x="67" y="105"/>
                    <a:pt x="67" y="105"/>
                    <a:pt x="67" y="105"/>
                  </a:cubicBezTo>
                  <a:cubicBezTo>
                    <a:pt x="66" y="104"/>
                    <a:pt x="65" y="104"/>
                    <a:pt x="64" y="104"/>
                  </a:cubicBezTo>
                  <a:cubicBezTo>
                    <a:pt x="117" y="23"/>
                    <a:pt x="117" y="23"/>
                    <a:pt x="117" y="23"/>
                  </a:cubicBezTo>
                  <a:lnTo>
                    <a:pt x="101" y="118"/>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sp>
        <p:nvSpPr>
          <p:cNvPr id="394" name="Google Shape;394;p7"/>
          <p:cNvSpPr txBox="1"/>
          <p:nvPr/>
        </p:nvSpPr>
        <p:spPr>
          <a:xfrm>
            <a:off x="826996" y="2313084"/>
            <a:ext cx="2406493" cy="600164"/>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395" name="Google Shape;395;p7"/>
          <p:cNvSpPr txBox="1"/>
          <p:nvPr/>
        </p:nvSpPr>
        <p:spPr>
          <a:xfrm>
            <a:off x="756423" y="2044241"/>
            <a:ext cx="255717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sp>
        <p:nvSpPr>
          <p:cNvPr id="396" name="Google Shape;396;p7"/>
          <p:cNvSpPr txBox="1"/>
          <p:nvPr/>
        </p:nvSpPr>
        <p:spPr>
          <a:xfrm>
            <a:off x="2448170" y="5337492"/>
            <a:ext cx="2406493" cy="600164"/>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397" name="Google Shape;397;p7"/>
          <p:cNvSpPr txBox="1"/>
          <p:nvPr/>
        </p:nvSpPr>
        <p:spPr>
          <a:xfrm>
            <a:off x="2377597" y="5068649"/>
            <a:ext cx="255717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sp>
        <p:nvSpPr>
          <p:cNvPr id="398" name="Google Shape;398;p7"/>
          <p:cNvSpPr txBox="1"/>
          <p:nvPr/>
        </p:nvSpPr>
        <p:spPr>
          <a:xfrm>
            <a:off x="3986549" y="2310790"/>
            <a:ext cx="2406493" cy="600164"/>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399" name="Google Shape;399;p7"/>
          <p:cNvSpPr txBox="1"/>
          <p:nvPr/>
        </p:nvSpPr>
        <p:spPr>
          <a:xfrm>
            <a:off x="3915976" y="2041947"/>
            <a:ext cx="255717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sp>
        <p:nvSpPr>
          <p:cNvPr id="400" name="Google Shape;400;p7"/>
          <p:cNvSpPr txBox="1"/>
          <p:nvPr/>
        </p:nvSpPr>
        <p:spPr>
          <a:xfrm>
            <a:off x="5622539" y="5337492"/>
            <a:ext cx="2406493" cy="600164"/>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401" name="Google Shape;401;p7"/>
          <p:cNvSpPr txBox="1"/>
          <p:nvPr/>
        </p:nvSpPr>
        <p:spPr>
          <a:xfrm>
            <a:off x="5551966" y="5068649"/>
            <a:ext cx="255717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sp>
        <p:nvSpPr>
          <p:cNvPr id="402" name="Google Shape;402;p7"/>
          <p:cNvSpPr txBox="1"/>
          <p:nvPr/>
        </p:nvSpPr>
        <p:spPr>
          <a:xfrm>
            <a:off x="8573794" y="3331037"/>
            <a:ext cx="2865600" cy="1384995"/>
          </a:xfrm>
          <a:prstGeom prst="rect">
            <a:avLst/>
          </a:prstGeom>
          <a:noFill/>
          <a:ln>
            <a:noFill/>
          </a:ln>
        </p:spPr>
        <p:txBody>
          <a:bodyPr anchorCtr="0" anchor="t" bIns="45700" lIns="0" spcFirstLastPara="1" rIns="0" wrap="square" tIns="45700">
            <a:spAutoFit/>
          </a:bodyPr>
          <a:lstStyle/>
          <a:p>
            <a:pPr indent="0" lvl="0" marL="0" marR="0" rtl="0" algn="just">
              <a:spcBef>
                <a:spcPts val="0"/>
              </a:spcBef>
              <a:spcAft>
                <a:spcPts val="0"/>
              </a:spcAft>
              <a:buNone/>
            </a:pPr>
            <a:r>
              <a:rPr lang="en-US" sz="1200">
                <a:solidFill>
                  <a:schemeClr val="dk1"/>
                </a:solidFill>
                <a:latin typeface="Calibri"/>
                <a:ea typeface="Calibri"/>
                <a:cs typeface="Calibri"/>
                <a:sym typeface="Calibri"/>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endParaRPr/>
          </a:p>
        </p:txBody>
      </p:sp>
      <p:sp>
        <p:nvSpPr>
          <p:cNvPr id="403" name="Google Shape;403;p7"/>
          <p:cNvSpPr txBox="1"/>
          <p:nvPr/>
        </p:nvSpPr>
        <p:spPr>
          <a:xfrm>
            <a:off x="8573794" y="4770700"/>
            <a:ext cx="2865600" cy="1384995"/>
          </a:xfrm>
          <a:prstGeom prst="rect">
            <a:avLst/>
          </a:prstGeom>
          <a:noFill/>
          <a:ln>
            <a:noFill/>
          </a:ln>
        </p:spPr>
        <p:txBody>
          <a:bodyPr anchorCtr="0" anchor="t" bIns="45700" lIns="0" spcFirstLastPara="1" rIns="0" wrap="square" tIns="45700">
            <a:spAutoFit/>
          </a:bodyPr>
          <a:lstStyle/>
          <a:p>
            <a:pPr indent="0" lvl="0" marL="0" marR="0" rtl="0" algn="just">
              <a:spcBef>
                <a:spcPts val="0"/>
              </a:spcBef>
              <a:spcAft>
                <a:spcPts val="0"/>
              </a:spcAft>
              <a:buNone/>
            </a:pPr>
            <a:r>
              <a:rPr lang="en-US" sz="1200">
                <a:solidFill>
                  <a:schemeClr val="dk1"/>
                </a:solidFill>
                <a:latin typeface="Calibri"/>
                <a:ea typeface="Calibri"/>
                <a:cs typeface="Calibri"/>
                <a:sym typeface="Calibri"/>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endParaRPr/>
          </a:p>
        </p:txBody>
      </p:sp>
      <p:cxnSp>
        <p:nvCxnSpPr>
          <p:cNvPr id="404" name="Google Shape;404;p7"/>
          <p:cNvCxnSpPr/>
          <p:nvPr/>
        </p:nvCxnSpPr>
        <p:spPr>
          <a:xfrm>
            <a:off x="8251200" y="2058677"/>
            <a:ext cx="0" cy="4258053"/>
          </a:xfrm>
          <a:prstGeom prst="straightConnector1">
            <a:avLst/>
          </a:prstGeom>
          <a:noFill/>
          <a:ln cap="flat" cmpd="sng" w="9525">
            <a:solidFill>
              <a:srgbClr val="BFBFBF"/>
            </a:solidFill>
            <a:prstDash val="dash"/>
            <a:miter lim="800000"/>
            <a:headEnd len="sm" w="sm" type="none"/>
            <a:tailEnd len="sm" w="sm" type="none"/>
          </a:ln>
        </p:spPr>
      </p:cxnSp>
      <p:pic>
        <p:nvPicPr>
          <p:cNvPr id="405" name="Google Shape;405;p7"/>
          <p:cNvPicPr preferRelativeResize="0"/>
          <p:nvPr/>
        </p:nvPicPr>
        <p:blipFill rotWithShape="1">
          <a:blip r:embed="rId3">
            <a:alphaModFix/>
          </a:blip>
          <a:srcRect b="0" l="0" r="0" t="0"/>
          <a:stretch/>
        </p:blipFill>
        <p:spPr>
          <a:xfrm>
            <a:off x="5114018" y="6594272"/>
            <a:ext cx="1951264" cy="14684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9" name="Shape 409"/>
        <p:cNvGrpSpPr/>
        <p:nvPr/>
      </p:nvGrpSpPr>
      <p:grpSpPr>
        <a:xfrm>
          <a:off x="0" y="0"/>
          <a:ext cx="0" cy="0"/>
          <a:chOff x="0" y="0"/>
          <a:chExt cx="0" cy="0"/>
        </a:xfrm>
      </p:grpSpPr>
      <p:sp>
        <p:nvSpPr>
          <p:cNvPr id="410" name="Google Shape;41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t/>
            </a:r>
            <a:endParaRPr/>
          </a:p>
        </p:txBody>
      </p:sp>
      <p:sp>
        <p:nvSpPr>
          <p:cNvPr id="411" name="Google Shape;411;p8"/>
          <p:cNvSpPr txBox="1"/>
          <p:nvPr/>
        </p:nvSpPr>
        <p:spPr>
          <a:xfrm>
            <a:off x="2835038" y="5014993"/>
            <a:ext cx="2885574"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Lorem ipsum dolor sit amet, consectetur adipiscing elit, sed do eiusmod tempor incididunt ut labore et dolore magna aliqua.</a:t>
            </a:r>
            <a:endParaRPr/>
          </a:p>
        </p:txBody>
      </p:sp>
      <p:sp>
        <p:nvSpPr>
          <p:cNvPr id="412" name="Google Shape;412;p8"/>
          <p:cNvSpPr txBox="1"/>
          <p:nvPr/>
        </p:nvSpPr>
        <p:spPr>
          <a:xfrm>
            <a:off x="6628624" y="5014993"/>
            <a:ext cx="2885574"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Lorem ipsum dolor sit amet, consectetur adipiscing elit, sed do eiusmod tempor incididunt ut labore et dolore magna aliqua.</a:t>
            </a:r>
            <a:endParaRPr/>
          </a:p>
        </p:txBody>
      </p:sp>
      <p:sp>
        <p:nvSpPr>
          <p:cNvPr id="413" name="Google Shape;413;p8"/>
          <p:cNvSpPr txBox="1"/>
          <p:nvPr/>
        </p:nvSpPr>
        <p:spPr>
          <a:xfrm>
            <a:off x="2835038" y="3192608"/>
            <a:ext cx="2885574"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Lorem ipsum dolor sit amet, consectetur adipiscing elit, sed do eiusmod tempor incididunt ut labore et dolore magna aliqua.</a:t>
            </a:r>
            <a:endParaRPr/>
          </a:p>
        </p:txBody>
      </p:sp>
      <p:sp>
        <p:nvSpPr>
          <p:cNvPr id="414" name="Google Shape;414;p8"/>
          <p:cNvSpPr txBox="1"/>
          <p:nvPr/>
        </p:nvSpPr>
        <p:spPr>
          <a:xfrm>
            <a:off x="6628624" y="3192608"/>
            <a:ext cx="2885574"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Lorem ipsum dolor sit amet, consectetur adipiscing elit, sed do eiusmod tempor incididunt ut labore et dolore magna aliqua.</a:t>
            </a:r>
            <a:endParaRPr/>
          </a:p>
        </p:txBody>
      </p:sp>
      <p:grpSp>
        <p:nvGrpSpPr>
          <p:cNvPr id="415" name="Google Shape;415;p8"/>
          <p:cNvGrpSpPr/>
          <p:nvPr/>
        </p:nvGrpSpPr>
        <p:grpSpPr>
          <a:xfrm>
            <a:off x="7864733" y="2666893"/>
            <a:ext cx="439460" cy="309545"/>
            <a:chOff x="-1199300" y="3279250"/>
            <a:chExt cx="293025" cy="206400"/>
          </a:xfrm>
        </p:grpSpPr>
        <p:sp>
          <p:nvSpPr>
            <p:cNvPr id="416" name="Google Shape;416;p8"/>
            <p:cNvSpPr/>
            <p:nvPr/>
          </p:nvSpPr>
          <p:spPr>
            <a:xfrm>
              <a:off x="-1183550" y="3395050"/>
              <a:ext cx="261525" cy="90600"/>
            </a:xfrm>
            <a:custGeom>
              <a:rect b="b" l="l" r="r" t="t"/>
              <a:pathLst>
                <a:path extrusionOk="0" h="3624" w="10461">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chemeClr val="lt1"/>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7" name="Google Shape;417;p8"/>
            <p:cNvSpPr/>
            <p:nvPr/>
          </p:nvSpPr>
          <p:spPr>
            <a:xfrm>
              <a:off x="-1184325" y="3279250"/>
              <a:ext cx="261500" cy="129400"/>
            </a:xfrm>
            <a:custGeom>
              <a:rect b="b" l="l" r="r" t="t"/>
              <a:pathLst>
                <a:path extrusionOk="0" h="5176" w="1046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chemeClr val="lt1"/>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8" name="Google Shape;418;p8"/>
            <p:cNvSpPr/>
            <p:nvPr/>
          </p:nvSpPr>
          <p:spPr>
            <a:xfrm>
              <a:off x="-1199300" y="3294225"/>
              <a:ext cx="90600" cy="175650"/>
            </a:xfrm>
            <a:custGeom>
              <a:rect b="b" l="l" r="r" t="t"/>
              <a:pathLst>
                <a:path extrusionOk="0" h="7026" w="3624">
                  <a:moveTo>
                    <a:pt x="126" y="0"/>
                  </a:moveTo>
                  <a:cubicBezTo>
                    <a:pt x="32" y="126"/>
                    <a:pt x="0" y="284"/>
                    <a:pt x="0" y="441"/>
                  </a:cubicBezTo>
                  <a:lnTo>
                    <a:pt x="0" y="6585"/>
                  </a:lnTo>
                  <a:cubicBezTo>
                    <a:pt x="0" y="6742"/>
                    <a:pt x="32" y="6900"/>
                    <a:pt x="126" y="7026"/>
                  </a:cubicBezTo>
                  <a:lnTo>
                    <a:pt x="3624" y="3466"/>
                  </a:lnTo>
                  <a:lnTo>
                    <a:pt x="126" y="0"/>
                  </a:lnTo>
                  <a:close/>
                </a:path>
              </a:pathLst>
            </a:custGeom>
            <a:solidFill>
              <a:schemeClr val="lt1"/>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9" name="Google Shape;419;p8"/>
            <p:cNvSpPr/>
            <p:nvPr/>
          </p:nvSpPr>
          <p:spPr>
            <a:xfrm>
              <a:off x="-996875" y="3294225"/>
              <a:ext cx="90600" cy="177225"/>
            </a:xfrm>
            <a:custGeom>
              <a:rect b="b" l="l" r="r" t="t"/>
              <a:pathLst>
                <a:path extrusionOk="0" h="7089" w="3624">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chemeClr val="lt1"/>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420" name="Google Shape;420;p8"/>
          <p:cNvGrpSpPr/>
          <p:nvPr/>
        </p:nvGrpSpPr>
        <p:grpSpPr>
          <a:xfrm>
            <a:off x="4071193" y="4487512"/>
            <a:ext cx="439460" cy="437097"/>
            <a:chOff x="-6329100" y="3632100"/>
            <a:chExt cx="293025" cy="291450"/>
          </a:xfrm>
        </p:grpSpPr>
        <p:sp>
          <p:nvSpPr>
            <p:cNvPr id="421" name="Google Shape;421;p8"/>
            <p:cNvSpPr/>
            <p:nvPr/>
          </p:nvSpPr>
          <p:spPr>
            <a:xfrm>
              <a:off x="-6210700" y="3751600"/>
              <a:ext cx="174625" cy="171950"/>
            </a:xfrm>
            <a:custGeom>
              <a:rect b="b" l="l" r="r" t="t"/>
              <a:pathLst>
                <a:path extrusionOk="0" h="6878" w="6985">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chemeClr val="lt1"/>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2" name="Google Shape;422;p8"/>
            <p:cNvSpPr/>
            <p:nvPr/>
          </p:nvSpPr>
          <p:spPr>
            <a:xfrm>
              <a:off x="-6272400" y="3691975"/>
              <a:ext cx="136300" cy="135500"/>
            </a:xfrm>
            <a:custGeom>
              <a:rect b="b" l="l" r="r" t="t"/>
              <a:pathLst>
                <a:path extrusionOk="0" h="5420" w="5452">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chemeClr val="lt1"/>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3" name="Google Shape;423;p8"/>
            <p:cNvSpPr/>
            <p:nvPr/>
          </p:nvSpPr>
          <p:spPr>
            <a:xfrm>
              <a:off x="-6329100" y="3632100"/>
              <a:ext cx="257575" cy="256025"/>
            </a:xfrm>
            <a:custGeom>
              <a:rect b="b" l="l" r="r" t="t"/>
              <a:pathLst>
                <a:path extrusionOk="0" h="10241" w="10303">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chemeClr val="lt1"/>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424" name="Google Shape;424;p8"/>
          <p:cNvSpPr/>
          <p:nvPr/>
        </p:nvSpPr>
        <p:spPr>
          <a:xfrm>
            <a:off x="4049917" y="2649697"/>
            <a:ext cx="417036" cy="415536"/>
          </a:xfrm>
          <a:custGeom>
            <a:rect b="b" l="l" r="r" t="t"/>
            <a:pathLst>
              <a:path extrusionOk="0" h="277" w="278">
                <a:moveTo>
                  <a:pt x="3" y="111"/>
                </a:moveTo>
                <a:cubicBezTo>
                  <a:pt x="2" y="113"/>
                  <a:pt x="2" y="115"/>
                  <a:pt x="2" y="117"/>
                </a:cubicBezTo>
                <a:cubicBezTo>
                  <a:pt x="1" y="120"/>
                  <a:pt x="1" y="122"/>
                  <a:pt x="1" y="124"/>
                </a:cubicBezTo>
                <a:cubicBezTo>
                  <a:pt x="0" y="129"/>
                  <a:pt x="0" y="134"/>
                  <a:pt x="0" y="139"/>
                </a:cubicBezTo>
                <a:cubicBezTo>
                  <a:pt x="0" y="143"/>
                  <a:pt x="0" y="148"/>
                  <a:pt x="1" y="153"/>
                </a:cubicBezTo>
                <a:cubicBezTo>
                  <a:pt x="1" y="155"/>
                  <a:pt x="1" y="157"/>
                  <a:pt x="2" y="160"/>
                </a:cubicBezTo>
                <a:cubicBezTo>
                  <a:pt x="2" y="162"/>
                  <a:pt x="2" y="164"/>
                  <a:pt x="3" y="167"/>
                </a:cubicBezTo>
                <a:cubicBezTo>
                  <a:pt x="3" y="169"/>
                  <a:pt x="4" y="171"/>
                  <a:pt x="4" y="173"/>
                </a:cubicBezTo>
                <a:cubicBezTo>
                  <a:pt x="5" y="178"/>
                  <a:pt x="7" y="182"/>
                  <a:pt x="8" y="186"/>
                </a:cubicBezTo>
                <a:cubicBezTo>
                  <a:pt x="9" y="188"/>
                  <a:pt x="10" y="191"/>
                  <a:pt x="11" y="193"/>
                </a:cubicBezTo>
                <a:cubicBezTo>
                  <a:pt x="12" y="195"/>
                  <a:pt x="13" y="197"/>
                  <a:pt x="14" y="199"/>
                </a:cubicBezTo>
                <a:cubicBezTo>
                  <a:pt x="14" y="200"/>
                  <a:pt x="15" y="201"/>
                  <a:pt x="15" y="202"/>
                </a:cubicBezTo>
                <a:cubicBezTo>
                  <a:pt x="16" y="204"/>
                  <a:pt x="17" y="206"/>
                  <a:pt x="18" y="208"/>
                </a:cubicBezTo>
                <a:cubicBezTo>
                  <a:pt x="22" y="214"/>
                  <a:pt x="25" y="219"/>
                  <a:pt x="30" y="224"/>
                </a:cubicBezTo>
                <a:cubicBezTo>
                  <a:pt x="32" y="227"/>
                  <a:pt x="34" y="230"/>
                  <a:pt x="36" y="232"/>
                </a:cubicBezTo>
                <a:cubicBezTo>
                  <a:pt x="38" y="234"/>
                  <a:pt x="39" y="235"/>
                  <a:pt x="41" y="237"/>
                </a:cubicBezTo>
                <a:cubicBezTo>
                  <a:pt x="42" y="238"/>
                  <a:pt x="44" y="240"/>
                  <a:pt x="45" y="241"/>
                </a:cubicBezTo>
                <a:cubicBezTo>
                  <a:pt x="53" y="248"/>
                  <a:pt x="61" y="254"/>
                  <a:pt x="70" y="259"/>
                </a:cubicBezTo>
                <a:cubicBezTo>
                  <a:pt x="72" y="260"/>
                  <a:pt x="74" y="261"/>
                  <a:pt x="76" y="262"/>
                </a:cubicBezTo>
                <a:cubicBezTo>
                  <a:pt x="80" y="264"/>
                  <a:pt x="84" y="266"/>
                  <a:pt x="88" y="268"/>
                </a:cubicBezTo>
                <a:cubicBezTo>
                  <a:pt x="90" y="269"/>
                  <a:pt x="92" y="269"/>
                  <a:pt x="94" y="270"/>
                </a:cubicBezTo>
                <a:cubicBezTo>
                  <a:pt x="108" y="275"/>
                  <a:pt x="123" y="277"/>
                  <a:pt x="139" y="277"/>
                </a:cubicBezTo>
                <a:cubicBezTo>
                  <a:pt x="149" y="277"/>
                  <a:pt x="160" y="276"/>
                  <a:pt x="170" y="274"/>
                </a:cubicBezTo>
                <a:cubicBezTo>
                  <a:pt x="174" y="273"/>
                  <a:pt x="179" y="272"/>
                  <a:pt x="183" y="270"/>
                </a:cubicBezTo>
                <a:cubicBezTo>
                  <a:pt x="186" y="269"/>
                  <a:pt x="188" y="269"/>
                  <a:pt x="190" y="268"/>
                </a:cubicBezTo>
                <a:cubicBezTo>
                  <a:pt x="194" y="266"/>
                  <a:pt x="198" y="264"/>
                  <a:pt x="202" y="262"/>
                </a:cubicBezTo>
                <a:cubicBezTo>
                  <a:pt x="204" y="261"/>
                  <a:pt x="206" y="260"/>
                  <a:pt x="208" y="259"/>
                </a:cubicBezTo>
                <a:cubicBezTo>
                  <a:pt x="217" y="254"/>
                  <a:pt x="225" y="248"/>
                  <a:pt x="232" y="241"/>
                </a:cubicBezTo>
                <a:cubicBezTo>
                  <a:pt x="234" y="240"/>
                  <a:pt x="236" y="238"/>
                  <a:pt x="237" y="237"/>
                </a:cubicBezTo>
                <a:cubicBezTo>
                  <a:pt x="239" y="235"/>
                  <a:pt x="240" y="234"/>
                  <a:pt x="242" y="232"/>
                </a:cubicBezTo>
                <a:cubicBezTo>
                  <a:pt x="244" y="230"/>
                  <a:pt x="246" y="227"/>
                  <a:pt x="248" y="224"/>
                </a:cubicBezTo>
                <a:cubicBezTo>
                  <a:pt x="251" y="220"/>
                  <a:pt x="254" y="216"/>
                  <a:pt x="257" y="211"/>
                </a:cubicBezTo>
                <a:cubicBezTo>
                  <a:pt x="258" y="210"/>
                  <a:pt x="259" y="209"/>
                  <a:pt x="259" y="208"/>
                </a:cubicBezTo>
                <a:cubicBezTo>
                  <a:pt x="260" y="206"/>
                  <a:pt x="262" y="204"/>
                  <a:pt x="263" y="202"/>
                </a:cubicBezTo>
                <a:cubicBezTo>
                  <a:pt x="263" y="201"/>
                  <a:pt x="264" y="200"/>
                  <a:pt x="264" y="199"/>
                </a:cubicBezTo>
                <a:cubicBezTo>
                  <a:pt x="265" y="197"/>
                  <a:pt x="266" y="195"/>
                  <a:pt x="267" y="193"/>
                </a:cubicBezTo>
                <a:cubicBezTo>
                  <a:pt x="268" y="191"/>
                  <a:pt x="269" y="188"/>
                  <a:pt x="269" y="186"/>
                </a:cubicBezTo>
                <a:cubicBezTo>
                  <a:pt x="271" y="182"/>
                  <a:pt x="272" y="178"/>
                  <a:pt x="273" y="173"/>
                </a:cubicBezTo>
                <a:cubicBezTo>
                  <a:pt x="274" y="171"/>
                  <a:pt x="274" y="169"/>
                  <a:pt x="275" y="167"/>
                </a:cubicBezTo>
                <a:cubicBezTo>
                  <a:pt x="275" y="164"/>
                  <a:pt x="276" y="162"/>
                  <a:pt x="276" y="160"/>
                </a:cubicBezTo>
                <a:cubicBezTo>
                  <a:pt x="277" y="157"/>
                  <a:pt x="277" y="155"/>
                  <a:pt x="277" y="153"/>
                </a:cubicBezTo>
                <a:cubicBezTo>
                  <a:pt x="278" y="148"/>
                  <a:pt x="278" y="143"/>
                  <a:pt x="278" y="139"/>
                </a:cubicBezTo>
                <a:cubicBezTo>
                  <a:pt x="278" y="134"/>
                  <a:pt x="278" y="129"/>
                  <a:pt x="277" y="124"/>
                </a:cubicBezTo>
                <a:cubicBezTo>
                  <a:pt x="277" y="122"/>
                  <a:pt x="277" y="120"/>
                  <a:pt x="276" y="117"/>
                </a:cubicBezTo>
                <a:cubicBezTo>
                  <a:pt x="276" y="115"/>
                  <a:pt x="275" y="113"/>
                  <a:pt x="275" y="111"/>
                </a:cubicBezTo>
                <a:cubicBezTo>
                  <a:pt x="274" y="108"/>
                  <a:pt x="274" y="106"/>
                  <a:pt x="273" y="104"/>
                </a:cubicBezTo>
                <a:cubicBezTo>
                  <a:pt x="272" y="99"/>
                  <a:pt x="271" y="95"/>
                  <a:pt x="269" y="91"/>
                </a:cubicBezTo>
                <a:cubicBezTo>
                  <a:pt x="269" y="90"/>
                  <a:pt x="269" y="89"/>
                  <a:pt x="268" y="88"/>
                </a:cubicBezTo>
                <a:cubicBezTo>
                  <a:pt x="267" y="85"/>
                  <a:pt x="266" y="81"/>
                  <a:pt x="264" y="78"/>
                </a:cubicBezTo>
                <a:cubicBezTo>
                  <a:pt x="264" y="77"/>
                  <a:pt x="263" y="76"/>
                  <a:pt x="263" y="75"/>
                </a:cubicBezTo>
                <a:cubicBezTo>
                  <a:pt x="262" y="73"/>
                  <a:pt x="260" y="71"/>
                  <a:pt x="259" y="69"/>
                </a:cubicBezTo>
                <a:cubicBezTo>
                  <a:pt x="256" y="64"/>
                  <a:pt x="252" y="58"/>
                  <a:pt x="248" y="53"/>
                </a:cubicBezTo>
                <a:cubicBezTo>
                  <a:pt x="246" y="50"/>
                  <a:pt x="244" y="48"/>
                  <a:pt x="242" y="45"/>
                </a:cubicBezTo>
                <a:cubicBezTo>
                  <a:pt x="240" y="44"/>
                  <a:pt x="239" y="42"/>
                  <a:pt x="237" y="40"/>
                </a:cubicBezTo>
                <a:cubicBezTo>
                  <a:pt x="236" y="39"/>
                  <a:pt x="234" y="37"/>
                  <a:pt x="232" y="36"/>
                </a:cubicBezTo>
                <a:cubicBezTo>
                  <a:pt x="229" y="33"/>
                  <a:pt x="226" y="30"/>
                  <a:pt x="222" y="28"/>
                </a:cubicBezTo>
                <a:cubicBezTo>
                  <a:pt x="218" y="24"/>
                  <a:pt x="213" y="21"/>
                  <a:pt x="208" y="18"/>
                </a:cubicBezTo>
                <a:cubicBezTo>
                  <a:pt x="206" y="17"/>
                  <a:pt x="204" y="16"/>
                  <a:pt x="202" y="15"/>
                </a:cubicBezTo>
                <a:cubicBezTo>
                  <a:pt x="201" y="14"/>
                  <a:pt x="200" y="14"/>
                  <a:pt x="199" y="14"/>
                </a:cubicBezTo>
                <a:cubicBezTo>
                  <a:pt x="198" y="13"/>
                  <a:pt x="197" y="12"/>
                  <a:pt x="196" y="12"/>
                </a:cubicBezTo>
                <a:cubicBezTo>
                  <a:pt x="196" y="12"/>
                  <a:pt x="195" y="12"/>
                  <a:pt x="195" y="11"/>
                </a:cubicBezTo>
                <a:cubicBezTo>
                  <a:pt x="193" y="11"/>
                  <a:pt x="191" y="10"/>
                  <a:pt x="190" y="9"/>
                </a:cubicBezTo>
                <a:cubicBezTo>
                  <a:pt x="190" y="9"/>
                  <a:pt x="190" y="9"/>
                  <a:pt x="190" y="9"/>
                </a:cubicBezTo>
                <a:cubicBezTo>
                  <a:pt x="188" y="9"/>
                  <a:pt x="186" y="8"/>
                  <a:pt x="184" y="7"/>
                </a:cubicBezTo>
                <a:cubicBezTo>
                  <a:pt x="184" y="7"/>
                  <a:pt x="184" y="7"/>
                  <a:pt x="183" y="7"/>
                </a:cubicBezTo>
                <a:cubicBezTo>
                  <a:pt x="179" y="6"/>
                  <a:pt x="175" y="4"/>
                  <a:pt x="171" y="3"/>
                </a:cubicBezTo>
                <a:cubicBezTo>
                  <a:pt x="169" y="3"/>
                  <a:pt x="168" y="3"/>
                  <a:pt x="167" y="3"/>
                </a:cubicBezTo>
                <a:cubicBezTo>
                  <a:pt x="166" y="2"/>
                  <a:pt x="165" y="2"/>
                  <a:pt x="164" y="2"/>
                </a:cubicBezTo>
                <a:cubicBezTo>
                  <a:pt x="157" y="1"/>
                  <a:pt x="149" y="0"/>
                  <a:pt x="141" y="0"/>
                </a:cubicBezTo>
                <a:cubicBezTo>
                  <a:pt x="141" y="0"/>
                  <a:pt x="140" y="0"/>
                  <a:pt x="139" y="0"/>
                </a:cubicBezTo>
                <a:cubicBezTo>
                  <a:pt x="137" y="0"/>
                  <a:pt x="136" y="0"/>
                  <a:pt x="135" y="0"/>
                </a:cubicBezTo>
                <a:cubicBezTo>
                  <a:pt x="121" y="0"/>
                  <a:pt x="107" y="3"/>
                  <a:pt x="94" y="7"/>
                </a:cubicBezTo>
                <a:cubicBezTo>
                  <a:pt x="92" y="8"/>
                  <a:pt x="90" y="9"/>
                  <a:pt x="88" y="9"/>
                </a:cubicBezTo>
                <a:cubicBezTo>
                  <a:pt x="87" y="10"/>
                  <a:pt x="87" y="10"/>
                  <a:pt x="86" y="10"/>
                </a:cubicBezTo>
                <a:cubicBezTo>
                  <a:pt x="85" y="11"/>
                  <a:pt x="83" y="11"/>
                  <a:pt x="82" y="12"/>
                </a:cubicBezTo>
                <a:cubicBezTo>
                  <a:pt x="80" y="13"/>
                  <a:pt x="78" y="14"/>
                  <a:pt x="76" y="15"/>
                </a:cubicBezTo>
                <a:cubicBezTo>
                  <a:pt x="74" y="16"/>
                  <a:pt x="72" y="17"/>
                  <a:pt x="70" y="18"/>
                </a:cubicBezTo>
                <a:cubicBezTo>
                  <a:pt x="62" y="23"/>
                  <a:pt x="55" y="28"/>
                  <a:pt x="48" y="34"/>
                </a:cubicBezTo>
                <a:cubicBezTo>
                  <a:pt x="47" y="34"/>
                  <a:pt x="46" y="35"/>
                  <a:pt x="45" y="36"/>
                </a:cubicBezTo>
                <a:cubicBezTo>
                  <a:pt x="44" y="37"/>
                  <a:pt x="42" y="39"/>
                  <a:pt x="41" y="40"/>
                </a:cubicBezTo>
                <a:cubicBezTo>
                  <a:pt x="39" y="42"/>
                  <a:pt x="38" y="44"/>
                  <a:pt x="36" y="45"/>
                </a:cubicBezTo>
                <a:cubicBezTo>
                  <a:pt x="34" y="48"/>
                  <a:pt x="32" y="50"/>
                  <a:pt x="30" y="53"/>
                </a:cubicBezTo>
                <a:cubicBezTo>
                  <a:pt x="25" y="58"/>
                  <a:pt x="22" y="64"/>
                  <a:pt x="18" y="69"/>
                </a:cubicBezTo>
                <a:cubicBezTo>
                  <a:pt x="17" y="71"/>
                  <a:pt x="16" y="73"/>
                  <a:pt x="15" y="75"/>
                </a:cubicBezTo>
                <a:cubicBezTo>
                  <a:pt x="15" y="76"/>
                  <a:pt x="14" y="77"/>
                  <a:pt x="14" y="78"/>
                </a:cubicBezTo>
                <a:cubicBezTo>
                  <a:pt x="12" y="81"/>
                  <a:pt x="11" y="85"/>
                  <a:pt x="10" y="88"/>
                </a:cubicBezTo>
                <a:cubicBezTo>
                  <a:pt x="9" y="89"/>
                  <a:pt x="9" y="90"/>
                  <a:pt x="8" y="91"/>
                </a:cubicBezTo>
                <a:cubicBezTo>
                  <a:pt x="7" y="95"/>
                  <a:pt x="5" y="99"/>
                  <a:pt x="4" y="104"/>
                </a:cubicBezTo>
                <a:cubicBezTo>
                  <a:pt x="4" y="106"/>
                  <a:pt x="3" y="108"/>
                  <a:pt x="3" y="111"/>
                </a:cubicBezTo>
                <a:moveTo>
                  <a:pt x="115" y="9"/>
                </a:moveTo>
                <a:cubicBezTo>
                  <a:pt x="116" y="10"/>
                  <a:pt x="116" y="10"/>
                  <a:pt x="116" y="10"/>
                </a:cubicBezTo>
                <a:cubicBezTo>
                  <a:pt x="118" y="10"/>
                  <a:pt x="119" y="10"/>
                  <a:pt x="121" y="10"/>
                </a:cubicBezTo>
                <a:cubicBezTo>
                  <a:pt x="122" y="10"/>
                  <a:pt x="123" y="10"/>
                  <a:pt x="125" y="10"/>
                </a:cubicBezTo>
                <a:cubicBezTo>
                  <a:pt x="127" y="10"/>
                  <a:pt x="131" y="13"/>
                  <a:pt x="133" y="12"/>
                </a:cubicBezTo>
                <a:cubicBezTo>
                  <a:pt x="134" y="11"/>
                  <a:pt x="134" y="11"/>
                  <a:pt x="134" y="10"/>
                </a:cubicBezTo>
                <a:cubicBezTo>
                  <a:pt x="135" y="9"/>
                  <a:pt x="135" y="8"/>
                  <a:pt x="136" y="7"/>
                </a:cubicBezTo>
                <a:cubicBezTo>
                  <a:pt x="137" y="7"/>
                  <a:pt x="138" y="7"/>
                  <a:pt x="139" y="7"/>
                </a:cubicBezTo>
                <a:cubicBezTo>
                  <a:pt x="148" y="7"/>
                  <a:pt x="157" y="8"/>
                  <a:pt x="165" y="10"/>
                </a:cubicBezTo>
                <a:cubicBezTo>
                  <a:pt x="165" y="11"/>
                  <a:pt x="164" y="10"/>
                  <a:pt x="163" y="11"/>
                </a:cubicBezTo>
                <a:cubicBezTo>
                  <a:pt x="162" y="11"/>
                  <a:pt x="161" y="12"/>
                  <a:pt x="160" y="12"/>
                </a:cubicBezTo>
                <a:cubicBezTo>
                  <a:pt x="158" y="13"/>
                  <a:pt x="155" y="12"/>
                  <a:pt x="153" y="12"/>
                </a:cubicBezTo>
                <a:cubicBezTo>
                  <a:pt x="153" y="13"/>
                  <a:pt x="154" y="13"/>
                  <a:pt x="155" y="14"/>
                </a:cubicBezTo>
                <a:cubicBezTo>
                  <a:pt x="157" y="15"/>
                  <a:pt x="159" y="15"/>
                  <a:pt x="162" y="14"/>
                </a:cubicBezTo>
                <a:cubicBezTo>
                  <a:pt x="163" y="14"/>
                  <a:pt x="165" y="15"/>
                  <a:pt x="166" y="14"/>
                </a:cubicBezTo>
                <a:cubicBezTo>
                  <a:pt x="167" y="13"/>
                  <a:pt x="167" y="12"/>
                  <a:pt x="168" y="11"/>
                </a:cubicBezTo>
                <a:cubicBezTo>
                  <a:pt x="168" y="11"/>
                  <a:pt x="169" y="11"/>
                  <a:pt x="169" y="11"/>
                </a:cubicBezTo>
                <a:cubicBezTo>
                  <a:pt x="171" y="11"/>
                  <a:pt x="172" y="11"/>
                  <a:pt x="173" y="12"/>
                </a:cubicBezTo>
                <a:cubicBezTo>
                  <a:pt x="173" y="13"/>
                  <a:pt x="172" y="13"/>
                  <a:pt x="172" y="14"/>
                </a:cubicBezTo>
                <a:cubicBezTo>
                  <a:pt x="173" y="14"/>
                  <a:pt x="175" y="14"/>
                  <a:pt x="176" y="12"/>
                </a:cubicBezTo>
                <a:cubicBezTo>
                  <a:pt x="176" y="13"/>
                  <a:pt x="177" y="13"/>
                  <a:pt x="177" y="13"/>
                </a:cubicBezTo>
                <a:cubicBezTo>
                  <a:pt x="179" y="13"/>
                  <a:pt x="181" y="14"/>
                  <a:pt x="183" y="15"/>
                </a:cubicBezTo>
                <a:cubicBezTo>
                  <a:pt x="186" y="16"/>
                  <a:pt x="189" y="17"/>
                  <a:pt x="192" y="18"/>
                </a:cubicBezTo>
                <a:cubicBezTo>
                  <a:pt x="191" y="19"/>
                  <a:pt x="191" y="19"/>
                  <a:pt x="190" y="19"/>
                </a:cubicBezTo>
                <a:cubicBezTo>
                  <a:pt x="189" y="19"/>
                  <a:pt x="189" y="17"/>
                  <a:pt x="187" y="18"/>
                </a:cubicBezTo>
                <a:cubicBezTo>
                  <a:pt x="187" y="20"/>
                  <a:pt x="189" y="20"/>
                  <a:pt x="190" y="21"/>
                </a:cubicBezTo>
                <a:cubicBezTo>
                  <a:pt x="191" y="22"/>
                  <a:pt x="193" y="23"/>
                  <a:pt x="193" y="24"/>
                </a:cubicBezTo>
                <a:cubicBezTo>
                  <a:pt x="192" y="27"/>
                  <a:pt x="190" y="24"/>
                  <a:pt x="188" y="24"/>
                </a:cubicBezTo>
                <a:cubicBezTo>
                  <a:pt x="186" y="24"/>
                  <a:pt x="183" y="28"/>
                  <a:pt x="181" y="25"/>
                </a:cubicBezTo>
                <a:cubicBezTo>
                  <a:pt x="181" y="23"/>
                  <a:pt x="183" y="23"/>
                  <a:pt x="184" y="21"/>
                </a:cubicBezTo>
                <a:cubicBezTo>
                  <a:pt x="183" y="21"/>
                  <a:pt x="183" y="21"/>
                  <a:pt x="183" y="21"/>
                </a:cubicBezTo>
                <a:cubicBezTo>
                  <a:pt x="182" y="22"/>
                  <a:pt x="181" y="22"/>
                  <a:pt x="180" y="22"/>
                </a:cubicBezTo>
                <a:cubicBezTo>
                  <a:pt x="180" y="23"/>
                  <a:pt x="179" y="23"/>
                  <a:pt x="177" y="24"/>
                </a:cubicBezTo>
                <a:cubicBezTo>
                  <a:pt x="176" y="24"/>
                  <a:pt x="175" y="24"/>
                  <a:pt x="174" y="24"/>
                </a:cubicBezTo>
                <a:cubicBezTo>
                  <a:pt x="173" y="25"/>
                  <a:pt x="171" y="26"/>
                  <a:pt x="169" y="27"/>
                </a:cubicBezTo>
                <a:cubicBezTo>
                  <a:pt x="169" y="27"/>
                  <a:pt x="168" y="27"/>
                  <a:pt x="167" y="27"/>
                </a:cubicBezTo>
                <a:cubicBezTo>
                  <a:pt x="165" y="28"/>
                  <a:pt x="163" y="29"/>
                  <a:pt x="161" y="30"/>
                </a:cubicBezTo>
                <a:cubicBezTo>
                  <a:pt x="159" y="31"/>
                  <a:pt x="157" y="32"/>
                  <a:pt x="156" y="33"/>
                </a:cubicBezTo>
                <a:cubicBezTo>
                  <a:pt x="155" y="33"/>
                  <a:pt x="154" y="35"/>
                  <a:pt x="154" y="36"/>
                </a:cubicBezTo>
                <a:cubicBezTo>
                  <a:pt x="154" y="37"/>
                  <a:pt x="156" y="37"/>
                  <a:pt x="156" y="38"/>
                </a:cubicBezTo>
                <a:cubicBezTo>
                  <a:pt x="156" y="39"/>
                  <a:pt x="155" y="40"/>
                  <a:pt x="155" y="41"/>
                </a:cubicBezTo>
                <a:cubicBezTo>
                  <a:pt x="156" y="41"/>
                  <a:pt x="157" y="41"/>
                  <a:pt x="158" y="41"/>
                </a:cubicBezTo>
                <a:cubicBezTo>
                  <a:pt x="161" y="41"/>
                  <a:pt x="162" y="43"/>
                  <a:pt x="164" y="44"/>
                </a:cubicBezTo>
                <a:cubicBezTo>
                  <a:pt x="165" y="45"/>
                  <a:pt x="167" y="46"/>
                  <a:pt x="169" y="46"/>
                </a:cubicBezTo>
                <a:cubicBezTo>
                  <a:pt x="171" y="46"/>
                  <a:pt x="173" y="45"/>
                  <a:pt x="173" y="47"/>
                </a:cubicBezTo>
                <a:cubicBezTo>
                  <a:pt x="174" y="48"/>
                  <a:pt x="171" y="49"/>
                  <a:pt x="171" y="50"/>
                </a:cubicBezTo>
                <a:cubicBezTo>
                  <a:pt x="172" y="51"/>
                  <a:pt x="171" y="52"/>
                  <a:pt x="171" y="53"/>
                </a:cubicBezTo>
                <a:cubicBezTo>
                  <a:pt x="171" y="54"/>
                  <a:pt x="172" y="56"/>
                  <a:pt x="173" y="56"/>
                </a:cubicBezTo>
                <a:cubicBezTo>
                  <a:pt x="174" y="56"/>
                  <a:pt x="177" y="55"/>
                  <a:pt x="177" y="53"/>
                </a:cubicBezTo>
                <a:cubicBezTo>
                  <a:pt x="178" y="51"/>
                  <a:pt x="178" y="49"/>
                  <a:pt x="179" y="48"/>
                </a:cubicBezTo>
                <a:cubicBezTo>
                  <a:pt x="186" y="48"/>
                  <a:pt x="192" y="44"/>
                  <a:pt x="191" y="37"/>
                </a:cubicBezTo>
                <a:cubicBezTo>
                  <a:pt x="191" y="37"/>
                  <a:pt x="191" y="36"/>
                  <a:pt x="191" y="35"/>
                </a:cubicBezTo>
                <a:cubicBezTo>
                  <a:pt x="191" y="34"/>
                  <a:pt x="193" y="33"/>
                  <a:pt x="193" y="31"/>
                </a:cubicBezTo>
                <a:cubicBezTo>
                  <a:pt x="194" y="31"/>
                  <a:pt x="194" y="30"/>
                  <a:pt x="195" y="30"/>
                </a:cubicBezTo>
                <a:cubicBezTo>
                  <a:pt x="195" y="29"/>
                  <a:pt x="196" y="28"/>
                  <a:pt x="197" y="27"/>
                </a:cubicBezTo>
                <a:cubicBezTo>
                  <a:pt x="197" y="27"/>
                  <a:pt x="197" y="27"/>
                  <a:pt x="197" y="27"/>
                </a:cubicBezTo>
                <a:cubicBezTo>
                  <a:pt x="198" y="27"/>
                  <a:pt x="198" y="27"/>
                  <a:pt x="199" y="27"/>
                </a:cubicBezTo>
                <a:cubicBezTo>
                  <a:pt x="200" y="28"/>
                  <a:pt x="201" y="28"/>
                  <a:pt x="203" y="28"/>
                </a:cubicBezTo>
                <a:cubicBezTo>
                  <a:pt x="203" y="28"/>
                  <a:pt x="204" y="27"/>
                  <a:pt x="205" y="28"/>
                </a:cubicBezTo>
                <a:cubicBezTo>
                  <a:pt x="207" y="28"/>
                  <a:pt x="207" y="30"/>
                  <a:pt x="209" y="30"/>
                </a:cubicBezTo>
                <a:cubicBezTo>
                  <a:pt x="210" y="31"/>
                  <a:pt x="211" y="31"/>
                  <a:pt x="211" y="32"/>
                </a:cubicBezTo>
                <a:cubicBezTo>
                  <a:pt x="211" y="34"/>
                  <a:pt x="209" y="34"/>
                  <a:pt x="209" y="35"/>
                </a:cubicBezTo>
                <a:cubicBezTo>
                  <a:pt x="209" y="35"/>
                  <a:pt x="209" y="35"/>
                  <a:pt x="209" y="35"/>
                </a:cubicBezTo>
                <a:cubicBezTo>
                  <a:pt x="210" y="37"/>
                  <a:pt x="211" y="38"/>
                  <a:pt x="212" y="38"/>
                </a:cubicBezTo>
                <a:cubicBezTo>
                  <a:pt x="213" y="38"/>
                  <a:pt x="214" y="37"/>
                  <a:pt x="215" y="37"/>
                </a:cubicBezTo>
                <a:cubicBezTo>
                  <a:pt x="217" y="36"/>
                  <a:pt x="218" y="35"/>
                  <a:pt x="219" y="34"/>
                </a:cubicBezTo>
                <a:cubicBezTo>
                  <a:pt x="220" y="35"/>
                  <a:pt x="222" y="36"/>
                  <a:pt x="223" y="38"/>
                </a:cubicBezTo>
                <a:cubicBezTo>
                  <a:pt x="223" y="38"/>
                  <a:pt x="223" y="39"/>
                  <a:pt x="223" y="39"/>
                </a:cubicBezTo>
                <a:cubicBezTo>
                  <a:pt x="224" y="41"/>
                  <a:pt x="223" y="42"/>
                  <a:pt x="223" y="44"/>
                </a:cubicBezTo>
                <a:cubicBezTo>
                  <a:pt x="223" y="46"/>
                  <a:pt x="227" y="46"/>
                  <a:pt x="228" y="47"/>
                </a:cubicBezTo>
                <a:cubicBezTo>
                  <a:pt x="229" y="48"/>
                  <a:pt x="229" y="49"/>
                  <a:pt x="229" y="49"/>
                </a:cubicBezTo>
                <a:cubicBezTo>
                  <a:pt x="230" y="50"/>
                  <a:pt x="231" y="50"/>
                  <a:pt x="231" y="51"/>
                </a:cubicBezTo>
                <a:cubicBezTo>
                  <a:pt x="231" y="54"/>
                  <a:pt x="229" y="54"/>
                  <a:pt x="229" y="57"/>
                </a:cubicBezTo>
                <a:cubicBezTo>
                  <a:pt x="228" y="58"/>
                  <a:pt x="227" y="58"/>
                  <a:pt x="227" y="59"/>
                </a:cubicBezTo>
                <a:cubicBezTo>
                  <a:pt x="227" y="62"/>
                  <a:pt x="231" y="60"/>
                  <a:pt x="232" y="62"/>
                </a:cubicBezTo>
                <a:cubicBezTo>
                  <a:pt x="232" y="63"/>
                  <a:pt x="231" y="64"/>
                  <a:pt x="231" y="65"/>
                </a:cubicBezTo>
                <a:cubicBezTo>
                  <a:pt x="232" y="66"/>
                  <a:pt x="232" y="69"/>
                  <a:pt x="230" y="69"/>
                </a:cubicBezTo>
                <a:cubicBezTo>
                  <a:pt x="229" y="69"/>
                  <a:pt x="229" y="67"/>
                  <a:pt x="227" y="67"/>
                </a:cubicBezTo>
                <a:cubicBezTo>
                  <a:pt x="227" y="67"/>
                  <a:pt x="226" y="67"/>
                  <a:pt x="225" y="67"/>
                </a:cubicBezTo>
                <a:cubicBezTo>
                  <a:pt x="224" y="66"/>
                  <a:pt x="223" y="66"/>
                  <a:pt x="222" y="66"/>
                </a:cubicBezTo>
                <a:cubicBezTo>
                  <a:pt x="221" y="66"/>
                  <a:pt x="219" y="66"/>
                  <a:pt x="218" y="65"/>
                </a:cubicBezTo>
                <a:cubicBezTo>
                  <a:pt x="219" y="63"/>
                  <a:pt x="222" y="61"/>
                  <a:pt x="224" y="59"/>
                </a:cubicBezTo>
                <a:cubicBezTo>
                  <a:pt x="225" y="58"/>
                  <a:pt x="226" y="58"/>
                  <a:pt x="226" y="56"/>
                </a:cubicBezTo>
                <a:cubicBezTo>
                  <a:pt x="224" y="55"/>
                  <a:pt x="223" y="57"/>
                  <a:pt x="222" y="57"/>
                </a:cubicBezTo>
                <a:cubicBezTo>
                  <a:pt x="220" y="58"/>
                  <a:pt x="219" y="59"/>
                  <a:pt x="218" y="59"/>
                </a:cubicBezTo>
                <a:cubicBezTo>
                  <a:pt x="215" y="60"/>
                  <a:pt x="212" y="58"/>
                  <a:pt x="210" y="60"/>
                </a:cubicBezTo>
                <a:cubicBezTo>
                  <a:pt x="209" y="61"/>
                  <a:pt x="212" y="60"/>
                  <a:pt x="212" y="62"/>
                </a:cubicBezTo>
                <a:cubicBezTo>
                  <a:pt x="211" y="62"/>
                  <a:pt x="210" y="62"/>
                  <a:pt x="209" y="62"/>
                </a:cubicBezTo>
                <a:cubicBezTo>
                  <a:pt x="208" y="61"/>
                  <a:pt x="209" y="60"/>
                  <a:pt x="208" y="60"/>
                </a:cubicBezTo>
                <a:cubicBezTo>
                  <a:pt x="208" y="59"/>
                  <a:pt x="205" y="59"/>
                  <a:pt x="203" y="59"/>
                </a:cubicBezTo>
                <a:cubicBezTo>
                  <a:pt x="202" y="59"/>
                  <a:pt x="200" y="60"/>
                  <a:pt x="200" y="62"/>
                </a:cubicBezTo>
                <a:cubicBezTo>
                  <a:pt x="202" y="63"/>
                  <a:pt x="205" y="61"/>
                  <a:pt x="206" y="63"/>
                </a:cubicBezTo>
                <a:cubicBezTo>
                  <a:pt x="205" y="65"/>
                  <a:pt x="202" y="66"/>
                  <a:pt x="203" y="68"/>
                </a:cubicBezTo>
                <a:cubicBezTo>
                  <a:pt x="203" y="69"/>
                  <a:pt x="204" y="71"/>
                  <a:pt x="205" y="71"/>
                </a:cubicBezTo>
                <a:cubicBezTo>
                  <a:pt x="206" y="71"/>
                  <a:pt x="206" y="70"/>
                  <a:pt x="207" y="70"/>
                </a:cubicBezTo>
                <a:cubicBezTo>
                  <a:pt x="208" y="70"/>
                  <a:pt x="208" y="71"/>
                  <a:pt x="209" y="71"/>
                </a:cubicBezTo>
                <a:cubicBezTo>
                  <a:pt x="210" y="70"/>
                  <a:pt x="211" y="68"/>
                  <a:pt x="212" y="69"/>
                </a:cubicBezTo>
                <a:cubicBezTo>
                  <a:pt x="214" y="71"/>
                  <a:pt x="211" y="72"/>
                  <a:pt x="209" y="73"/>
                </a:cubicBezTo>
                <a:cubicBezTo>
                  <a:pt x="206" y="74"/>
                  <a:pt x="203" y="74"/>
                  <a:pt x="201" y="75"/>
                </a:cubicBezTo>
                <a:cubicBezTo>
                  <a:pt x="200" y="75"/>
                  <a:pt x="197" y="79"/>
                  <a:pt x="196" y="76"/>
                </a:cubicBezTo>
                <a:cubicBezTo>
                  <a:pt x="196" y="74"/>
                  <a:pt x="198" y="75"/>
                  <a:pt x="198" y="73"/>
                </a:cubicBezTo>
                <a:cubicBezTo>
                  <a:pt x="196" y="73"/>
                  <a:pt x="194" y="74"/>
                  <a:pt x="192" y="75"/>
                </a:cubicBezTo>
                <a:cubicBezTo>
                  <a:pt x="189" y="76"/>
                  <a:pt x="184" y="77"/>
                  <a:pt x="183" y="80"/>
                </a:cubicBezTo>
                <a:cubicBezTo>
                  <a:pt x="183" y="81"/>
                  <a:pt x="183" y="82"/>
                  <a:pt x="183" y="83"/>
                </a:cubicBezTo>
                <a:cubicBezTo>
                  <a:pt x="183" y="83"/>
                  <a:pt x="180" y="83"/>
                  <a:pt x="179" y="83"/>
                </a:cubicBezTo>
                <a:cubicBezTo>
                  <a:pt x="178" y="84"/>
                  <a:pt x="177" y="85"/>
                  <a:pt x="176" y="85"/>
                </a:cubicBezTo>
                <a:cubicBezTo>
                  <a:pt x="175" y="85"/>
                  <a:pt x="174" y="85"/>
                  <a:pt x="174" y="85"/>
                </a:cubicBezTo>
                <a:cubicBezTo>
                  <a:pt x="173" y="86"/>
                  <a:pt x="172" y="87"/>
                  <a:pt x="171" y="88"/>
                </a:cubicBezTo>
                <a:cubicBezTo>
                  <a:pt x="170" y="89"/>
                  <a:pt x="169" y="89"/>
                  <a:pt x="169" y="90"/>
                </a:cubicBezTo>
                <a:cubicBezTo>
                  <a:pt x="168" y="90"/>
                  <a:pt x="168" y="92"/>
                  <a:pt x="166" y="93"/>
                </a:cubicBezTo>
                <a:cubicBezTo>
                  <a:pt x="165" y="93"/>
                  <a:pt x="165" y="92"/>
                  <a:pt x="164" y="93"/>
                </a:cubicBezTo>
                <a:cubicBezTo>
                  <a:pt x="164" y="94"/>
                  <a:pt x="165" y="97"/>
                  <a:pt x="164" y="99"/>
                </a:cubicBezTo>
                <a:cubicBezTo>
                  <a:pt x="162" y="100"/>
                  <a:pt x="160" y="101"/>
                  <a:pt x="158" y="103"/>
                </a:cubicBezTo>
                <a:cubicBezTo>
                  <a:pt x="157" y="103"/>
                  <a:pt x="155" y="104"/>
                  <a:pt x="154" y="104"/>
                </a:cubicBezTo>
                <a:cubicBezTo>
                  <a:pt x="153" y="105"/>
                  <a:pt x="152" y="106"/>
                  <a:pt x="151" y="107"/>
                </a:cubicBezTo>
                <a:cubicBezTo>
                  <a:pt x="148" y="108"/>
                  <a:pt x="144" y="110"/>
                  <a:pt x="144" y="115"/>
                </a:cubicBezTo>
                <a:cubicBezTo>
                  <a:pt x="144" y="116"/>
                  <a:pt x="145" y="117"/>
                  <a:pt x="145" y="118"/>
                </a:cubicBezTo>
                <a:cubicBezTo>
                  <a:pt x="145" y="118"/>
                  <a:pt x="145" y="119"/>
                  <a:pt x="145" y="120"/>
                </a:cubicBezTo>
                <a:cubicBezTo>
                  <a:pt x="145" y="121"/>
                  <a:pt x="146" y="123"/>
                  <a:pt x="145" y="124"/>
                </a:cubicBezTo>
                <a:cubicBezTo>
                  <a:pt x="143" y="123"/>
                  <a:pt x="140" y="123"/>
                  <a:pt x="139" y="122"/>
                </a:cubicBezTo>
                <a:cubicBezTo>
                  <a:pt x="139" y="120"/>
                  <a:pt x="140" y="119"/>
                  <a:pt x="140" y="118"/>
                </a:cubicBezTo>
                <a:cubicBezTo>
                  <a:pt x="139" y="117"/>
                  <a:pt x="138" y="115"/>
                  <a:pt x="137" y="115"/>
                </a:cubicBezTo>
                <a:cubicBezTo>
                  <a:pt x="136" y="114"/>
                  <a:pt x="135" y="115"/>
                  <a:pt x="134" y="115"/>
                </a:cubicBezTo>
                <a:cubicBezTo>
                  <a:pt x="133" y="115"/>
                  <a:pt x="132" y="114"/>
                  <a:pt x="131" y="114"/>
                </a:cubicBezTo>
                <a:cubicBezTo>
                  <a:pt x="129" y="113"/>
                  <a:pt x="127" y="114"/>
                  <a:pt x="125" y="114"/>
                </a:cubicBezTo>
                <a:cubicBezTo>
                  <a:pt x="123" y="115"/>
                  <a:pt x="122" y="117"/>
                  <a:pt x="119" y="117"/>
                </a:cubicBezTo>
                <a:cubicBezTo>
                  <a:pt x="118" y="117"/>
                  <a:pt x="117" y="116"/>
                  <a:pt x="116" y="116"/>
                </a:cubicBezTo>
                <a:cubicBezTo>
                  <a:pt x="115" y="115"/>
                  <a:pt x="113" y="115"/>
                  <a:pt x="112" y="115"/>
                </a:cubicBezTo>
                <a:cubicBezTo>
                  <a:pt x="109" y="115"/>
                  <a:pt x="107" y="117"/>
                  <a:pt x="105" y="118"/>
                </a:cubicBezTo>
                <a:cubicBezTo>
                  <a:pt x="103" y="119"/>
                  <a:pt x="101" y="121"/>
                  <a:pt x="100" y="123"/>
                </a:cubicBezTo>
                <a:cubicBezTo>
                  <a:pt x="100" y="124"/>
                  <a:pt x="100" y="125"/>
                  <a:pt x="100" y="126"/>
                </a:cubicBezTo>
                <a:cubicBezTo>
                  <a:pt x="99" y="127"/>
                  <a:pt x="99" y="128"/>
                  <a:pt x="98" y="128"/>
                </a:cubicBezTo>
                <a:cubicBezTo>
                  <a:pt x="97" y="131"/>
                  <a:pt x="95" y="135"/>
                  <a:pt x="97" y="140"/>
                </a:cubicBezTo>
                <a:cubicBezTo>
                  <a:pt x="97" y="140"/>
                  <a:pt x="99" y="144"/>
                  <a:pt x="99" y="145"/>
                </a:cubicBezTo>
                <a:cubicBezTo>
                  <a:pt x="100" y="146"/>
                  <a:pt x="102" y="147"/>
                  <a:pt x="104" y="147"/>
                </a:cubicBezTo>
                <a:cubicBezTo>
                  <a:pt x="105" y="147"/>
                  <a:pt x="106" y="146"/>
                  <a:pt x="107" y="146"/>
                </a:cubicBezTo>
                <a:cubicBezTo>
                  <a:pt x="108" y="146"/>
                  <a:pt x="110" y="146"/>
                  <a:pt x="111" y="146"/>
                </a:cubicBezTo>
                <a:cubicBezTo>
                  <a:pt x="114" y="145"/>
                  <a:pt x="113" y="140"/>
                  <a:pt x="117" y="139"/>
                </a:cubicBezTo>
                <a:cubicBezTo>
                  <a:pt x="118" y="138"/>
                  <a:pt x="120" y="138"/>
                  <a:pt x="122" y="138"/>
                </a:cubicBezTo>
                <a:cubicBezTo>
                  <a:pt x="123" y="138"/>
                  <a:pt x="123" y="140"/>
                  <a:pt x="123" y="141"/>
                </a:cubicBezTo>
                <a:cubicBezTo>
                  <a:pt x="123" y="141"/>
                  <a:pt x="122" y="142"/>
                  <a:pt x="122" y="143"/>
                </a:cubicBezTo>
                <a:cubicBezTo>
                  <a:pt x="122" y="144"/>
                  <a:pt x="122" y="145"/>
                  <a:pt x="121" y="146"/>
                </a:cubicBezTo>
                <a:cubicBezTo>
                  <a:pt x="121" y="147"/>
                  <a:pt x="120" y="148"/>
                  <a:pt x="119" y="149"/>
                </a:cubicBezTo>
                <a:cubicBezTo>
                  <a:pt x="119" y="149"/>
                  <a:pt x="119" y="150"/>
                  <a:pt x="119" y="151"/>
                </a:cubicBezTo>
                <a:cubicBezTo>
                  <a:pt x="119" y="152"/>
                  <a:pt x="118" y="152"/>
                  <a:pt x="118" y="153"/>
                </a:cubicBezTo>
                <a:cubicBezTo>
                  <a:pt x="121" y="155"/>
                  <a:pt x="125" y="153"/>
                  <a:pt x="128" y="153"/>
                </a:cubicBezTo>
                <a:cubicBezTo>
                  <a:pt x="129" y="154"/>
                  <a:pt x="132" y="155"/>
                  <a:pt x="132" y="157"/>
                </a:cubicBezTo>
                <a:cubicBezTo>
                  <a:pt x="132" y="158"/>
                  <a:pt x="131" y="159"/>
                  <a:pt x="130" y="161"/>
                </a:cubicBezTo>
                <a:cubicBezTo>
                  <a:pt x="130" y="162"/>
                  <a:pt x="129" y="165"/>
                  <a:pt x="129" y="166"/>
                </a:cubicBezTo>
                <a:cubicBezTo>
                  <a:pt x="129" y="169"/>
                  <a:pt x="133" y="173"/>
                  <a:pt x="136" y="173"/>
                </a:cubicBezTo>
                <a:cubicBezTo>
                  <a:pt x="138" y="173"/>
                  <a:pt x="140" y="170"/>
                  <a:pt x="144" y="172"/>
                </a:cubicBezTo>
                <a:cubicBezTo>
                  <a:pt x="145" y="172"/>
                  <a:pt x="146" y="174"/>
                  <a:pt x="147" y="174"/>
                </a:cubicBezTo>
                <a:cubicBezTo>
                  <a:pt x="148" y="174"/>
                  <a:pt x="150" y="172"/>
                  <a:pt x="150" y="171"/>
                </a:cubicBezTo>
                <a:cubicBezTo>
                  <a:pt x="151" y="169"/>
                  <a:pt x="151" y="168"/>
                  <a:pt x="153" y="167"/>
                </a:cubicBezTo>
                <a:cubicBezTo>
                  <a:pt x="154" y="166"/>
                  <a:pt x="156" y="167"/>
                  <a:pt x="158" y="166"/>
                </a:cubicBezTo>
                <a:cubicBezTo>
                  <a:pt x="159" y="166"/>
                  <a:pt x="159" y="165"/>
                  <a:pt x="160" y="164"/>
                </a:cubicBezTo>
                <a:cubicBezTo>
                  <a:pt x="161" y="164"/>
                  <a:pt x="162" y="163"/>
                  <a:pt x="163" y="164"/>
                </a:cubicBezTo>
                <a:cubicBezTo>
                  <a:pt x="164" y="165"/>
                  <a:pt x="161" y="165"/>
                  <a:pt x="162" y="167"/>
                </a:cubicBezTo>
                <a:cubicBezTo>
                  <a:pt x="164" y="168"/>
                  <a:pt x="165" y="165"/>
                  <a:pt x="167" y="165"/>
                </a:cubicBezTo>
                <a:cubicBezTo>
                  <a:pt x="167" y="165"/>
                  <a:pt x="169" y="166"/>
                  <a:pt x="170" y="166"/>
                </a:cubicBezTo>
                <a:cubicBezTo>
                  <a:pt x="171" y="167"/>
                  <a:pt x="171" y="168"/>
                  <a:pt x="173" y="168"/>
                </a:cubicBezTo>
                <a:cubicBezTo>
                  <a:pt x="173" y="168"/>
                  <a:pt x="175" y="168"/>
                  <a:pt x="176" y="168"/>
                </a:cubicBezTo>
                <a:cubicBezTo>
                  <a:pt x="177" y="168"/>
                  <a:pt x="178" y="170"/>
                  <a:pt x="179" y="170"/>
                </a:cubicBezTo>
                <a:cubicBezTo>
                  <a:pt x="181" y="169"/>
                  <a:pt x="182" y="168"/>
                  <a:pt x="183" y="168"/>
                </a:cubicBezTo>
                <a:cubicBezTo>
                  <a:pt x="185" y="167"/>
                  <a:pt x="186" y="168"/>
                  <a:pt x="188" y="170"/>
                </a:cubicBezTo>
                <a:cubicBezTo>
                  <a:pt x="189" y="170"/>
                  <a:pt x="189" y="168"/>
                  <a:pt x="190" y="169"/>
                </a:cubicBezTo>
                <a:cubicBezTo>
                  <a:pt x="189" y="170"/>
                  <a:pt x="190" y="171"/>
                  <a:pt x="191" y="172"/>
                </a:cubicBezTo>
                <a:cubicBezTo>
                  <a:pt x="191" y="172"/>
                  <a:pt x="191" y="173"/>
                  <a:pt x="191" y="173"/>
                </a:cubicBezTo>
                <a:cubicBezTo>
                  <a:pt x="192" y="174"/>
                  <a:pt x="194" y="174"/>
                  <a:pt x="195" y="175"/>
                </a:cubicBezTo>
                <a:cubicBezTo>
                  <a:pt x="196" y="175"/>
                  <a:pt x="196" y="177"/>
                  <a:pt x="198" y="178"/>
                </a:cubicBezTo>
                <a:cubicBezTo>
                  <a:pt x="199" y="179"/>
                  <a:pt x="201" y="181"/>
                  <a:pt x="203" y="181"/>
                </a:cubicBezTo>
                <a:cubicBezTo>
                  <a:pt x="204" y="181"/>
                  <a:pt x="206" y="181"/>
                  <a:pt x="207" y="181"/>
                </a:cubicBezTo>
                <a:cubicBezTo>
                  <a:pt x="210" y="181"/>
                  <a:pt x="212" y="183"/>
                  <a:pt x="214" y="184"/>
                </a:cubicBezTo>
                <a:cubicBezTo>
                  <a:pt x="215" y="185"/>
                  <a:pt x="217" y="186"/>
                  <a:pt x="217" y="187"/>
                </a:cubicBezTo>
                <a:cubicBezTo>
                  <a:pt x="217" y="188"/>
                  <a:pt x="217" y="189"/>
                  <a:pt x="217" y="190"/>
                </a:cubicBezTo>
                <a:cubicBezTo>
                  <a:pt x="218" y="192"/>
                  <a:pt x="221" y="193"/>
                  <a:pt x="220" y="196"/>
                </a:cubicBezTo>
                <a:cubicBezTo>
                  <a:pt x="220" y="197"/>
                  <a:pt x="221" y="197"/>
                  <a:pt x="222" y="198"/>
                </a:cubicBezTo>
                <a:cubicBezTo>
                  <a:pt x="223" y="198"/>
                  <a:pt x="224" y="199"/>
                  <a:pt x="225" y="199"/>
                </a:cubicBezTo>
                <a:cubicBezTo>
                  <a:pt x="225" y="200"/>
                  <a:pt x="226" y="199"/>
                  <a:pt x="227" y="199"/>
                </a:cubicBezTo>
                <a:cubicBezTo>
                  <a:pt x="228" y="199"/>
                  <a:pt x="229" y="200"/>
                  <a:pt x="231" y="201"/>
                </a:cubicBezTo>
                <a:cubicBezTo>
                  <a:pt x="232" y="201"/>
                  <a:pt x="233" y="201"/>
                  <a:pt x="234" y="202"/>
                </a:cubicBezTo>
                <a:cubicBezTo>
                  <a:pt x="234" y="202"/>
                  <a:pt x="235" y="204"/>
                  <a:pt x="235" y="204"/>
                </a:cubicBezTo>
                <a:cubicBezTo>
                  <a:pt x="236" y="205"/>
                  <a:pt x="237" y="204"/>
                  <a:pt x="238" y="204"/>
                </a:cubicBezTo>
                <a:cubicBezTo>
                  <a:pt x="240" y="204"/>
                  <a:pt x="242" y="205"/>
                  <a:pt x="244" y="205"/>
                </a:cubicBezTo>
                <a:cubicBezTo>
                  <a:pt x="245" y="205"/>
                  <a:pt x="245" y="205"/>
                  <a:pt x="246" y="205"/>
                </a:cubicBezTo>
                <a:cubicBezTo>
                  <a:pt x="248" y="205"/>
                  <a:pt x="249" y="206"/>
                  <a:pt x="251" y="208"/>
                </a:cubicBezTo>
                <a:cubicBezTo>
                  <a:pt x="233" y="237"/>
                  <a:pt x="204" y="258"/>
                  <a:pt x="170" y="266"/>
                </a:cubicBezTo>
                <a:cubicBezTo>
                  <a:pt x="170" y="265"/>
                  <a:pt x="169" y="264"/>
                  <a:pt x="169" y="262"/>
                </a:cubicBezTo>
                <a:cubicBezTo>
                  <a:pt x="169" y="260"/>
                  <a:pt x="169" y="258"/>
                  <a:pt x="169" y="255"/>
                </a:cubicBezTo>
                <a:cubicBezTo>
                  <a:pt x="169" y="253"/>
                  <a:pt x="168" y="250"/>
                  <a:pt x="168" y="249"/>
                </a:cubicBezTo>
                <a:cubicBezTo>
                  <a:pt x="167" y="247"/>
                  <a:pt x="164" y="245"/>
                  <a:pt x="162" y="244"/>
                </a:cubicBezTo>
                <a:cubicBezTo>
                  <a:pt x="161" y="244"/>
                  <a:pt x="160" y="243"/>
                  <a:pt x="159" y="243"/>
                </a:cubicBezTo>
                <a:cubicBezTo>
                  <a:pt x="156" y="242"/>
                  <a:pt x="151" y="239"/>
                  <a:pt x="150" y="237"/>
                </a:cubicBezTo>
                <a:cubicBezTo>
                  <a:pt x="150" y="236"/>
                  <a:pt x="150" y="235"/>
                  <a:pt x="150" y="234"/>
                </a:cubicBezTo>
                <a:cubicBezTo>
                  <a:pt x="149" y="233"/>
                  <a:pt x="148" y="231"/>
                  <a:pt x="147" y="230"/>
                </a:cubicBezTo>
                <a:cubicBezTo>
                  <a:pt x="145" y="227"/>
                  <a:pt x="143" y="224"/>
                  <a:pt x="142" y="221"/>
                </a:cubicBezTo>
                <a:cubicBezTo>
                  <a:pt x="141" y="219"/>
                  <a:pt x="140" y="218"/>
                  <a:pt x="139" y="216"/>
                </a:cubicBezTo>
                <a:cubicBezTo>
                  <a:pt x="138" y="216"/>
                  <a:pt x="136" y="215"/>
                  <a:pt x="136" y="214"/>
                </a:cubicBezTo>
                <a:cubicBezTo>
                  <a:pt x="136" y="213"/>
                  <a:pt x="135" y="211"/>
                  <a:pt x="135" y="210"/>
                </a:cubicBezTo>
                <a:cubicBezTo>
                  <a:pt x="135" y="208"/>
                  <a:pt x="138" y="207"/>
                  <a:pt x="138" y="206"/>
                </a:cubicBezTo>
                <a:cubicBezTo>
                  <a:pt x="138" y="205"/>
                  <a:pt x="136" y="204"/>
                  <a:pt x="136" y="203"/>
                </a:cubicBezTo>
                <a:cubicBezTo>
                  <a:pt x="135" y="201"/>
                  <a:pt x="136" y="200"/>
                  <a:pt x="137" y="198"/>
                </a:cubicBezTo>
                <a:cubicBezTo>
                  <a:pt x="138" y="197"/>
                  <a:pt x="138" y="196"/>
                  <a:pt x="138" y="196"/>
                </a:cubicBezTo>
                <a:cubicBezTo>
                  <a:pt x="139" y="195"/>
                  <a:pt x="140" y="195"/>
                  <a:pt x="141" y="194"/>
                </a:cubicBezTo>
                <a:cubicBezTo>
                  <a:pt x="141" y="193"/>
                  <a:pt x="141" y="192"/>
                  <a:pt x="142" y="191"/>
                </a:cubicBezTo>
                <a:cubicBezTo>
                  <a:pt x="143" y="190"/>
                  <a:pt x="145" y="189"/>
                  <a:pt x="145" y="188"/>
                </a:cubicBezTo>
                <a:cubicBezTo>
                  <a:pt x="146" y="187"/>
                  <a:pt x="146" y="181"/>
                  <a:pt x="145" y="180"/>
                </a:cubicBezTo>
                <a:cubicBezTo>
                  <a:pt x="145" y="178"/>
                  <a:pt x="144" y="178"/>
                  <a:pt x="144" y="177"/>
                </a:cubicBezTo>
                <a:cubicBezTo>
                  <a:pt x="143" y="175"/>
                  <a:pt x="143" y="173"/>
                  <a:pt x="141" y="173"/>
                </a:cubicBezTo>
                <a:cubicBezTo>
                  <a:pt x="140" y="173"/>
                  <a:pt x="139" y="174"/>
                  <a:pt x="138" y="175"/>
                </a:cubicBezTo>
                <a:cubicBezTo>
                  <a:pt x="138" y="176"/>
                  <a:pt x="138" y="177"/>
                  <a:pt x="137" y="177"/>
                </a:cubicBezTo>
                <a:cubicBezTo>
                  <a:pt x="135" y="178"/>
                  <a:pt x="135" y="176"/>
                  <a:pt x="133" y="175"/>
                </a:cubicBezTo>
                <a:cubicBezTo>
                  <a:pt x="132" y="175"/>
                  <a:pt x="131" y="175"/>
                  <a:pt x="130" y="175"/>
                </a:cubicBezTo>
                <a:cubicBezTo>
                  <a:pt x="129" y="174"/>
                  <a:pt x="128" y="172"/>
                  <a:pt x="127" y="171"/>
                </a:cubicBezTo>
                <a:cubicBezTo>
                  <a:pt x="126" y="170"/>
                  <a:pt x="124" y="171"/>
                  <a:pt x="124" y="170"/>
                </a:cubicBezTo>
                <a:cubicBezTo>
                  <a:pt x="123" y="169"/>
                  <a:pt x="124" y="168"/>
                  <a:pt x="124" y="167"/>
                </a:cubicBezTo>
                <a:cubicBezTo>
                  <a:pt x="122" y="166"/>
                  <a:pt x="120" y="162"/>
                  <a:pt x="119" y="161"/>
                </a:cubicBezTo>
                <a:cubicBezTo>
                  <a:pt x="117" y="161"/>
                  <a:pt x="115" y="161"/>
                  <a:pt x="114" y="160"/>
                </a:cubicBezTo>
                <a:cubicBezTo>
                  <a:pt x="113" y="160"/>
                  <a:pt x="112" y="160"/>
                  <a:pt x="112" y="159"/>
                </a:cubicBezTo>
                <a:cubicBezTo>
                  <a:pt x="111" y="159"/>
                  <a:pt x="110" y="159"/>
                  <a:pt x="109" y="159"/>
                </a:cubicBezTo>
                <a:cubicBezTo>
                  <a:pt x="106" y="157"/>
                  <a:pt x="104" y="153"/>
                  <a:pt x="101" y="153"/>
                </a:cubicBezTo>
                <a:cubicBezTo>
                  <a:pt x="99" y="153"/>
                  <a:pt x="98" y="154"/>
                  <a:pt x="96" y="154"/>
                </a:cubicBezTo>
                <a:cubicBezTo>
                  <a:pt x="95" y="154"/>
                  <a:pt x="93" y="153"/>
                  <a:pt x="91" y="152"/>
                </a:cubicBezTo>
                <a:cubicBezTo>
                  <a:pt x="89" y="151"/>
                  <a:pt x="87" y="151"/>
                  <a:pt x="85" y="150"/>
                </a:cubicBezTo>
                <a:cubicBezTo>
                  <a:pt x="84" y="150"/>
                  <a:pt x="83" y="148"/>
                  <a:pt x="82" y="148"/>
                </a:cubicBezTo>
                <a:cubicBezTo>
                  <a:pt x="82" y="148"/>
                  <a:pt x="80" y="147"/>
                  <a:pt x="80" y="147"/>
                </a:cubicBezTo>
                <a:cubicBezTo>
                  <a:pt x="79" y="147"/>
                  <a:pt x="78" y="146"/>
                  <a:pt x="77" y="145"/>
                </a:cubicBezTo>
                <a:cubicBezTo>
                  <a:pt x="75" y="144"/>
                  <a:pt x="74" y="143"/>
                  <a:pt x="74" y="142"/>
                </a:cubicBezTo>
                <a:cubicBezTo>
                  <a:pt x="74" y="141"/>
                  <a:pt x="75" y="140"/>
                  <a:pt x="75" y="139"/>
                </a:cubicBezTo>
                <a:cubicBezTo>
                  <a:pt x="76" y="135"/>
                  <a:pt x="73" y="133"/>
                  <a:pt x="71" y="130"/>
                </a:cubicBezTo>
                <a:cubicBezTo>
                  <a:pt x="70" y="129"/>
                  <a:pt x="69" y="128"/>
                  <a:pt x="68" y="126"/>
                </a:cubicBezTo>
                <a:cubicBezTo>
                  <a:pt x="68" y="125"/>
                  <a:pt x="68" y="125"/>
                  <a:pt x="68" y="124"/>
                </a:cubicBezTo>
                <a:cubicBezTo>
                  <a:pt x="67" y="123"/>
                  <a:pt x="66" y="122"/>
                  <a:pt x="65" y="121"/>
                </a:cubicBezTo>
                <a:cubicBezTo>
                  <a:pt x="64" y="119"/>
                  <a:pt x="62" y="118"/>
                  <a:pt x="62" y="117"/>
                </a:cubicBezTo>
                <a:cubicBezTo>
                  <a:pt x="62" y="115"/>
                  <a:pt x="63" y="113"/>
                  <a:pt x="62" y="112"/>
                </a:cubicBezTo>
                <a:cubicBezTo>
                  <a:pt x="61" y="109"/>
                  <a:pt x="57" y="110"/>
                  <a:pt x="58" y="114"/>
                </a:cubicBezTo>
                <a:cubicBezTo>
                  <a:pt x="58" y="115"/>
                  <a:pt x="59" y="116"/>
                  <a:pt x="60" y="117"/>
                </a:cubicBezTo>
                <a:cubicBezTo>
                  <a:pt x="60" y="118"/>
                  <a:pt x="60" y="119"/>
                  <a:pt x="60" y="121"/>
                </a:cubicBezTo>
                <a:cubicBezTo>
                  <a:pt x="61" y="122"/>
                  <a:pt x="62" y="123"/>
                  <a:pt x="62" y="124"/>
                </a:cubicBezTo>
                <a:cubicBezTo>
                  <a:pt x="63" y="126"/>
                  <a:pt x="63" y="128"/>
                  <a:pt x="64" y="130"/>
                </a:cubicBezTo>
                <a:cubicBezTo>
                  <a:pt x="64" y="131"/>
                  <a:pt x="66" y="132"/>
                  <a:pt x="65" y="133"/>
                </a:cubicBezTo>
                <a:cubicBezTo>
                  <a:pt x="63" y="133"/>
                  <a:pt x="63" y="132"/>
                  <a:pt x="62" y="131"/>
                </a:cubicBezTo>
                <a:cubicBezTo>
                  <a:pt x="62" y="131"/>
                  <a:pt x="60" y="130"/>
                  <a:pt x="60" y="129"/>
                </a:cubicBezTo>
                <a:cubicBezTo>
                  <a:pt x="59" y="128"/>
                  <a:pt x="60" y="127"/>
                  <a:pt x="60" y="126"/>
                </a:cubicBezTo>
                <a:cubicBezTo>
                  <a:pt x="59" y="124"/>
                  <a:pt x="55" y="124"/>
                  <a:pt x="55" y="121"/>
                </a:cubicBezTo>
                <a:cubicBezTo>
                  <a:pt x="55" y="120"/>
                  <a:pt x="57" y="120"/>
                  <a:pt x="57" y="119"/>
                </a:cubicBezTo>
                <a:cubicBezTo>
                  <a:pt x="57" y="117"/>
                  <a:pt x="55" y="116"/>
                  <a:pt x="54" y="115"/>
                </a:cubicBezTo>
                <a:cubicBezTo>
                  <a:pt x="54" y="114"/>
                  <a:pt x="54" y="112"/>
                  <a:pt x="54" y="110"/>
                </a:cubicBezTo>
                <a:cubicBezTo>
                  <a:pt x="54" y="109"/>
                  <a:pt x="54" y="107"/>
                  <a:pt x="54" y="106"/>
                </a:cubicBezTo>
                <a:cubicBezTo>
                  <a:pt x="53" y="105"/>
                  <a:pt x="52" y="103"/>
                  <a:pt x="51" y="103"/>
                </a:cubicBezTo>
                <a:cubicBezTo>
                  <a:pt x="49" y="102"/>
                  <a:pt x="48" y="103"/>
                  <a:pt x="48" y="101"/>
                </a:cubicBezTo>
                <a:cubicBezTo>
                  <a:pt x="47" y="101"/>
                  <a:pt x="47" y="99"/>
                  <a:pt x="47" y="98"/>
                </a:cubicBezTo>
                <a:cubicBezTo>
                  <a:pt x="46" y="96"/>
                  <a:pt x="47" y="94"/>
                  <a:pt x="47" y="92"/>
                </a:cubicBezTo>
                <a:cubicBezTo>
                  <a:pt x="46" y="90"/>
                  <a:pt x="46" y="88"/>
                  <a:pt x="47" y="86"/>
                </a:cubicBezTo>
                <a:cubicBezTo>
                  <a:pt x="47" y="85"/>
                  <a:pt x="49" y="84"/>
                  <a:pt x="49" y="83"/>
                </a:cubicBezTo>
                <a:cubicBezTo>
                  <a:pt x="50" y="82"/>
                  <a:pt x="50" y="80"/>
                  <a:pt x="51" y="79"/>
                </a:cubicBezTo>
                <a:cubicBezTo>
                  <a:pt x="52" y="77"/>
                  <a:pt x="54" y="76"/>
                  <a:pt x="56" y="74"/>
                </a:cubicBezTo>
                <a:cubicBezTo>
                  <a:pt x="57" y="72"/>
                  <a:pt x="59" y="70"/>
                  <a:pt x="60" y="67"/>
                </a:cubicBezTo>
                <a:cubicBezTo>
                  <a:pt x="60" y="66"/>
                  <a:pt x="61" y="64"/>
                  <a:pt x="61" y="63"/>
                </a:cubicBezTo>
                <a:cubicBezTo>
                  <a:pt x="61" y="62"/>
                  <a:pt x="58" y="61"/>
                  <a:pt x="58" y="59"/>
                </a:cubicBezTo>
                <a:cubicBezTo>
                  <a:pt x="59" y="58"/>
                  <a:pt x="60" y="58"/>
                  <a:pt x="61" y="57"/>
                </a:cubicBezTo>
                <a:cubicBezTo>
                  <a:pt x="61" y="57"/>
                  <a:pt x="61" y="55"/>
                  <a:pt x="61" y="54"/>
                </a:cubicBezTo>
                <a:cubicBezTo>
                  <a:pt x="61" y="53"/>
                  <a:pt x="60" y="51"/>
                  <a:pt x="61" y="50"/>
                </a:cubicBezTo>
                <a:cubicBezTo>
                  <a:pt x="61" y="49"/>
                  <a:pt x="63" y="48"/>
                  <a:pt x="62" y="47"/>
                </a:cubicBezTo>
                <a:cubicBezTo>
                  <a:pt x="61" y="45"/>
                  <a:pt x="59" y="47"/>
                  <a:pt x="58" y="46"/>
                </a:cubicBezTo>
                <a:cubicBezTo>
                  <a:pt x="57" y="46"/>
                  <a:pt x="58" y="45"/>
                  <a:pt x="58" y="43"/>
                </a:cubicBezTo>
                <a:cubicBezTo>
                  <a:pt x="58" y="42"/>
                  <a:pt x="58" y="42"/>
                  <a:pt x="58" y="41"/>
                </a:cubicBezTo>
                <a:cubicBezTo>
                  <a:pt x="58" y="41"/>
                  <a:pt x="59" y="39"/>
                  <a:pt x="59" y="39"/>
                </a:cubicBezTo>
                <a:cubicBezTo>
                  <a:pt x="58" y="38"/>
                  <a:pt x="58" y="37"/>
                  <a:pt x="57" y="36"/>
                </a:cubicBezTo>
                <a:cubicBezTo>
                  <a:pt x="74" y="23"/>
                  <a:pt x="94" y="13"/>
                  <a:pt x="115" y="9"/>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8"/>
          <p:cNvSpPr/>
          <p:nvPr/>
        </p:nvSpPr>
        <p:spPr>
          <a:xfrm>
            <a:off x="7838052" y="4486414"/>
            <a:ext cx="385535" cy="384032"/>
          </a:xfrm>
          <a:custGeom>
            <a:rect b="b" l="l" r="r" t="t"/>
            <a:pathLst>
              <a:path extrusionOk="0" h="256" w="257">
                <a:moveTo>
                  <a:pt x="128" y="0"/>
                </a:moveTo>
                <a:cubicBezTo>
                  <a:pt x="58" y="0"/>
                  <a:pt x="0" y="57"/>
                  <a:pt x="0" y="128"/>
                </a:cubicBezTo>
                <a:cubicBezTo>
                  <a:pt x="0" y="199"/>
                  <a:pt x="58" y="256"/>
                  <a:pt x="128" y="256"/>
                </a:cubicBezTo>
                <a:cubicBezTo>
                  <a:pt x="199" y="256"/>
                  <a:pt x="257" y="199"/>
                  <a:pt x="257" y="128"/>
                </a:cubicBezTo>
                <a:cubicBezTo>
                  <a:pt x="257" y="57"/>
                  <a:pt x="199" y="0"/>
                  <a:pt x="128" y="0"/>
                </a:cubicBezTo>
                <a:moveTo>
                  <a:pt x="173" y="226"/>
                </a:moveTo>
                <a:cubicBezTo>
                  <a:pt x="175" y="223"/>
                  <a:pt x="177" y="220"/>
                  <a:pt x="179" y="216"/>
                </a:cubicBezTo>
                <a:cubicBezTo>
                  <a:pt x="183" y="208"/>
                  <a:pt x="186" y="198"/>
                  <a:pt x="189" y="189"/>
                </a:cubicBezTo>
                <a:cubicBezTo>
                  <a:pt x="199" y="186"/>
                  <a:pt x="208" y="182"/>
                  <a:pt x="216" y="178"/>
                </a:cubicBezTo>
                <a:cubicBezTo>
                  <a:pt x="220" y="176"/>
                  <a:pt x="223" y="175"/>
                  <a:pt x="227" y="173"/>
                </a:cubicBezTo>
                <a:cubicBezTo>
                  <a:pt x="216" y="196"/>
                  <a:pt x="197" y="215"/>
                  <a:pt x="173" y="226"/>
                </a:cubicBezTo>
                <a:moveTo>
                  <a:pt x="30" y="173"/>
                </a:moveTo>
                <a:cubicBezTo>
                  <a:pt x="33" y="175"/>
                  <a:pt x="37" y="176"/>
                  <a:pt x="40" y="178"/>
                </a:cubicBezTo>
                <a:cubicBezTo>
                  <a:pt x="49" y="182"/>
                  <a:pt x="58" y="186"/>
                  <a:pt x="68" y="189"/>
                </a:cubicBezTo>
                <a:cubicBezTo>
                  <a:pt x="70" y="198"/>
                  <a:pt x="74" y="208"/>
                  <a:pt x="78" y="216"/>
                </a:cubicBezTo>
                <a:cubicBezTo>
                  <a:pt x="80" y="220"/>
                  <a:pt x="82" y="223"/>
                  <a:pt x="84" y="226"/>
                </a:cubicBezTo>
                <a:cubicBezTo>
                  <a:pt x="60" y="215"/>
                  <a:pt x="41" y="196"/>
                  <a:pt x="30" y="173"/>
                </a:cubicBezTo>
                <a:moveTo>
                  <a:pt x="84" y="30"/>
                </a:moveTo>
                <a:cubicBezTo>
                  <a:pt x="82" y="33"/>
                  <a:pt x="80" y="36"/>
                  <a:pt x="78" y="40"/>
                </a:cubicBezTo>
                <a:cubicBezTo>
                  <a:pt x="74" y="48"/>
                  <a:pt x="70" y="57"/>
                  <a:pt x="68" y="67"/>
                </a:cubicBezTo>
                <a:cubicBezTo>
                  <a:pt x="58" y="70"/>
                  <a:pt x="49" y="73"/>
                  <a:pt x="40" y="77"/>
                </a:cubicBezTo>
                <a:cubicBezTo>
                  <a:pt x="37" y="79"/>
                  <a:pt x="33" y="81"/>
                  <a:pt x="30" y="83"/>
                </a:cubicBezTo>
                <a:cubicBezTo>
                  <a:pt x="41" y="59"/>
                  <a:pt x="60" y="40"/>
                  <a:pt x="84" y="30"/>
                </a:cubicBezTo>
                <a:moveTo>
                  <a:pt x="234" y="118"/>
                </a:moveTo>
                <a:cubicBezTo>
                  <a:pt x="197" y="118"/>
                  <a:pt x="197" y="118"/>
                  <a:pt x="197" y="118"/>
                </a:cubicBezTo>
                <a:cubicBezTo>
                  <a:pt x="196" y="108"/>
                  <a:pt x="195" y="99"/>
                  <a:pt x="194" y="90"/>
                </a:cubicBezTo>
                <a:cubicBezTo>
                  <a:pt x="213" y="97"/>
                  <a:pt x="228" y="107"/>
                  <a:pt x="234" y="118"/>
                </a:cubicBezTo>
                <a:moveTo>
                  <a:pt x="194" y="166"/>
                </a:moveTo>
                <a:cubicBezTo>
                  <a:pt x="195" y="157"/>
                  <a:pt x="196" y="147"/>
                  <a:pt x="197" y="138"/>
                </a:cubicBezTo>
                <a:cubicBezTo>
                  <a:pt x="234" y="138"/>
                  <a:pt x="234" y="138"/>
                  <a:pt x="234" y="138"/>
                </a:cubicBezTo>
                <a:cubicBezTo>
                  <a:pt x="228" y="149"/>
                  <a:pt x="213" y="159"/>
                  <a:pt x="194" y="166"/>
                </a:cubicBezTo>
                <a:moveTo>
                  <a:pt x="23" y="138"/>
                </a:moveTo>
                <a:cubicBezTo>
                  <a:pt x="60" y="138"/>
                  <a:pt x="60" y="138"/>
                  <a:pt x="60" y="138"/>
                </a:cubicBezTo>
                <a:cubicBezTo>
                  <a:pt x="60" y="147"/>
                  <a:pt x="61" y="157"/>
                  <a:pt x="63" y="166"/>
                </a:cubicBezTo>
                <a:cubicBezTo>
                  <a:pt x="43" y="159"/>
                  <a:pt x="29" y="149"/>
                  <a:pt x="23" y="138"/>
                </a:cubicBezTo>
                <a:moveTo>
                  <a:pt x="63" y="90"/>
                </a:moveTo>
                <a:cubicBezTo>
                  <a:pt x="61" y="99"/>
                  <a:pt x="60" y="108"/>
                  <a:pt x="60" y="118"/>
                </a:cubicBezTo>
                <a:cubicBezTo>
                  <a:pt x="23" y="118"/>
                  <a:pt x="23" y="118"/>
                  <a:pt x="23" y="118"/>
                </a:cubicBezTo>
                <a:cubicBezTo>
                  <a:pt x="29" y="107"/>
                  <a:pt x="43" y="97"/>
                  <a:pt x="63" y="90"/>
                </a:cubicBezTo>
                <a:moveTo>
                  <a:pt x="176" y="118"/>
                </a:moveTo>
                <a:cubicBezTo>
                  <a:pt x="138" y="118"/>
                  <a:pt x="138" y="118"/>
                  <a:pt x="138" y="118"/>
                </a:cubicBezTo>
                <a:cubicBezTo>
                  <a:pt x="138" y="80"/>
                  <a:pt x="138" y="80"/>
                  <a:pt x="138" y="80"/>
                </a:cubicBezTo>
                <a:cubicBezTo>
                  <a:pt x="150" y="80"/>
                  <a:pt x="162" y="82"/>
                  <a:pt x="172" y="84"/>
                </a:cubicBezTo>
                <a:cubicBezTo>
                  <a:pt x="174" y="95"/>
                  <a:pt x="176" y="106"/>
                  <a:pt x="176" y="118"/>
                </a:cubicBezTo>
                <a:moveTo>
                  <a:pt x="172" y="172"/>
                </a:moveTo>
                <a:cubicBezTo>
                  <a:pt x="162" y="174"/>
                  <a:pt x="150" y="175"/>
                  <a:pt x="138" y="176"/>
                </a:cubicBezTo>
                <a:cubicBezTo>
                  <a:pt x="138" y="138"/>
                  <a:pt x="138" y="138"/>
                  <a:pt x="138" y="138"/>
                </a:cubicBezTo>
                <a:cubicBezTo>
                  <a:pt x="176" y="138"/>
                  <a:pt x="176" y="138"/>
                  <a:pt x="176" y="138"/>
                </a:cubicBezTo>
                <a:cubicBezTo>
                  <a:pt x="176" y="150"/>
                  <a:pt x="174" y="161"/>
                  <a:pt x="172" y="172"/>
                </a:cubicBezTo>
                <a:moveTo>
                  <a:pt x="80" y="138"/>
                </a:moveTo>
                <a:cubicBezTo>
                  <a:pt x="118" y="138"/>
                  <a:pt x="118" y="138"/>
                  <a:pt x="118" y="138"/>
                </a:cubicBezTo>
                <a:cubicBezTo>
                  <a:pt x="118" y="176"/>
                  <a:pt x="118" y="176"/>
                  <a:pt x="118" y="176"/>
                </a:cubicBezTo>
                <a:cubicBezTo>
                  <a:pt x="106" y="175"/>
                  <a:pt x="95" y="174"/>
                  <a:pt x="85" y="172"/>
                </a:cubicBezTo>
                <a:cubicBezTo>
                  <a:pt x="82" y="161"/>
                  <a:pt x="81" y="150"/>
                  <a:pt x="80" y="138"/>
                </a:cubicBezTo>
                <a:moveTo>
                  <a:pt x="85" y="84"/>
                </a:moveTo>
                <a:cubicBezTo>
                  <a:pt x="95" y="82"/>
                  <a:pt x="106" y="80"/>
                  <a:pt x="118" y="80"/>
                </a:cubicBezTo>
                <a:cubicBezTo>
                  <a:pt x="118" y="118"/>
                  <a:pt x="118" y="118"/>
                  <a:pt x="118" y="118"/>
                </a:cubicBezTo>
                <a:cubicBezTo>
                  <a:pt x="80" y="118"/>
                  <a:pt x="80" y="118"/>
                  <a:pt x="80" y="118"/>
                </a:cubicBezTo>
                <a:cubicBezTo>
                  <a:pt x="81" y="106"/>
                  <a:pt x="82" y="95"/>
                  <a:pt x="85" y="84"/>
                </a:cubicBezTo>
                <a:moveTo>
                  <a:pt x="138" y="60"/>
                </a:moveTo>
                <a:cubicBezTo>
                  <a:pt x="138" y="22"/>
                  <a:pt x="138" y="22"/>
                  <a:pt x="138" y="22"/>
                </a:cubicBezTo>
                <a:cubicBezTo>
                  <a:pt x="149" y="28"/>
                  <a:pt x="159" y="43"/>
                  <a:pt x="166" y="62"/>
                </a:cubicBezTo>
                <a:cubicBezTo>
                  <a:pt x="157" y="61"/>
                  <a:pt x="148" y="60"/>
                  <a:pt x="138" y="60"/>
                </a:cubicBezTo>
                <a:moveTo>
                  <a:pt x="118" y="22"/>
                </a:moveTo>
                <a:cubicBezTo>
                  <a:pt x="118" y="60"/>
                  <a:pt x="118" y="60"/>
                  <a:pt x="118" y="60"/>
                </a:cubicBezTo>
                <a:cubicBezTo>
                  <a:pt x="109" y="60"/>
                  <a:pt x="99" y="61"/>
                  <a:pt x="91" y="62"/>
                </a:cubicBezTo>
                <a:cubicBezTo>
                  <a:pt x="97" y="43"/>
                  <a:pt x="107" y="28"/>
                  <a:pt x="118" y="22"/>
                </a:cubicBezTo>
                <a:moveTo>
                  <a:pt x="118" y="196"/>
                </a:moveTo>
                <a:cubicBezTo>
                  <a:pt x="118" y="233"/>
                  <a:pt x="118" y="233"/>
                  <a:pt x="118" y="233"/>
                </a:cubicBezTo>
                <a:cubicBezTo>
                  <a:pt x="107" y="228"/>
                  <a:pt x="97" y="213"/>
                  <a:pt x="91" y="193"/>
                </a:cubicBezTo>
                <a:cubicBezTo>
                  <a:pt x="99" y="195"/>
                  <a:pt x="109" y="196"/>
                  <a:pt x="118" y="196"/>
                </a:cubicBezTo>
                <a:moveTo>
                  <a:pt x="138" y="233"/>
                </a:moveTo>
                <a:cubicBezTo>
                  <a:pt x="138" y="196"/>
                  <a:pt x="138" y="196"/>
                  <a:pt x="138" y="196"/>
                </a:cubicBezTo>
                <a:cubicBezTo>
                  <a:pt x="148" y="196"/>
                  <a:pt x="157" y="195"/>
                  <a:pt x="166" y="193"/>
                </a:cubicBezTo>
                <a:cubicBezTo>
                  <a:pt x="159" y="213"/>
                  <a:pt x="149" y="228"/>
                  <a:pt x="138" y="233"/>
                </a:cubicBezTo>
                <a:moveTo>
                  <a:pt x="216" y="77"/>
                </a:moveTo>
                <a:cubicBezTo>
                  <a:pt x="208" y="73"/>
                  <a:pt x="199" y="70"/>
                  <a:pt x="189" y="67"/>
                </a:cubicBezTo>
                <a:cubicBezTo>
                  <a:pt x="186" y="57"/>
                  <a:pt x="183" y="48"/>
                  <a:pt x="179" y="40"/>
                </a:cubicBezTo>
                <a:cubicBezTo>
                  <a:pt x="177" y="36"/>
                  <a:pt x="175" y="33"/>
                  <a:pt x="173" y="30"/>
                </a:cubicBezTo>
                <a:cubicBezTo>
                  <a:pt x="197" y="40"/>
                  <a:pt x="216" y="59"/>
                  <a:pt x="227" y="83"/>
                </a:cubicBezTo>
                <a:cubicBezTo>
                  <a:pt x="223" y="81"/>
                  <a:pt x="220" y="79"/>
                  <a:pt x="216" y="77"/>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26" name="Google Shape;426;p8"/>
          <p:cNvPicPr preferRelativeResize="0"/>
          <p:nvPr/>
        </p:nvPicPr>
        <p:blipFill rotWithShape="1">
          <a:blip r:embed="rId3">
            <a:alphaModFix/>
          </a:blip>
          <a:srcRect b="0" l="0" r="0" t="0"/>
          <a:stretch/>
        </p:blipFill>
        <p:spPr>
          <a:xfrm>
            <a:off x="5124448" y="6560382"/>
            <a:ext cx="1943103" cy="14623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0" name="Shape 430"/>
        <p:cNvGrpSpPr/>
        <p:nvPr/>
      </p:nvGrpSpPr>
      <p:grpSpPr>
        <a:xfrm>
          <a:off x="0" y="0"/>
          <a:ext cx="0" cy="0"/>
          <a:chOff x="0" y="0"/>
          <a:chExt cx="0" cy="0"/>
        </a:xfrm>
      </p:grpSpPr>
      <p:sp>
        <p:nvSpPr>
          <p:cNvPr id="431" name="Google Shape;431;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t/>
            </a:r>
            <a:endParaRPr/>
          </a:p>
        </p:txBody>
      </p:sp>
      <p:pic>
        <p:nvPicPr>
          <p:cNvPr descr="A picture containing sky, grass, outdoor, day&#10;&#10;Description automatically generated" id="432" name="Google Shape;432;p9"/>
          <p:cNvPicPr preferRelativeResize="0"/>
          <p:nvPr/>
        </p:nvPicPr>
        <p:blipFill rotWithShape="1">
          <a:blip r:embed="rId3">
            <a:alphaModFix/>
          </a:blip>
          <a:srcRect b="0" l="9179" r="9179" t="0"/>
          <a:stretch/>
        </p:blipFill>
        <p:spPr>
          <a:xfrm>
            <a:off x="838200" y="2166125"/>
            <a:ext cx="3200400" cy="2939769"/>
          </a:xfrm>
          <a:prstGeom prst="rect">
            <a:avLst/>
          </a:prstGeom>
          <a:noFill/>
          <a:ln>
            <a:noFill/>
          </a:ln>
        </p:spPr>
      </p:pic>
      <p:pic>
        <p:nvPicPr>
          <p:cNvPr descr="A picture containing outdoor, nature, resort&#10;&#10;Description automatically generated" id="433" name="Google Shape;433;p9"/>
          <p:cNvPicPr preferRelativeResize="0"/>
          <p:nvPr/>
        </p:nvPicPr>
        <p:blipFill rotWithShape="1">
          <a:blip r:embed="rId4">
            <a:alphaModFix/>
          </a:blip>
          <a:srcRect b="15086" l="0" r="0" t="15087"/>
          <a:stretch/>
        </p:blipFill>
        <p:spPr>
          <a:xfrm>
            <a:off x="4495800" y="2166125"/>
            <a:ext cx="3200400" cy="2939769"/>
          </a:xfrm>
          <a:prstGeom prst="rect">
            <a:avLst/>
          </a:prstGeom>
          <a:noFill/>
          <a:ln>
            <a:noFill/>
          </a:ln>
        </p:spPr>
      </p:pic>
      <p:pic>
        <p:nvPicPr>
          <p:cNvPr descr="A river running through a town&#10;&#10;Description automatically generated with low confidence" id="434" name="Google Shape;434;p9"/>
          <p:cNvPicPr preferRelativeResize="0"/>
          <p:nvPr/>
        </p:nvPicPr>
        <p:blipFill rotWithShape="1">
          <a:blip r:embed="rId5">
            <a:alphaModFix/>
          </a:blip>
          <a:srcRect b="0" l="2183" r="2183" t="0"/>
          <a:stretch/>
        </p:blipFill>
        <p:spPr>
          <a:xfrm>
            <a:off x="8158725" y="2166125"/>
            <a:ext cx="3200400" cy="2939769"/>
          </a:xfrm>
          <a:prstGeom prst="rect">
            <a:avLst/>
          </a:prstGeom>
          <a:noFill/>
          <a:ln>
            <a:noFill/>
          </a:ln>
        </p:spPr>
      </p:pic>
      <p:sp>
        <p:nvSpPr>
          <p:cNvPr id="435" name="Google Shape;435;p9"/>
          <p:cNvSpPr/>
          <p:nvPr/>
        </p:nvSpPr>
        <p:spPr>
          <a:xfrm>
            <a:off x="834341" y="5203013"/>
            <a:ext cx="601662" cy="68480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800">
                <a:solidFill>
                  <a:schemeClr val="lt1"/>
                </a:solidFill>
                <a:latin typeface="Calibri"/>
                <a:ea typeface="Calibri"/>
                <a:cs typeface="Calibri"/>
                <a:sym typeface="Calibri"/>
              </a:rPr>
              <a:t>01</a:t>
            </a:r>
            <a:endParaRPr sz="2800">
              <a:solidFill>
                <a:schemeClr val="lt1"/>
              </a:solidFill>
              <a:latin typeface="Calibri"/>
              <a:ea typeface="Calibri"/>
              <a:cs typeface="Calibri"/>
              <a:sym typeface="Calibri"/>
            </a:endParaRPr>
          </a:p>
        </p:txBody>
      </p:sp>
      <p:sp>
        <p:nvSpPr>
          <p:cNvPr id="436" name="Google Shape;436;p9"/>
          <p:cNvSpPr/>
          <p:nvPr/>
        </p:nvSpPr>
        <p:spPr>
          <a:xfrm>
            <a:off x="4427619" y="5203013"/>
            <a:ext cx="803283" cy="68480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800">
                <a:solidFill>
                  <a:schemeClr val="lt1"/>
                </a:solidFill>
                <a:latin typeface="Calibri"/>
                <a:ea typeface="Calibri"/>
                <a:cs typeface="Calibri"/>
                <a:sym typeface="Calibri"/>
              </a:rPr>
              <a:t>02</a:t>
            </a:r>
            <a:endParaRPr sz="2800">
              <a:solidFill>
                <a:schemeClr val="lt1"/>
              </a:solidFill>
              <a:latin typeface="Calibri"/>
              <a:ea typeface="Calibri"/>
              <a:cs typeface="Calibri"/>
              <a:sym typeface="Calibri"/>
            </a:endParaRPr>
          </a:p>
        </p:txBody>
      </p:sp>
      <p:sp>
        <p:nvSpPr>
          <p:cNvPr id="437" name="Google Shape;437;p9"/>
          <p:cNvSpPr/>
          <p:nvPr/>
        </p:nvSpPr>
        <p:spPr>
          <a:xfrm>
            <a:off x="8177022" y="5203013"/>
            <a:ext cx="641170" cy="68480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800">
                <a:solidFill>
                  <a:schemeClr val="lt1"/>
                </a:solidFill>
                <a:latin typeface="Calibri"/>
                <a:ea typeface="Calibri"/>
                <a:cs typeface="Calibri"/>
                <a:sym typeface="Calibri"/>
              </a:rPr>
              <a:t>03</a:t>
            </a:r>
            <a:endParaRPr sz="2800">
              <a:solidFill>
                <a:schemeClr val="lt1"/>
              </a:solidFill>
              <a:latin typeface="Calibri"/>
              <a:ea typeface="Calibri"/>
              <a:cs typeface="Calibri"/>
              <a:sym typeface="Calibri"/>
            </a:endParaRPr>
          </a:p>
        </p:txBody>
      </p:sp>
      <p:sp>
        <p:nvSpPr>
          <p:cNvPr id="438" name="Google Shape;438;p9"/>
          <p:cNvSpPr txBox="1"/>
          <p:nvPr/>
        </p:nvSpPr>
        <p:spPr>
          <a:xfrm>
            <a:off x="1436003" y="5684853"/>
            <a:ext cx="2406493" cy="600164"/>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lang="en-US" sz="1100">
                <a:solidFill>
                  <a:schemeClr val="lt1"/>
                </a:solidFill>
                <a:latin typeface="Calibri"/>
                <a:ea typeface="Calibri"/>
                <a:cs typeface="Calibri"/>
                <a:sym typeface="Calibri"/>
              </a:rPr>
              <a:t>Lorem Ipsum is simply dummy text of the printing and typesetting industry. Lorem Ipsum has been.</a:t>
            </a:r>
            <a:endParaRPr/>
          </a:p>
        </p:txBody>
      </p:sp>
      <p:sp>
        <p:nvSpPr>
          <p:cNvPr id="439" name="Google Shape;439;p9"/>
          <p:cNvSpPr txBox="1"/>
          <p:nvPr/>
        </p:nvSpPr>
        <p:spPr>
          <a:xfrm>
            <a:off x="1365430" y="5416010"/>
            <a:ext cx="255717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LORUM IPSUM DOLOR SIT AMET</a:t>
            </a:r>
            <a:endParaRPr/>
          </a:p>
        </p:txBody>
      </p:sp>
      <p:sp>
        <p:nvSpPr>
          <p:cNvPr id="440" name="Google Shape;440;p9"/>
          <p:cNvSpPr txBox="1"/>
          <p:nvPr/>
        </p:nvSpPr>
        <p:spPr>
          <a:xfrm>
            <a:off x="5080403" y="5684853"/>
            <a:ext cx="2406493" cy="600164"/>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lang="en-US" sz="1100">
                <a:solidFill>
                  <a:schemeClr val="lt1"/>
                </a:solidFill>
                <a:latin typeface="Calibri"/>
                <a:ea typeface="Calibri"/>
                <a:cs typeface="Calibri"/>
                <a:sym typeface="Calibri"/>
              </a:rPr>
              <a:t>Lorem Ipsum is simply dummy text of the printing and typesetting industry. Lorem Ipsum has been.</a:t>
            </a:r>
            <a:endParaRPr/>
          </a:p>
        </p:txBody>
      </p:sp>
      <p:sp>
        <p:nvSpPr>
          <p:cNvPr id="441" name="Google Shape;441;p9"/>
          <p:cNvSpPr txBox="1"/>
          <p:nvPr/>
        </p:nvSpPr>
        <p:spPr>
          <a:xfrm>
            <a:off x="5009830" y="5416010"/>
            <a:ext cx="255717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LORUM IPSUM DOLOR SIT AMET</a:t>
            </a:r>
            <a:endParaRPr/>
          </a:p>
        </p:txBody>
      </p:sp>
      <p:sp>
        <p:nvSpPr>
          <p:cNvPr id="442" name="Google Shape;442;p9"/>
          <p:cNvSpPr txBox="1"/>
          <p:nvPr/>
        </p:nvSpPr>
        <p:spPr>
          <a:xfrm>
            <a:off x="8804912" y="5684853"/>
            <a:ext cx="2406493" cy="600164"/>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lang="en-US" sz="1100">
                <a:solidFill>
                  <a:schemeClr val="lt1"/>
                </a:solidFill>
                <a:latin typeface="Calibri"/>
                <a:ea typeface="Calibri"/>
                <a:cs typeface="Calibri"/>
                <a:sym typeface="Calibri"/>
              </a:rPr>
              <a:t>Lorem Ipsum is simply dummy text of the printing and typesetting industry. Lorem Ipsum has been.</a:t>
            </a:r>
            <a:endParaRPr/>
          </a:p>
        </p:txBody>
      </p:sp>
      <p:sp>
        <p:nvSpPr>
          <p:cNvPr id="443" name="Google Shape;443;p9"/>
          <p:cNvSpPr txBox="1"/>
          <p:nvPr/>
        </p:nvSpPr>
        <p:spPr>
          <a:xfrm>
            <a:off x="8734339" y="5416010"/>
            <a:ext cx="255717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LORUM IPSUM DOLOR SIT AMET</a:t>
            </a:r>
            <a:endParaRPr/>
          </a:p>
        </p:txBody>
      </p:sp>
      <p:pic>
        <p:nvPicPr>
          <p:cNvPr id="444" name="Google Shape;444;p9"/>
          <p:cNvPicPr preferRelativeResize="0"/>
          <p:nvPr/>
        </p:nvPicPr>
        <p:blipFill rotWithShape="1">
          <a:blip r:embed="rId6">
            <a:alphaModFix/>
          </a:blip>
          <a:srcRect b="0" l="0" r="0" t="0"/>
          <a:stretch/>
        </p:blipFill>
        <p:spPr>
          <a:xfrm>
            <a:off x="5124448" y="6560382"/>
            <a:ext cx="1943103" cy="1462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435"/>
                                        </p:tgtEl>
                                        <p:attrNameLst>
                                          <p:attrName>style.visibility</p:attrName>
                                        </p:attrNameLst>
                                      </p:cBhvr>
                                      <p:to>
                                        <p:strVal val="visible"/>
                                      </p:to>
                                    </p:set>
                                    <p:anim calcmode="lin" valueType="num">
                                      <p:cBhvr additive="base">
                                        <p:cTn dur="500"/>
                                        <p:tgtEl>
                                          <p:spTgt spid="43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436"/>
                                        </p:tgtEl>
                                        <p:attrNameLst>
                                          <p:attrName>style.visibility</p:attrName>
                                        </p:attrNameLst>
                                      </p:cBhvr>
                                      <p:to>
                                        <p:strVal val="visible"/>
                                      </p:to>
                                    </p:set>
                                    <p:anim calcmode="lin" valueType="num">
                                      <p:cBhvr additive="base">
                                        <p:cTn dur="500"/>
                                        <p:tgtEl>
                                          <p:spTgt spid="43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437"/>
                                        </p:tgtEl>
                                        <p:attrNameLst>
                                          <p:attrName>style.visibility</p:attrName>
                                        </p:attrNameLst>
                                      </p:cBhvr>
                                      <p:to>
                                        <p:strVal val="visible"/>
                                      </p:to>
                                    </p:set>
                                    <p:anim calcmode="lin" valueType="num">
                                      <p:cBhvr additive="base">
                                        <p:cTn dur="500"/>
                                        <p:tgtEl>
                                          <p:spTgt spid="43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8" name="Shape 448"/>
        <p:cNvGrpSpPr/>
        <p:nvPr/>
      </p:nvGrpSpPr>
      <p:grpSpPr>
        <a:xfrm>
          <a:off x="0" y="0"/>
          <a:ext cx="0" cy="0"/>
          <a:chOff x="0" y="0"/>
          <a:chExt cx="0" cy="0"/>
        </a:xfrm>
      </p:grpSpPr>
      <p:sp>
        <p:nvSpPr>
          <p:cNvPr id="449" name="Google Shape;449;p1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t/>
            </a:r>
            <a:endParaRPr/>
          </a:p>
        </p:txBody>
      </p:sp>
      <p:sp>
        <p:nvSpPr>
          <p:cNvPr id="450" name="Google Shape;450;p10"/>
          <p:cNvSpPr/>
          <p:nvPr/>
        </p:nvSpPr>
        <p:spPr>
          <a:xfrm>
            <a:off x="839788" y="4641701"/>
            <a:ext cx="1604417" cy="1536971"/>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1" name="Google Shape;451;p10"/>
          <p:cNvSpPr/>
          <p:nvPr/>
        </p:nvSpPr>
        <p:spPr>
          <a:xfrm>
            <a:off x="2734843" y="4641701"/>
            <a:ext cx="1604417" cy="1536971"/>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2" name="Google Shape;452;p10"/>
          <p:cNvSpPr/>
          <p:nvPr/>
        </p:nvSpPr>
        <p:spPr>
          <a:xfrm>
            <a:off x="4629898" y="4641701"/>
            <a:ext cx="1604417" cy="1536971"/>
          </a:xfrm>
          <a:prstGeom prst="roundRect">
            <a:avLst>
              <a:gd fmla="val 16667" name="adj"/>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3" name="Google Shape;453;p10"/>
          <p:cNvSpPr txBox="1"/>
          <p:nvPr/>
        </p:nvSpPr>
        <p:spPr>
          <a:xfrm>
            <a:off x="1203062" y="4702594"/>
            <a:ext cx="905786" cy="48553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2800"/>
              <a:buFont typeface="Arial"/>
              <a:buNone/>
            </a:pPr>
            <a:r>
              <a:rPr b="1" lang="en-US" sz="2800">
                <a:solidFill>
                  <a:schemeClr val="lt1"/>
                </a:solidFill>
                <a:latin typeface="Calibri"/>
                <a:ea typeface="Calibri"/>
                <a:cs typeface="Calibri"/>
                <a:sym typeface="Calibri"/>
              </a:rPr>
              <a:t>01</a:t>
            </a:r>
            <a:endParaRPr/>
          </a:p>
        </p:txBody>
      </p:sp>
      <p:grpSp>
        <p:nvGrpSpPr>
          <p:cNvPr id="454" name="Google Shape;454;p10"/>
          <p:cNvGrpSpPr/>
          <p:nvPr/>
        </p:nvGrpSpPr>
        <p:grpSpPr>
          <a:xfrm>
            <a:off x="946813" y="5276419"/>
            <a:ext cx="1418285" cy="738664"/>
            <a:chOff x="2551705" y="4283314"/>
            <a:chExt cx="2357003" cy="738664"/>
          </a:xfrm>
        </p:grpSpPr>
        <p:sp>
          <p:nvSpPr>
            <p:cNvPr id="455" name="Google Shape;455;p10"/>
            <p:cNvSpPr txBox="1"/>
            <p:nvPr/>
          </p:nvSpPr>
          <p:spPr>
            <a:xfrm>
              <a:off x="2551707" y="4560313"/>
              <a:ext cx="2357001"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Easy to change colors.</a:t>
              </a:r>
              <a:endParaRPr/>
            </a:p>
          </p:txBody>
        </p:sp>
        <p:sp>
          <p:nvSpPr>
            <p:cNvPr id="456" name="Google Shape;456;p10"/>
            <p:cNvSpPr txBox="1"/>
            <p:nvPr/>
          </p:nvSpPr>
          <p:spPr>
            <a:xfrm>
              <a:off x="2551705" y="4283314"/>
              <a:ext cx="2336966"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lt1"/>
                  </a:solidFill>
                  <a:latin typeface="Calibri"/>
                  <a:ea typeface="Calibri"/>
                  <a:cs typeface="Calibri"/>
                  <a:sym typeface="Calibri"/>
                </a:rPr>
                <a:t>Text Here</a:t>
              </a:r>
              <a:endParaRPr b="1" sz="1200">
                <a:solidFill>
                  <a:schemeClr val="lt1"/>
                </a:solidFill>
                <a:latin typeface="Calibri"/>
                <a:ea typeface="Calibri"/>
                <a:cs typeface="Calibri"/>
                <a:sym typeface="Calibri"/>
              </a:endParaRPr>
            </a:p>
          </p:txBody>
        </p:sp>
      </p:grpSp>
      <p:sp>
        <p:nvSpPr>
          <p:cNvPr id="457" name="Google Shape;457;p10"/>
          <p:cNvSpPr txBox="1"/>
          <p:nvPr/>
        </p:nvSpPr>
        <p:spPr>
          <a:xfrm>
            <a:off x="3081332" y="4702594"/>
            <a:ext cx="905786" cy="48553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2800"/>
              <a:buFont typeface="Arial"/>
              <a:buNone/>
            </a:pPr>
            <a:r>
              <a:rPr b="1" lang="en-US" sz="2800">
                <a:solidFill>
                  <a:schemeClr val="lt1"/>
                </a:solidFill>
                <a:latin typeface="Calibri"/>
                <a:ea typeface="Calibri"/>
                <a:cs typeface="Calibri"/>
                <a:sym typeface="Calibri"/>
              </a:rPr>
              <a:t>02</a:t>
            </a:r>
            <a:endParaRPr/>
          </a:p>
        </p:txBody>
      </p:sp>
      <p:grpSp>
        <p:nvGrpSpPr>
          <p:cNvPr id="458" name="Google Shape;458;p10"/>
          <p:cNvGrpSpPr/>
          <p:nvPr/>
        </p:nvGrpSpPr>
        <p:grpSpPr>
          <a:xfrm>
            <a:off x="2825083" y="5276419"/>
            <a:ext cx="1418285" cy="738664"/>
            <a:chOff x="2551705" y="4283314"/>
            <a:chExt cx="2357003" cy="738664"/>
          </a:xfrm>
        </p:grpSpPr>
        <p:sp>
          <p:nvSpPr>
            <p:cNvPr id="459" name="Google Shape;459;p10"/>
            <p:cNvSpPr txBox="1"/>
            <p:nvPr/>
          </p:nvSpPr>
          <p:spPr>
            <a:xfrm>
              <a:off x="2551707" y="4560313"/>
              <a:ext cx="2357001"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Easy to change colors.</a:t>
              </a:r>
              <a:endParaRPr/>
            </a:p>
          </p:txBody>
        </p:sp>
        <p:sp>
          <p:nvSpPr>
            <p:cNvPr id="460" name="Google Shape;460;p10"/>
            <p:cNvSpPr txBox="1"/>
            <p:nvPr/>
          </p:nvSpPr>
          <p:spPr>
            <a:xfrm>
              <a:off x="2551705" y="4283314"/>
              <a:ext cx="2336966"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lt1"/>
                  </a:solidFill>
                  <a:latin typeface="Calibri"/>
                  <a:ea typeface="Calibri"/>
                  <a:cs typeface="Calibri"/>
                  <a:sym typeface="Calibri"/>
                </a:rPr>
                <a:t>Text Here</a:t>
              </a:r>
              <a:endParaRPr b="1" sz="1200">
                <a:solidFill>
                  <a:schemeClr val="lt1"/>
                </a:solidFill>
                <a:latin typeface="Calibri"/>
                <a:ea typeface="Calibri"/>
                <a:cs typeface="Calibri"/>
                <a:sym typeface="Calibri"/>
              </a:endParaRPr>
            </a:p>
          </p:txBody>
        </p:sp>
      </p:grpSp>
      <p:sp>
        <p:nvSpPr>
          <p:cNvPr id="461" name="Google Shape;461;p10"/>
          <p:cNvSpPr txBox="1"/>
          <p:nvPr/>
        </p:nvSpPr>
        <p:spPr>
          <a:xfrm>
            <a:off x="5001341" y="4702594"/>
            <a:ext cx="905786" cy="48553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lt1"/>
              </a:buClr>
              <a:buSzPts val="2800"/>
              <a:buFont typeface="Arial"/>
              <a:buNone/>
            </a:pPr>
            <a:r>
              <a:rPr b="1" lang="en-US" sz="2800">
                <a:solidFill>
                  <a:schemeClr val="lt1"/>
                </a:solidFill>
                <a:latin typeface="Calibri"/>
                <a:ea typeface="Calibri"/>
                <a:cs typeface="Calibri"/>
                <a:sym typeface="Calibri"/>
              </a:rPr>
              <a:t>03</a:t>
            </a:r>
            <a:endParaRPr/>
          </a:p>
        </p:txBody>
      </p:sp>
      <p:grpSp>
        <p:nvGrpSpPr>
          <p:cNvPr id="462" name="Google Shape;462;p10"/>
          <p:cNvGrpSpPr/>
          <p:nvPr/>
        </p:nvGrpSpPr>
        <p:grpSpPr>
          <a:xfrm>
            <a:off x="4745092" y="5276419"/>
            <a:ext cx="1418285" cy="738664"/>
            <a:chOff x="2551705" y="4283314"/>
            <a:chExt cx="2357003" cy="738664"/>
          </a:xfrm>
        </p:grpSpPr>
        <p:sp>
          <p:nvSpPr>
            <p:cNvPr id="463" name="Google Shape;463;p10"/>
            <p:cNvSpPr txBox="1"/>
            <p:nvPr/>
          </p:nvSpPr>
          <p:spPr>
            <a:xfrm>
              <a:off x="2551707" y="4560313"/>
              <a:ext cx="2357001"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Calibri"/>
                  <a:ea typeface="Calibri"/>
                  <a:cs typeface="Calibri"/>
                  <a:sym typeface="Calibri"/>
                </a:rPr>
                <a:t>Easy to change colors.</a:t>
              </a:r>
              <a:endParaRPr/>
            </a:p>
          </p:txBody>
        </p:sp>
        <p:sp>
          <p:nvSpPr>
            <p:cNvPr id="464" name="Google Shape;464;p10"/>
            <p:cNvSpPr txBox="1"/>
            <p:nvPr/>
          </p:nvSpPr>
          <p:spPr>
            <a:xfrm>
              <a:off x="2551705" y="4283314"/>
              <a:ext cx="2336966"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lt1"/>
                  </a:solidFill>
                  <a:latin typeface="Calibri"/>
                  <a:ea typeface="Calibri"/>
                  <a:cs typeface="Calibri"/>
                  <a:sym typeface="Calibri"/>
                </a:rPr>
                <a:t>Text Here</a:t>
              </a:r>
              <a:endParaRPr b="1" sz="1200">
                <a:solidFill>
                  <a:schemeClr val="lt1"/>
                </a:solidFill>
                <a:latin typeface="Calibri"/>
                <a:ea typeface="Calibri"/>
                <a:cs typeface="Calibri"/>
                <a:sym typeface="Calibri"/>
              </a:endParaRPr>
            </a:p>
          </p:txBody>
        </p:sp>
      </p:grpSp>
      <p:sp>
        <p:nvSpPr>
          <p:cNvPr id="465" name="Google Shape;465;p10"/>
          <p:cNvSpPr txBox="1"/>
          <p:nvPr/>
        </p:nvSpPr>
        <p:spPr>
          <a:xfrm>
            <a:off x="920241" y="1978298"/>
            <a:ext cx="5314074" cy="830997"/>
          </a:xfrm>
          <a:prstGeom prst="rect">
            <a:avLst/>
          </a:prstGeom>
          <a:noFill/>
          <a:ln>
            <a:noFill/>
          </a:ln>
        </p:spPr>
        <p:txBody>
          <a:bodyPr anchorCtr="0" anchor="t" bIns="45700" lIns="0" spcFirstLastPara="1" rIns="0" wrap="square" tIns="45700">
            <a:spAutoFit/>
          </a:bodyPr>
          <a:lstStyle/>
          <a:p>
            <a:pPr indent="0" lvl="0" marL="0" marR="0" rtl="0" algn="just">
              <a:spcBef>
                <a:spcPts val="0"/>
              </a:spcBef>
              <a:spcAft>
                <a:spcPts val="0"/>
              </a:spcAft>
              <a:buNone/>
            </a:pPr>
            <a:r>
              <a:rPr lang="en-US" sz="1200">
                <a:solidFill>
                  <a:schemeClr val="dk1"/>
                </a:solidFill>
                <a:latin typeface="Calibri"/>
                <a:ea typeface="Calibri"/>
                <a:cs typeface="Calibri"/>
                <a:sym typeface="Calibri"/>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endParaRPr/>
          </a:p>
        </p:txBody>
      </p:sp>
      <p:sp>
        <p:nvSpPr>
          <p:cNvPr id="466" name="Google Shape;466;p10"/>
          <p:cNvSpPr txBox="1"/>
          <p:nvPr/>
        </p:nvSpPr>
        <p:spPr>
          <a:xfrm>
            <a:off x="920241" y="3693352"/>
            <a:ext cx="5314074" cy="830997"/>
          </a:xfrm>
          <a:prstGeom prst="rect">
            <a:avLst/>
          </a:prstGeom>
          <a:noFill/>
          <a:ln>
            <a:noFill/>
          </a:ln>
        </p:spPr>
        <p:txBody>
          <a:bodyPr anchorCtr="0" anchor="t" bIns="45700" lIns="0" spcFirstLastPara="1" rIns="0" wrap="square" tIns="45700">
            <a:spAutoFit/>
          </a:bodyPr>
          <a:lstStyle/>
          <a:p>
            <a:pPr indent="0" lvl="0" marL="0" marR="0" rtl="0" algn="just">
              <a:spcBef>
                <a:spcPts val="0"/>
              </a:spcBef>
              <a:spcAft>
                <a:spcPts val="0"/>
              </a:spcAft>
              <a:buNone/>
            </a:pPr>
            <a:r>
              <a:rPr lang="en-US" sz="1200">
                <a:solidFill>
                  <a:schemeClr val="dk1"/>
                </a:solidFill>
                <a:latin typeface="Calibri"/>
                <a:ea typeface="Calibri"/>
                <a:cs typeface="Calibri"/>
                <a:sym typeface="Calibri"/>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endParaRPr/>
          </a:p>
        </p:txBody>
      </p:sp>
      <p:sp>
        <p:nvSpPr>
          <p:cNvPr id="467" name="Google Shape;467;p10"/>
          <p:cNvSpPr txBox="1"/>
          <p:nvPr/>
        </p:nvSpPr>
        <p:spPr>
          <a:xfrm>
            <a:off x="920241" y="2831908"/>
            <a:ext cx="5314074" cy="830997"/>
          </a:xfrm>
          <a:prstGeom prst="rect">
            <a:avLst/>
          </a:prstGeom>
          <a:noFill/>
          <a:ln>
            <a:noFill/>
          </a:ln>
        </p:spPr>
        <p:txBody>
          <a:bodyPr anchorCtr="0" anchor="t" bIns="45700" lIns="0" spcFirstLastPara="1" rIns="0" wrap="square" tIns="45700">
            <a:spAutoFit/>
          </a:bodyPr>
          <a:lstStyle/>
          <a:p>
            <a:pPr indent="0" lvl="0" marL="0" marR="0" rtl="0" algn="just">
              <a:spcBef>
                <a:spcPts val="0"/>
              </a:spcBef>
              <a:spcAft>
                <a:spcPts val="0"/>
              </a:spcAft>
              <a:buNone/>
            </a:pPr>
            <a:r>
              <a:rPr lang="en-US" sz="1200">
                <a:solidFill>
                  <a:schemeClr val="dk1"/>
                </a:solidFill>
                <a:latin typeface="Calibri"/>
                <a:ea typeface="Calibri"/>
                <a:cs typeface="Calibri"/>
                <a:sym typeface="Calibri"/>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endParaRPr/>
          </a:p>
        </p:txBody>
      </p:sp>
      <p:sp>
        <p:nvSpPr>
          <p:cNvPr id="468" name="Google Shape;468;p10"/>
          <p:cNvSpPr/>
          <p:nvPr/>
        </p:nvSpPr>
        <p:spPr>
          <a:xfrm rot="5400000">
            <a:off x="7515494" y="2105916"/>
            <a:ext cx="206950" cy="204338"/>
          </a:xfrm>
          <a:custGeom>
            <a:rect b="b" l="l" r="r" t="t"/>
            <a:pathLst>
              <a:path extrusionOk="0" h="3782395" w="3830741">
                <a:moveTo>
                  <a:pt x="272737" y="3782395"/>
                </a:moveTo>
                <a:lnTo>
                  <a:pt x="272737" y="1129329"/>
                </a:lnTo>
                <a:cubicBezTo>
                  <a:pt x="368718" y="1192933"/>
                  <a:pt x="457831" y="1251924"/>
                  <a:pt x="541946" y="1307175"/>
                </a:cubicBezTo>
                <a:lnTo>
                  <a:pt x="541946" y="3513186"/>
                </a:lnTo>
                <a:lnTo>
                  <a:pt x="3561532" y="3513186"/>
                </a:lnTo>
                <a:lnTo>
                  <a:pt x="3561532" y="1985872"/>
                </a:lnTo>
                <a:lnTo>
                  <a:pt x="3590324" y="1967561"/>
                </a:lnTo>
                <a:cubicBezTo>
                  <a:pt x="3580733" y="1962993"/>
                  <a:pt x="3571122" y="1958413"/>
                  <a:pt x="3561532" y="1953733"/>
                </a:cubicBezTo>
                <a:lnTo>
                  <a:pt x="3561532" y="522839"/>
                </a:lnTo>
                <a:lnTo>
                  <a:pt x="881682" y="522839"/>
                </a:lnTo>
                <a:cubicBezTo>
                  <a:pt x="739027" y="434224"/>
                  <a:pt x="600115" y="344664"/>
                  <a:pt x="466828" y="253630"/>
                </a:cubicBezTo>
                <a:lnTo>
                  <a:pt x="3830741" y="253630"/>
                </a:lnTo>
                <a:lnTo>
                  <a:pt x="3830741" y="3782395"/>
                </a:lnTo>
                <a:close/>
                <a:moveTo>
                  <a:pt x="0" y="0"/>
                </a:moveTo>
                <a:cubicBezTo>
                  <a:pt x="678168" y="716943"/>
                  <a:pt x="2221880" y="1454406"/>
                  <a:pt x="3416058" y="1983649"/>
                </a:cubicBezTo>
                <a:cubicBezTo>
                  <a:pt x="2906515" y="2315100"/>
                  <a:pt x="1976707" y="2643252"/>
                  <a:pt x="1914290" y="3355250"/>
                </a:cubicBezTo>
                <a:lnTo>
                  <a:pt x="1318205" y="3154450"/>
                </a:lnTo>
                <a:cubicBezTo>
                  <a:pt x="1531531" y="2503259"/>
                  <a:pt x="1765419" y="2324696"/>
                  <a:pt x="2221606" y="1999551"/>
                </a:cubicBezTo>
                <a:cubicBezTo>
                  <a:pt x="1369032" y="1616387"/>
                  <a:pt x="1025337" y="1447905"/>
                  <a:pt x="21688" y="786442"/>
                </a:cubicBezTo>
                <a:cubicBezTo>
                  <a:pt x="14534" y="524743"/>
                  <a:pt x="14718" y="351758"/>
                  <a:pt x="0" y="0"/>
                </a:cubicBez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dk1"/>
              </a:solidFill>
              <a:latin typeface="Calibri"/>
              <a:ea typeface="Calibri"/>
              <a:cs typeface="Calibri"/>
              <a:sym typeface="Calibri"/>
            </a:endParaRPr>
          </a:p>
        </p:txBody>
      </p:sp>
      <p:sp>
        <p:nvSpPr>
          <p:cNvPr id="469" name="Google Shape;469;p10"/>
          <p:cNvSpPr/>
          <p:nvPr/>
        </p:nvSpPr>
        <p:spPr>
          <a:xfrm rot="5400000">
            <a:off x="7515494" y="3547626"/>
            <a:ext cx="206950" cy="204338"/>
          </a:xfrm>
          <a:custGeom>
            <a:rect b="b" l="l" r="r" t="t"/>
            <a:pathLst>
              <a:path extrusionOk="0" h="3782395" w="3830741">
                <a:moveTo>
                  <a:pt x="272737" y="3782395"/>
                </a:moveTo>
                <a:lnTo>
                  <a:pt x="272737" y="1129329"/>
                </a:lnTo>
                <a:cubicBezTo>
                  <a:pt x="368718" y="1192933"/>
                  <a:pt x="457831" y="1251924"/>
                  <a:pt x="541946" y="1307175"/>
                </a:cubicBezTo>
                <a:lnTo>
                  <a:pt x="541946" y="3513186"/>
                </a:lnTo>
                <a:lnTo>
                  <a:pt x="3561532" y="3513186"/>
                </a:lnTo>
                <a:lnTo>
                  <a:pt x="3561532" y="1985872"/>
                </a:lnTo>
                <a:lnTo>
                  <a:pt x="3590324" y="1967561"/>
                </a:lnTo>
                <a:cubicBezTo>
                  <a:pt x="3580733" y="1962993"/>
                  <a:pt x="3571122" y="1958413"/>
                  <a:pt x="3561532" y="1953733"/>
                </a:cubicBezTo>
                <a:lnTo>
                  <a:pt x="3561532" y="522839"/>
                </a:lnTo>
                <a:lnTo>
                  <a:pt x="881682" y="522839"/>
                </a:lnTo>
                <a:cubicBezTo>
                  <a:pt x="739027" y="434224"/>
                  <a:pt x="600115" y="344664"/>
                  <a:pt x="466828" y="253630"/>
                </a:cubicBezTo>
                <a:lnTo>
                  <a:pt x="3830741" y="253630"/>
                </a:lnTo>
                <a:lnTo>
                  <a:pt x="3830741" y="3782395"/>
                </a:lnTo>
                <a:close/>
                <a:moveTo>
                  <a:pt x="0" y="0"/>
                </a:moveTo>
                <a:cubicBezTo>
                  <a:pt x="678168" y="716943"/>
                  <a:pt x="2221880" y="1454406"/>
                  <a:pt x="3416058" y="1983649"/>
                </a:cubicBezTo>
                <a:cubicBezTo>
                  <a:pt x="2906515" y="2315100"/>
                  <a:pt x="1976707" y="2643252"/>
                  <a:pt x="1914290" y="3355250"/>
                </a:cubicBezTo>
                <a:lnTo>
                  <a:pt x="1318205" y="3154450"/>
                </a:lnTo>
                <a:cubicBezTo>
                  <a:pt x="1531531" y="2503259"/>
                  <a:pt x="1765419" y="2324696"/>
                  <a:pt x="2221606" y="1999551"/>
                </a:cubicBezTo>
                <a:cubicBezTo>
                  <a:pt x="1369032" y="1616387"/>
                  <a:pt x="1025337" y="1447905"/>
                  <a:pt x="21688" y="786442"/>
                </a:cubicBezTo>
                <a:cubicBezTo>
                  <a:pt x="14534" y="524743"/>
                  <a:pt x="14718" y="351758"/>
                  <a:pt x="0" y="0"/>
                </a:cubicBez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dk1"/>
              </a:solidFill>
              <a:latin typeface="Calibri"/>
              <a:ea typeface="Calibri"/>
              <a:cs typeface="Calibri"/>
              <a:sym typeface="Calibri"/>
            </a:endParaRPr>
          </a:p>
        </p:txBody>
      </p:sp>
      <p:sp>
        <p:nvSpPr>
          <p:cNvPr id="470" name="Google Shape;470;p10"/>
          <p:cNvSpPr/>
          <p:nvPr/>
        </p:nvSpPr>
        <p:spPr>
          <a:xfrm rot="5400000">
            <a:off x="7515494" y="4989337"/>
            <a:ext cx="206950" cy="204338"/>
          </a:xfrm>
          <a:custGeom>
            <a:rect b="b" l="l" r="r" t="t"/>
            <a:pathLst>
              <a:path extrusionOk="0" h="3782395" w="3830741">
                <a:moveTo>
                  <a:pt x="272737" y="3782395"/>
                </a:moveTo>
                <a:lnTo>
                  <a:pt x="272737" y="1129329"/>
                </a:lnTo>
                <a:cubicBezTo>
                  <a:pt x="368718" y="1192933"/>
                  <a:pt x="457831" y="1251924"/>
                  <a:pt x="541946" y="1307175"/>
                </a:cubicBezTo>
                <a:lnTo>
                  <a:pt x="541946" y="3513186"/>
                </a:lnTo>
                <a:lnTo>
                  <a:pt x="3561532" y="3513186"/>
                </a:lnTo>
                <a:lnTo>
                  <a:pt x="3561532" y="1985872"/>
                </a:lnTo>
                <a:lnTo>
                  <a:pt x="3590324" y="1967561"/>
                </a:lnTo>
                <a:cubicBezTo>
                  <a:pt x="3580733" y="1962993"/>
                  <a:pt x="3571122" y="1958413"/>
                  <a:pt x="3561532" y="1953733"/>
                </a:cubicBezTo>
                <a:lnTo>
                  <a:pt x="3561532" y="522839"/>
                </a:lnTo>
                <a:lnTo>
                  <a:pt x="881682" y="522839"/>
                </a:lnTo>
                <a:cubicBezTo>
                  <a:pt x="739027" y="434224"/>
                  <a:pt x="600115" y="344664"/>
                  <a:pt x="466828" y="253630"/>
                </a:cubicBezTo>
                <a:lnTo>
                  <a:pt x="3830741" y="253630"/>
                </a:lnTo>
                <a:lnTo>
                  <a:pt x="3830741" y="3782395"/>
                </a:lnTo>
                <a:close/>
                <a:moveTo>
                  <a:pt x="0" y="0"/>
                </a:moveTo>
                <a:cubicBezTo>
                  <a:pt x="678168" y="716943"/>
                  <a:pt x="2221880" y="1454406"/>
                  <a:pt x="3416058" y="1983649"/>
                </a:cubicBezTo>
                <a:cubicBezTo>
                  <a:pt x="2906515" y="2315100"/>
                  <a:pt x="1976707" y="2643252"/>
                  <a:pt x="1914290" y="3355250"/>
                </a:cubicBezTo>
                <a:lnTo>
                  <a:pt x="1318205" y="3154450"/>
                </a:lnTo>
                <a:cubicBezTo>
                  <a:pt x="1531531" y="2503259"/>
                  <a:pt x="1765419" y="2324696"/>
                  <a:pt x="2221606" y="1999551"/>
                </a:cubicBezTo>
                <a:cubicBezTo>
                  <a:pt x="1369032" y="1616387"/>
                  <a:pt x="1025337" y="1447905"/>
                  <a:pt x="21688" y="786442"/>
                </a:cubicBezTo>
                <a:cubicBezTo>
                  <a:pt x="14534" y="524743"/>
                  <a:pt x="14718" y="351758"/>
                  <a:pt x="0" y="0"/>
                </a:cubicBezTo>
                <a:close/>
              </a:path>
            </a:pathLst>
          </a:custGeom>
          <a:solidFill>
            <a:srgbClr val="3F3F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dk1"/>
              </a:solidFill>
              <a:latin typeface="Calibri"/>
              <a:ea typeface="Calibri"/>
              <a:cs typeface="Calibri"/>
              <a:sym typeface="Calibri"/>
            </a:endParaRPr>
          </a:p>
        </p:txBody>
      </p:sp>
      <p:sp>
        <p:nvSpPr>
          <p:cNvPr id="471" name="Google Shape;471;p10"/>
          <p:cNvSpPr txBox="1"/>
          <p:nvPr/>
        </p:nvSpPr>
        <p:spPr>
          <a:xfrm>
            <a:off x="7898241" y="1978298"/>
            <a:ext cx="3103359" cy="1200329"/>
          </a:xfrm>
          <a:prstGeom prst="rect">
            <a:avLst/>
          </a:prstGeom>
          <a:noFill/>
          <a:ln>
            <a:noFill/>
          </a:ln>
        </p:spPr>
        <p:txBody>
          <a:bodyPr anchorCtr="0" anchor="t" bIns="45700" lIns="0" spcFirstLastPara="1" rIns="0" wrap="square" tIns="45700">
            <a:spAutoFit/>
          </a:bodyPr>
          <a:lstStyle/>
          <a:p>
            <a:pPr indent="0" lvl="0" marL="0" marR="0" rtl="0" algn="just">
              <a:spcBef>
                <a:spcPts val="0"/>
              </a:spcBef>
              <a:spcAft>
                <a:spcPts val="0"/>
              </a:spcAft>
              <a:buNone/>
            </a:pPr>
            <a:r>
              <a:rPr lang="en-US" sz="1200">
                <a:solidFill>
                  <a:schemeClr val="dk1"/>
                </a:solidFill>
                <a:latin typeface="Calibri"/>
                <a:ea typeface="Calibri"/>
                <a:cs typeface="Calibri"/>
                <a:sym typeface="Calibri"/>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endParaRPr/>
          </a:p>
        </p:txBody>
      </p:sp>
      <p:sp>
        <p:nvSpPr>
          <p:cNvPr id="472" name="Google Shape;472;p10"/>
          <p:cNvSpPr txBox="1"/>
          <p:nvPr/>
        </p:nvSpPr>
        <p:spPr>
          <a:xfrm>
            <a:off x="7898240" y="3429000"/>
            <a:ext cx="3103359" cy="1200329"/>
          </a:xfrm>
          <a:prstGeom prst="rect">
            <a:avLst/>
          </a:prstGeom>
          <a:noFill/>
          <a:ln>
            <a:noFill/>
          </a:ln>
        </p:spPr>
        <p:txBody>
          <a:bodyPr anchorCtr="0" anchor="t" bIns="45700" lIns="0" spcFirstLastPara="1" rIns="0" wrap="square" tIns="45700">
            <a:spAutoFit/>
          </a:bodyPr>
          <a:lstStyle/>
          <a:p>
            <a:pPr indent="0" lvl="0" marL="0" marR="0" rtl="0" algn="just">
              <a:spcBef>
                <a:spcPts val="0"/>
              </a:spcBef>
              <a:spcAft>
                <a:spcPts val="0"/>
              </a:spcAft>
              <a:buNone/>
            </a:pPr>
            <a:r>
              <a:rPr lang="en-US" sz="1200">
                <a:solidFill>
                  <a:schemeClr val="dk1"/>
                </a:solidFill>
                <a:latin typeface="Calibri"/>
                <a:ea typeface="Calibri"/>
                <a:cs typeface="Calibri"/>
                <a:sym typeface="Calibri"/>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endParaRPr/>
          </a:p>
        </p:txBody>
      </p:sp>
      <p:sp>
        <p:nvSpPr>
          <p:cNvPr id="473" name="Google Shape;473;p10"/>
          <p:cNvSpPr txBox="1"/>
          <p:nvPr/>
        </p:nvSpPr>
        <p:spPr>
          <a:xfrm>
            <a:off x="7898241" y="4866826"/>
            <a:ext cx="3103359" cy="1200329"/>
          </a:xfrm>
          <a:prstGeom prst="rect">
            <a:avLst/>
          </a:prstGeom>
          <a:noFill/>
          <a:ln>
            <a:noFill/>
          </a:ln>
        </p:spPr>
        <p:txBody>
          <a:bodyPr anchorCtr="0" anchor="t" bIns="45700" lIns="0" spcFirstLastPara="1" rIns="0" wrap="square" tIns="45700">
            <a:spAutoFit/>
          </a:bodyPr>
          <a:lstStyle/>
          <a:p>
            <a:pPr indent="0" lvl="0" marL="0" marR="0" rtl="0" algn="just">
              <a:spcBef>
                <a:spcPts val="0"/>
              </a:spcBef>
              <a:spcAft>
                <a:spcPts val="0"/>
              </a:spcAft>
              <a:buNone/>
            </a:pPr>
            <a:r>
              <a:rPr lang="en-US" sz="1200">
                <a:solidFill>
                  <a:schemeClr val="dk1"/>
                </a:solidFill>
                <a:latin typeface="Calibri"/>
                <a:ea typeface="Calibri"/>
                <a:cs typeface="Calibri"/>
                <a:sym typeface="Calibri"/>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a:t>
            </a:r>
            <a:endParaRPr/>
          </a:p>
        </p:txBody>
      </p:sp>
      <p:pic>
        <p:nvPicPr>
          <p:cNvPr id="474" name="Google Shape;474;p10"/>
          <p:cNvPicPr preferRelativeResize="0"/>
          <p:nvPr/>
        </p:nvPicPr>
        <p:blipFill rotWithShape="1">
          <a:blip r:embed="rId3">
            <a:alphaModFix/>
          </a:blip>
          <a:srcRect b="0" l="0" r="0" t="0"/>
          <a:stretch/>
        </p:blipFill>
        <p:spPr>
          <a:xfrm>
            <a:off x="5114018" y="6594272"/>
            <a:ext cx="1951264" cy="14684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8" name="Shape 478"/>
        <p:cNvGrpSpPr/>
        <p:nvPr/>
      </p:nvGrpSpPr>
      <p:grpSpPr>
        <a:xfrm>
          <a:off x="0" y="0"/>
          <a:ext cx="0" cy="0"/>
          <a:chOff x="0" y="0"/>
          <a:chExt cx="0" cy="0"/>
        </a:xfrm>
      </p:grpSpPr>
      <p:sp>
        <p:nvSpPr>
          <p:cNvPr id="479" name="Google Shape;479;p11"/>
          <p:cNvSpPr/>
          <p:nvPr/>
        </p:nvSpPr>
        <p:spPr>
          <a:xfrm>
            <a:off x="7841135" y="3942826"/>
            <a:ext cx="315515" cy="361950"/>
          </a:xfrm>
          <a:custGeom>
            <a:rect b="b" l="l" r="r" t="t"/>
            <a:pathLst>
              <a:path extrusionOk="0" h="128" w="112">
                <a:moveTo>
                  <a:pt x="104" y="20"/>
                </a:moveTo>
                <a:cubicBezTo>
                  <a:pt x="100" y="5"/>
                  <a:pt x="100" y="5"/>
                  <a:pt x="100" y="5"/>
                </a:cubicBezTo>
                <a:cubicBezTo>
                  <a:pt x="99" y="2"/>
                  <a:pt x="95" y="0"/>
                  <a:pt x="92" y="0"/>
                </a:cubicBezTo>
                <a:cubicBezTo>
                  <a:pt x="20" y="0"/>
                  <a:pt x="20" y="0"/>
                  <a:pt x="20" y="0"/>
                </a:cubicBezTo>
                <a:cubicBezTo>
                  <a:pt x="17" y="0"/>
                  <a:pt x="13" y="2"/>
                  <a:pt x="12" y="5"/>
                </a:cubicBezTo>
                <a:cubicBezTo>
                  <a:pt x="8" y="20"/>
                  <a:pt x="8" y="20"/>
                  <a:pt x="8" y="20"/>
                </a:cubicBezTo>
                <a:cubicBezTo>
                  <a:pt x="3" y="20"/>
                  <a:pt x="0" y="24"/>
                  <a:pt x="0" y="28"/>
                </a:cubicBezTo>
                <a:cubicBezTo>
                  <a:pt x="0" y="40"/>
                  <a:pt x="0" y="40"/>
                  <a:pt x="0" y="40"/>
                </a:cubicBezTo>
                <a:cubicBezTo>
                  <a:pt x="0" y="44"/>
                  <a:pt x="4" y="48"/>
                  <a:pt x="8" y="48"/>
                </a:cubicBezTo>
                <a:cubicBezTo>
                  <a:pt x="12" y="48"/>
                  <a:pt x="12" y="48"/>
                  <a:pt x="12" y="48"/>
                </a:cubicBezTo>
                <a:cubicBezTo>
                  <a:pt x="12" y="48"/>
                  <a:pt x="12" y="49"/>
                  <a:pt x="12" y="49"/>
                </a:cubicBezTo>
                <a:cubicBezTo>
                  <a:pt x="20" y="121"/>
                  <a:pt x="20" y="121"/>
                  <a:pt x="20" y="121"/>
                </a:cubicBezTo>
                <a:cubicBezTo>
                  <a:pt x="20" y="125"/>
                  <a:pt x="24" y="128"/>
                  <a:pt x="28" y="128"/>
                </a:cubicBezTo>
                <a:cubicBezTo>
                  <a:pt x="84" y="128"/>
                  <a:pt x="84" y="128"/>
                  <a:pt x="84" y="128"/>
                </a:cubicBezTo>
                <a:cubicBezTo>
                  <a:pt x="88" y="128"/>
                  <a:pt x="92" y="125"/>
                  <a:pt x="92" y="121"/>
                </a:cubicBezTo>
                <a:cubicBezTo>
                  <a:pt x="100" y="49"/>
                  <a:pt x="100" y="49"/>
                  <a:pt x="100" y="49"/>
                </a:cubicBezTo>
                <a:cubicBezTo>
                  <a:pt x="100" y="49"/>
                  <a:pt x="100" y="48"/>
                  <a:pt x="100" y="48"/>
                </a:cubicBezTo>
                <a:cubicBezTo>
                  <a:pt x="104" y="48"/>
                  <a:pt x="104" y="48"/>
                  <a:pt x="104" y="48"/>
                </a:cubicBezTo>
                <a:cubicBezTo>
                  <a:pt x="108" y="48"/>
                  <a:pt x="112" y="44"/>
                  <a:pt x="112" y="40"/>
                </a:cubicBezTo>
                <a:cubicBezTo>
                  <a:pt x="112" y="28"/>
                  <a:pt x="112" y="28"/>
                  <a:pt x="112" y="28"/>
                </a:cubicBezTo>
                <a:cubicBezTo>
                  <a:pt x="112" y="24"/>
                  <a:pt x="109" y="20"/>
                  <a:pt x="104" y="20"/>
                </a:cubicBezTo>
                <a:close/>
                <a:moveTo>
                  <a:pt x="20" y="8"/>
                </a:moveTo>
                <a:cubicBezTo>
                  <a:pt x="92" y="8"/>
                  <a:pt x="92" y="8"/>
                  <a:pt x="92" y="8"/>
                </a:cubicBezTo>
                <a:cubicBezTo>
                  <a:pt x="96" y="20"/>
                  <a:pt x="96" y="20"/>
                  <a:pt x="96" y="20"/>
                </a:cubicBezTo>
                <a:cubicBezTo>
                  <a:pt x="16" y="20"/>
                  <a:pt x="16" y="20"/>
                  <a:pt x="16" y="20"/>
                </a:cubicBezTo>
                <a:lnTo>
                  <a:pt x="20" y="8"/>
                </a:lnTo>
                <a:close/>
                <a:moveTo>
                  <a:pt x="28" y="120"/>
                </a:moveTo>
                <a:cubicBezTo>
                  <a:pt x="27" y="108"/>
                  <a:pt x="27" y="108"/>
                  <a:pt x="27" y="108"/>
                </a:cubicBezTo>
                <a:cubicBezTo>
                  <a:pt x="85" y="108"/>
                  <a:pt x="85" y="108"/>
                  <a:pt x="85" y="108"/>
                </a:cubicBezTo>
                <a:cubicBezTo>
                  <a:pt x="84" y="120"/>
                  <a:pt x="84" y="120"/>
                  <a:pt x="84" y="120"/>
                </a:cubicBezTo>
                <a:lnTo>
                  <a:pt x="28" y="120"/>
                </a:lnTo>
                <a:close/>
                <a:moveTo>
                  <a:pt x="86" y="104"/>
                </a:moveTo>
                <a:cubicBezTo>
                  <a:pt x="26" y="104"/>
                  <a:pt x="26" y="104"/>
                  <a:pt x="26" y="104"/>
                </a:cubicBezTo>
                <a:cubicBezTo>
                  <a:pt x="22" y="64"/>
                  <a:pt x="22" y="64"/>
                  <a:pt x="22" y="64"/>
                </a:cubicBezTo>
                <a:cubicBezTo>
                  <a:pt x="90" y="64"/>
                  <a:pt x="90" y="64"/>
                  <a:pt x="90" y="64"/>
                </a:cubicBezTo>
                <a:lnTo>
                  <a:pt x="86" y="104"/>
                </a:lnTo>
                <a:close/>
                <a:moveTo>
                  <a:pt x="91" y="60"/>
                </a:moveTo>
                <a:cubicBezTo>
                  <a:pt x="21" y="60"/>
                  <a:pt x="21" y="60"/>
                  <a:pt x="21" y="60"/>
                </a:cubicBezTo>
                <a:cubicBezTo>
                  <a:pt x="20" y="48"/>
                  <a:pt x="20" y="48"/>
                  <a:pt x="20" y="48"/>
                </a:cubicBezTo>
                <a:cubicBezTo>
                  <a:pt x="92" y="48"/>
                  <a:pt x="92" y="48"/>
                  <a:pt x="92" y="48"/>
                </a:cubicBezTo>
                <a:lnTo>
                  <a:pt x="91" y="60"/>
                </a:lnTo>
                <a:close/>
                <a:moveTo>
                  <a:pt x="104" y="40"/>
                </a:moveTo>
                <a:cubicBezTo>
                  <a:pt x="8" y="40"/>
                  <a:pt x="8" y="40"/>
                  <a:pt x="8" y="40"/>
                </a:cubicBezTo>
                <a:cubicBezTo>
                  <a:pt x="8" y="28"/>
                  <a:pt x="8" y="28"/>
                  <a:pt x="8" y="28"/>
                </a:cubicBezTo>
                <a:cubicBezTo>
                  <a:pt x="104" y="28"/>
                  <a:pt x="104" y="28"/>
                  <a:pt x="104" y="28"/>
                </a:cubicBezTo>
                <a:lnTo>
                  <a:pt x="104" y="40"/>
                </a:lnTo>
                <a:close/>
              </a:path>
            </a:pathLst>
          </a:custGeom>
          <a:solidFill>
            <a:schemeClr val="accent6"/>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nvGrpSpPr>
          <p:cNvPr id="480" name="Google Shape;480;p11"/>
          <p:cNvGrpSpPr/>
          <p:nvPr/>
        </p:nvGrpSpPr>
        <p:grpSpPr>
          <a:xfrm>
            <a:off x="824742" y="3976760"/>
            <a:ext cx="360759" cy="316706"/>
            <a:chOff x="6336507" y="4842935"/>
            <a:chExt cx="481012" cy="422275"/>
          </a:xfrm>
        </p:grpSpPr>
        <p:sp>
          <p:nvSpPr>
            <p:cNvPr id="481" name="Google Shape;481;p11"/>
            <p:cNvSpPr/>
            <p:nvPr/>
          </p:nvSpPr>
          <p:spPr>
            <a:xfrm>
              <a:off x="6336507" y="4842935"/>
              <a:ext cx="481012" cy="422275"/>
            </a:xfrm>
            <a:custGeom>
              <a:rect b="b" l="l" r="r" t="t"/>
              <a:pathLst>
                <a:path extrusionOk="0" h="112" w="128">
                  <a:moveTo>
                    <a:pt x="128" y="66"/>
                  </a:moveTo>
                  <a:cubicBezTo>
                    <a:pt x="112" y="6"/>
                    <a:pt x="112" y="6"/>
                    <a:pt x="112" y="6"/>
                  </a:cubicBezTo>
                  <a:cubicBezTo>
                    <a:pt x="111" y="2"/>
                    <a:pt x="108" y="0"/>
                    <a:pt x="104" y="0"/>
                  </a:cubicBezTo>
                  <a:cubicBezTo>
                    <a:pt x="64" y="0"/>
                    <a:pt x="64" y="0"/>
                    <a:pt x="64" y="0"/>
                  </a:cubicBezTo>
                  <a:cubicBezTo>
                    <a:pt x="24" y="0"/>
                    <a:pt x="24" y="0"/>
                    <a:pt x="24" y="0"/>
                  </a:cubicBezTo>
                  <a:cubicBezTo>
                    <a:pt x="20" y="0"/>
                    <a:pt x="17" y="2"/>
                    <a:pt x="16" y="6"/>
                  </a:cubicBezTo>
                  <a:cubicBezTo>
                    <a:pt x="0" y="66"/>
                    <a:pt x="0" y="66"/>
                    <a:pt x="0" y="66"/>
                  </a:cubicBezTo>
                  <a:cubicBezTo>
                    <a:pt x="0" y="67"/>
                    <a:pt x="0" y="67"/>
                    <a:pt x="0" y="68"/>
                  </a:cubicBezTo>
                  <a:cubicBezTo>
                    <a:pt x="0" y="96"/>
                    <a:pt x="0" y="96"/>
                    <a:pt x="0" y="96"/>
                  </a:cubicBezTo>
                  <a:cubicBezTo>
                    <a:pt x="0" y="105"/>
                    <a:pt x="7" y="112"/>
                    <a:pt x="16" y="112"/>
                  </a:cubicBezTo>
                  <a:cubicBezTo>
                    <a:pt x="112" y="112"/>
                    <a:pt x="112" y="112"/>
                    <a:pt x="112" y="112"/>
                  </a:cubicBezTo>
                  <a:cubicBezTo>
                    <a:pt x="121" y="112"/>
                    <a:pt x="128" y="105"/>
                    <a:pt x="128" y="96"/>
                  </a:cubicBezTo>
                  <a:cubicBezTo>
                    <a:pt x="128" y="68"/>
                    <a:pt x="128" y="68"/>
                    <a:pt x="128" y="68"/>
                  </a:cubicBezTo>
                  <a:cubicBezTo>
                    <a:pt x="128" y="67"/>
                    <a:pt x="128" y="67"/>
                    <a:pt x="128" y="66"/>
                  </a:cubicBezTo>
                  <a:close/>
                  <a:moveTo>
                    <a:pt x="120" y="96"/>
                  </a:moveTo>
                  <a:cubicBezTo>
                    <a:pt x="120" y="100"/>
                    <a:pt x="116" y="104"/>
                    <a:pt x="112" y="104"/>
                  </a:cubicBezTo>
                  <a:cubicBezTo>
                    <a:pt x="16" y="104"/>
                    <a:pt x="16" y="104"/>
                    <a:pt x="16" y="104"/>
                  </a:cubicBezTo>
                  <a:cubicBezTo>
                    <a:pt x="12" y="104"/>
                    <a:pt x="8" y="100"/>
                    <a:pt x="8" y="96"/>
                  </a:cubicBezTo>
                  <a:cubicBezTo>
                    <a:pt x="8" y="68"/>
                    <a:pt x="8" y="68"/>
                    <a:pt x="8" y="68"/>
                  </a:cubicBezTo>
                  <a:cubicBezTo>
                    <a:pt x="24" y="8"/>
                    <a:pt x="24" y="8"/>
                    <a:pt x="24" y="8"/>
                  </a:cubicBezTo>
                  <a:cubicBezTo>
                    <a:pt x="104" y="8"/>
                    <a:pt x="104" y="8"/>
                    <a:pt x="104" y="8"/>
                  </a:cubicBezTo>
                  <a:cubicBezTo>
                    <a:pt x="120" y="68"/>
                    <a:pt x="120" y="68"/>
                    <a:pt x="120" y="68"/>
                  </a:cubicBezTo>
                  <a:lnTo>
                    <a:pt x="120" y="96"/>
                  </a:lnTo>
                  <a:close/>
                </a:path>
              </a:pathLst>
            </a:custGeom>
            <a:solidFill>
              <a:schemeClr val="accent4"/>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82" name="Google Shape;482;p11"/>
            <p:cNvSpPr/>
            <p:nvPr/>
          </p:nvSpPr>
          <p:spPr>
            <a:xfrm>
              <a:off x="6393657" y="4903260"/>
              <a:ext cx="368300" cy="271463"/>
            </a:xfrm>
            <a:custGeom>
              <a:rect b="b" l="l" r="r" t="t"/>
              <a:pathLst>
                <a:path extrusionOk="0" h="72" w="98">
                  <a:moveTo>
                    <a:pt x="80" y="0"/>
                  </a:moveTo>
                  <a:cubicBezTo>
                    <a:pt x="18" y="0"/>
                    <a:pt x="18" y="0"/>
                    <a:pt x="18" y="0"/>
                  </a:cubicBezTo>
                  <a:cubicBezTo>
                    <a:pt x="16" y="0"/>
                    <a:pt x="15" y="1"/>
                    <a:pt x="14" y="3"/>
                  </a:cubicBezTo>
                  <a:cubicBezTo>
                    <a:pt x="0" y="51"/>
                    <a:pt x="0" y="51"/>
                    <a:pt x="0" y="51"/>
                  </a:cubicBezTo>
                  <a:cubicBezTo>
                    <a:pt x="0" y="52"/>
                    <a:pt x="0" y="53"/>
                    <a:pt x="1" y="54"/>
                  </a:cubicBezTo>
                  <a:cubicBezTo>
                    <a:pt x="2" y="55"/>
                    <a:pt x="3" y="56"/>
                    <a:pt x="4" y="56"/>
                  </a:cubicBezTo>
                  <a:cubicBezTo>
                    <a:pt x="16" y="56"/>
                    <a:pt x="16" y="56"/>
                    <a:pt x="16" y="56"/>
                  </a:cubicBezTo>
                  <a:cubicBezTo>
                    <a:pt x="20" y="56"/>
                    <a:pt x="20" y="56"/>
                    <a:pt x="20" y="56"/>
                  </a:cubicBezTo>
                  <a:cubicBezTo>
                    <a:pt x="23" y="56"/>
                    <a:pt x="23" y="56"/>
                    <a:pt x="23" y="56"/>
                  </a:cubicBezTo>
                  <a:cubicBezTo>
                    <a:pt x="28" y="68"/>
                    <a:pt x="28" y="68"/>
                    <a:pt x="28" y="68"/>
                  </a:cubicBezTo>
                  <a:cubicBezTo>
                    <a:pt x="30" y="70"/>
                    <a:pt x="32" y="72"/>
                    <a:pt x="35" y="72"/>
                  </a:cubicBezTo>
                  <a:cubicBezTo>
                    <a:pt x="63" y="72"/>
                    <a:pt x="63" y="72"/>
                    <a:pt x="63" y="72"/>
                  </a:cubicBezTo>
                  <a:cubicBezTo>
                    <a:pt x="66" y="72"/>
                    <a:pt x="68" y="70"/>
                    <a:pt x="70" y="68"/>
                  </a:cubicBezTo>
                  <a:cubicBezTo>
                    <a:pt x="75" y="56"/>
                    <a:pt x="75" y="56"/>
                    <a:pt x="75" y="56"/>
                  </a:cubicBezTo>
                  <a:cubicBezTo>
                    <a:pt x="78" y="56"/>
                    <a:pt x="78" y="56"/>
                    <a:pt x="78" y="56"/>
                  </a:cubicBezTo>
                  <a:cubicBezTo>
                    <a:pt x="82" y="56"/>
                    <a:pt x="82" y="56"/>
                    <a:pt x="82" y="56"/>
                  </a:cubicBezTo>
                  <a:cubicBezTo>
                    <a:pt x="94" y="56"/>
                    <a:pt x="94" y="56"/>
                    <a:pt x="94" y="56"/>
                  </a:cubicBezTo>
                  <a:cubicBezTo>
                    <a:pt x="95" y="56"/>
                    <a:pt x="96" y="55"/>
                    <a:pt x="97" y="54"/>
                  </a:cubicBezTo>
                  <a:cubicBezTo>
                    <a:pt x="98" y="53"/>
                    <a:pt x="98" y="52"/>
                    <a:pt x="98" y="51"/>
                  </a:cubicBezTo>
                  <a:cubicBezTo>
                    <a:pt x="84" y="3"/>
                    <a:pt x="84" y="3"/>
                    <a:pt x="84" y="3"/>
                  </a:cubicBezTo>
                  <a:cubicBezTo>
                    <a:pt x="83" y="1"/>
                    <a:pt x="82" y="0"/>
                    <a:pt x="80" y="0"/>
                  </a:cubicBezTo>
                  <a:close/>
                  <a:moveTo>
                    <a:pt x="82" y="48"/>
                  </a:moveTo>
                  <a:cubicBezTo>
                    <a:pt x="75" y="48"/>
                    <a:pt x="75" y="48"/>
                    <a:pt x="75" y="48"/>
                  </a:cubicBezTo>
                  <a:cubicBezTo>
                    <a:pt x="72" y="48"/>
                    <a:pt x="70" y="50"/>
                    <a:pt x="68" y="52"/>
                  </a:cubicBezTo>
                  <a:cubicBezTo>
                    <a:pt x="63" y="64"/>
                    <a:pt x="63" y="64"/>
                    <a:pt x="63" y="64"/>
                  </a:cubicBezTo>
                  <a:cubicBezTo>
                    <a:pt x="35" y="64"/>
                    <a:pt x="35" y="64"/>
                    <a:pt x="35" y="64"/>
                  </a:cubicBezTo>
                  <a:cubicBezTo>
                    <a:pt x="30" y="52"/>
                    <a:pt x="30" y="52"/>
                    <a:pt x="30" y="52"/>
                  </a:cubicBezTo>
                  <a:cubicBezTo>
                    <a:pt x="28" y="50"/>
                    <a:pt x="26" y="48"/>
                    <a:pt x="23" y="48"/>
                  </a:cubicBezTo>
                  <a:cubicBezTo>
                    <a:pt x="16" y="48"/>
                    <a:pt x="16" y="48"/>
                    <a:pt x="16" y="48"/>
                  </a:cubicBezTo>
                  <a:cubicBezTo>
                    <a:pt x="6" y="48"/>
                    <a:pt x="6" y="48"/>
                    <a:pt x="6" y="48"/>
                  </a:cubicBezTo>
                  <a:cubicBezTo>
                    <a:pt x="18" y="4"/>
                    <a:pt x="18" y="4"/>
                    <a:pt x="18" y="4"/>
                  </a:cubicBezTo>
                  <a:cubicBezTo>
                    <a:pt x="80" y="4"/>
                    <a:pt x="80" y="4"/>
                    <a:pt x="80" y="4"/>
                  </a:cubicBezTo>
                  <a:cubicBezTo>
                    <a:pt x="92" y="48"/>
                    <a:pt x="92" y="48"/>
                    <a:pt x="92" y="48"/>
                  </a:cubicBezTo>
                  <a:lnTo>
                    <a:pt x="82" y="48"/>
                  </a:lnTo>
                  <a:close/>
                </a:path>
              </a:pathLst>
            </a:custGeom>
            <a:solidFill>
              <a:schemeClr val="accent4"/>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483" name="Google Shape;483;p11"/>
          <p:cNvGrpSpPr/>
          <p:nvPr/>
        </p:nvGrpSpPr>
        <p:grpSpPr>
          <a:xfrm>
            <a:off x="4383540" y="2834535"/>
            <a:ext cx="360759" cy="339329"/>
            <a:chOff x="8106304" y="3879322"/>
            <a:chExt cx="481012" cy="452438"/>
          </a:xfrm>
        </p:grpSpPr>
        <p:sp>
          <p:nvSpPr>
            <p:cNvPr id="484" name="Google Shape;484;p11"/>
            <p:cNvSpPr/>
            <p:nvPr/>
          </p:nvSpPr>
          <p:spPr>
            <a:xfrm>
              <a:off x="8166629" y="3939647"/>
              <a:ext cx="361950" cy="241300"/>
            </a:xfrm>
            <a:custGeom>
              <a:rect b="b" l="l" r="r" t="t"/>
              <a:pathLst>
                <a:path extrusionOk="0" h="64" w="96">
                  <a:moveTo>
                    <a:pt x="92" y="0"/>
                  </a:moveTo>
                  <a:cubicBezTo>
                    <a:pt x="4" y="0"/>
                    <a:pt x="4" y="0"/>
                    <a:pt x="4" y="0"/>
                  </a:cubicBezTo>
                  <a:cubicBezTo>
                    <a:pt x="2" y="0"/>
                    <a:pt x="0" y="2"/>
                    <a:pt x="0" y="4"/>
                  </a:cubicBezTo>
                  <a:cubicBezTo>
                    <a:pt x="0" y="60"/>
                    <a:pt x="0" y="60"/>
                    <a:pt x="0" y="60"/>
                  </a:cubicBezTo>
                  <a:cubicBezTo>
                    <a:pt x="0" y="62"/>
                    <a:pt x="2" y="64"/>
                    <a:pt x="4" y="64"/>
                  </a:cubicBezTo>
                  <a:cubicBezTo>
                    <a:pt x="92" y="64"/>
                    <a:pt x="92" y="64"/>
                    <a:pt x="92" y="64"/>
                  </a:cubicBezTo>
                  <a:cubicBezTo>
                    <a:pt x="94" y="64"/>
                    <a:pt x="96" y="62"/>
                    <a:pt x="96" y="60"/>
                  </a:cubicBezTo>
                  <a:cubicBezTo>
                    <a:pt x="96" y="4"/>
                    <a:pt x="96" y="4"/>
                    <a:pt x="96" y="4"/>
                  </a:cubicBezTo>
                  <a:cubicBezTo>
                    <a:pt x="96" y="2"/>
                    <a:pt x="94" y="0"/>
                    <a:pt x="92" y="0"/>
                  </a:cubicBezTo>
                  <a:close/>
                  <a:moveTo>
                    <a:pt x="92" y="60"/>
                  </a:moveTo>
                  <a:cubicBezTo>
                    <a:pt x="4" y="60"/>
                    <a:pt x="4" y="60"/>
                    <a:pt x="4" y="60"/>
                  </a:cubicBezTo>
                  <a:cubicBezTo>
                    <a:pt x="4" y="4"/>
                    <a:pt x="4" y="4"/>
                    <a:pt x="4" y="4"/>
                  </a:cubicBezTo>
                  <a:cubicBezTo>
                    <a:pt x="92" y="4"/>
                    <a:pt x="92" y="4"/>
                    <a:pt x="92" y="4"/>
                  </a:cubicBezTo>
                  <a:lnTo>
                    <a:pt x="92" y="60"/>
                  </a:lnTo>
                  <a:close/>
                </a:path>
              </a:pathLst>
            </a:custGeom>
            <a:solidFill>
              <a:schemeClr val="accent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85" name="Google Shape;485;p11"/>
            <p:cNvSpPr/>
            <p:nvPr/>
          </p:nvSpPr>
          <p:spPr>
            <a:xfrm>
              <a:off x="8106304" y="3879322"/>
              <a:ext cx="481012" cy="452438"/>
            </a:xfrm>
            <a:custGeom>
              <a:rect b="b" l="l" r="r" t="t"/>
              <a:pathLst>
                <a:path extrusionOk="0" h="120" w="128">
                  <a:moveTo>
                    <a:pt x="116" y="0"/>
                  </a:moveTo>
                  <a:cubicBezTo>
                    <a:pt x="12" y="0"/>
                    <a:pt x="12" y="0"/>
                    <a:pt x="12" y="0"/>
                  </a:cubicBezTo>
                  <a:cubicBezTo>
                    <a:pt x="5" y="0"/>
                    <a:pt x="0" y="5"/>
                    <a:pt x="0" y="12"/>
                  </a:cubicBezTo>
                  <a:cubicBezTo>
                    <a:pt x="0" y="92"/>
                    <a:pt x="0" y="92"/>
                    <a:pt x="0" y="92"/>
                  </a:cubicBezTo>
                  <a:cubicBezTo>
                    <a:pt x="0" y="99"/>
                    <a:pt x="5" y="104"/>
                    <a:pt x="12" y="104"/>
                  </a:cubicBezTo>
                  <a:cubicBezTo>
                    <a:pt x="52" y="104"/>
                    <a:pt x="52" y="104"/>
                    <a:pt x="52" y="104"/>
                  </a:cubicBezTo>
                  <a:cubicBezTo>
                    <a:pt x="52" y="109"/>
                    <a:pt x="52" y="109"/>
                    <a:pt x="52" y="109"/>
                  </a:cubicBezTo>
                  <a:cubicBezTo>
                    <a:pt x="27" y="112"/>
                    <a:pt x="27" y="112"/>
                    <a:pt x="27" y="112"/>
                  </a:cubicBezTo>
                  <a:cubicBezTo>
                    <a:pt x="25" y="113"/>
                    <a:pt x="24" y="114"/>
                    <a:pt x="24" y="116"/>
                  </a:cubicBezTo>
                  <a:cubicBezTo>
                    <a:pt x="24" y="118"/>
                    <a:pt x="26" y="120"/>
                    <a:pt x="28" y="120"/>
                  </a:cubicBezTo>
                  <a:cubicBezTo>
                    <a:pt x="100" y="120"/>
                    <a:pt x="100" y="120"/>
                    <a:pt x="100" y="120"/>
                  </a:cubicBezTo>
                  <a:cubicBezTo>
                    <a:pt x="102" y="120"/>
                    <a:pt x="104" y="118"/>
                    <a:pt x="104" y="116"/>
                  </a:cubicBezTo>
                  <a:cubicBezTo>
                    <a:pt x="104" y="114"/>
                    <a:pt x="103" y="113"/>
                    <a:pt x="101" y="112"/>
                  </a:cubicBezTo>
                  <a:cubicBezTo>
                    <a:pt x="76" y="109"/>
                    <a:pt x="76" y="109"/>
                    <a:pt x="76" y="109"/>
                  </a:cubicBezTo>
                  <a:cubicBezTo>
                    <a:pt x="76" y="104"/>
                    <a:pt x="76" y="104"/>
                    <a:pt x="76" y="104"/>
                  </a:cubicBezTo>
                  <a:cubicBezTo>
                    <a:pt x="116" y="104"/>
                    <a:pt x="116" y="104"/>
                    <a:pt x="116" y="104"/>
                  </a:cubicBezTo>
                  <a:cubicBezTo>
                    <a:pt x="123" y="104"/>
                    <a:pt x="128" y="99"/>
                    <a:pt x="128" y="92"/>
                  </a:cubicBezTo>
                  <a:cubicBezTo>
                    <a:pt x="128" y="12"/>
                    <a:pt x="128" y="12"/>
                    <a:pt x="128" y="12"/>
                  </a:cubicBezTo>
                  <a:cubicBezTo>
                    <a:pt x="128" y="5"/>
                    <a:pt x="123" y="0"/>
                    <a:pt x="116" y="0"/>
                  </a:cubicBezTo>
                  <a:close/>
                  <a:moveTo>
                    <a:pt x="120" y="92"/>
                  </a:moveTo>
                  <a:cubicBezTo>
                    <a:pt x="120" y="94"/>
                    <a:pt x="118" y="96"/>
                    <a:pt x="116" y="96"/>
                  </a:cubicBezTo>
                  <a:cubicBezTo>
                    <a:pt x="80" y="96"/>
                    <a:pt x="80" y="96"/>
                    <a:pt x="80" y="96"/>
                  </a:cubicBezTo>
                  <a:cubicBezTo>
                    <a:pt x="48" y="96"/>
                    <a:pt x="48" y="96"/>
                    <a:pt x="48" y="96"/>
                  </a:cubicBezTo>
                  <a:cubicBezTo>
                    <a:pt x="12" y="96"/>
                    <a:pt x="12" y="96"/>
                    <a:pt x="12" y="96"/>
                  </a:cubicBezTo>
                  <a:cubicBezTo>
                    <a:pt x="10" y="96"/>
                    <a:pt x="8" y="94"/>
                    <a:pt x="8" y="92"/>
                  </a:cubicBezTo>
                  <a:cubicBezTo>
                    <a:pt x="8" y="12"/>
                    <a:pt x="8" y="12"/>
                    <a:pt x="8" y="12"/>
                  </a:cubicBezTo>
                  <a:cubicBezTo>
                    <a:pt x="8" y="10"/>
                    <a:pt x="10" y="8"/>
                    <a:pt x="12" y="8"/>
                  </a:cubicBezTo>
                  <a:cubicBezTo>
                    <a:pt x="116" y="8"/>
                    <a:pt x="116" y="8"/>
                    <a:pt x="116" y="8"/>
                  </a:cubicBezTo>
                  <a:cubicBezTo>
                    <a:pt x="118" y="8"/>
                    <a:pt x="120" y="10"/>
                    <a:pt x="120" y="12"/>
                  </a:cubicBezTo>
                  <a:lnTo>
                    <a:pt x="120" y="92"/>
                  </a:lnTo>
                  <a:close/>
                </a:path>
              </a:pathLst>
            </a:custGeom>
            <a:solidFill>
              <a:schemeClr val="accent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sp>
        <p:nvSpPr>
          <p:cNvPr id="486" name="Google Shape;486;p11"/>
          <p:cNvSpPr/>
          <p:nvPr/>
        </p:nvSpPr>
        <p:spPr>
          <a:xfrm>
            <a:off x="4383541" y="3942826"/>
            <a:ext cx="372665" cy="361950"/>
          </a:xfrm>
          <a:custGeom>
            <a:rect b="b" l="l" r="r" t="t"/>
            <a:pathLst>
              <a:path extrusionOk="0" h="128" w="132">
                <a:moveTo>
                  <a:pt x="118" y="10"/>
                </a:moveTo>
                <a:cubicBezTo>
                  <a:pt x="111" y="4"/>
                  <a:pt x="102" y="0"/>
                  <a:pt x="94" y="0"/>
                </a:cubicBezTo>
                <a:cubicBezTo>
                  <a:pt x="87" y="0"/>
                  <a:pt x="80" y="3"/>
                  <a:pt x="75" y="8"/>
                </a:cubicBezTo>
                <a:cubicBezTo>
                  <a:pt x="56" y="27"/>
                  <a:pt x="56" y="27"/>
                  <a:pt x="56" y="27"/>
                </a:cubicBezTo>
                <a:cubicBezTo>
                  <a:pt x="56" y="27"/>
                  <a:pt x="56" y="27"/>
                  <a:pt x="55" y="27"/>
                </a:cubicBezTo>
                <a:cubicBezTo>
                  <a:pt x="55" y="27"/>
                  <a:pt x="55" y="27"/>
                  <a:pt x="55" y="27"/>
                </a:cubicBezTo>
                <a:cubicBezTo>
                  <a:pt x="55" y="27"/>
                  <a:pt x="55" y="27"/>
                  <a:pt x="55" y="27"/>
                </a:cubicBezTo>
                <a:cubicBezTo>
                  <a:pt x="14" y="69"/>
                  <a:pt x="14" y="69"/>
                  <a:pt x="14" y="69"/>
                </a:cubicBezTo>
                <a:cubicBezTo>
                  <a:pt x="12" y="71"/>
                  <a:pt x="11" y="73"/>
                  <a:pt x="10" y="76"/>
                </a:cubicBezTo>
                <a:cubicBezTo>
                  <a:pt x="1" y="110"/>
                  <a:pt x="1" y="110"/>
                  <a:pt x="1" y="110"/>
                </a:cubicBezTo>
                <a:cubicBezTo>
                  <a:pt x="1" y="110"/>
                  <a:pt x="0" y="113"/>
                  <a:pt x="0" y="114"/>
                </a:cubicBezTo>
                <a:cubicBezTo>
                  <a:pt x="0" y="122"/>
                  <a:pt x="6" y="128"/>
                  <a:pt x="14" y="128"/>
                </a:cubicBezTo>
                <a:cubicBezTo>
                  <a:pt x="16" y="128"/>
                  <a:pt x="19" y="127"/>
                  <a:pt x="19" y="127"/>
                </a:cubicBezTo>
                <a:cubicBezTo>
                  <a:pt x="53" y="118"/>
                  <a:pt x="53" y="118"/>
                  <a:pt x="53" y="118"/>
                </a:cubicBezTo>
                <a:cubicBezTo>
                  <a:pt x="55" y="118"/>
                  <a:pt x="57" y="116"/>
                  <a:pt x="59" y="114"/>
                </a:cubicBezTo>
                <a:cubicBezTo>
                  <a:pt x="120" y="53"/>
                  <a:pt x="120" y="53"/>
                  <a:pt x="120" y="53"/>
                </a:cubicBezTo>
                <a:cubicBezTo>
                  <a:pt x="132" y="42"/>
                  <a:pt x="130" y="23"/>
                  <a:pt x="118" y="10"/>
                </a:cubicBezTo>
                <a:close/>
                <a:moveTo>
                  <a:pt x="64" y="95"/>
                </a:moveTo>
                <a:cubicBezTo>
                  <a:pt x="64" y="92"/>
                  <a:pt x="63" y="88"/>
                  <a:pt x="61" y="85"/>
                </a:cubicBezTo>
                <a:cubicBezTo>
                  <a:pt x="99" y="47"/>
                  <a:pt x="99" y="47"/>
                  <a:pt x="99" y="47"/>
                </a:cubicBezTo>
                <a:cubicBezTo>
                  <a:pt x="101" y="54"/>
                  <a:pt x="100" y="62"/>
                  <a:pt x="95" y="67"/>
                </a:cubicBezTo>
                <a:cubicBezTo>
                  <a:pt x="95" y="67"/>
                  <a:pt x="95" y="67"/>
                  <a:pt x="95" y="67"/>
                </a:cubicBezTo>
                <a:cubicBezTo>
                  <a:pt x="95" y="67"/>
                  <a:pt x="95" y="67"/>
                  <a:pt x="95" y="67"/>
                </a:cubicBezTo>
                <a:cubicBezTo>
                  <a:pt x="64" y="98"/>
                  <a:pt x="64" y="98"/>
                  <a:pt x="64" y="98"/>
                </a:cubicBezTo>
                <a:cubicBezTo>
                  <a:pt x="64" y="97"/>
                  <a:pt x="64" y="96"/>
                  <a:pt x="64" y="95"/>
                </a:cubicBezTo>
                <a:close/>
                <a:moveTo>
                  <a:pt x="59" y="81"/>
                </a:moveTo>
                <a:cubicBezTo>
                  <a:pt x="58" y="79"/>
                  <a:pt x="56" y="76"/>
                  <a:pt x="54" y="74"/>
                </a:cubicBezTo>
                <a:cubicBezTo>
                  <a:pt x="51" y="72"/>
                  <a:pt x="49" y="70"/>
                  <a:pt x="46" y="68"/>
                </a:cubicBezTo>
                <a:cubicBezTo>
                  <a:pt x="84" y="30"/>
                  <a:pt x="84" y="30"/>
                  <a:pt x="84" y="30"/>
                </a:cubicBezTo>
                <a:cubicBezTo>
                  <a:pt x="87" y="31"/>
                  <a:pt x="90" y="33"/>
                  <a:pt x="92" y="36"/>
                </a:cubicBezTo>
                <a:cubicBezTo>
                  <a:pt x="94" y="38"/>
                  <a:pt x="96" y="40"/>
                  <a:pt x="97" y="43"/>
                </a:cubicBezTo>
                <a:lnTo>
                  <a:pt x="59" y="81"/>
                </a:lnTo>
                <a:close/>
                <a:moveTo>
                  <a:pt x="42" y="66"/>
                </a:moveTo>
                <a:cubicBezTo>
                  <a:pt x="38" y="65"/>
                  <a:pt x="34" y="64"/>
                  <a:pt x="30" y="64"/>
                </a:cubicBezTo>
                <a:cubicBezTo>
                  <a:pt x="61" y="33"/>
                  <a:pt x="61" y="33"/>
                  <a:pt x="61" y="33"/>
                </a:cubicBezTo>
                <a:cubicBezTo>
                  <a:pt x="66" y="28"/>
                  <a:pt x="73" y="27"/>
                  <a:pt x="80" y="29"/>
                </a:cubicBezTo>
                <a:lnTo>
                  <a:pt x="42" y="66"/>
                </a:lnTo>
                <a:close/>
                <a:moveTo>
                  <a:pt x="17" y="119"/>
                </a:moveTo>
                <a:cubicBezTo>
                  <a:pt x="16" y="120"/>
                  <a:pt x="15" y="120"/>
                  <a:pt x="14" y="120"/>
                </a:cubicBezTo>
                <a:cubicBezTo>
                  <a:pt x="11" y="120"/>
                  <a:pt x="8" y="117"/>
                  <a:pt x="8" y="114"/>
                </a:cubicBezTo>
                <a:cubicBezTo>
                  <a:pt x="8" y="113"/>
                  <a:pt x="8" y="112"/>
                  <a:pt x="8" y="112"/>
                </a:cubicBezTo>
                <a:cubicBezTo>
                  <a:pt x="13" y="96"/>
                  <a:pt x="13" y="96"/>
                  <a:pt x="13" y="96"/>
                </a:cubicBezTo>
                <a:cubicBezTo>
                  <a:pt x="17" y="96"/>
                  <a:pt x="22" y="98"/>
                  <a:pt x="26" y="102"/>
                </a:cubicBezTo>
                <a:cubicBezTo>
                  <a:pt x="30" y="106"/>
                  <a:pt x="32" y="111"/>
                  <a:pt x="32" y="116"/>
                </a:cubicBezTo>
                <a:lnTo>
                  <a:pt x="17" y="119"/>
                </a:lnTo>
                <a:close/>
                <a:moveTo>
                  <a:pt x="35" y="115"/>
                </a:moveTo>
                <a:cubicBezTo>
                  <a:pt x="35" y="109"/>
                  <a:pt x="33" y="104"/>
                  <a:pt x="29" y="99"/>
                </a:cubicBezTo>
                <a:cubicBezTo>
                  <a:pt x="25" y="95"/>
                  <a:pt x="19" y="93"/>
                  <a:pt x="14" y="92"/>
                </a:cubicBezTo>
                <a:cubicBezTo>
                  <a:pt x="18" y="78"/>
                  <a:pt x="18" y="78"/>
                  <a:pt x="18" y="78"/>
                </a:cubicBezTo>
                <a:cubicBezTo>
                  <a:pt x="18" y="77"/>
                  <a:pt x="19" y="76"/>
                  <a:pt x="19" y="75"/>
                </a:cubicBezTo>
                <a:cubicBezTo>
                  <a:pt x="27" y="69"/>
                  <a:pt x="40" y="71"/>
                  <a:pt x="48" y="80"/>
                </a:cubicBezTo>
                <a:cubicBezTo>
                  <a:pt x="57" y="89"/>
                  <a:pt x="59" y="102"/>
                  <a:pt x="52" y="110"/>
                </a:cubicBezTo>
                <a:cubicBezTo>
                  <a:pt x="51" y="110"/>
                  <a:pt x="51" y="111"/>
                  <a:pt x="50" y="111"/>
                </a:cubicBezTo>
                <a:lnTo>
                  <a:pt x="35" y="115"/>
                </a:lnTo>
                <a:close/>
                <a:moveTo>
                  <a:pt x="115" y="47"/>
                </a:moveTo>
                <a:cubicBezTo>
                  <a:pt x="108" y="54"/>
                  <a:pt x="108" y="54"/>
                  <a:pt x="108" y="54"/>
                </a:cubicBezTo>
                <a:cubicBezTo>
                  <a:pt x="108" y="53"/>
                  <a:pt x="108" y="52"/>
                  <a:pt x="108" y="51"/>
                </a:cubicBezTo>
                <a:cubicBezTo>
                  <a:pt x="107" y="43"/>
                  <a:pt x="104" y="36"/>
                  <a:pt x="98" y="30"/>
                </a:cubicBezTo>
                <a:cubicBezTo>
                  <a:pt x="91" y="24"/>
                  <a:pt x="83" y="20"/>
                  <a:pt x="74" y="20"/>
                </a:cubicBezTo>
                <a:cubicBezTo>
                  <a:pt x="81" y="13"/>
                  <a:pt x="81" y="13"/>
                  <a:pt x="81" y="13"/>
                </a:cubicBezTo>
                <a:cubicBezTo>
                  <a:pt x="84" y="10"/>
                  <a:pt x="89" y="8"/>
                  <a:pt x="94" y="8"/>
                </a:cubicBezTo>
                <a:cubicBezTo>
                  <a:pt x="100" y="8"/>
                  <a:pt x="107" y="11"/>
                  <a:pt x="112" y="16"/>
                </a:cubicBezTo>
                <a:cubicBezTo>
                  <a:pt x="117" y="21"/>
                  <a:pt x="120" y="27"/>
                  <a:pt x="120" y="33"/>
                </a:cubicBezTo>
                <a:cubicBezTo>
                  <a:pt x="120" y="38"/>
                  <a:pt x="118" y="43"/>
                  <a:pt x="115" y="47"/>
                </a:cubicBezTo>
                <a:close/>
              </a:path>
            </a:pathLst>
          </a:custGeom>
          <a:solidFill>
            <a:schemeClr val="accent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nvGrpSpPr>
          <p:cNvPr id="487" name="Google Shape;487;p11"/>
          <p:cNvGrpSpPr/>
          <p:nvPr/>
        </p:nvGrpSpPr>
        <p:grpSpPr>
          <a:xfrm>
            <a:off x="881296" y="2823225"/>
            <a:ext cx="247650" cy="361950"/>
            <a:chOff x="6258454" y="3849160"/>
            <a:chExt cx="330200" cy="482600"/>
          </a:xfrm>
        </p:grpSpPr>
        <p:sp>
          <p:nvSpPr>
            <p:cNvPr id="488" name="Google Shape;488;p11"/>
            <p:cNvSpPr/>
            <p:nvPr/>
          </p:nvSpPr>
          <p:spPr>
            <a:xfrm>
              <a:off x="6258454" y="3849160"/>
              <a:ext cx="330200" cy="482600"/>
            </a:xfrm>
            <a:custGeom>
              <a:rect b="b" l="l" r="r" t="t"/>
              <a:pathLst>
                <a:path extrusionOk="0" h="128" w="88">
                  <a:moveTo>
                    <a:pt x="44" y="0"/>
                  </a:moveTo>
                  <a:cubicBezTo>
                    <a:pt x="20" y="0"/>
                    <a:pt x="0" y="20"/>
                    <a:pt x="0" y="44"/>
                  </a:cubicBezTo>
                  <a:cubicBezTo>
                    <a:pt x="0" y="60"/>
                    <a:pt x="15" y="77"/>
                    <a:pt x="20" y="92"/>
                  </a:cubicBezTo>
                  <a:cubicBezTo>
                    <a:pt x="28" y="115"/>
                    <a:pt x="27" y="128"/>
                    <a:pt x="44" y="128"/>
                  </a:cubicBezTo>
                  <a:cubicBezTo>
                    <a:pt x="61" y="128"/>
                    <a:pt x="60" y="115"/>
                    <a:pt x="68" y="92"/>
                  </a:cubicBezTo>
                  <a:cubicBezTo>
                    <a:pt x="73" y="77"/>
                    <a:pt x="88" y="60"/>
                    <a:pt x="88" y="44"/>
                  </a:cubicBezTo>
                  <a:cubicBezTo>
                    <a:pt x="88" y="20"/>
                    <a:pt x="68" y="0"/>
                    <a:pt x="44" y="0"/>
                  </a:cubicBezTo>
                  <a:close/>
                  <a:moveTo>
                    <a:pt x="54" y="109"/>
                  </a:moveTo>
                  <a:cubicBezTo>
                    <a:pt x="35" y="111"/>
                    <a:pt x="35" y="111"/>
                    <a:pt x="35" y="111"/>
                  </a:cubicBezTo>
                  <a:cubicBezTo>
                    <a:pt x="34" y="109"/>
                    <a:pt x="33" y="107"/>
                    <a:pt x="32" y="104"/>
                  </a:cubicBezTo>
                  <a:cubicBezTo>
                    <a:pt x="32" y="104"/>
                    <a:pt x="32" y="104"/>
                    <a:pt x="32" y="103"/>
                  </a:cubicBezTo>
                  <a:cubicBezTo>
                    <a:pt x="57" y="100"/>
                    <a:pt x="57" y="100"/>
                    <a:pt x="57" y="100"/>
                  </a:cubicBezTo>
                  <a:cubicBezTo>
                    <a:pt x="57" y="102"/>
                    <a:pt x="56" y="103"/>
                    <a:pt x="56" y="104"/>
                  </a:cubicBezTo>
                  <a:cubicBezTo>
                    <a:pt x="55" y="106"/>
                    <a:pt x="55" y="107"/>
                    <a:pt x="54" y="109"/>
                  </a:cubicBezTo>
                  <a:close/>
                  <a:moveTo>
                    <a:pt x="31" y="100"/>
                  </a:moveTo>
                  <a:cubicBezTo>
                    <a:pt x="30" y="97"/>
                    <a:pt x="29" y="95"/>
                    <a:pt x="28" y="92"/>
                  </a:cubicBezTo>
                  <a:cubicBezTo>
                    <a:pt x="60" y="92"/>
                    <a:pt x="60" y="92"/>
                    <a:pt x="60" y="92"/>
                  </a:cubicBezTo>
                  <a:cubicBezTo>
                    <a:pt x="59" y="93"/>
                    <a:pt x="59" y="95"/>
                    <a:pt x="58" y="96"/>
                  </a:cubicBezTo>
                  <a:lnTo>
                    <a:pt x="31" y="100"/>
                  </a:lnTo>
                  <a:close/>
                  <a:moveTo>
                    <a:pt x="44" y="120"/>
                  </a:moveTo>
                  <a:cubicBezTo>
                    <a:pt x="40" y="120"/>
                    <a:pt x="38" y="120"/>
                    <a:pt x="36" y="115"/>
                  </a:cubicBezTo>
                  <a:cubicBezTo>
                    <a:pt x="53" y="113"/>
                    <a:pt x="53" y="113"/>
                    <a:pt x="53" y="113"/>
                  </a:cubicBezTo>
                  <a:cubicBezTo>
                    <a:pt x="51" y="119"/>
                    <a:pt x="49" y="120"/>
                    <a:pt x="44" y="120"/>
                  </a:cubicBezTo>
                  <a:close/>
                  <a:moveTo>
                    <a:pt x="63" y="84"/>
                  </a:moveTo>
                  <a:cubicBezTo>
                    <a:pt x="25" y="84"/>
                    <a:pt x="25" y="84"/>
                    <a:pt x="25" y="84"/>
                  </a:cubicBezTo>
                  <a:cubicBezTo>
                    <a:pt x="23" y="80"/>
                    <a:pt x="21" y="75"/>
                    <a:pt x="19" y="71"/>
                  </a:cubicBezTo>
                  <a:cubicBezTo>
                    <a:pt x="13" y="62"/>
                    <a:pt x="8" y="52"/>
                    <a:pt x="8" y="44"/>
                  </a:cubicBezTo>
                  <a:cubicBezTo>
                    <a:pt x="8" y="24"/>
                    <a:pt x="24" y="8"/>
                    <a:pt x="44" y="8"/>
                  </a:cubicBezTo>
                  <a:cubicBezTo>
                    <a:pt x="64" y="8"/>
                    <a:pt x="80" y="24"/>
                    <a:pt x="80" y="44"/>
                  </a:cubicBezTo>
                  <a:cubicBezTo>
                    <a:pt x="80" y="52"/>
                    <a:pt x="75" y="62"/>
                    <a:pt x="69" y="71"/>
                  </a:cubicBezTo>
                  <a:cubicBezTo>
                    <a:pt x="67" y="75"/>
                    <a:pt x="65" y="80"/>
                    <a:pt x="63" y="84"/>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89" name="Google Shape;489;p11"/>
            <p:cNvSpPr/>
            <p:nvPr/>
          </p:nvSpPr>
          <p:spPr>
            <a:xfrm>
              <a:off x="6333066" y="3925360"/>
              <a:ext cx="96837" cy="96838"/>
            </a:xfrm>
            <a:custGeom>
              <a:rect b="b" l="l" r="r" t="t"/>
              <a:pathLst>
                <a:path extrusionOk="0" h="26" w="26">
                  <a:moveTo>
                    <a:pt x="24" y="0"/>
                  </a:moveTo>
                  <a:cubicBezTo>
                    <a:pt x="11" y="0"/>
                    <a:pt x="0" y="11"/>
                    <a:pt x="0" y="24"/>
                  </a:cubicBezTo>
                  <a:cubicBezTo>
                    <a:pt x="0" y="25"/>
                    <a:pt x="1" y="26"/>
                    <a:pt x="2" y="26"/>
                  </a:cubicBezTo>
                  <a:cubicBezTo>
                    <a:pt x="3" y="26"/>
                    <a:pt x="4" y="25"/>
                    <a:pt x="4" y="24"/>
                  </a:cubicBezTo>
                  <a:cubicBezTo>
                    <a:pt x="4" y="13"/>
                    <a:pt x="13" y="4"/>
                    <a:pt x="24" y="4"/>
                  </a:cubicBezTo>
                  <a:cubicBezTo>
                    <a:pt x="25" y="4"/>
                    <a:pt x="26" y="3"/>
                    <a:pt x="26" y="2"/>
                  </a:cubicBezTo>
                  <a:cubicBezTo>
                    <a:pt x="26" y="1"/>
                    <a:pt x="25" y="0"/>
                    <a:pt x="24" y="0"/>
                  </a:cubicBezTo>
                  <a:close/>
                </a:path>
              </a:pathLst>
            </a:custGeom>
            <a:solidFill>
              <a:schemeClr val="accen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grpSp>
        <p:nvGrpSpPr>
          <p:cNvPr id="490" name="Google Shape;490;p11"/>
          <p:cNvGrpSpPr/>
          <p:nvPr/>
        </p:nvGrpSpPr>
        <p:grpSpPr>
          <a:xfrm>
            <a:off x="7818513" y="2851800"/>
            <a:ext cx="360759" cy="304800"/>
            <a:chOff x="8106304" y="2931585"/>
            <a:chExt cx="481012" cy="406400"/>
          </a:xfrm>
        </p:grpSpPr>
        <p:sp>
          <p:nvSpPr>
            <p:cNvPr id="491" name="Google Shape;491;p11"/>
            <p:cNvSpPr/>
            <p:nvPr/>
          </p:nvSpPr>
          <p:spPr>
            <a:xfrm>
              <a:off x="8226954" y="3037947"/>
              <a:ext cx="241300" cy="239713"/>
            </a:xfrm>
            <a:custGeom>
              <a:rect b="b" l="l" r="r" t="t"/>
              <a:pathLst>
                <a:path extrusionOk="0" h="64" w="64">
                  <a:moveTo>
                    <a:pt x="32" y="0"/>
                  </a:moveTo>
                  <a:cubicBezTo>
                    <a:pt x="14" y="0"/>
                    <a:pt x="0" y="14"/>
                    <a:pt x="0" y="32"/>
                  </a:cubicBezTo>
                  <a:cubicBezTo>
                    <a:pt x="0" y="50"/>
                    <a:pt x="14" y="64"/>
                    <a:pt x="32" y="64"/>
                  </a:cubicBezTo>
                  <a:cubicBezTo>
                    <a:pt x="50" y="64"/>
                    <a:pt x="64" y="50"/>
                    <a:pt x="64" y="32"/>
                  </a:cubicBezTo>
                  <a:cubicBezTo>
                    <a:pt x="64" y="14"/>
                    <a:pt x="50" y="0"/>
                    <a:pt x="32" y="0"/>
                  </a:cubicBezTo>
                  <a:close/>
                  <a:moveTo>
                    <a:pt x="50" y="48"/>
                  </a:moveTo>
                  <a:cubicBezTo>
                    <a:pt x="42" y="58"/>
                    <a:pt x="26" y="59"/>
                    <a:pt x="16" y="50"/>
                  </a:cubicBezTo>
                  <a:cubicBezTo>
                    <a:pt x="6" y="42"/>
                    <a:pt x="5" y="26"/>
                    <a:pt x="14" y="16"/>
                  </a:cubicBezTo>
                  <a:cubicBezTo>
                    <a:pt x="22" y="6"/>
                    <a:pt x="38" y="5"/>
                    <a:pt x="48" y="14"/>
                  </a:cubicBezTo>
                  <a:cubicBezTo>
                    <a:pt x="58" y="22"/>
                    <a:pt x="59" y="38"/>
                    <a:pt x="50" y="48"/>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92" name="Google Shape;492;p11"/>
            <p:cNvSpPr/>
            <p:nvPr/>
          </p:nvSpPr>
          <p:spPr>
            <a:xfrm>
              <a:off x="8287279" y="3096685"/>
              <a:ext cx="68262" cy="68263"/>
            </a:xfrm>
            <a:custGeom>
              <a:rect b="b" l="l" r="r" t="t"/>
              <a:pathLst>
                <a:path extrusionOk="0" h="18" w="18">
                  <a:moveTo>
                    <a:pt x="16" y="0"/>
                  </a:moveTo>
                  <a:cubicBezTo>
                    <a:pt x="7" y="0"/>
                    <a:pt x="0" y="7"/>
                    <a:pt x="0" y="16"/>
                  </a:cubicBezTo>
                  <a:cubicBezTo>
                    <a:pt x="0" y="16"/>
                    <a:pt x="0" y="16"/>
                    <a:pt x="0" y="16"/>
                  </a:cubicBezTo>
                  <a:cubicBezTo>
                    <a:pt x="0" y="17"/>
                    <a:pt x="1" y="18"/>
                    <a:pt x="2" y="18"/>
                  </a:cubicBezTo>
                  <a:cubicBezTo>
                    <a:pt x="3" y="18"/>
                    <a:pt x="4" y="17"/>
                    <a:pt x="4" y="16"/>
                  </a:cubicBezTo>
                  <a:cubicBezTo>
                    <a:pt x="4" y="16"/>
                    <a:pt x="4" y="16"/>
                    <a:pt x="4" y="16"/>
                  </a:cubicBezTo>
                  <a:cubicBezTo>
                    <a:pt x="4" y="9"/>
                    <a:pt x="9" y="4"/>
                    <a:pt x="16" y="4"/>
                  </a:cubicBezTo>
                  <a:cubicBezTo>
                    <a:pt x="17" y="4"/>
                    <a:pt x="18" y="3"/>
                    <a:pt x="18" y="2"/>
                  </a:cubicBezTo>
                  <a:cubicBezTo>
                    <a:pt x="18" y="1"/>
                    <a:pt x="17" y="0"/>
                    <a:pt x="16" y="0"/>
                  </a:cubicBezTo>
                  <a:close/>
                </a:path>
              </a:pathLst>
            </a:custGeom>
            <a:solidFill>
              <a:schemeClr val="accent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sp>
          <p:nvSpPr>
            <p:cNvPr id="493" name="Google Shape;493;p11"/>
            <p:cNvSpPr/>
            <p:nvPr/>
          </p:nvSpPr>
          <p:spPr>
            <a:xfrm>
              <a:off x="8106304" y="2931585"/>
              <a:ext cx="481012" cy="406400"/>
            </a:xfrm>
            <a:custGeom>
              <a:rect b="b" l="l" r="r" t="t"/>
              <a:pathLst>
                <a:path extrusionOk="0" h="108" w="128">
                  <a:moveTo>
                    <a:pt x="118" y="24"/>
                  </a:moveTo>
                  <a:cubicBezTo>
                    <a:pt x="101" y="21"/>
                    <a:pt x="101" y="21"/>
                    <a:pt x="101" y="21"/>
                  </a:cubicBezTo>
                  <a:cubicBezTo>
                    <a:pt x="95" y="8"/>
                    <a:pt x="95" y="8"/>
                    <a:pt x="95" y="8"/>
                  </a:cubicBezTo>
                  <a:cubicBezTo>
                    <a:pt x="93" y="3"/>
                    <a:pt x="89" y="0"/>
                    <a:pt x="84" y="0"/>
                  </a:cubicBezTo>
                  <a:cubicBezTo>
                    <a:pt x="44" y="0"/>
                    <a:pt x="44" y="0"/>
                    <a:pt x="44" y="0"/>
                  </a:cubicBezTo>
                  <a:cubicBezTo>
                    <a:pt x="39" y="0"/>
                    <a:pt x="35" y="3"/>
                    <a:pt x="33" y="8"/>
                  </a:cubicBezTo>
                  <a:cubicBezTo>
                    <a:pt x="27" y="21"/>
                    <a:pt x="27" y="21"/>
                    <a:pt x="27" y="21"/>
                  </a:cubicBezTo>
                  <a:cubicBezTo>
                    <a:pt x="10" y="24"/>
                    <a:pt x="10" y="24"/>
                    <a:pt x="10" y="24"/>
                  </a:cubicBezTo>
                  <a:cubicBezTo>
                    <a:pt x="4" y="25"/>
                    <a:pt x="0" y="30"/>
                    <a:pt x="0" y="36"/>
                  </a:cubicBezTo>
                  <a:cubicBezTo>
                    <a:pt x="0" y="96"/>
                    <a:pt x="0" y="96"/>
                    <a:pt x="0" y="96"/>
                  </a:cubicBezTo>
                  <a:cubicBezTo>
                    <a:pt x="0" y="103"/>
                    <a:pt x="5" y="108"/>
                    <a:pt x="12" y="108"/>
                  </a:cubicBezTo>
                  <a:cubicBezTo>
                    <a:pt x="116" y="108"/>
                    <a:pt x="116" y="108"/>
                    <a:pt x="116" y="108"/>
                  </a:cubicBezTo>
                  <a:cubicBezTo>
                    <a:pt x="123" y="108"/>
                    <a:pt x="128" y="103"/>
                    <a:pt x="128" y="96"/>
                  </a:cubicBezTo>
                  <a:cubicBezTo>
                    <a:pt x="128" y="36"/>
                    <a:pt x="128" y="36"/>
                    <a:pt x="128" y="36"/>
                  </a:cubicBezTo>
                  <a:cubicBezTo>
                    <a:pt x="128" y="30"/>
                    <a:pt x="124" y="25"/>
                    <a:pt x="118" y="24"/>
                  </a:cubicBezTo>
                  <a:close/>
                  <a:moveTo>
                    <a:pt x="120" y="96"/>
                  </a:moveTo>
                  <a:cubicBezTo>
                    <a:pt x="120" y="98"/>
                    <a:pt x="118" y="100"/>
                    <a:pt x="116" y="100"/>
                  </a:cubicBezTo>
                  <a:cubicBezTo>
                    <a:pt x="12" y="100"/>
                    <a:pt x="12" y="100"/>
                    <a:pt x="12" y="100"/>
                  </a:cubicBezTo>
                  <a:cubicBezTo>
                    <a:pt x="10" y="100"/>
                    <a:pt x="8" y="98"/>
                    <a:pt x="8" y="96"/>
                  </a:cubicBezTo>
                  <a:cubicBezTo>
                    <a:pt x="8" y="36"/>
                    <a:pt x="8" y="36"/>
                    <a:pt x="8" y="36"/>
                  </a:cubicBezTo>
                  <a:cubicBezTo>
                    <a:pt x="8" y="34"/>
                    <a:pt x="9" y="32"/>
                    <a:pt x="11" y="32"/>
                  </a:cubicBezTo>
                  <a:cubicBezTo>
                    <a:pt x="33" y="28"/>
                    <a:pt x="33" y="28"/>
                    <a:pt x="33" y="28"/>
                  </a:cubicBezTo>
                  <a:cubicBezTo>
                    <a:pt x="40" y="11"/>
                    <a:pt x="40" y="11"/>
                    <a:pt x="40" y="11"/>
                  </a:cubicBezTo>
                  <a:cubicBezTo>
                    <a:pt x="41" y="9"/>
                    <a:pt x="42" y="8"/>
                    <a:pt x="44" y="8"/>
                  </a:cubicBezTo>
                  <a:cubicBezTo>
                    <a:pt x="84" y="8"/>
                    <a:pt x="84" y="8"/>
                    <a:pt x="84" y="8"/>
                  </a:cubicBezTo>
                  <a:cubicBezTo>
                    <a:pt x="86" y="8"/>
                    <a:pt x="87" y="9"/>
                    <a:pt x="88" y="11"/>
                  </a:cubicBezTo>
                  <a:cubicBezTo>
                    <a:pt x="95" y="28"/>
                    <a:pt x="95" y="28"/>
                    <a:pt x="95" y="28"/>
                  </a:cubicBezTo>
                  <a:cubicBezTo>
                    <a:pt x="117" y="32"/>
                    <a:pt x="117" y="32"/>
                    <a:pt x="117" y="32"/>
                  </a:cubicBezTo>
                  <a:cubicBezTo>
                    <a:pt x="119" y="32"/>
                    <a:pt x="120" y="34"/>
                    <a:pt x="120" y="36"/>
                  </a:cubicBezTo>
                  <a:lnTo>
                    <a:pt x="120" y="96"/>
                  </a:lnTo>
                  <a:close/>
                </a:path>
              </a:pathLst>
            </a:custGeom>
            <a:solidFill>
              <a:schemeClr val="accent3"/>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Calibri"/>
                <a:ea typeface="Calibri"/>
                <a:cs typeface="Calibri"/>
                <a:sym typeface="Calibri"/>
              </a:endParaRPr>
            </a:p>
          </p:txBody>
        </p:sp>
      </p:grpSp>
      <p:sp>
        <p:nvSpPr>
          <p:cNvPr id="494" name="Google Shape;494;p1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t/>
            </a:r>
            <a:endParaRPr/>
          </a:p>
        </p:txBody>
      </p:sp>
      <p:sp>
        <p:nvSpPr>
          <p:cNvPr id="495" name="Google Shape;495;p11"/>
          <p:cNvSpPr txBox="1"/>
          <p:nvPr/>
        </p:nvSpPr>
        <p:spPr>
          <a:xfrm>
            <a:off x="1449221" y="3139101"/>
            <a:ext cx="2406493" cy="600164"/>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496" name="Google Shape;496;p11"/>
          <p:cNvSpPr txBox="1"/>
          <p:nvPr/>
        </p:nvSpPr>
        <p:spPr>
          <a:xfrm>
            <a:off x="1357550" y="2858395"/>
            <a:ext cx="255717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sp>
        <p:nvSpPr>
          <p:cNvPr id="497" name="Google Shape;497;p11"/>
          <p:cNvSpPr txBox="1"/>
          <p:nvPr/>
        </p:nvSpPr>
        <p:spPr>
          <a:xfrm>
            <a:off x="1449221" y="4266263"/>
            <a:ext cx="2406493" cy="600164"/>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498" name="Google Shape;498;p11"/>
          <p:cNvSpPr txBox="1"/>
          <p:nvPr/>
        </p:nvSpPr>
        <p:spPr>
          <a:xfrm>
            <a:off x="1357550" y="3985557"/>
            <a:ext cx="255717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sp>
        <p:nvSpPr>
          <p:cNvPr id="499" name="Google Shape;499;p11"/>
          <p:cNvSpPr txBox="1"/>
          <p:nvPr/>
        </p:nvSpPr>
        <p:spPr>
          <a:xfrm>
            <a:off x="5027125" y="3135283"/>
            <a:ext cx="2406493" cy="600164"/>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500" name="Google Shape;500;p11"/>
          <p:cNvSpPr txBox="1"/>
          <p:nvPr/>
        </p:nvSpPr>
        <p:spPr>
          <a:xfrm>
            <a:off x="4935454" y="2854577"/>
            <a:ext cx="255717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sp>
        <p:nvSpPr>
          <p:cNvPr id="501" name="Google Shape;501;p11"/>
          <p:cNvSpPr txBox="1"/>
          <p:nvPr/>
        </p:nvSpPr>
        <p:spPr>
          <a:xfrm>
            <a:off x="5039025" y="4293334"/>
            <a:ext cx="2406493" cy="600164"/>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502" name="Google Shape;502;p11"/>
          <p:cNvSpPr txBox="1"/>
          <p:nvPr/>
        </p:nvSpPr>
        <p:spPr>
          <a:xfrm>
            <a:off x="4947354" y="4012628"/>
            <a:ext cx="255717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sp>
        <p:nvSpPr>
          <p:cNvPr id="503" name="Google Shape;503;p11"/>
          <p:cNvSpPr txBox="1"/>
          <p:nvPr/>
        </p:nvSpPr>
        <p:spPr>
          <a:xfrm>
            <a:off x="8505156" y="3111357"/>
            <a:ext cx="2406493" cy="600164"/>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504" name="Google Shape;504;p11"/>
          <p:cNvSpPr txBox="1"/>
          <p:nvPr/>
        </p:nvSpPr>
        <p:spPr>
          <a:xfrm>
            <a:off x="8413485" y="2830651"/>
            <a:ext cx="255717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sp>
        <p:nvSpPr>
          <p:cNvPr id="505" name="Google Shape;505;p11"/>
          <p:cNvSpPr txBox="1"/>
          <p:nvPr/>
        </p:nvSpPr>
        <p:spPr>
          <a:xfrm>
            <a:off x="8515484" y="4290711"/>
            <a:ext cx="2406493" cy="600164"/>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506" name="Google Shape;506;p11"/>
          <p:cNvSpPr txBox="1"/>
          <p:nvPr/>
        </p:nvSpPr>
        <p:spPr>
          <a:xfrm>
            <a:off x="8423813" y="4010005"/>
            <a:ext cx="255717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pic>
        <p:nvPicPr>
          <p:cNvPr id="507" name="Google Shape;507;p11"/>
          <p:cNvPicPr preferRelativeResize="0"/>
          <p:nvPr/>
        </p:nvPicPr>
        <p:blipFill rotWithShape="1">
          <a:blip r:embed="rId3">
            <a:alphaModFix/>
          </a:blip>
          <a:srcRect b="0" l="0" r="0" t="0"/>
          <a:stretch/>
        </p:blipFill>
        <p:spPr>
          <a:xfrm>
            <a:off x="5114018" y="6594272"/>
            <a:ext cx="1951264" cy="146845"/>
          </a:xfrm>
          <a:prstGeom prst="rect">
            <a:avLst/>
          </a:prstGeom>
          <a:noFill/>
          <a:ln>
            <a:noFill/>
          </a:ln>
        </p:spPr>
      </p:pic>
      <p:sp>
        <p:nvSpPr>
          <p:cNvPr id="508" name="Google Shape;508;p11"/>
          <p:cNvSpPr txBox="1"/>
          <p:nvPr/>
        </p:nvSpPr>
        <p:spPr>
          <a:xfrm>
            <a:off x="839788" y="5278960"/>
            <a:ext cx="10141200" cy="1015663"/>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0" i="0" lang="en-US" sz="1200">
                <a:solidFill>
                  <a:srgbClr val="666666"/>
                </a:solidFill>
                <a:latin typeface="Calibri"/>
                <a:ea typeface="Calibri"/>
                <a:cs typeface="Calibri"/>
                <a:sym typeface="Calibri"/>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 Donec pede justo, fringilla vel, aliquet nec, vulputate eget, arcu. In enim justo, rhoncus ut, imperdiet a, venenatis vitae, justo. Nullam dictum felis eu pede mollis pretium. Integer tincidunt. Cras dapibus. Vivamus elementum semper nisi. Aenean vulputate eleifend tellus. </a:t>
            </a:r>
            <a:endParaRPr/>
          </a:p>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2" name="Shape 512"/>
        <p:cNvGrpSpPr/>
        <p:nvPr/>
      </p:nvGrpSpPr>
      <p:grpSpPr>
        <a:xfrm>
          <a:off x="0" y="0"/>
          <a:ext cx="0" cy="0"/>
          <a:chOff x="0" y="0"/>
          <a:chExt cx="0" cy="0"/>
        </a:xfrm>
      </p:grpSpPr>
      <p:sp>
        <p:nvSpPr>
          <p:cNvPr id="513" name="Google Shape;513;p1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t/>
            </a:r>
            <a:endParaRPr/>
          </a:p>
        </p:txBody>
      </p:sp>
      <p:sp>
        <p:nvSpPr>
          <p:cNvPr id="514" name="Google Shape;514;p12"/>
          <p:cNvSpPr txBox="1"/>
          <p:nvPr/>
        </p:nvSpPr>
        <p:spPr>
          <a:xfrm>
            <a:off x="5861141" y="4918854"/>
            <a:ext cx="4070400" cy="430887"/>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grpSp>
        <p:nvGrpSpPr>
          <p:cNvPr id="515" name="Google Shape;515;p12"/>
          <p:cNvGrpSpPr/>
          <p:nvPr/>
        </p:nvGrpSpPr>
        <p:grpSpPr>
          <a:xfrm>
            <a:off x="5565883" y="4948392"/>
            <a:ext cx="207464" cy="206152"/>
            <a:chOff x="2411760" y="3708613"/>
            <a:chExt cx="206152" cy="206152"/>
          </a:xfrm>
        </p:grpSpPr>
        <p:sp>
          <p:nvSpPr>
            <p:cNvPr id="516" name="Google Shape;516;p12"/>
            <p:cNvSpPr/>
            <p:nvPr/>
          </p:nvSpPr>
          <p:spPr>
            <a:xfrm>
              <a:off x="2411760" y="3708613"/>
              <a:ext cx="206152" cy="20615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rgbClr val="3F3F3F"/>
                </a:solidFill>
                <a:latin typeface="Arial"/>
                <a:ea typeface="Arial"/>
                <a:cs typeface="Arial"/>
                <a:sym typeface="Arial"/>
              </a:endParaRPr>
            </a:p>
          </p:txBody>
        </p:sp>
        <p:sp>
          <p:nvSpPr>
            <p:cNvPr id="517" name="Google Shape;517;p12"/>
            <p:cNvSpPr/>
            <p:nvPr/>
          </p:nvSpPr>
          <p:spPr>
            <a:xfrm>
              <a:off x="2478836" y="3755880"/>
              <a:ext cx="72000" cy="108000"/>
            </a:xfrm>
            <a:prstGeom prst="chevron">
              <a:avLst>
                <a:gd fmla="val 65228"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rgbClr val="3F3F3F"/>
                </a:solidFill>
                <a:latin typeface="Arial"/>
                <a:ea typeface="Arial"/>
                <a:cs typeface="Arial"/>
                <a:sym typeface="Arial"/>
              </a:endParaRPr>
            </a:p>
          </p:txBody>
        </p:sp>
      </p:grpSp>
      <p:sp>
        <p:nvSpPr>
          <p:cNvPr id="518" name="Google Shape;518;p12"/>
          <p:cNvSpPr txBox="1"/>
          <p:nvPr/>
        </p:nvSpPr>
        <p:spPr>
          <a:xfrm>
            <a:off x="5861140" y="5339406"/>
            <a:ext cx="4070400" cy="430887"/>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grpSp>
        <p:nvGrpSpPr>
          <p:cNvPr id="519" name="Google Shape;519;p12"/>
          <p:cNvGrpSpPr/>
          <p:nvPr/>
        </p:nvGrpSpPr>
        <p:grpSpPr>
          <a:xfrm>
            <a:off x="5565883" y="5362350"/>
            <a:ext cx="207464" cy="206152"/>
            <a:chOff x="2411760" y="3708613"/>
            <a:chExt cx="206152" cy="206152"/>
          </a:xfrm>
        </p:grpSpPr>
        <p:sp>
          <p:nvSpPr>
            <p:cNvPr id="520" name="Google Shape;520;p12"/>
            <p:cNvSpPr/>
            <p:nvPr/>
          </p:nvSpPr>
          <p:spPr>
            <a:xfrm>
              <a:off x="2411760" y="3708613"/>
              <a:ext cx="206152" cy="20615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rgbClr val="3F3F3F"/>
                </a:solidFill>
                <a:latin typeface="Arial"/>
                <a:ea typeface="Arial"/>
                <a:cs typeface="Arial"/>
                <a:sym typeface="Arial"/>
              </a:endParaRPr>
            </a:p>
          </p:txBody>
        </p:sp>
        <p:sp>
          <p:nvSpPr>
            <p:cNvPr id="521" name="Google Shape;521;p12"/>
            <p:cNvSpPr/>
            <p:nvPr/>
          </p:nvSpPr>
          <p:spPr>
            <a:xfrm>
              <a:off x="2478836" y="3755880"/>
              <a:ext cx="72000" cy="108000"/>
            </a:xfrm>
            <a:prstGeom prst="chevron">
              <a:avLst>
                <a:gd fmla="val 65228"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rgbClr val="3F3F3F"/>
                </a:solidFill>
                <a:latin typeface="Arial"/>
                <a:ea typeface="Arial"/>
                <a:cs typeface="Arial"/>
                <a:sym typeface="Arial"/>
              </a:endParaRPr>
            </a:p>
          </p:txBody>
        </p:sp>
      </p:grpSp>
      <p:pic>
        <p:nvPicPr>
          <p:cNvPr descr="A picture containing sky, grass, outdoor, day&#10;&#10;Description automatically generated" id="522" name="Google Shape;522;p12"/>
          <p:cNvPicPr preferRelativeResize="0"/>
          <p:nvPr/>
        </p:nvPicPr>
        <p:blipFill rotWithShape="1">
          <a:blip r:embed="rId3">
            <a:alphaModFix/>
          </a:blip>
          <a:srcRect b="0" l="9179" r="9179" t="0"/>
          <a:stretch/>
        </p:blipFill>
        <p:spPr>
          <a:xfrm>
            <a:off x="1190561" y="2024976"/>
            <a:ext cx="3990294" cy="3665336"/>
          </a:xfrm>
          <a:prstGeom prst="rect">
            <a:avLst/>
          </a:prstGeom>
          <a:noFill/>
          <a:ln>
            <a:noFill/>
          </a:ln>
        </p:spPr>
      </p:pic>
      <p:pic>
        <p:nvPicPr>
          <p:cNvPr id="523" name="Google Shape;523;p12"/>
          <p:cNvPicPr preferRelativeResize="0"/>
          <p:nvPr/>
        </p:nvPicPr>
        <p:blipFill rotWithShape="1">
          <a:blip r:embed="rId4">
            <a:alphaModFix/>
          </a:blip>
          <a:srcRect b="0" l="0" r="0" t="0"/>
          <a:stretch/>
        </p:blipFill>
        <p:spPr>
          <a:xfrm>
            <a:off x="5114018" y="6594272"/>
            <a:ext cx="1951264" cy="146845"/>
          </a:xfrm>
          <a:prstGeom prst="rect">
            <a:avLst/>
          </a:prstGeom>
          <a:noFill/>
          <a:ln>
            <a:noFill/>
          </a:ln>
        </p:spPr>
      </p:pic>
      <p:sp>
        <p:nvSpPr>
          <p:cNvPr id="524" name="Google Shape;524;p12"/>
          <p:cNvSpPr txBox="1"/>
          <p:nvPr/>
        </p:nvSpPr>
        <p:spPr>
          <a:xfrm>
            <a:off x="5565883" y="2635247"/>
            <a:ext cx="5285015" cy="1200329"/>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b="0" i="0" lang="en-US" sz="1200">
                <a:solidFill>
                  <a:srgbClr val="666666"/>
                </a:solidFill>
                <a:latin typeface="Calibri"/>
                <a:ea typeface="Calibri"/>
                <a:cs typeface="Calibri"/>
                <a:sym typeface="Calibri"/>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 Donec pede justo, fringilla vel, aliquet nec, vulputate eget, arcu. </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25" name="Google Shape;525;p12"/>
          <p:cNvSpPr txBox="1"/>
          <p:nvPr/>
        </p:nvSpPr>
        <p:spPr>
          <a:xfrm>
            <a:off x="5565882" y="3780376"/>
            <a:ext cx="5285015" cy="1200329"/>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b="0" i="0" lang="en-US" sz="1200">
                <a:solidFill>
                  <a:srgbClr val="666666"/>
                </a:solidFill>
                <a:latin typeface="Calibri"/>
                <a:ea typeface="Calibri"/>
                <a:cs typeface="Calibri"/>
                <a:sym typeface="Calibri"/>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 Donec pede justo, fringilla vel, aliquet nec, vulputate eget, arcu. </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9" name="Shape 529"/>
        <p:cNvGrpSpPr/>
        <p:nvPr/>
      </p:nvGrpSpPr>
      <p:grpSpPr>
        <a:xfrm>
          <a:off x="0" y="0"/>
          <a:ext cx="0" cy="0"/>
          <a:chOff x="0" y="0"/>
          <a:chExt cx="0" cy="0"/>
        </a:xfrm>
      </p:grpSpPr>
      <p:grpSp>
        <p:nvGrpSpPr>
          <p:cNvPr id="530" name="Google Shape;530;p13"/>
          <p:cNvGrpSpPr/>
          <p:nvPr/>
        </p:nvGrpSpPr>
        <p:grpSpPr>
          <a:xfrm>
            <a:off x="5508988" y="1291250"/>
            <a:ext cx="5446027" cy="950862"/>
            <a:chOff x="5292036" y="974450"/>
            <a:chExt cx="5446027" cy="950862"/>
          </a:xfrm>
        </p:grpSpPr>
        <p:sp>
          <p:nvSpPr>
            <p:cNvPr id="531" name="Google Shape;531;p13"/>
            <p:cNvSpPr txBox="1"/>
            <p:nvPr/>
          </p:nvSpPr>
          <p:spPr>
            <a:xfrm>
              <a:off x="6230371" y="1052382"/>
              <a:ext cx="4507692" cy="400110"/>
            </a:xfrm>
            <a:prstGeom prst="rect">
              <a:avLst/>
            </a:prstGeom>
            <a:noFill/>
            <a:ln>
              <a:noFill/>
            </a:ln>
          </p:spPr>
          <p:txBody>
            <a:bodyPr anchorCtr="0" anchor="t" bIns="45700" lIns="108000" spcFirstLastPara="1" rIns="108000"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LOREM IPSUM DOLOR SIT AMET</a:t>
              </a:r>
              <a:endParaRPr b="1" sz="2000">
                <a:solidFill>
                  <a:schemeClr val="dk1"/>
                </a:solidFill>
                <a:latin typeface="Calibri"/>
                <a:ea typeface="Calibri"/>
                <a:cs typeface="Calibri"/>
                <a:sym typeface="Calibri"/>
              </a:endParaRPr>
            </a:p>
          </p:txBody>
        </p:sp>
        <p:sp>
          <p:nvSpPr>
            <p:cNvPr id="532" name="Google Shape;532;p13"/>
            <p:cNvSpPr txBox="1"/>
            <p:nvPr/>
          </p:nvSpPr>
          <p:spPr>
            <a:xfrm>
              <a:off x="5292036" y="974450"/>
              <a:ext cx="958096" cy="646331"/>
            </a:xfrm>
            <a:prstGeom prst="rect">
              <a:avLst/>
            </a:prstGeom>
            <a:noFill/>
            <a:ln>
              <a:noFill/>
            </a:ln>
          </p:spPr>
          <p:txBody>
            <a:bodyPr anchorCtr="0" anchor="t" bIns="45700" lIns="108000" spcFirstLastPara="1" rIns="108000" wrap="square" tIns="45700">
              <a:spAutoFit/>
            </a:bodyPr>
            <a:lstStyle/>
            <a:p>
              <a:pPr indent="0" lvl="0" marL="0" marR="0" rtl="0" algn="ctr">
                <a:spcBef>
                  <a:spcPts val="0"/>
                </a:spcBef>
                <a:spcAft>
                  <a:spcPts val="0"/>
                </a:spcAft>
                <a:buNone/>
              </a:pPr>
              <a:r>
                <a:rPr b="1" lang="en-US" sz="3600">
                  <a:solidFill>
                    <a:schemeClr val="dk1"/>
                  </a:solidFill>
                  <a:latin typeface="Calibri"/>
                  <a:ea typeface="Calibri"/>
                  <a:cs typeface="Calibri"/>
                  <a:sym typeface="Calibri"/>
                </a:rPr>
                <a:t>01</a:t>
              </a:r>
              <a:endParaRPr b="1" sz="3600">
                <a:solidFill>
                  <a:schemeClr val="dk1"/>
                </a:solidFill>
                <a:latin typeface="Calibri"/>
                <a:ea typeface="Calibri"/>
                <a:cs typeface="Calibri"/>
                <a:sym typeface="Calibri"/>
              </a:endParaRPr>
            </a:p>
          </p:txBody>
        </p:sp>
        <p:sp>
          <p:nvSpPr>
            <p:cNvPr id="533" name="Google Shape;533;p13"/>
            <p:cNvSpPr txBox="1"/>
            <p:nvPr/>
          </p:nvSpPr>
          <p:spPr>
            <a:xfrm>
              <a:off x="6376998" y="1463647"/>
              <a:ext cx="4034202" cy="461665"/>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Lorem Ipsum is simply dummy text of the printing and typesetting industry. Lorem Ipsum has been.</a:t>
              </a:r>
              <a:endParaRPr/>
            </a:p>
          </p:txBody>
        </p:sp>
      </p:grpSp>
      <p:grpSp>
        <p:nvGrpSpPr>
          <p:cNvPr id="534" name="Google Shape;534;p13"/>
          <p:cNvGrpSpPr/>
          <p:nvPr/>
        </p:nvGrpSpPr>
        <p:grpSpPr>
          <a:xfrm>
            <a:off x="5508988" y="2541601"/>
            <a:ext cx="5446027" cy="950862"/>
            <a:chOff x="5292036" y="974450"/>
            <a:chExt cx="5446027" cy="950862"/>
          </a:xfrm>
        </p:grpSpPr>
        <p:sp>
          <p:nvSpPr>
            <p:cNvPr id="535" name="Google Shape;535;p13"/>
            <p:cNvSpPr txBox="1"/>
            <p:nvPr/>
          </p:nvSpPr>
          <p:spPr>
            <a:xfrm>
              <a:off x="6230371" y="1052382"/>
              <a:ext cx="4507692" cy="400110"/>
            </a:xfrm>
            <a:prstGeom prst="rect">
              <a:avLst/>
            </a:prstGeom>
            <a:noFill/>
            <a:ln>
              <a:noFill/>
            </a:ln>
          </p:spPr>
          <p:txBody>
            <a:bodyPr anchorCtr="0" anchor="t" bIns="45700" lIns="108000" spcFirstLastPara="1" rIns="108000"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LOREM IPSUM DOLOR SIT AMET</a:t>
              </a:r>
              <a:endParaRPr b="1" sz="2000">
                <a:solidFill>
                  <a:schemeClr val="dk1"/>
                </a:solidFill>
                <a:latin typeface="Calibri"/>
                <a:ea typeface="Calibri"/>
                <a:cs typeface="Calibri"/>
                <a:sym typeface="Calibri"/>
              </a:endParaRPr>
            </a:p>
          </p:txBody>
        </p:sp>
        <p:sp>
          <p:nvSpPr>
            <p:cNvPr id="536" name="Google Shape;536;p13"/>
            <p:cNvSpPr txBox="1"/>
            <p:nvPr/>
          </p:nvSpPr>
          <p:spPr>
            <a:xfrm>
              <a:off x="5292036" y="974450"/>
              <a:ext cx="958096" cy="646331"/>
            </a:xfrm>
            <a:prstGeom prst="rect">
              <a:avLst/>
            </a:prstGeom>
            <a:noFill/>
            <a:ln>
              <a:noFill/>
            </a:ln>
          </p:spPr>
          <p:txBody>
            <a:bodyPr anchorCtr="0" anchor="t" bIns="45700" lIns="108000" spcFirstLastPara="1" rIns="108000" wrap="square" tIns="45700">
              <a:spAutoFit/>
            </a:bodyPr>
            <a:lstStyle/>
            <a:p>
              <a:pPr indent="0" lvl="0" marL="0" marR="0" rtl="0" algn="ctr">
                <a:spcBef>
                  <a:spcPts val="0"/>
                </a:spcBef>
                <a:spcAft>
                  <a:spcPts val="0"/>
                </a:spcAft>
                <a:buNone/>
              </a:pPr>
              <a:r>
                <a:rPr b="1" lang="en-US" sz="3600">
                  <a:solidFill>
                    <a:schemeClr val="dk1"/>
                  </a:solidFill>
                  <a:latin typeface="Calibri"/>
                  <a:ea typeface="Calibri"/>
                  <a:cs typeface="Calibri"/>
                  <a:sym typeface="Calibri"/>
                </a:rPr>
                <a:t>02</a:t>
              </a:r>
              <a:endParaRPr b="1" sz="3600">
                <a:solidFill>
                  <a:schemeClr val="dk1"/>
                </a:solidFill>
                <a:latin typeface="Calibri"/>
                <a:ea typeface="Calibri"/>
                <a:cs typeface="Calibri"/>
                <a:sym typeface="Calibri"/>
              </a:endParaRPr>
            </a:p>
          </p:txBody>
        </p:sp>
        <p:sp>
          <p:nvSpPr>
            <p:cNvPr id="537" name="Google Shape;537;p13"/>
            <p:cNvSpPr txBox="1"/>
            <p:nvPr/>
          </p:nvSpPr>
          <p:spPr>
            <a:xfrm>
              <a:off x="6376998" y="1463647"/>
              <a:ext cx="4034202" cy="461665"/>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Lorem Ipsum is simply dummy text of the printing and typesetting industry. Lorem Ipsum has been.</a:t>
              </a:r>
              <a:endParaRPr/>
            </a:p>
          </p:txBody>
        </p:sp>
      </p:grpSp>
      <p:grpSp>
        <p:nvGrpSpPr>
          <p:cNvPr id="538" name="Google Shape;538;p13"/>
          <p:cNvGrpSpPr/>
          <p:nvPr/>
        </p:nvGrpSpPr>
        <p:grpSpPr>
          <a:xfrm>
            <a:off x="5508988" y="3793220"/>
            <a:ext cx="5446027" cy="950862"/>
            <a:chOff x="5292036" y="974450"/>
            <a:chExt cx="5446027" cy="950862"/>
          </a:xfrm>
        </p:grpSpPr>
        <p:sp>
          <p:nvSpPr>
            <p:cNvPr id="539" name="Google Shape;539;p13"/>
            <p:cNvSpPr txBox="1"/>
            <p:nvPr/>
          </p:nvSpPr>
          <p:spPr>
            <a:xfrm>
              <a:off x="6230371" y="1052382"/>
              <a:ext cx="4507692" cy="400110"/>
            </a:xfrm>
            <a:prstGeom prst="rect">
              <a:avLst/>
            </a:prstGeom>
            <a:noFill/>
            <a:ln>
              <a:noFill/>
            </a:ln>
          </p:spPr>
          <p:txBody>
            <a:bodyPr anchorCtr="0" anchor="t" bIns="45700" lIns="108000" spcFirstLastPara="1" rIns="108000"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LOREM IPSUM DOLOR SIT AMET</a:t>
              </a:r>
              <a:endParaRPr b="1" sz="2000">
                <a:solidFill>
                  <a:schemeClr val="dk1"/>
                </a:solidFill>
                <a:latin typeface="Calibri"/>
                <a:ea typeface="Calibri"/>
                <a:cs typeface="Calibri"/>
                <a:sym typeface="Calibri"/>
              </a:endParaRPr>
            </a:p>
          </p:txBody>
        </p:sp>
        <p:sp>
          <p:nvSpPr>
            <p:cNvPr id="540" name="Google Shape;540;p13"/>
            <p:cNvSpPr txBox="1"/>
            <p:nvPr/>
          </p:nvSpPr>
          <p:spPr>
            <a:xfrm>
              <a:off x="5292036" y="974450"/>
              <a:ext cx="958096" cy="646331"/>
            </a:xfrm>
            <a:prstGeom prst="rect">
              <a:avLst/>
            </a:prstGeom>
            <a:noFill/>
            <a:ln>
              <a:noFill/>
            </a:ln>
          </p:spPr>
          <p:txBody>
            <a:bodyPr anchorCtr="0" anchor="t" bIns="45700" lIns="108000" spcFirstLastPara="1" rIns="108000" wrap="square" tIns="45700">
              <a:spAutoFit/>
            </a:bodyPr>
            <a:lstStyle/>
            <a:p>
              <a:pPr indent="0" lvl="0" marL="0" marR="0" rtl="0" algn="ctr">
                <a:spcBef>
                  <a:spcPts val="0"/>
                </a:spcBef>
                <a:spcAft>
                  <a:spcPts val="0"/>
                </a:spcAft>
                <a:buNone/>
              </a:pPr>
              <a:r>
                <a:rPr b="1" lang="en-US" sz="3600">
                  <a:solidFill>
                    <a:schemeClr val="dk1"/>
                  </a:solidFill>
                  <a:latin typeface="Calibri"/>
                  <a:ea typeface="Calibri"/>
                  <a:cs typeface="Calibri"/>
                  <a:sym typeface="Calibri"/>
                </a:rPr>
                <a:t>03</a:t>
              </a:r>
              <a:endParaRPr b="1" sz="3600">
                <a:solidFill>
                  <a:schemeClr val="dk1"/>
                </a:solidFill>
                <a:latin typeface="Calibri"/>
                <a:ea typeface="Calibri"/>
                <a:cs typeface="Calibri"/>
                <a:sym typeface="Calibri"/>
              </a:endParaRPr>
            </a:p>
          </p:txBody>
        </p:sp>
        <p:sp>
          <p:nvSpPr>
            <p:cNvPr id="541" name="Google Shape;541;p13"/>
            <p:cNvSpPr txBox="1"/>
            <p:nvPr/>
          </p:nvSpPr>
          <p:spPr>
            <a:xfrm>
              <a:off x="6376998" y="1463647"/>
              <a:ext cx="4034202" cy="461665"/>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Lorem Ipsum is simply dummy text of the printing and typesetting industry. Lorem Ipsum has been.</a:t>
              </a:r>
              <a:endParaRPr/>
            </a:p>
          </p:txBody>
        </p:sp>
      </p:grpSp>
      <p:grpSp>
        <p:nvGrpSpPr>
          <p:cNvPr id="542" name="Google Shape;542;p13"/>
          <p:cNvGrpSpPr/>
          <p:nvPr/>
        </p:nvGrpSpPr>
        <p:grpSpPr>
          <a:xfrm>
            <a:off x="5508988" y="5047070"/>
            <a:ext cx="5446027" cy="950862"/>
            <a:chOff x="5292036" y="974450"/>
            <a:chExt cx="5446027" cy="950862"/>
          </a:xfrm>
        </p:grpSpPr>
        <p:sp>
          <p:nvSpPr>
            <p:cNvPr id="543" name="Google Shape;543;p13"/>
            <p:cNvSpPr txBox="1"/>
            <p:nvPr/>
          </p:nvSpPr>
          <p:spPr>
            <a:xfrm>
              <a:off x="6230371" y="1052382"/>
              <a:ext cx="4507692" cy="400110"/>
            </a:xfrm>
            <a:prstGeom prst="rect">
              <a:avLst/>
            </a:prstGeom>
            <a:noFill/>
            <a:ln>
              <a:noFill/>
            </a:ln>
          </p:spPr>
          <p:txBody>
            <a:bodyPr anchorCtr="0" anchor="t" bIns="45700" lIns="108000" spcFirstLastPara="1" rIns="108000"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LOREM IPSUM DOLOR SIT AMET</a:t>
              </a:r>
              <a:endParaRPr b="1" sz="2000">
                <a:solidFill>
                  <a:schemeClr val="dk1"/>
                </a:solidFill>
                <a:latin typeface="Calibri"/>
                <a:ea typeface="Calibri"/>
                <a:cs typeface="Calibri"/>
                <a:sym typeface="Calibri"/>
              </a:endParaRPr>
            </a:p>
          </p:txBody>
        </p:sp>
        <p:sp>
          <p:nvSpPr>
            <p:cNvPr id="544" name="Google Shape;544;p13"/>
            <p:cNvSpPr txBox="1"/>
            <p:nvPr/>
          </p:nvSpPr>
          <p:spPr>
            <a:xfrm>
              <a:off x="5292036" y="974450"/>
              <a:ext cx="958096" cy="646331"/>
            </a:xfrm>
            <a:prstGeom prst="rect">
              <a:avLst/>
            </a:prstGeom>
            <a:noFill/>
            <a:ln>
              <a:noFill/>
            </a:ln>
          </p:spPr>
          <p:txBody>
            <a:bodyPr anchorCtr="0" anchor="t" bIns="45700" lIns="108000" spcFirstLastPara="1" rIns="108000" wrap="square" tIns="45700">
              <a:spAutoFit/>
            </a:bodyPr>
            <a:lstStyle/>
            <a:p>
              <a:pPr indent="0" lvl="0" marL="0" marR="0" rtl="0" algn="ctr">
                <a:spcBef>
                  <a:spcPts val="0"/>
                </a:spcBef>
                <a:spcAft>
                  <a:spcPts val="0"/>
                </a:spcAft>
                <a:buNone/>
              </a:pPr>
              <a:r>
                <a:rPr b="1" lang="en-US" sz="3600">
                  <a:solidFill>
                    <a:schemeClr val="dk1"/>
                  </a:solidFill>
                  <a:latin typeface="Calibri"/>
                  <a:ea typeface="Calibri"/>
                  <a:cs typeface="Calibri"/>
                  <a:sym typeface="Calibri"/>
                </a:rPr>
                <a:t>04</a:t>
              </a:r>
              <a:endParaRPr b="1" sz="3600">
                <a:solidFill>
                  <a:schemeClr val="dk1"/>
                </a:solidFill>
                <a:latin typeface="Calibri"/>
                <a:ea typeface="Calibri"/>
                <a:cs typeface="Calibri"/>
                <a:sym typeface="Calibri"/>
              </a:endParaRPr>
            </a:p>
          </p:txBody>
        </p:sp>
        <p:sp>
          <p:nvSpPr>
            <p:cNvPr id="545" name="Google Shape;545;p13"/>
            <p:cNvSpPr txBox="1"/>
            <p:nvPr/>
          </p:nvSpPr>
          <p:spPr>
            <a:xfrm>
              <a:off x="6376998" y="1463647"/>
              <a:ext cx="4034202" cy="461665"/>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Lorem Ipsum is simply dummy text of the printing and typesetting industry. Lorem Ipsum has been.</a:t>
              </a:r>
              <a:endParaRPr/>
            </a:p>
          </p:txBody>
        </p:sp>
      </p:grpSp>
      <p:pic>
        <p:nvPicPr>
          <p:cNvPr id="546" name="Google Shape;546;p13"/>
          <p:cNvPicPr preferRelativeResize="0"/>
          <p:nvPr/>
        </p:nvPicPr>
        <p:blipFill rotWithShape="1">
          <a:blip r:embed="rId3">
            <a:alphaModFix/>
          </a:blip>
          <a:srcRect b="0" l="0" r="0" t="0"/>
          <a:stretch/>
        </p:blipFill>
        <p:spPr>
          <a:xfrm>
            <a:off x="5114018" y="6594272"/>
            <a:ext cx="1951264" cy="14684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0" name="Shape 550"/>
        <p:cNvGrpSpPr/>
        <p:nvPr/>
      </p:nvGrpSpPr>
      <p:grpSpPr>
        <a:xfrm>
          <a:off x="0" y="0"/>
          <a:ext cx="0" cy="0"/>
          <a:chOff x="0" y="0"/>
          <a:chExt cx="0" cy="0"/>
        </a:xfrm>
      </p:grpSpPr>
      <p:sp>
        <p:nvSpPr>
          <p:cNvPr id="551" name="Google Shape;551;p14"/>
          <p:cNvSpPr txBox="1"/>
          <p:nvPr/>
        </p:nvSpPr>
        <p:spPr>
          <a:xfrm>
            <a:off x="5541601" y="2793004"/>
            <a:ext cx="4070400" cy="430887"/>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552" name="Google Shape;552;p14"/>
          <p:cNvSpPr txBox="1"/>
          <p:nvPr/>
        </p:nvSpPr>
        <p:spPr>
          <a:xfrm>
            <a:off x="5194654" y="2372452"/>
            <a:ext cx="255717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grpSp>
        <p:nvGrpSpPr>
          <p:cNvPr id="553" name="Google Shape;553;p14"/>
          <p:cNvGrpSpPr/>
          <p:nvPr/>
        </p:nvGrpSpPr>
        <p:grpSpPr>
          <a:xfrm>
            <a:off x="5246343" y="2822542"/>
            <a:ext cx="207464" cy="206152"/>
            <a:chOff x="2411760" y="3708613"/>
            <a:chExt cx="206152" cy="206152"/>
          </a:xfrm>
        </p:grpSpPr>
        <p:sp>
          <p:nvSpPr>
            <p:cNvPr id="554" name="Google Shape;554;p14"/>
            <p:cNvSpPr/>
            <p:nvPr/>
          </p:nvSpPr>
          <p:spPr>
            <a:xfrm>
              <a:off x="2411760" y="3708613"/>
              <a:ext cx="206152" cy="20615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rgbClr val="3F3F3F"/>
                </a:solidFill>
                <a:latin typeface="Arial"/>
                <a:ea typeface="Arial"/>
                <a:cs typeface="Arial"/>
                <a:sym typeface="Arial"/>
              </a:endParaRPr>
            </a:p>
          </p:txBody>
        </p:sp>
        <p:sp>
          <p:nvSpPr>
            <p:cNvPr id="555" name="Google Shape;555;p14"/>
            <p:cNvSpPr/>
            <p:nvPr/>
          </p:nvSpPr>
          <p:spPr>
            <a:xfrm>
              <a:off x="2478836" y="3755880"/>
              <a:ext cx="72000" cy="108000"/>
            </a:xfrm>
            <a:prstGeom prst="chevron">
              <a:avLst>
                <a:gd fmla="val 65228"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rgbClr val="3F3F3F"/>
                </a:solidFill>
                <a:latin typeface="Arial"/>
                <a:ea typeface="Arial"/>
                <a:cs typeface="Arial"/>
                <a:sym typeface="Arial"/>
              </a:endParaRPr>
            </a:p>
          </p:txBody>
        </p:sp>
      </p:grpSp>
      <p:sp>
        <p:nvSpPr>
          <p:cNvPr id="556" name="Google Shape;556;p14"/>
          <p:cNvSpPr txBox="1"/>
          <p:nvPr/>
        </p:nvSpPr>
        <p:spPr>
          <a:xfrm>
            <a:off x="5541600" y="3213556"/>
            <a:ext cx="4070400" cy="430887"/>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grpSp>
        <p:nvGrpSpPr>
          <p:cNvPr id="557" name="Google Shape;557;p14"/>
          <p:cNvGrpSpPr/>
          <p:nvPr/>
        </p:nvGrpSpPr>
        <p:grpSpPr>
          <a:xfrm>
            <a:off x="5246343" y="3236500"/>
            <a:ext cx="207464" cy="206152"/>
            <a:chOff x="2411760" y="3708613"/>
            <a:chExt cx="206152" cy="206152"/>
          </a:xfrm>
        </p:grpSpPr>
        <p:sp>
          <p:nvSpPr>
            <p:cNvPr id="558" name="Google Shape;558;p14"/>
            <p:cNvSpPr/>
            <p:nvPr/>
          </p:nvSpPr>
          <p:spPr>
            <a:xfrm>
              <a:off x="2411760" y="3708613"/>
              <a:ext cx="206152" cy="206152"/>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rgbClr val="3F3F3F"/>
                </a:solidFill>
                <a:latin typeface="Arial"/>
                <a:ea typeface="Arial"/>
                <a:cs typeface="Arial"/>
                <a:sym typeface="Arial"/>
              </a:endParaRPr>
            </a:p>
          </p:txBody>
        </p:sp>
        <p:sp>
          <p:nvSpPr>
            <p:cNvPr id="559" name="Google Shape;559;p14"/>
            <p:cNvSpPr/>
            <p:nvPr/>
          </p:nvSpPr>
          <p:spPr>
            <a:xfrm>
              <a:off x="2478836" y="3755880"/>
              <a:ext cx="72000" cy="108000"/>
            </a:xfrm>
            <a:prstGeom prst="chevron">
              <a:avLst>
                <a:gd fmla="val 65228"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rgbClr val="3F3F3F"/>
                </a:solidFill>
                <a:latin typeface="Arial"/>
                <a:ea typeface="Arial"/>
                <a:cs typeface="Arial"/>
                <a:sym typeface="Arial"/>
              </a:endParaRPr>
            </a:p>
          </p:txBody>
        </p:sp>
      </p:grpSp>
      <p:sp>
        <p:nvSpPr>
          <p:cNvPr id="560" name="Google Shape;560;p14"/>
          <p:cNvSpPr txBox="1"/>
          <p:nvPr>
            <p:ph type="title"/>
          </p:nvPr>
        </p:nvSpPr>
        <p:spPr>
          <a:xfrm>
            <a:off x="5246343" y="970367"/>
            <a:ext cx="6367257" cy="128931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alibri"/>
              <a:buNone/>
            </a:pPr>
            <a:r>
              <a:t/>
            </a:r>
            <a:endParaRPr/>
          </a:p>
        </p:txBody>
      </p:sp>
      <p:sp>
        <p:nvSpPr>
          <p:cNvPr id="561" name="Google Shape;561;p14"/>
          <p:cNvSpPr txBox="1"/>
          <p:nvPr/>
        </p:nvSpPr>
        <p:spPr>
          <a:xfrm>
            <a:off x="5194654" y="4865624"/>
            <a:ext cx="255717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sp>
        <p:nvSpPr>
          <p:cNvPr id="562" name="Google Shape;562;p14"/>
          <p:cNvSpPr txBox="1"/>
          <p:nvPr/>
        </p:nvSpPr>
        <p:spPr>
          <a:xfrm>
            <a:off x="5246343" y="5163277"/>
            <a:ext cx="2817657" cy="430887"/>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sp>
        <p:nvSpPr>
          <p:cNvPr id="563" name="Google Shape;563;p14"/>
          <p:cNvSpPr txBox="1"/>
          <p:nvPr/>
        </p:nvSpPr>
        <p:spPr>
          <a:xfrm>
            <a:off x="8428654" y="4845168"/>
            <a:ext cx="255717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LORUM IPSUM DOLOR SIT AMET</a:t>
            </a:r>
            <a:endParaRPr/>
          </a:p>
        </p:txBody>
      </p:sp>
      <p:sp>
        <p:nvSpPr>
          <p:cNvPr id="564" name="Google Shape;564;p14"/>
          <p:cNvSpPr txBox="1"/>
          <p:nvPr/>
        </p:nvSpPr>
        <p:spPr>
          <a:xfrm>
            <a:off x="8480343" y="5142821"/>
            <a:ext cx="2817657" cy="430887"/>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Lorem Ipsum is simply dummy text of the printing and typesetting industry. Lorem Ipsum has been.</a:t>
            </a:r>
            <a:endParaRPr/>
          </a:p>
        </p:txBody>
      </p:sp>
      <p:pic>
        <p:nvPicPr>
          <p:cNvPr id="565" name="Google Shape;565;p14"/>
          <p:cNvPicPr preferRelativeResize="0"/>
          <p:nvPr/>
        </p:nvPicPr>
        <p:blipFill rotWithShape="1">
          <a:blip r:embed="rId3">
            <a:alphaModFix/>
          </a:blip>
          <a:srcRect b="0" l="0" r="0" t="0"/>
          <a:stretch/>
        </p:blipFill>
        <p:spPr>
          <a:xfrm>
            <a:off x="5114018" y="6594272"/>
            <a:ext cx="1951264" cy="146845"/>
          </a:xfrm>
          <a:prstGeom prst="rect">
            <a:avLst/>
          </a:prstGeom>
          <a:noFill/>
          <a:ln>
            <a:noFill/>
          </a:ln>
        </p:spPr>
      </p:pic>
      <p:sp>
        <p:nvSpPr>
          <p:cNvPr id="566" name="Google Shape;566;p14"/>
          <p:cNvSpPr txBox="1"/>
          <p:nvPr/>
        </p:nvSpPr>
        <p:spPr>
          <a:xfrm>
            <a:off x="5265407" y="3732018"/>
            <a:ext cx="6032593" cy="1015663"/>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b="0" i="0" lang="en-US" sz="1200">
                <a:solidFill>
                  <a:srgbClr val="666666"/>
                </a:solidFill>
                <a:latin typeface="Calibri"/>
                <a:ea typeface="Calibri"/>
                <a:cs typeface="Calibri"/>
                <a:sym typeface="Calibri"/>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 Donec pede justo, fringilla vel, aliquet nec, vulputate eget, arcu. </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0" name="Shape 570"/>
        <p:cNvGrpSpPr/>
        <p:nvPr/>
      </p:nvGrpSpPr>
      <p:grpSpPr>
        <a:xfrm>
          <a:off x="0" y="0"/>
          <a:ext cx="0" cy="0"/>
          <a:chOff x="0" y="0"/>
          <a:chExt cx="0" cy="0"/>
        </a:xfrm>
      </p:grpSpPr>
      <p:sp>
        <p:nvSpPr>
          <p:cNvPr id="571" name="Google Shape;571;p15"/>
          <p:cNvSpPr txBox="1"/>
          <p:nvPr/>
        </p:nvSpPr>
        <p:spPr>
          <a:xfrm>
            <a:off x="2020612" y="3374939"/>
            <a:ext cx="8043862" cy="1272143"/>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Lorem ipsum dolor sit amet, consectetur adipiscing elit. Proin vitae elit convallis, porta orci nec, pretium lorem. Proin rutrum, odio vitae porttitor mollis, tellus diam egestas sem, at finibus mi leo in nulla. </a:t>
            </a:r>
            <a:endParaRPr/>
          </a:p>
          <a:p>
            <a:pPr indent="0" lvl="0" marL="0" marR="0" rtl="0" algn="ctr">
              <a:spcBef>
                <a:spcPts val="800"/>
              </a:spcBef>
              <a:spcAft>
                <a:spcPts val="0"/>
              </a:spcAft>
              <a:buNone/>
            </a:pPr>
            <a:r>
              <a:rPr lang="en-US" sz="1400">
                <a:solidFill>
                  <a:schemeClr val="lt1"/>
                </a:solidFill>
                <a:latin typeface="Calibri"/>
                <a:ea typeface="Calibri"/>
                <a:cs typeface="Calibri"/>
                <a:sym typeface="Calibri"/>
              </a:rPr>
              <a:t>Fusce ut vehicula quam, nec suscipit velit. Proin a tempus turpis, sit amet aliquam nisl. Nullam consequat ac mauris at volutpat. Aenean aliquet risus quis varius cursus. Donec ipsum sem, gravida sed lectus et, scelerisque ornare leo. Morbi tincidunt lacus in lectus commodo vestibulum. </a:t>
            </a:r>
            <a:endParaRPr b="1" sz="1400">
              <a:solidFill>
                <a:schemeClr val="lt1"/>
              </a:solidFill>
              <a:latin typeface="Calibri"/>
              <a:ea typeface="Calibri"/>
              <a:cs typeface="Calibri"/>
              <a:sym typeface="Calibri"/>
            </a:endParaRPr>
          </a:p>
        </p:txBody>
      </p:sp>
      <p:sp>
        <p:nvSpPr>
          <p:cNvPr id="572" name="Google Shape;572;p15"/>
          <p:cNvSpPr txBox="1"/>
          <p:nvPr/>
        </p:nvSpPr>
        <p:spPr>
          <a:xfrm>
            <a:off x="991913" y="1879704"/>
            <a:ext cx="9915524" cy="854080"/>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lang="en-US" sz="3600">
                <a:solidFill>
                  <a:schemeClr val="lt1"/>
                </a:solidFill>
                <a:latin typeface="Calibri"/>
                <a:ea typeface="Calibri"/>
                <a:cs typeface="Calibri"/>
                <a:sym typeface="Calibri"/>
              </a:rPr>
              <a:t>Lorem ipsum dolor sit amet</a:t>
            </a:r>
            <a:endParaRPr b="1" sz="3600">
              <a:solidFill>
                <a:schemeClr val="lt1"/>
              </a:solidFill>
              <a:latin typeface="Calibri"/>
              <a:ea typeface="Calibri"/>
              <a:cs typeface="Calibri"/>
              <a:sym typeface="Calibri"/>
            </a:endParaRPr>
          </a:p>
        </p:txBody>
      </p:sp>
      <p:sp>
        <p:nvSpPr>
          <p:cNvPr id="573" name="Google Shape;573;p15"/>
          <p:cNvSpPr txBox="1"/>
          <p:nvPr/>
        </p:nvSpPr>
        <p:spPr>
          <a:xfrm>
            <a:off x="1415360" y="2636776"/>
            <a:ext cx="793929" cy="1582549"/>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lang="en-US" sz="7200">
                <a:solidFill>
                  <a:schemeClr val="lt1"/>
                </a:solidFill>
                <a:latin typeface="Antonio"/>
                <a:ea typeface="Antonio"/>
                <a:cs typeface="Antonio"/>
                <a:sym typeface="Antonio"/>
              </a:rPr>
              <a:t>“</a:t>
            </a:r>
            <a:endParaRPr b="1" sz="7200">
              <a:solidFill>
                <a:schemeClr val="lt1"/>
              </a:solidFill>
              <a:latin typeface="Lato"/>
              <a:ea typeface="Lato"/>
              <a:cs typeface="Lato"/>
              <a:sym typeface="Lato"/>
            </a:endParaRPr>
          </a:p>
        </p:txBody>
      </p:sp>
      <p:sp>
        <p:nvSpPr>
          <p:cNvPr id="574" name="Google Shape;574;p15"/>
          <p:cNvSpPr txBox="1"/>
          <p:nvPr/>
        </p:nvSpPr>
        <p:spPr>
          <a:xfrm rot="10800000">
            <a:off x="9875797" y="3705688"/>
            <a:ext cx="793929" cy="1582549"/>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lang="en-US" sz="7200">
                <a:solidFill>
                  <a:schemeClr val="lt1"/>
                </a:solidFill>
                <a:latin typeface="Antonio"/>
                <a:ea typeface="Antonio"/>
                <a:cs typeface="Antonio"/>
                <a:sym typeface="Antonio"/>
              </a:rPr>
              <a:t>“</a:t>
            </a:r>
            <a:endParaRPr b="1" sz="7200">
              <a:solidFill>
                <a:schemeClr val="lt1"/>
              </a:solidFill>
              <a:latin typeface="Lato"/>
              <a:ea typeface="Lato"/>
              <a:cs typeface="Lato"/>
              <a:sym typeface="Lato"/>
            </a:endParaRPr>
          </a:p>
        </p:txBody>
      </p:sp>
      <p:pic>
        <p:nvPicPr>
          <p:cNvPr id="575" name="Google Shape;575;p15"/>
          <p:cNvPicPr preferRelativeResize="0"/>
          <p:nvPr/>
        </p:nvPicPr>
        <p:blipFill rotWithShape="1">
          <a:blip r:embed="rId3">
            <a:alphaModFix/>
          </a:blip>
          <a:srcRect b="0" l="0" r="0" t="0"/>
          <a:stretch/>
        </p:blipFill>
        <p:spPr>
          <a:xfrm>
            <a:off x="5124448" y="6560382"/>
            <a:ext cx="1943103" cy="1462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500"/>
                                        <p:tgtEl>
                                          <p:spTgt spid="5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gtEl>
                                        <p:attrNameLst>
                                          <p:attrName>style.visibility</p:attrName>
                                        </p:attrNameLst>
                                      </p:cBhvr>
                                      <p:to>
                                        <p:strVal val="visible"/>
                                      </p:to>
                                    </p:set>
                                    <p:animEffect filter="fade" transition="in">
                                      <p:cBhvr>
                                        <p:cTn dur="500"/>
                                        <p:tgtEl>
                                          <p:spTgt spid="5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500"/>
                                        <p:tgtEl>
                                          <p:spTgt spid="5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500"/>
                                        <p:tgtEl>
                                          <p:spTgt spid="5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9" name="Shape 579"/>
        <p:cNvGrpSpPr/>
        <p:nvPr/>
      </p:nvGrpSpPr>
      <p:grpSpPr>
        <a:xfrm>
          <a:off x="0" y="0"/>
          <a:ext cx="0" cy="0"/>
          <a:chOff x="0" y="0"/>
          <a:chExt cx="0" cy="0"/>
        </a:xfrm>
      </p:grpSpPr>
      <p:sp>
        <p:nvSpPr>
          <p:cNvPr id="580" name="Google Shape;580;p16"/>
          <p:cNvSpPr txBox="1"/>
          <p:nvPr/>
        </p:nvSpPr>
        <p:spPr>
          <a:xfrm>
            <a:off x="692587" y="2284489"/>
            <a:ext cx="4285613" cy="43088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600">
                <a:solidFill>
                  <a:schemeClr val="dk1"/>
                </a:solidFill>
                <a:latin typeface="Calibri"/>
                <a:ea typeface="Calibri"/>
                <a:cs typeface="Calibri"/>
                <a:sym typeface="Calibri"/>
              </a:rPr>
              <a:t>Description</a:t>
            </a:r>
            <a:endParaRPr/>
          </a:p>
        </p:txBody>
      </p:sp>
      <p:sp>
        <p:nvSpPr>
          <p:cNvPr id="581" name="Google Shape;581;p16"/>
          <p:cNvSpPr/>
          <p:nvPr/>
        </p:nvSpPr>
        <p:spPr>
          <a:xfrm>
            <a:off x="673386" y="2769823"/>
            <a:ext cx="3336160" cy="110799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100">
                <a:solidFill>
                  <a:srgbClr val="595959"/>
                </a:solidFill>
                <a:latin typeface="Calibri"/>
                <a:ea typeface="Calibri"/>
                <a:cs typeface="Calibri"/>
                <a:sym typeface="Calibri"/>
              </a:rPr>
              <a:t>In enim a arcu imperdiet malesuada. Fusce wisi. Nullam at arcu a est sollicitudin euismod. In convallis. Nullam dapibus fermentum ipsum. Aliquam erat volutpat. Excepteur sint occaecat cupidatat non proident, sunt in culpa qui officia deserunt mollit anim id est laborum. Vestibulum fermentum tortor id mi. </a:t>
            </a:r>
            <a:endParaRPr/>
          </a:p>
        </p:txBody>
      </p:sp>
      <p:sp>
        <p:nvSpPr>
          <p:cNvPr id="582" name="Google Shape;582;p16"/>
          <p:cNvSpPr/>
          <p:nvPr/>
        </p:nvSpPr>
        <p:spPr>
          <a:xfrm>
            <a:off x="4332925" y="2423439"/>
            <a:ext cx="179577" cy="179577"/>
          </a:xfrm>
          <a:prstGeom prst="ellipse">
            <a:avLst/>
          </a:prstGeom>
          <a:solidFill>
            <a:srgbClr val="580C1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583" name="Google Shape;583;p16"/>
          <p:cNvSpPr/>
          <p:nvPr/>
        </p:nvSpPr>
        <p:spPr>
          <a:xfrm>
            <a:off x="4332925" y="3829928"/>
            <a:ext cx="179268" cy="17957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584" name="Google Shape;584;p16"/>
          <p:cNvSpPr/>
          <p:nvPr/>
        </p:nvSpPr>
        <p:spPr>
          <a:xfrm>
            <a:off x="8050251" y="2423438"/>
            <a:ext cx="179268" cy="179577"/>
          </a:xfrm>
          <a:prstGeom prst="ellipse">
            <a:avLst/>
          </a:prstGeom>
          <a:solidFill>
            <a:srgbClr val="C522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585" name="Google Shape;585;p16"/>
          <p:cNvSpPr/>
          <p:nvPr/>
        </p:nvSpPr>
        <p:spPr>
          <a:xfrm>
            <a:off x="8049942" y="3830200"/>
            <a:ext cx="179577" cy="179577"/>
          </a:xfrm>
          <a:prstGeom prst="ellipse">
            <a:avLst/>
          </a:prstGeom>
          <a:solidFill>
            <a:srgbClr val="6F49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aseline="-25000" sz="1350">
              <a:solidFill>
                <a:schemeClr val="lt1"/>
              </a:solidFill>
              <a:latin typeface="Calibri"/>
              <a:ea typeface="Calibri"/>
              <a:cs typeface="Calibri"/>
              <a:sym typeface="Calibri"/>
            </a:endParaRPr>
          </a:p>
        </p:txBody>
      </p:sp>
      <p:sp>
        <p:nvSpPr>
          <p:cNvPr id="586" name="Google Shape;586;p16"/>
          <p:cNvSpPr/>
          <p:nvPr/>
        </p:nvSpPr>
        <p:spPr>
          <a:xfrm>
            <a:off x="4589786" y="2357259"/>
            <a:ext cx="3156584" cy="76944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100">
                <a:solidFill>
                  <a:srgbClr val="595959"/>
                </a:solidFill>
                <a:latin typeface="Calibri"/>
                <a:ea typeface="Calibri"/>
                <a:cs typeface="Calibri"/>
                <a:sym typeface="Calibri"/>
              </a:rPr>
              <a:t>In enim a arcu imperdiet malesuada. Fusce wisi. Nullam at arcu a est sollicitudin euismod. In convallis. Nullam dapibus fermentum ipsum. Aliquam erat volutpat. </a:t>
            </a:r>
            <a:endParaRPr/>
          </a:p>
        </p:txBody>
      </p:sp>
      <p:sp>
        <p:nvSpPr>
          <p:cNvPr id="587" name="Google Shape;587;p16"/>
          <p:cNvSpPr/>
          <p:nvPr/>
        </p:nvSpPr>
        <p:spPr>
          <a:xfrm>
            <a:off x="4589786" y="3702512"/>
            <a:ext cx="3156584" cy="76944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100">
                <a:solidFill>
                  <a:srgbClr val="595959"/>
                </a:solidFill>
                <a:latin typeface="Calibri"/>
                <a:ea typeface="Calibri"/>
                <a:cs typeface="Calibri"/>
                <a:sym typeface="Calibri"/>
              </a:rPr>
              <a:t>In enim a arcu imperdiet malesuada. Fusce wisi. Nullam at arcu a est sollicitudin euismod. In convallis. Nullam dapibus fermentum ipsum. Aliquam erat volutpat. </a:t>
            </a:r>
            <a:endParaRPr/>
          </a:p>
        </p:txBody>
      </p:sp>
      <p:sp>
        <p:nvSpPr>
          <p:cNvPr id="588" name="Google Shape;588;p16"/>
          <p:cNvSpPr/>
          <p:nvPr/>
        </p:nvSpPr>
        <p:spPr>
          <a:xfrm>
            <a:off x="8326610" y="2306700"/>
            <a:ext cx="3156584" cy="76944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100">
                <a:solidFill>
                  <a:srgbClr val="595959"/>
                </a:solidFill>
                <a:latin typeface="Calibri"/>
                <a:ea typeface="Calibri"/>
                <a:cs typeface="Calibri"/>
                <a:sym typeface="Calibri"/>
              </a:rPr>
              <a:t>In enim a arcu imperdiet malesuada. Fusce wisi. Nullam at arcu a est sollicitudin euismod. In convallis. Nullam dapibus fermentum ipsum. Aliquam erat volutpat. </a:t>
            </a:r>
            <a:endParaRPr/>
          </a:p>
        </p:txBody>
      </p:sp>
      <p:sp>
        <p:nvSpPr>
          <p:cNvPr id="589" name="Google Shape;589;p16"/>
          <p:cNvSpPr/>
          <p:nvPr/>
        </p:nvSpPr>
        <p:spPr>
          <a:xfrm>
            <a:off x="8326610" y="3651953"/>
            <a:ext cx="3156584" cy="76944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100">
                <a:solidFill>
                  <a:srgbClr val="595959"/>
                </a:solidFill>
                <a:latin typeface="Calibri"/>
                <a:ea typeface="Calibri"/>
                <a:cs typeface="Calibri"/>
                <a:sym typeface="Calibri"/>
              </a:rPr>
              <a:t>In enim a arcu imperdiet malesuada. Fusce wisi. Nullam at arcu a est sollicitudin euismod. In convallis. Nullam dapibus fermentum ipsum. Aliquam erat volutpat. </a:t>
            </a:r>
            <a:endParaRPr/>
          </a:p>
        </p:txBody>
      </p:sp>
      <p:pic>
        <p:nvPicPr>
          <p:cNvPr id="590" name="Google Shape;590;p16"/>
          <p:cNvPicPr preferRelativeResize="0"/>
          <p:nvPr/>
        </p:nvPicPr>
        <p:blipFill rotWithShape="1">
          <a:blip r:embed="rId3">
            <a:alphaModFix/>
          </a:blip>
          <a:srcRect b="0" l="0" r="0" t="0"/>
          <a:stretch/>
        </p:blipFill>
        <p:spPr>
          <a:xfrm>
            <a:off x="5114018" y="6594272"/>
            <a:ext cx="1951264" cy="14684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500"/>
                                        <p:tgtEl>
                                          <p:spTgt spid="5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500"/>
                                        <p:tgtEl>
                                          <p:spTgt spid="58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500"/>
                                        <p:tgtEl>
                                          <p:spTgt spid="58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500"/>
                                        <p:tgtEl>
                                          <p:spTgt spid="58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500"/>
                                        <p:tgtEl>
                                          <p:spTgt spid="5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4" name="Shape 594"/>
        <p:cNvGrpSpPr/>
        <p:nvPr/>
      </p:nvGrpSpPr>
      <p:grpSpPr>
        <a:xfrm>
          <a:off x="0" y="0"/>
          <a:ext cx="0" cy="0"/>
          <a:chOff x="0" y="0"/>
          <a:chExt cx="0" cy="0"/>
        </a:xfrm>
      </p:grpSpPr>
      <p:sp>
        <p:nvSpPr>
          <p:cNvPr id="595" name="Google Shape;595;p17"/>
          <p:cNvSpPr txBox="1"/>
          <p:nvPr>
            <p:ph type="title"/>
          </p:nvPr>
        </p:nvSpPr>
        <p:spPr>
          <a:xfrm>
            <a:off x="838198" y="78105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t/>
            </a:r>
            <a:endParaRPr/>
          </a:p>
        </p:txBody>
      </p:sp>
      <p:pic>
        <p:nvPicPr>
          <p:cNvPr id="596" name="Google Shape;596;p17"/>
          <p:cNvPicPr preferRelativeResize="0"/>
          <p:nvPr/>
        </p:nvPicPr>
        <p:blipFill rotWithShape="1">
          <a:blip r:embed="rId3">
            <a:alphaModFix/>
          </a:blip>
          <a:srcRect b="0" l="0" r="0" t="0"/>
          <a:stretch/>
        </p:blipFill>
        <p:spPr>
          <a:xfrm>
            <a:off x="5114018" y="6594272"/>
            <a:ext cx="1951264" cy="14684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0" name="Shape 600"/>
        <p:cNvGrpSpPr/>
        <p:nvPr/>
      </p:nvGrpSpPr>
      <p:grpSpPr>
        <a:xfrm>
          <a:off x="0" y="0"/>
          <a:ext cx="0" cy="0"/>
          <a:chOff x="0" y="0"/>
          <a:chExt cx="0" cy="0"/>
        </a:xfrm>
      </p:grpSpPr>
      <p:sp>
        <p:nvSpPr>
          <p:cNvPr id="601" name="Google Shape;601;p18"/>
          <p:cNvSpPr txBox="1"/>
          <p:nvPr>
            <p:ph type="title"/>
          </p:nvPr>
        </p:nvSpPr>
        <p:spPr>
          <a:xfrm>
            <a:off x="838198" y="78105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t/>
            </a:r>
            <a:endParaRPr/>
          </a:p>
        </p:txBody>
      </p:sp>
      <p:pic>
        <p:nvPicPr>
          <p:cNvPr id="602" name="Google Shape;602;p18"/>
          <p:cNvPicPr preferRelativeResize="0"/>
          <p:nvPr/>
        </p:nvPicPr>
        <p:blipFill rotWithShape="1">
          <a:blip r:embed="rId3">
            <a:alphaModFix/>
          </a:blip>
          <a:srcRect b="0" l="0" r="0" t="0"/>
          <a:stretch/>
        </p:blipFill>
        <p:spPr>
          <a:xfrm>
            <a:off x="5114018" y="6594272"/>
            <a:ext cx="1951264" cy="14684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6" name="Shape 606"/>
        <p:cNvGrpSpPr/>
        <p:nvPr/>
      </p:nvGrpSpPr>
      <p:grpSpPr>
        <a:xfrm>
          <a:off x="0" y="0"/>
          <a:ext cx="0" cy="0"/>
          <a:chOff x="0" y="0"/>
          <a:chExt cx="0" cy="0"/>
        </a:xfrm>
      </p:grpSpPr>
      <p:sp>
        <p:nvSpPr>
          <p:cNvPr id="607" name="Google Shape;607;p19"/>
          <p:cNvSpPr txBox="1"/>
          <p:nvPr/>
        </p:nvSpPr>
        <p:spPr>
          <a:xfrm>
            <a:off x="779271" y="4039292"/>
            <a:ext cx="2188984" cy="132556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F3F3F"/>
              </a:buClr>
              <a:buSzPts val="1600"/>
              <a:buFont typeface="Calibri"/>
              <a:buNone/>
            </a:pPr>
            <a:r>
              <a:rPr b="1" lang="en-US" sz="1600">
                <a:solidFill>
                  <a:srgbClr val="3F3F3F"/>
                </a:solidFill>
                <a:latin typeface="Calibri"/>
                <a:ea typeface="Calibri"/>
                <a:cs typeface="Calibri"/>
                <a:sym typeface="Calibri"/>
              </a:rPr>
              <a:t>Prof. Marcos Galán</a:t>
            </a:r>
            <a:br>
              <a:rPr lang="en-US" sz="1600">
                <a:solidFill>
                  <a:srgbClr val="3F3F3F"/>
                </a:solidFill>
                <a:latin typeface="Calibri"/>
                <a:ea typeface="Calibri"/>
                <a:cs typeface="Calibri"/>
                <a:sym typeface="Calibri"/>
              </a:rPr>
            </a:br>
            <a:r>
              <a:rPr lang="en-US" sz="1600">
                <a:solidFill>
                  <a:srgbClr val="3F3F3F"/>
                </a:solidFill>
                <a:latin typeface="Calibri"/>
                <a:ea typeface="Calibri"/>
                <a:cs typeface="Calibri"/>
                <a:sym typeface="Calibri"/>
              </a:rPr>
              <a:t>JOB TITLE</a:t>
            </a:r>
            <a:endParaRPr/>
          </a:p>
        </p:txBody>
      </p:sp>
      <p:pic>
        <p:nvPicPr>
          <p:cNvPr id="608" name="Google Shape;608;p19"/>
          <p:cNvPicPr preferRelativeResize="0"/>
          <p:nvPr/>
        </p:nvPicPr>
        <p:blipFill rotWithShape="1">
          <a:blip r:embed="rId3">
            <a:alphaModFix/>
          </a:blip>
          <a:srcRect b="0" l="0" r="0" t="0"/>
          <a:stretch/>
        </p:blipFill>
        <p:spPr>
          <a:xfrm>
            <a:off x="1083738" y="2382953"/>
            <a:ext cx="1580051" cy="1506096"/>
          </a:xfrm>
          <a:prstGeom prst="ellipse">
            <a:avLst/>
          </a:prstGeom>
          <a:noFill/>
          <a:ln>
            <a:noFill/>
          </a:ln>
        </p:spPr>
      </p:pic>
      <p:pic>
        <p:nvPicPr>
          <p:cNvPr id="609" name="Google Shape;609;p19"/>
          <p:cNvPicPr preferRelativeResize="0"/>
          <p:nvPr/>
        </p:nvPicPr>
        <p:blipFill rotWithShape="1">
          <a:blip r:embed="rId3">
            <a:alphaModFix/>
          </a:blip>
          <a:srcRect b="0" l="0" r="0" t="0"/>
          <a:stretch/>
        </p:blipFill>
        <p:spPr>
          <a:xfrm>
            <a:off x="3862312" y="2391869"/>
            <a:ext cx="1580051" cy="1506096"/>
          </a:xfrm>
          <a:prstGeom prst="ellipse">
            <a:avLst/>
          </a:prstGeom>
          <a:noFill/>
          <a:ln>
            <a:noFill/>
          </a:ln>
        </p:spPr>
      </p:pic>
      <p:pic>
        <p:nvPicPr>
          <p:cNvPr id="610" name="Google Shape;610;p19"/>
          <p:cNvPicPr preferRelativeResize="0"/>
          <p:nvPr/>
        </p:nvPicPr>
        <p:blipFill rotWithShape="1">
          <a:blip r:embed="rId3">
            <a:alphaModFix/>
          </a:blip>
          <a:srcRect b="0" l="0" r="0" t="0"/>
          <a:stretch/>
        </p:blipFill>
        <p:spPr>
          <a:xfrm>
            <a:off x="9419460" y="2382953"/>
            <a:ext cx="1580051" cy="1506096"/>
          </a:xfrm>
          <a:prstGeom prst="ellipse">
            <a:avLst/>
          </a:prstGeom>
          <a:noFill/>
          <a:ln>
            <a:noFill/>
          </a:ln>
        </p:spPr>
      </p:pic>
      <p:pic>
        <p:nvPicPr>
          <p:cNvPr id="611" name="Google Shape;611;p19"/>
          <p:cNvPicPr preferRelativeResize="0"/>
          <p:nvPr/>
        </p:nvPicPr>
        <p:blipFill rotWithShape="1">
          <a:blip r:embed="rId3">
            <a:alphaModFix/>
          </a:blip>
          <a:srcRect b="0" l="0" r="0" t="0"/>
          <a:stretch/>
        </p:blipFill>
        <p:spPr>
          <a:xfrm>
            <a:off x="6640886" y="2382953"/>
            <a:ext cx="1580051" cy="1506096"/>
          </a:xfrm>
          <a:prstGeom prst="ellipse">
            <a:avLst/>
          </a:prstGeom>
          <a:noFill/>
          <a:ln>
            <a:noFill/>
          </a:ln>
        </p:spPr>
      </p:pic>
      <p:sp>
        <p:nvSpPr>
          <p:cNvPr id="612" name="Google Shape;612;p19"/>
          <p:cNvSpPr txBox="1"/>
          <p:nvPr/>
        </p:nvSpPr>
        <p:spPr>
          <a:xfrm>
            <a:off x="684572" y="4702073"/>
            <a:ext cx="2378382" cy="132556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200">
                <a:solidFill>
                  <a:srgbClr val="595959"/>
                </a:solidFill>
                <a:latin typeface="Calibri"/>
                <a:ea typeface="Calibri"/>
                <a:cs typeface="Calibri"/>
                <a:sym typeface="Calibri"/>
              </a:rPr>
              <a:t>Lorem ipsum dolor sit amet, consectetur adipiscing elit, sed do eiusmod tempor incididunt ut labore et dolore magna aliqua.</a:t>
            </a:r>
            <a:endParaRPr/>
          </a:p>
          <a:p>
            <a:pPr indent="0" lvl="0" marL="0" marR="0" rtl="0" algn="ctr">
              <a:spcBef>
                <a:spcPts val="400"/>
              </a:spcBef>
              <a:spcAft>
                <a:spcPts val="400"/>
              </a:spcAft>
              <a:buClr>
                <a:schemeClr val="dk1"/>
              </a:buClr>
              <a:buSzPts val="1600"/>
              <a:buFont typeface="Calibri"/>
              <a:buNone/>
            </a:pPr>
            <a:r>
              <a:t/>
            </a:r>
            <a:endParaRPr sz="1600">
              <a:solidFill>
                <a:srgbClr val="3F3F3F"/>
              </a:solidFill>
              <a:latin typeface="Calibri"/>
              <a:ea typeface="Calibri"/>
              <a:cs typeface="Calibri"/>
              <a:sym typeface="Calibri"/>
            </a:endParaRPr>
          </a:p>
        </p:txBody>
      </p:sp>
      <p:sp>
        <p:nvSpPr>
          <p:cNvPr id="613" name="Google Shape;613;p19"/>
          <p:cNvSpPr txBox="1"/>
          <p:nvPr/>
        </p:nvSpPr>
        <p:spPr>
          <a:xfrm>
            <a:off x="3593228" y="4039291"/>
            <a:ext cx="2188984" cy="132556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F3F3F"/>
              </a:buClr>
              <a:buSzPts val="1600"/>
              <a:buFont typeface="Calibri"/>
              <a:buNone/>
            </a:pPr>
            <a:r>
              <a:rPr b="1" lang="en-US" sz="1600">
                <a:solidFill>
                  <a:srgbClr val="3F3F3F"/>
                </a:solidFill>
                <a:latin typeface="Calibri"/>
                <a:ea typeface="Calibri"/>
                <a:cs typeface="Calibri"/>
                <a:sym typeface="Calibri"/>
              </a:rPr>
              <a:t>Prof. Marcos Galán</a:t>
            </a:r>
            <a:br>
              <a:rPr lang="en-US" sz="1600">
                <a:solidFill>
                  <a:srgbClr val="3F3F3F"/>
                </a:solidFill>
                <a:latin typeface="Calibri"/>
                <a:ea typeface="Calibri"/>
                <a:cs typeface="Calibri"/>
                <a:sym typeface="Calibri"/>
              </a:rPr>
            </a:br>
            <a:r>
              <a:rPr lang="en-US" sz="1600">
                <a:solidFill>
                  <a:srgbClr val="3F3F3F"/>
                </a:solidFill>
                <a:latin typeface="Calibri"/>
                <a:ea typeface="Calibri"/>
                <a:cs typeface="Calibri"/>
                <a:sym typeface="Calibri"/>
              </a:rPr>
              <a:t>JOB TITLE</a:t>
            </a:r>
            <a:endParaRPr/>
          </a:p>
        </p:txBody>
      </p:sp>
      <p:sp>
        <p:nvSpPr>
          <p:cNvPr id="614" name="Google Shape;614;p19"/>
          <p:cNvSpPr txBox="1"/>
          <p:nvPr/>
        </p:nvSpPr>
        <p:spPr>
          <a:xfrm>
            <a:off x="3498529" y="4702072"/>
            <a:ext cx="2378382" cy="132556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200">
                <a:solidFill>
                  <a:srgbClr val="595959"/>
                </a:solidFill>
                <a:latin typeface="Calibri"/>
                <a:ea typeface="Calibri"/>
                <a:cs typeface="Calibri"/>
                <a:sym typeface="Calibri"/>
              </a:rPr>
              <a:t>Lorem ipsum dolor sit amet, consectetur adipiscing elit, sed do eiusmod tempor incididunt ut labore et dolore magna aliqua.</a:t>
            </a:r>
            <a:endParaRPr/>
          </a:p>
          <a:p>
            <a:pPr indent="0" lvl="0" marL="0" marR="0" rtl="0" algn="ctr">
              <a:spcBef>
                <a:spcPts val="400"/>
              </a:spcBef>
              <a:spcAft>
                <a:spcPts val="400"/>
              </a:spcAft>
              <a:buClr>
                <a:schemeClr val="dk1"/>
              </a:buClr>
              <a:buSzPts val="1600"/>
              <a:buFont typeface="Calibri"/>
              <a:buNone/>
            </a:pPr>
            <a:r>
              <a:t/>
            </a:r>
            <a:endParaRPr sz="1600">
              <a:solidFill>
                <a:srgbClr val="3F3F3F"/>
              </a:solidFill>
              <a:latin typeface="Calibri"/>
              <a:ea typeface="Calibri"/>
              <a:cs typeface="Calibri"/>
              <a:sym typeface="Calibri"/>
            </a:endParaRPr>
          </a:p>
        </p:txBody>
      </p:sp>
      <p:sp>
        <p:nvSpPr>
          <p:cNvPr id="615" name="Google Shape;615;p19"/>
          <p:cNvSpPr txBox="1"/>
          <p:nvPr/>
        </p:nvSpPr>
        <p:spPr>
          <a:xfrm>
            <a:off x="6417373" y="4071229"/>
            <a:ext cx="2188984" cy="132556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F3F3F"/>
              </a:buClr>
              <a:buSzPts val="1600"/>
              <a:buFont typeface="Calibri"/>
              <a:buNone/>
            </a:pPr>
            <a:r>
              <a:rPr b="1" lang="en-US" sz="1600">
                <a:solidFill>
                  <a:srgbClr val="3F3F3F"/>
                </a:solidFill>
                <a:latin typeface="Calibri"/>
                <a:ea typeface="Calibri"/>
                <a:cs typeface="Calibri"/>
                <a:sym typeface="Calibri"/>
              </a:rPr>
              <a:t>Prof. Marcos Galán</a:t>
            </a:r>
            <a:br>
              <a:rPr lang="en-US" sz="1600">
                <a:solidFill>
                  <a:srgbClr val="3F3F3F"/>
                </a:solidFill>
                <a:latin typeface="Calibri"/>
                <a:ea typeface="Calibri"/>
                <a:cs typeface="Calibri"/>
                <a:sym typeface="Calibri"/>
              </a:rPr>
            </a:br>
            <a:r>
              <a:rPr lang="en-US" sz="1600">
                <a:solidFill>
                  <a:srgbClr val="3F3F3F"/>
                </a:solidFill>
                <a:latin typeface="Calibri"/>
                <a:ea typeface="Calibri"/>
                <a:cs typeface="Calibri"/>
                <a:sym typeface="Calibri"/>
              </a:rPr>
              <a:t>JOB TITLE</a:t>
            </a:r>
            <a:endParaRPr/>
          </a:p>
        </p:txBody>
      </p:sp>
      <p:sp>
        <p:nvSpPr>
          <p:cNvPr id="616" name="Google Shape;616;p19"/>
          <p:cNvSpPr txBox="1"/>
          <p:nvPr/>
        </p:nvSpPr>
        <p:spPr>
          <a:xfrm>
            <a:off x="6322674" y="4734010"/>
            <a:ext cx="2378382" cy="132556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200">
                <a:solidFill>
                  <a:srgbClr val="595959"/>
                </a:solidFill>
                <a:latin typeface="Calibri"/>
                <a:ea typeface="Calibri"/>
                <a:cs typeface="Calibri"/>
                <a:sym typeface="Calibri"/>
              </a:rPr>
              <a:t>Lorem ipsum dolor sit amet, consectetur adipiscing elit, sed do eiusmod tempor incididunt ut labore et dolore magna aliqua.</a:t>
            </a:r>
            <a:endParaRPr/>
          </a:p>
          <a:p>
            <a:pPr indent="0" lvl="0" marL="0" marR="0" rtl="0" algn="ctr">
              <a:spcBef>
                <a:spcPts val="400"/>
              </a:spcBef>
              <a:spcAft>
                <a:spcPts val="400"/>
              </a:spcAft>
              <a:buClr>
                <a:schemeClr val="dk1"/>
              </a:buClr>
              <a:buSzPts val="1600"/>
              <a:buFont typeface="Calibri"/>
              <a:buNone/>
            </a:pPr>
            <a:r>
              <a:t/>
            </a:r>
            <a:endParaRPr sz="1600">
              <a:solidFill>
                <a:srgbClr val="3F3F3F"/>
              </a:solidFill>
              <a:latin typeface="Calibri"/>
              <a:ea typeface="Calibri"/>
              <a:cs typeface="Calibri"/>
              <a:sym typeface="Calibri"/>
            </a:endParaRPr>
          </a:p>
        </p:txBody>
      </p:sp>
      <p:sp>
        <p:nvSpPr>
          <p:cNvPr id="617" name="Google Shape;617;p19"/>
          <p:cNvSpPr txBox="1"/>
          <p:nvPr/>
        </p:nvSpPr>
        <p:spPr>
          <a:xfrm>
            <a:off x="9100431" y="4039291"/>
            <a:ext cx="2188984" cy="132556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3F3F3F"/>
              </a:buClr>
              <a:buSzPts val="1600"/>
              <a:buFont typeface="Calibri"/>
              <a:buNone/>
            </a:pPr>
            <a:r>
              <a:rPr b="1" lang="en-US" sz="1600">
                <a:solidFill>
                  <a:srgbClr val="3F3F3F"/>
                </a:solidFill>
                <a:latin typeface="Calibri"/>
                <a:ea typeface="Calibri"/>
                <a:cs typeface="Calibri"/>
                <a:sym typeface="Calibri"/>
              </a:rPr>
              <a:t>Prof. Marcos Galán</a:t>
            </a:r>
            <a:br>
              <a:rPr lang="en-US" sz="1600">
                <a:solidFill>
                  <a:srgbClr val="3F3F3F"/>
                </a:solidFill>
                <a:latin typeface="Calibri"/>
                <a:ea typeface="Calibri"/>
                <a:cs typeface="Calibri"/>
                <a:sym typeface="Calibri"/>
              </a:rPr>
            </a:br>
            <a:r>
              <a:rPr lang="en-US" sz="1600">
                <a:solidFill>
                  <a:srgbClr val="3F3F3F"/>
                </a:solidFill>
                <a:latin typeface="Calibri"/>
                <a:ea typeface="Calibri"/>
                <a:cs typeface="Calibri"/>
                <a:sym typeface="Calibri"/>
              </a:rPr>
              <a:t>JOB TITLE</a:t>
            </a:r>
            <a:endParaRPr/>
          </a:p>
        </p:txBody>
      </p:sp>
      <p:sp>
        <p:nvSpPr>
          <p:cNvPr id="618" name="Google Shape;618;p19"/>
          <p:cNvSpPr txBox="1"/>
          <p:nvPr/>
        </p:nvSpPr>
        <p:spPr>
          <a:xfrm>
            <a:off x="9005732" y="4702072"/>
            <a:ext cx="2378382" cy="1325563"/>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200">
                <a:solidFill>
                  <a:srgbClr val="595959"/>
                </a:solidFill>
                <a:latin typeface="Calibri"/>
                <a:ea typeface="Calibri"/>
                <a:cs typeface="Calibri"/>
                <a:sym typeface="Calibri"/>
              </a:rPr>
              <a:t>Lorem ipsum dolor sit amet, consectetur adipiscing elit, sed do eiusmod tempor incididunt ut labore et dolore magna aliqua.</a:t>
            </a:r>
            <a:endParaRPr/>
          </a:p>
          <a:p>
            <a:pPr indent="0" lvl="0" marL="0" marR="0" rtl="0" algn="ctr">
              <a:spcBef>
                <a:spcPts val="400"/>
              </a:spcBef>
              <a:spcAft>
                <a:spcPts val="400"/>
              </a:spcAft>
              <a:buClr>
                <a:schemeClr val="dk1"/>
              </a:buClr>
              <a:buSzPts val="1600"/>
              <a:buFont typeface="Calibri"/>
              <a:buNone/>
            </a:pPr>
            <a:r>
              <a:t/>
            </a:r>
            <a:endParaRPr sz="1600">
              <a:solidFill>
                <a:srgbClr val="3F3F3F"/>
              </a:solidFill>
              <a:latin typeface="Calibri"/>
              <a:ea typeface="Calibri"/>
              <a:cs typeface="Calibri"/>
              <a:sym typeface="Calibri"/>
            </a:endParaRPr>
          </a:p>
        </p:txBody>
      </p:sp>
      <p:sp>
        <p:nvSpPr>
          <p:cNvPr id="619" name="Google Shape;619;p19"/>
          <p:cNvSpPr txBox="1"/>
          <p:nvPr>
            <p:ph type="title"/>
          </p:nvPr>
        </p:nvSpPr>
        <p:spPr>
          <a:xfrm>
            <a:off x="838198" y="781051"/>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t/>
            </a:r>
            <a:endParaRPr/>
          </a:p>
        </p:txBody>
      </p:sp>
      <p:pic>
        <p:nvPicPr>
          <p:cNvPr id="620" name="Google Shape;620;p19"/>
          <p:cNvPicPr preferRelativeResize="0"/>
          <p:nvPr/>
        </p:nvPicPr>
        <p:blipFill rotWithShape="1">
          <a:blip r:embed="rId4">
            <a:alphaModFix/>
          </a:blip>
          <a:srcRect b="0" l="0" r="0" t="0"/>
          <a:stretch/>
        </p:blipFill>
        <p:spPr>
          <a:xfrm>
            <a:off x="5114018" y="6594272"/>
            <a:ext cx="1951264" cy="14684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4" name="Shape 624"/>
        <p:cNvGrpSpPr/>
        <p:nvPr/>
      </p:nvGrpSpPr>
      <p:grpSpPr>
        <a:xfrm>
          <a:off x="0" y="0"/>
          <a:ext cx="0" cy="0"/>
          <a:chOff x="0" y="0"/>
          <a:chExt cx="0" cy="0"/>
        </a:xfrm>
      </p:grpSpPr>
      <p:sp>
        <p:nvSpPr>
          <p:cNvPr id="625" name="Google Shape;625;p20"/>
          <p:cNvSpPr txBox="1"/>
          <p:nvPr/>
        </p:nvSpPr>
        <p:spPr>
          <a:xfrm>
            <a:off x="2109333" y="2528851"/>
            <a:ext cx="3413175" cy="13255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3F3F"/>
              </a:buClr>
              <a:buSzPts val="1600"/>
              <a:buFont typeface="Calibri"/>
              <a:buNone/>
            </a:pPr>
            <a:r>
              <a:rPr b="1" lang="en-US" sz="1600">
                <a:solidFill>
                  <a:srgbClr val="3F3F3F"/>
                </a:solidFill>
                <a:latin typeface="Calibri"/>
                <a:ea typeface="Calibri"/>
                <a:cs typeface="Calibri"/>
                <a:sym typeface="Calibri"/>
              </a:rPr>
              <a:t>Prof. Marcos Galán</a:t>
            </a:r>
            <a:br>
              <a:rPr lang="en-US" sz="1600">
                <a:solidFill>
                  <a:srgbClr val="3F3F3F"/>
                </a:solidFill>
                <a:latin typeface="Calibri"/>
                <a:ea typeface="Calibri"/>
                <a:cs typeface="Calibri"/>
                <a:sym typeface="Calibri"/>
              </a:rPr>
            </a:br>
            <a:r>
              <a:rPr lang="en-US" sz="1600">
                <a:solidFill>
                  <a:srgbClr val="3F3F3F"/>
                </a:solidFill>
                <a:latin typeface="Calibri"/>
                <a:ea typeface="Calibri"/>
                <a:cs typeface="Calibri"/>
                <a:sym typeface="Calibri"/>
              </a:rPr>
              <a:t>JOB TITLE</a:t>
            </a:r>
            <a:br>
              <a:rPr lang="en-US" sz="1600">
                <a:solidFill>
                  <a:srgbClr val="3F3F3F"/>
                </a:solidFill>
                <a:latin typeface="Calibri"/>
                <a:ea typeface="Calibri"/>
                <a:cs typeface="Calibri"/>
                <a:sym typeface="Calibri"/>
              </a:rPr>
            </a:br>
            <a:endParaRPr sz="1600">
              <a:solidFill>
                <a:srgbClr val="3F3F3F"/>
              </a:solidFill>
              <a:latin typeface="Calibri"/>
              <a:ea typeface="Calibri"/>
              <a:cs typeface="Calibri"/>
              <a:sym typeface="Calibri"/>
            </a:endParaRPr>
          </a:p>
          <a:p>
            <a:pPr indent="0" lvl="0" marL="0" marR="0" rtl="0" algn="l">
              <a:spcBef>
                <a:spcPts val="0"/>
              </a:spcBef>
              <a:spcAft>
                <a:spcPts val="0"/>
              </a:spcAft>
              <a:buNone/>
            </a:pPr>
            <a:r>
              <a:rPr lang="en-US" sz="1200">
                <a:solidFill>
                  <a:srgbClr val="595959"/>
                </a:solidFill>
                <a:latin typeface="Calibri"/>
                <a:ea typeface="Calibri"/>
                <a:cs typeface="Calibri"/>
                <a:sym typeface="Calibri"/>
              </a:rPr>
              <a:t>Lorem ipsum dolor sit amet, consectetur adipiscing elit, sed do eiusmod tempor incididunt ut labore et dolore magna aliqua.</a:t>
            </a:r>
            <a:endParaRPr/>
          </a:p>
          <a:p>
            <a:pPr indent="0" lvl="0" marL="0" marR="0" rtl="0" algn="l">
              <a:spcBef>
                <a:spcPts val="400"/>
              </a:spcBef>
              <a:spcAft>
                <a:spcPts val="400"/>
              </a:spcAft>
              <a:buClr>
                <a:schemeClr val="dk1"/>
              </a:buClr>
              <a:buSzPts val="1600"/>
              <a:buFont typeface="Calibri"/>
              <a:buNone/>
            </a:pPr>
            <a:r>
              <a:t/>
            </a:r>
            <a:endParaRPr sz="1600">
              <a:solidFill>
                <a:srgbClr val="3F3F3F"/>
              </a:solidFill>
              <a:latin typeface="Calibri"/>
              <a:ea typeface="Calibri"/>
              <a:cs typeface="Calibri"/>
              <a:sym typeface="Calibri"/>
            </a:endParaRPr>
          </a:p>
        </p:txBody>
      </p:sp>
      <p:pic>
        <p:nvPicPr>
          <p:cNvPr id="626" name="Google Shape;626;p20"/>
          <p:cNvPicPr preferRelativeResize="0"/>
          <p:nvPr/>
        </p:nvPicPr>
        <p:blipFill rotWithShape="1">
          <a:blip r:embed="rId3">
            <a:alphaModFix/>
          </a:blip>
          <a:srcRect b="0" l="0" r="0" t="0"/>
          <a:stretch/>
        </p:blipFill>
        <p:spPr>
          <a:xfrm>
            <a:off x="831471" y="2692092"/>
            <a:ext cx="999083" cy="999083"/>
          </a:xfrm>
          <a:prstGeom prst="ellipse">
            <a:avLst/>
          </a:prstGeom>
          <a:noFill/>
          <a:ln>
            <a:noFill/>
          </a:ln>
        </p:spPr>
      </p:pic>
      <p:sp>
        <p:nvSpPr>
          <p:cNvPr id="627" name="Google Shape;627;p20"/>
          <p:cNvSpPr txBox="1"/>
          <p:nvPr/>
        </p:nvSpPr>
        <p:spPr>
          <a:xfrm>
            <a:off x="7852211" y="2528853"/>
            <a:ext cx="3413175" cy="13255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3F3F"/>
              </a:buClr>
              <a:buSzPts val="1600"/>
              <a:buFont typeface="Calibri"/>
              <a:buNone/>
            </a:pPr>
            <a:r>
              <a:rPr b="1" lang="en-US" sz="1600">
                <a:solidFill>
                  <a:srgbClr val="3F3F3F"/>
                </a:solidFill>
                <a:latin typeface="Calibri"/>
                <a:ea typeface="Calibri"/>
                <a:cs typeface="Calibri"/>
                <a:sym typeface="Calibri"/>
              </a:rPr>
              <a:t>Prof. Marcos Galán</a:t>
            </a:r>
            <a:br>
              <a:rPr lang="en-US" sz="1600">
                <a:solidFill>
                  <a:srgbClr val="3F3F3F"/>
                </a:solidFill>
                <a:latin typeface="Calibri"/>
                <a:ea typeface="Calibri"/>
                <a:cs typeface="Calibri"/>
                <a:sym typeface="Calibri"/>
              </a:rPr>
            </a:br>
            <a:r>
              <a:rPr lang="en-US" sz="1600">
                <a:solidFill>
                  <a:srgbClr val="3F3F3F"/>
                </a:solidFill>
                <a:latin typeface="Calibri"/>
                <a:ea typeface="Calibri"/>
                <a:cs typeface="Calibri"/>
                <a:sym typeface="Calibri"/>
              </a:rPr>
              <a:t>JOB TITLE</a:t>
            </a:r>
            <a:br>
              <a:rPr lang="en-US" sz="1600">
                <a:solidFill>
                  <a:srgbClr val="3F3F3F"/>
                </a:solidFill>
                <a:latin typeface="Calibri"/>
                <a:ea typeface="Calibri"/>
                <a:cs typeface="Calibri"/>
                <a:sym typeface="Calibri"/>
              </a:rPr>
            </a:br>
            <a:endParaRPr sz="1600">
              <a:solidFill>
                <a:srgbClr val="3F3F3F"/>
              </a:solidFill>
              <a:latin typeface="Calibri"/>
              <a:ea typeface="Calibri"/>
              <a:cs typeface="Calibri"/>
              <a:sym typeface="Calibri"/>
            </a:endParaRPr>
          </a:p>
          <a:p>
            <a:pPr indent="0" lvl="0" marL="0" marR="0" rtl="0" algn="l">
              <a:spcBef>
                <a:spcPts val="0"/>
              </a:spcBef>
              <a:spcAft>
                <a:spcPts val="0"/>
              </a:spcAft>
              <a:buNone/>
            </a:pPr>
            <a:r>
              <a:rPr lang="en-US" sz="1200">
                <a:solidFill>
                  <a:srgbClr val="595959"/>
                </a:solidFill>
                <a:latin typeface="Calibri"/>
                <a:ea typeface="Calibri"/>
                <a:cs typeface="Calibri"/>
                <a:sym typeface="Calibri"/>
              </a:rPr>
              <a:t>Lorem ipsum dolor sit amet, consectetur adipiscing elit, sed do eiusmod tempor incididunt ut labore et dolore magna aliqua.</a:t>
            </a:r>
            <a:endParaRPr/>
          </a:p>
          <a:p>
            <a:pPr indent="0" lvl="0" marL="0" marR="0" rtl="0" algn="l">
              <a:spcBef>
                <a:spcPts val="400"/>
              </a:spcBef>
              <a:spcAft>
                <a:spcPts val="400"/>
              </a:spcAft>
              <a:buClr>
                <a:schemeClr val="dk1"/>
              </a:buClr>
              <a:buSzPts val="1600"/>
              <a:buFont typeface="Calibri"/>
              <a:buNone/>
            </a:pPr>
            <a:r>
              <a:t/>
            </a:r>
            <a:endParaRPr sz="1600">
              <a:solidFill>
                <a:srgbClr val="3F3F3F"/>
              </a:solidFill>
              <a:latin typeface="Calibri"/>
              <a:ea typeface="Calibri"/>
              <a:cs typeface="Calibri"/>
              <a:sym typeface="Calibri"/>
            </a:endParaRPr>
          </a:p>
        </p:txBody>
      </p:sp>
      <p:pic>
        <p:nvPicPr>
          <p:cNvPr id="628" name="Google Shape;628;p20"/>
          <p:cNvPicPr preferRelativeResize="0"/>
          <p:nvPr/>
        </p:nvPicPr>
        <p:blipFill rotWithShape="1">
          <a:blip r:embed="rId3">
            <a:alphaModFix/>
          </a:blip>
          <a:srcRect b="0" l="0" r="0" t="0"/>
          <a:stretch/>
        </p:blipFill>
        <p:spPr>
          <a:xfrm>
            <a:off x="6574349" y="2692092"/>
            <a:ext cx="999083" cy="999083"/>
          </a:xfrm>
          <a:prstGeom prst="ellipse">
            <a:avLst/>
          </a:prstGeom>
          <a:noFill/>
          <a:ln>
            <a:noFill/>
          </a:ln>
        </p:spPr>
      </p:pic>
      <p:sp>
        <p:nvSpPr>
          <p:cNvPr id="629" name="Google Shape;629;p20"/>
          <p:cNvSpPr txBox="1"/>
          <p:nvPr/>
        </p:nvSpPr>
        <p:spPr>
          <a:xfrm>
            <a:off x="2109333" y="4346502"/>
            <a:ext cx="3413175" cy="13255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3F3F"/>
              </a:buClr>
              <a:buSzPts val="1600"/>
              <a:buFont typeface="Calibri"/>
              <a:buNone/>
            </a:pPr>
            <a:r>
              <a:rPr b="1" lang="en-US" sz="1600">
                <a:solidFill>
                  <a:srgbClr val="3F3F3F"/>
                </a:solidFill>
                <a:latin typeface="Calibri"/>
                <a:ea typeface="Calibri"/>
                <a:cs typeface="Calibri"/>
                <a:sym typeface="Calibri"/>
              </a:rPr>
              <a:t>Prof. Marcos Galán</a:t>
            </a:r>
            <a:br>
              <a:rPr lang="en-US" sz="1600">
                <a:solidFill>
                  <a:srgbClr val="3F3F3F"/>
                </a:solidFill>
                <a:latin typeface="Calibri"/>
                <a:ea typeface="Calibri"/>
                <a:cs typeface="Calibri"/>
                <a:sym typeface="Calibri"/>
              </a:rPr>
            </a:br>
            <a:r>
              <a:rPr lang="en-US" sz="1600">
                <a:solidFill>
                  <a:srgbClr val="3F3F3F"/>
                </a:solidFill>
                <a:latin typeface="Calibri"/>
                <a:ea typeface="Calibri"/>
                <a:cs typeface="Calibri"/>
                <a:sym typeface="Calibri"/>
              </a:rPr>
              <a:t>JOB TITLE</a:t>
            </a:r>
            <a:br>
              <a:rPr lang="en-US" sz="1600">
                <a:solidFill>
                  <a:srgbClr val="3F3F3F"/>
                </a:solidFill>
                <a:latin typeface="Calibri"/>
                <a:ea typeface="Calibri"/>
                <a:cs typeface="Calibri"/>
                <a:sym typeface="Calibri"/>
              </a:rPr>
            </a:br>
            <a:endParaRPr sz="1600">
              <a:solidFill>
                <a:srgbClr val="3F3F3F"/>
              </a:solidFill>
              <a:latin typeface="Calibri"/>
              <a:ea typeface="Calibri"/>
              <a:cs typeface="Calibri"/>
              <a:sym typeface="Calibri"/>
            </a:endParaRPr>
          </a:p>
          <a:p>
            <a:pPr indent="0" lvl="0" marL="0" marR="0" rtl="0" algn="l">
              <a:spcBef>
                <a:spcPts val="0"/>
              </a:spcBef>
              <a:spcAft>
                <a:spcPts val="0"/>
              </a:spcAft>
              <a:buNone/>
            </a:pPr>
            <a:r>
              <a:rPr lang="en-US" sz="1200">
                <a:solidFill>
                  <a:srgbClr val="595959"/>
                </a:solidFill>
                <a:latin typeface="Calibri"/>
                <a:ea typeface="Calibri"/>
                <a:cs typeface="Calibri"/>
                <a:sym typeface="Calibri"/>
              </a:rPr>
              <a:t>Lorem ipsum dolor sit amet, consectetur adipiscing elit, sed do eiusmod tempor incididunt ut labore et dolore magna aliqua.</a:t>
            </a:r>
            <a:endParaRPr/>
          </a:p>
          <a:p>
            <a:pPr indent="0" lvl="0" marL="0" marR="0" rtl="0" algn="l">
              <a:spcBef>
                <a:spcPts val="400"/>
              </a:spcBef>
              <a:spcAft>
                <a:spcPts val="400"/>
              </a:spcAft>
              <a:buClr>
                <a:schemeClr val="dk1"/>
              </a:buClr>
              <a:buSzPts val="1600"/>
              <a:buFont typeface="Calibri"/>
              <a:buNone/>
            </a:pPr>
            <a:r>
              <a:t/>
            </a:r>
            <a:endParaRPr sz="1600">
              <a:solidFill>
                <a:srgbClr val="3F3F3F"/>
              </a:solidFill>
              <a:latin typeface="Calibri"/>
              <a:ea typeface="Calibri"/>
              <a:cs typeface="Calibri"/>
              <a:sym typeface="Calibri"/>
            </a:endParaRPr>
          </a:p>
        </p:txBody>
      </p:sp>
      <p:pic>
        <p:nvPicPr>
          <p:cNvPr id="630" name="Google Shape;630;p20"/>
          <p:cNvPicPr preferRelativeResize="0"/>
          <p:nvPr/>
        </p:nvPicPr>
        <p:blipFill rotWithShape="1">
          <a:blip r:embed="rId3">
            <a:alphaModFix/>
          </a:blip>
          <a:srcRect b="0" l="0" r="0" t="0"/>
          <a:stretch/>
        </p:blipFill>
        <p:spPr>
          <a:xfrm>
            <a:off x="831471" y="4509741"/>
            <a:ext cx="999083" cy="999083"/>
          </a:xfrm>
          <a:prstGeom prst="ellipse">
            <a:avLst/>
          </a:prstGeom>
          <a:noFill/>
          <a:ln>
            <a:noFill/>
          </a:ln>
        </p:spPr>
      </p:pic>
      <p:sp>
        <p:nvSpPr>
          <p:cNvPr id="631" name="Google Shape;631;p20"/>
          <p:cNvSpPr txBox="1"/>
          <p:nvPr/>
        </p:nvSpPr>
        <p:spPr>
          <a:xfrm>
            <a:off x="7852211" y="4346502"/>
            <a:ext cx="3413175" cy="132556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F3F3F"/>
              </a:buClr>
              <a:buSzPts val="1600"/>
              <a:buFont typeface="Calibri"/>
              <a:buNone/>
            </a:pPr>
            <a:r>
              <a:rPr b="1" lang="en-US" sz="1600">
                <a:solidFill>
                  <a:srgbClr val="3F3F3F"/>
                </a:solidFill>
                <a:latin typeface="Calibri"/>
                <a:ea typeface="Calibri"/>
                <a:cs typeface="Calibri"/>
                <a:sym typeface="Calibri"/>
              </a:rPr>
              <a:t>Prof. Marcos Galán</a:t>
            </a:r>
            <a:br>
              <a:rPr lang="en-US" sz="1600">
                <a:solidFill>
                  <a:srgbClr val="3F3F3F"/>
                </a:solidFill>
                <a:latin typeface="Calibri"/>
                <a:ea typeface="Calibri"/>
                <a:cs typeface="Calibri"/>
                <a:sym typeface="Calibri"/>
              </a:rPr>
            </a:br>
            <a:r>
              <a:rPr lang="en-US" sz="1600">
                <a:solidFill>
                  <a:srgbClr val="3F3F3F"/>
                </a:solidFill>
                <a:latin typeface="Calibri"/>
                <a:ea typeface="Calibri"/>
                <a:cs typeface="Calibri"/>
                <a:sym typeface="Calibri"/>
              </a:rPr>
              <a:t>JOB TITLE</a:t>
            </a:r>
            <a:br>
              <a:rPr lang="en-US" sz="1600">
                <a:solidFill>
                  <a:srgbClr val="3F3F3F"/>
                </a:solidFill>
                <a:latin typeface="Calibri"/>
                <a:ea typeface="Calibri"/>
                <a:cs typeface="Calibri"/>
                <a:sym typeface="Calibri"/>
              </a:rPr>
            </a:br>
            <a:endParaRPr sz="1600">
              <a:solidFill>
                <a:srgbClr val="3F3F3F"/>
              </a:solidFill>
              <a:latin typeface="Calibri"/>
              <a:ea typeface="Calibri"/>
              <a:cs typeface="Calibri"/>
              <a:sym typeface="Calibri"/>
            </a:endParaRPr>
          </a:p>
          <a:p>
            <a:pPr indent="0" lvl="0" marL="0" marR="0" rtl="0" algn="l">
              <a:spcBef>
                <a:spcPts val="0"/>
              </a:spcBef>
              <a:spcAft>
                <a:spcPts val="0"/>
              </a:spcAft>
              <a:buNone/>
            </a:pPr>
            <a:r>
              <a:rPr lang="en-US" sz="1200">
                <a:solidFill>
                  <a:srgbClr val="595959"/>
                </a:solidFill>
                <a:latin typeface="Calibri"/>
                <a:ea typeface="Calibri"/>
                <a:cs typeface="Calibri"/>
                <a:sym typeface="Calibri"/>
              </a:rPr>
              <a:t>Lorem ipsum dolor sit amet, consectetur adipiscing elit, sed do eiusmod tempor incididunt ut labore et dolore magna aliqua.</a:t>
            </a:r>
            <a:endParaRPr/>
          </a:p>
          <a:p>
            <a:pPr indent="0" lvl="0" marL="0" marR="0" rtl="0" algn="l">
              <a:spcBef>
                <a:spcPts val="400"/>
              </a:spcBef>
              <a:spcAft>
                <a:spcPts val="400"/>
              </a:spcAft>
              <a:buClr>
                <a:schemeClr val="dk1"/>
              </a:buClr>
              <a:buSzPts val="1600"/>
              <a:buFont typeface="Calibri"/>
              <a:buNone/>
            </a:pPr>
            <a:r>
              <a:t/>
            </a:r>
            <a:endParaRPr sz="1600">
              <a:solidFill>
                <a:srgbClr val="3F3F3F"/>
              </a:solidFill>
              <a:latin typeface="Calibri"/>
              <a:ea typeface="Calibri"/>
              <a:cs typeface="Calibri"/>
              <a:sym typeface="Calibri"/>
            </a:endParaRPr>
          </a:p>
        </p:txBody>
      </p:sp>
      <p:pic>
        <p:nvPicPr>
          <p:cNvPr id="632" name="Google Shape;632;p20"/>
          <p:cNvPicPr preferRelativeResize="0"/>
          <p:nvPr/>
        </p:nvPicPr>
        <p:blipFill rotWithShape="1">
          <a:blip r:embed="rId3">
            <a:alphaModFix/>
          </a:blip>
          <a:srcRect b="0" l="0" r="0" t="0"/>
          <a:stretch/>
        </p:blipFill>
        <p:spPr>
          <a:xfrm>
            <a:off x="6574349" y="4509741"/>
            <a:ext cx="999083" cy="999083"/>
          </a:xfrm>
          <a:prstGeom prst="ellipse">
            <a:avLst/>
          </a:prstGeom>
          <a:noFill/>
          <a:ln>
            <a:noFill/>
          </a:ln>
        </p:spPr>
      </p:pic>
      <p:sp>
        <p:nvSpPr>
          <p:cNvPr id="633" name="Google Shape;633;p20"/>
          <p:cNvSpPr txBox="1"/>
          <p:nvPr>
            <p:ph type="title"/>
          </p:nvPr>
        </p:nvSpPr>
        <p:spPr>
          <a:xfrm>
            <a:off x="838198" y="781051"/>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t/>
            </a:r>
            <a:endParaRPr/>
          </a:p>
        </p:txBody>
      </p:sp>
      <p:pic>
        <p:nvPicPr>
          <p:cNvPr id="634" name="Google Shape;634;p20"/>
          <p:cNvPicPr preferRelativeResize="0"/>
          <p:nvPr/>
        </p:nvPicPr>
        <p:blipFill rotWithShape="1">
          <a:blip r:embed="rId4">
            <a:alphaModFix/>
          </a:blip>
          <a:srcRect b="0" l="0" r="0" t="0"/>
          <a:stretch/>
        </p:blipFill>
        <p:spPr>
          <a:xfrm>
            <a:off x="5114018" y="6594272"/>
            <a:ext cx="1951264" cy="14684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8" name="Shape 638"/>
        <p:cNvGrpSpPr/>
        <p:nvPr/>
      </p:nvGrpSpPr>
      <p:grpSpPr>
        <a:xfrm>
          <a:off x="0" y="0"/>
          <a:ext cx="0" cy="0"/>
          <a:chOff x="0" y="0"/>
          <a:chExt cx="0" cy="0"/>
        </a:xfrm>
      </p:grpSpPr>
      <p:sp>
        <p:nvSpPr>
          <p:cNvPr id="639" name="Google Shape;639;p21"/>
          <p:cNvSpPr/>
          <p:nvPr/>
        </p:nvSpPr>
        <p:spPr>
          <a:xfrm>
            <a:off x="957605" y="1675025"/>
            <a:ext cx="9802189" cy="4670018"/>
          </a:xfrm>
          <a:custGeom>
            <a:rect b="b" l="l" r="r" t="t"/>
            <a:pathLst>
              <a:path extrusionOk="0" h="136125" w="285750">
                <a:moveTo>
                  <a:pt x="74830" y="1313"/>
                </a:moveTo>
                <a:lnTo>
                  <a:pt x="74352" y="1330"/>
                </a:lnTo>
                <a:lnTo>
                  <a:pt x="74864" y="1330"/>
                </a:lnTo>
                <a:lnTo>
                  <a:pt x="74830" y="1313"/>
                </a:lnTo>
                <a:close/>
                <a:moveTo>
                  <a:pt x="77830" y="1739"/>
                </a:moveTo>
                <a:lnTo>
                  <a:pt x="77830" y="1739"/>
                </a:lnTo>
                <a:lnTo>
                  <a:pt x="77830" y="1739"/>
                </a:lnTo>
                <a:close/>
                <a:moveTo>
                  <a:pt x="176011" y="1432"/>
                </a:moveTo>
                <a:lnTo>
                  <a:pt x="176114" y="1636"/>
                </a:lnTo>
                <a:lnTo>
                  <a:pt x="175500" y="1841"/>
                </a:lnTo>
                <a:lnTo>
                  <a:pt x="175807" y="1943"/>
                </a:lnTo>
                <a:lnTo>
                  <a:pt x="178875" y="1943"/>
                </a:lnTo>
                <a:lnTo>
                  <a:pt x="178773" y="1636"/>
                </a:lnTo>
                <a:lnTo>
                  <a:pt x="176011" y="1432"/>
                </a:lnTo>
                <a:close/>
                <a:moveTo>
                  <a:pt x="135102" y="1841"/>
                </a:moveTo>
                <a:lnTo>
                  <a:pt x="134898" y="1943"/>
                </a:lnTo>
                <a:lnTo>
                  <a:pt x="135102" y="2045"/>
                </a:lnTo>
                <a:lnTo>
                  <a:pt x="134489" y="2045"/>
                </a:lnTo>
                <a:lnTo>
                  <a:pt x="134795" y="2148"/>
                </a:lnTo>
                <a:lnTo>
                  <a:pt x="134489" y="2148"/>
                </a:lnTo>
                <a:lnTo>
                  <a:pt x="135920" y="2352"/>
                </a:lnTo>
                <a:lnTo>
                  <a:pt x="135307" y="2455"/>
                </a:lnTo>
                <a:lnTo>
                  <a:pt x="137148" y="2557"/>
                </a:lnTo>
                <a:lnTo>
                  <a:pt x="137148" y="2659"/>
                </a:lnTo>
                <a:lnTo>
                  <a:pt x="139500" y="2148"/>
                </a:lnTo>
                <a:lnTo>
                  <a:pt x="137148" y="2045"/>
                </a:lnTo>
                <a:lnTo>
                  <a:pt x="137250" y="1841"/>
                </a:lnTo>
                <a:lnTo>
                  <a:pt x="136739" y="1841"/>
                </a:lnTo>
                <a:lnTo>
                  <a:pt x="136739" y="2045"/>
                </a:lnTo>
                <a:lnTo>
                  <a:pt x="135102" y="1841"/>
                </a:lnTo>
                <a:close/>
                <a:moveTo>
                  <a:pt x="178466" y="2045"/>
                </a:moveTo>
                <a:lnTo>
                  <a:pt x="177443" y="2148"/>
                </a:lnTo>
                <a:lnTo>
                  <a:pt x="177136" y="2455"/>
                </a:lnTo>
                <a:lnTo>
                  <a:pt x="181534" y="2864"/>
                </a:lnTo>
                <a:lnTo>
                  <a:pt x="181534" y="2864"/>
                </a:lnTo>
                <a:lnTo>
                  <a:pt x="180716" y="2659"/>
                </a:lnTo>
                <a:lnTo>
                  <a:pt x="181023" y="2659"/>
                </a:lnTo>
                <a:lnTo>
                  <a:pt x="180818" y="2250"/>
                </a:lnTo>
                <a:lnTo>
                  <a:pt x="178466" y="2045"/>
                </a:lnTo>
                <a:close/>
                <a:moveTo>
                  <a:pt x="75068" y="3170"/>
                </a:moveTo>
                <a:lnTo>
                  <a:pt x="74870" y="3225"/>
                </a:lnTo>
                <a:lnTo>
                  <a:pt x="75022" y="3201"/>
                </a:lnTo>
                <a:lnTo>
                  <a:pt x="75022" y="3201"/>
                </a:lnTo>
                <a:lnTo>
                  <a:pt x="75068" y="3170"/>
                </a:lnTo>
                <a:close/>
                <a:moveTo>
                  <a:pt x="72920" y="1227"/>
                </a:moveTo>
                <a:lnTo>
                  <a:pt x="72102" y="1330"/>
                </a:lnTo>
                <a:lnTo>
                  <a:pt x="72511" y="1330"/>
                </a:lnTo>
                <a:lnTo>
                  <a:pt x="70977" y="1534"/>
                </a:lnTo>
                <a:lnTo>
                  <a:pt x="71591" y="1739"/>
                </a:lnTo>
                <a:lnTo>
                  <a:pt x="70364" y="1739"/>
                </a:lnTo>
                <a:lnTo>
                  <a:pt x="70568" y="1841"/>
                </a:lnTo>
                <a:lnTo>
                  <a:pt x="70057" y="1943"/>
                </a:lnTo>
                <a:lnTo>
                  <a:pt x="71080" y="2045"/>
                </a:lnTo>
                <a:lnTo>
                  <a:pt x="69648" y="2045"/>
                </a:lnTo>
                <a:lnTo>
                  <a:pt x="69750" y="2352"/>
                </a:lnTo>
                <a:lnTo>
                  <a:pt x="70670" y="2352"/>
                </a:lnTo>
                <a:lnTo>
                  <a:pt x="69545" y="2557"/>
                </a:lnTo>
                <a:lnTo>
                  <a:pt x="70568" y="2557"/>
                </a:lnTo>
                <a:lnTo>
                  <a:pt x="70466" y="2659"/>
                </a:lnTo>
                <a:lnTo>
                  <a:pt x="72102" y="2557"/>
                </a:lnTo>
                <a:lnTo>
                  <a:pt x="70773" y="2761"/>
                </a:lnTo>
                <a:lnTo>
                  <a:pt x="70466" y="2966"/>
                </a:lnTo>
                <a:lnTo>
                  <a:pt x="70159" y="3068"/>
                </a:lnTo>
                <a:lnTo>
                  <a:pt x="70977" y="3170"/>
                </a:lnTo>
                <a:lnTo>
                  <a:pt x="70364" y="3273"/>
                </a:lnTo>
                <a:lnTo>
                  <a:pt x="72102" y="3477"/>
                </a:lnTo>
                <a:lnTo>
                  <a:pt x="72102" y="3170"/>
                </a:lnTo>
                <a:lnTo>
                  <a:pt x="72307" y="3273"/>
                </a:lnTo>
                <a:lnTo>
                  <a:pt x="73330" y="3170"/>
                </a:lnTo>
                <a:lnTo>
                  <a:pt x="73227" y="3068"/>
                </a:lnTo>
                <a:lnTo>
                  <a:pt x="73739" y="2864"/>
                </a:lnTo>
                <a:lnTo>
                  <a:pt x="73432" y="3068"/>
                </a:lnTo>
                <a:lnTo>
                  <a:pt x="75580" y="2557"/>
                </a:lnTo>
                <a:lnTo>
                  <a:pt x="74557" y="2455"/>
                </a:lnTo>
                <a:lnTo>
                  <a:pt x="74659" y="2045"/>
                </a:lnTo>
                <a:lnTo>
                  <a:pt x="74966" y="1841"/>
                </a:lnTo>
                <a:lnTo>
                  <a:pt x="74352" y="1943"/>
                </a:lnTo>
                <a:lnTo>
                  <a:pt x="74455" y="2045"/>
                </a:lnTo>
                <a:lnTo>
                  <a:pt x="73534" y="1739"/>
                </a:lnTo>
                <a:lnTo>
                  <a:pt x="73534" y="1636"/>
                </a:lnTo>
                <a:lnTo>
                  <a:pt x="72920" y="1227"/>
                </a:lnTo>
                <a:close/>
                <a:moveTo>
                  <a:pt x="74870" y="3225"/>
                </a:moveTo>
                <a:lnTo>
                  <a:pt x="73227" y="3477"/>
                </a:lnTo>
                <a:lnTo>
                  <a:pt x="74301" y="3380"/>
                </a:lnTo>
                <a:lnTo>
                  <a:pt x="74301" y="3380"/>
                </a:lnTo>
                <a:lnTo>
                  <a:pt x="74870" y="3225"/>
                </a:lnTo>
                <a:close/>
                <a:moveTo>
                  <a:pt x="74352" y="3375"/>
                </a:moveTo>
                <a:lnTo>
                  <a:pt x="74301" y="3380"/>
                </a:lnTo>
                <a:lnTo>
                  <a:pt x="74301" y="3380"/>
                </a:lnTo>
                <a:lnTo>
                  <a:pt x="73943" y="3477"/>
                </a:lnTo>
                <a:lnTo>
                  <a:pt x="74352" y="3375"/>
                </a:lnTo>
                <a:close/>
                <a:moveTo>
                  <a:pt x="182148" y="2557"/>
                </a:moveTo>
                <a:lnTo>
                  <a:pt x="182250" y="2966"/>
                </a:lnTo>
                <a:lnTo>
                  <a:pt x="182148" y="3170"/>
                </a:lnTo>
                <a:lnTo>
                  <a:pt x="182045" y="3580"/>
                </a:lnTo>
                <a:lnTo>
                  <a:pt x="185114" y="3170"/>
                </a:lnTo>
                <a:lnTo>
                  <a:pt x="183682" y="2761"/>
                </a:lnTo>
                <a:lnTo>
                  <a:pt x="183170" y="2864"/>
                </a:lnTo>
                <a:lnTo>
                  <a:pt x="182966" y="2761"/>
                </a:lnTo>
                <a:lnTo>
                  <a:pt x="183068" y="2659"/>
                </a:lnTo>
                <a:lnTo>
                  <a:pt x="182455" y="2557"/>
                </a:lnTo>
                <a:lnTo>
                  <a:pt x="182455" y="2557"/>
                </a:lnTo>
                <a:lnTo>
                  <a:pt x="182557" y="2659"/>
                </a:lnTo>
                <a:lnTo>
                  <a:pt x="182148" y="2557"/>
                </a:lnTo>
                <a:close/>
                <a:moveTo>
                  <a:pt x="64739" y="2557"/>
                </a:moveTo>
                <a:lnTo>
                  <a:pt x="63614" y="2864"/>
                </a:lnTo>
                <a:lnTo>
                  <a:pt x="64023" y="2864"/>
                </a:lnTo>
                <a:lnTo>
                  <a:pt x="63716" y="2966"/>
                </a:lnTo>
                <a:lnTo>
                  <a:pt x="63716" y="2966"/>
                </a:lnTo>
                <a:lnTo>
                  <a:pt x="64432" y="2864"/>
                </a:lnTo>
                <a:lnTo>
                  <a:pt x="64125" y="2966"/>
                </a:lnTo>
                <a:lnTo>
                  <a:pt x="64534" y="3068"/>
                </a:lnTo>
                <a:lnTo>
                  <a:pt x="64125" y="3068"/>
                </a:lnTo>
                <a:lnTo>
                  <a:pt x="64330" y="3170"/>
                </a:lnTo>
                <a:lnTo>
                  <a:pt x="63511" y="3375"/>
                </a:lnTo>
                <a:lnTo>
                  <a:pt x="65352" y="3477"/>
                </a:lnTo>
                <a:lnTo>
                  <a:pt x="65352" y="3580"/>
                </a:lnTo>
                <a:lnTo>
                  <a:pt x="66068" y="3682"/>
                </a:lnTo>
                <a:lnTo>
                  <a:pt x="66273" y="3375"/>
                </a:lnTo>
                <a:lnTo>
                  <a:pt x="66580" y="3170"/>
                </a:lnTo>
                <a:lnTo>
                  <a:pt x="65966" y="2966"/>
                </a:lnTo>
                <a:lnTo>
                  <a:pt x="66068" y="2864"/>
                </a:lnTo>
                <a:lnTo>
                  <a:pt x="65148" y="2966"/>
                </a:lnTo>
                <a:lnTo>
                  <a:pt x="65148" y="2864"/>
                </a:lnTo>
                <a:lnTo>
                  <a:pt x="64739" y="2557"/>
                </a:lnTo>
                <a:close/>
                <a:moveTo>
                  <a:pt x="67705" y="2966"/>
                </a:moveTo>
                <a:lnTo>
                  <a:pt x="67295" y="3273"/>
                </a:lnTo>
                <a:lnTo>
                  <a:pt x="67705" y="3477"/>
                </a:lnTo>
                <a:lnTo>
                  <a:pt x="67398" y="3682"/>
                </a:lnTo>
                <a:lnTo>
                  <a:pt x="69136" y="3273"/>
                </a:lnTo>
                <a:lnTo>
                  <a:pt x="67705" y="2966"/>
                </a:lnTo>
                <a:close/>
                <a:moveTo>
                  <a:pt x="136943" y="3170"/>
                </a:moveTo>
                <a:lnTo>
                  <a:pt x="135818" y="3273"/>
                </a:lnTo>
                <a:lnTo>
                  <a:pt x="136841" y="3682"/>
                </a:lnTo>
                <a:lnTo>
                  <a:pt x="136432" y="3886"/>
                </a:lnTo>
                <a:lnTo>
                  <a:pt x="137557" y="3886"/>
                </a:lnTo>
                <a:lnTo>
                  <a:pt x="137352" y="3989"/>
                </a:lnTo>
                <a:lnTo>
                  <a:pt x="137761" y="4091"/>
                </a:lnTo>
                <a:lnTo>
                  <a:pt x="138784" y="3784"/>
                </a:lnTo>
                <a:lnTo>
                  <a:pt x="137659" y="3477"/>
                </a:lnTo>
                <a:lnTo>
                  <a:pt x="137761" y="3477"/>
                </a:lnTo>
                <a:lnTo>
                  <a:pt x="137148" y="3375"/>
                </a:lnTo>
                <a:lnTo>
                  <a:pt x="136943" y="3170"/>
                </a:lnTo>
                <a:close/>
                <a:moveTo>
                  <a:pt x="131114" y="2250"/>
                </a:moveTo>
                <a:lnTo>
                  <a:pt x="131114" y="2352"/>
                </a:lnTo>
                <a:lnTo>
                  <a:pt x="130295" y="2352"/>
                </a:lnTo>
                <a:lnTo>
                  <a:pt x="131318" y="2864"/>
                </a:lnTo>
                <a:lnTo>
                  <a:pt x="130705" y="2864"/>
                </a:lnTo>
                <a:lnTo>
                  <a:pt x="131625" y="3375"/>
                </a:lnTo>
                <a:lnTo>
                  <a:pt x="132648" y="3273"/>
                </a:lnTo>
                <a:lnTo>
                  <a:pt x="132545" y="3170"/>
                </a:lnTo>
                <a:lnTo>
                  <a:pt x="132545" y="3068"/>
                </a:lnTo>
                <a:lnTo>
                  <a:pt x="132955" y="3068"/>
                </a:lnTo>
                <a:lnTo>
                  <a:pt x="133261" y="3273"/>
                </a:lnTo>
                <a:lnTo>
                  <a:pt x="133875" y="3068"/>
                </a:lnTo>
                <a:lnTo>
                  <a:pt x="133670" y="3170"/>
                </a:lnTo>
                <a:lnTo>
                  <a:pt x="134080" y="3273"/>
                </a:lnTo>
                <a:lnTo>
                  <a:pt x="132443" y="3580"/>
                </a:lnTo>
                <a:lnTo>
                  <a:pt x="132750" y="3784"/>
                </a:lnTo>
                <a:lnTo>
                  <a:pt x="134080" y="3784"/>
                </a:lnTo>
                <a:lnTo>
                  <a:pt x="132545" y="4091"/>
                </a:lnTo>
                <a:lnTo>
                  <a:pt x="134284" y="4602"/>
                </a:lnTo>
                <a:lnTo>
                  <a:pt x="134386" y="4398"/>
                </a:lnTo>
                <a:lnTo>
                  <a:pt x="134284" y="4295"/>
                </a:lnTo>
                <a:lnTo>
                  <a:pt x="134898" y="3886"/>
                </a:lnTo>
                <a:lnTo>
                  <a:pt x="134898" y="3580"/>
                </a:lnTo>
                <a:lnTo>
                  <a:pt x="135205" y="3477"/>
                </a:lnTo>
                <a:lnTo>
                  <a:pt x="135511" y="3170"/>
                </a:lnTo>
                <a:lnTo>
                  <a:pt x="136432" y="3068"/>
                </a:lnTo>
                <a:lnTo>
                  <a:pt x="135920" y="2864"/>
                </a:lnTo>
                <a:lnTo>
                  <a:pt x="136023" y="2761"/>
                </a:lnTo>
                <a:lnTo>
                  <a:pt x="134795" y="2659"/>
                </a:lnTo>
                <a:lnTo>
                  <a:pt x="134795" y="2455"/>
                </a:lnTo>
                <a:lnTo>
                  <a:pt x="134182" y="2557"/>
                </a:lnTo>
                <a:lnTo>
                  <a:pt x="134386" y="2352"/>
                </a:lnTo>
                <a:lnTo>
                  <a:pt x="133261" y="2250"/>
                </a:lnTo>
                <a:lnTo>
                  <a:pt x="133261" y="2250"/>
                </a:lnTo>
                <a:lnTo>
                  <a:pt x="133568" y="2864"/>
                </a:lnTo>
                <a:lnTo>
                  <a:pt x="133568" y="2864"/>
                </a:lnTo>
                <a:lnTo>
                  <a:pt x="132750" y="2455"/>
                </a:lnTo>
                <a:lnTo>
                  <a:pt x="131318" y="2455"/>
                </a:lnTo>
                <a:lnTo>
                  <a:pt x="131932" y="2250"/>
                </a:lnTo>
                <a:close/>
                <a:moveTo>
                  <a:pt x="66682" y="4398"/>
                </a:moveTo>
                <a:lnTo>
                  <a:pt x="66784" y="4500"/>
                </a:lnTo>
                <a:lnTo>
                  <a:pt x="66477" y="4500"/>
                </a:lnTo>
                <a:lnTo>
                  <a:pt x="67091" y="4705"/>
                </a:lnTo>
                <a:lnTo>
                  <a:pt x="66784" y="4705"/>
                </a:lnTo>
                <a:lnTo>
                  <a:pt x="68232" y="4795"/>
                </a:lnTo>
                <a:lnTo>
                  <a:pt x="68232" y="4795"/>
                </a:lnTo>
                <a:lnTo>
                  <a:pt x="68625" y="4500"/>
                </a:lnTo>
                <a:lnTo>
                  <a:pt x="66682" y="4398"/>
                </a:lnTo>
                <a:close/>
                <a:moveTo>
                  <a:pt x="68232" y="4795"/>
                </a:moveTo>
                <a:lnTo>
                  <a:pt x="68216" y="4807"/>
                </a:lnTo>
                <a:lnTo>
                  <a:pt x="68324" y="4801"/>
                </a:lnTo>
                <a:lnTo>
                  <a:pt x="68324" y="4801"/>
                </a:lnTo>
                <a:lnTo>
                  <a:pt x="68232" y="4795"/>
                </a:lnTo>
                <a:close/>
                <a:moveTo>
                  <a:pt x="71489" y="4500"/>
                </a:moveTo>
                <a:lnTo>
                  <a:pt x="70568" y="4705"/>
                </a:lnTo>
                <a:lnTo>
                  <a:pt x="71080" y="4807"/>
                </a:lnTo>
                <a:lnTo>
                  <a:pt x="71489" y="4500"/>
                </a:lnTo>
                <a:close/>
                <a:moveTo>
                  <a:pt x="81102" y="205"/>
                </a:moveTo>
                <a:lnTo>
                  <a:pt x="81614" y="409"/>
                </a:lnTo>
                <a:lnTo>
                  <a:pt x="80386" y="307"/>
                </a:lnTo>
                <a:lnTo>
                  <a:pt x="80489" y="409"/>
                </a:lnTo>
                <a:lnTo>
                  <a:pt x="79773" y="409"/>
                </a:lnTo>
                <a:lnTo>
                  <a:pt x="79977" y="511"/>
                </a:lnTo>
                <a:lnTo>
                  <a:pt x="79466" y="511"/>
                </a:lnTo>
                <a:lnTo>
                  <a:pt x="80693" y="920"/>
                </a:lnTo>
                <a:lnTo>
                  <a:pt x="80693" y="920"/>
                </a:lnTo>
                <a:lnTo>
                  <a:pt x="79159" y="716"/>
                </a:lnTo>
                <a:lnTo>
                  <a:pt x="77011" y="716"/>
                </a:lnTo>
                <a:lnTo>
                  <a:pt x="77727" y="818"/>
                </a:lnTo>
                <a:lnTo>
                  <a:pt x="73841" y="1023"/>
                </a:lnTo>
                <a:lnTo>
                  <a:pt x="73943" y="1125"/>
                </a:lnTo>
                <a:lnTo>
                  <a:pt x="74864" y="1023"/>
                </a:lnTo>
                <a:lnTo>
                  <a:pt x="74864" y="1023"/>
                </a:lnTo>
                <a:lnTo>
                  <a:pt x="74250" y="1125"/>
                </a:lnTo>
                <a:lnTo>
                  <a:pt x="75989" y="1125"/>
                </a:lnTo>
                <a:lnTo>
                  <a:pt x="74659" y="1227"/>
                </a:lnTo>
                <a:lnTo>
                  <a:pt x="74830" y="1313"/>
                </a:lnTo>
                <a:lnTo>
                  <a:pt x="74830" y="1313"/>
                </a:lnTo>
                <a:lnTo>
                  <a:pt x="77216" y="1227"/>
                </a:lnTo>
                <a:lnTo>
                  <a:pt x="74557" y="1534"/>
                </a:lnTo>
                <a:lnTo>
                  <a:pt x="74557" y="1534"/>
                </a:lnTo>
                <a:lnTo>
                  <a:pt x="78034" y="1330"/>
                </a:lnTo>
                <a:lnTo>
                  <a:pt x="75784" y="1739"/>
                </a:lnTo>
                <a:lnTo>
                  <a:pt x="75784" y="1739"/>
                </a:lnTo>
                <a:lnTo>
                  <a:pt x="78341" y="1636"/>
                </a:lnTo>
                <a:lnTo>
                  <a:pt x="78341" y="1636"/>
                </a:lnTo>
                <a:lnTo>
                  <a:pt x="77830" y="1739"/>
                </a:lnTo>
                <a:lnTo>
                  <a:pt x="81818" y="1125"/>
                </a:lnTo>
                <a:lnTo>
                  <a:pt x="81818" y="1125"/>
                </a:lnTo>
                <a:lnTo>
                  <a:pt x="80386" y="1534"/>
                </a:lnTo>
                <a:lnTo>
                  <a:pt x="81409" y="1534"/>
                </a:lnTo>
                <a:lnTo>
                  <a:pt x="77523" y="1943"/>
                </a:lnTo>
                <a:lnTo>
                  <a:pt x="78648" y="2352"/>
                </a:lnTo>
                <a:lnTo>
                  <a:pt x="78648" y="2352"/>
                </a:lnTo>
                <a:lnTo>
                  <a:pt x="75375" y="2045"/>
                </a:lnTo>
                <a:lnTo>
                  <a:pt x="75375" y="2352"/>
                </a:lnTo>
                <a:lnTo>
                  <a:pt x="76193" y="2761"/>
                </a:lnTo>
                <a:lnTo>
                  <a:pt x="75682" y="2761"/>
                </a:lnTo>
                <a:lnTo>
                  <a:pt x="77216" y="2864"/>
                </a:lnTo>
                <a:lnTo>
                  <a:pt x="75022" y="3201"/>
                </a:lnTo>
                <a:lnTo>
                  <a:pt x="75022" y="3201"/>
                </a:lnTo>
                <a:lnTo>
                  <a:pt x="74761" y="3375"/>
                </a:lnTo>
                <a:lnTo>
                  <a:pt x="75170" y="3477"/>
                </a:lnTo>
                <a:lnTo>
                  <a:pt x="74148" y="3682"/>
                </a:lnTo>
                <a:lnTo>
                  <a:pt x="74045" y="3886"/>
                </a:lnTo>
                <a:lnTo>
                  <a:pt x="75989" y="3580"/>
                </a:lnTo>
                <a:lnTo>
                  <a:pt x="73739" y="3989"/>
                </a:lnTo>
                <a:lnTo>
                  <a:pt x="73432" y="3682"/>
                </a:lnTo>
                <a:lnTo>
                  <a:pt x="72716" y="3682"/>
                </a:lnTo>
                <a:lnTo>
                  <a:pt x="72818" y="4193"/>
                </a:lnTo>
                <a:lnTo>
                  <a:pt x="71489" y="4500"/>
                </a:lnTo>
                <a:lnTo>
                  <a:pt x="71489" y="4500"/>
                </a:lnTo>
                <a:lnTo>
                  <a:pt x="71489" y="4500"/>
                </a:lnTo>
                <a:lnTo>
                  <a:pt x="71284" y="4807"/>
                </a:lnTo>
                <a:lnTo>
                  <a:pt x="71898" y="4705"/>
                </a:lnTo>
                <a:lnTo>
                  <a:pt x="71898" y="4807"/>
                </a:lnTo>
                <a:lnTo>
                  <a:pt x="75784" y="4807"/>
                </a:lnTo>
                <a:lnTo>
                  <a:pt x="75477" y="5011"/>
                </a:lnTo>
                <a:lnTo>
                  <a:pt x="75477" y="5011"/>
                </a:lnTo>
                <a:lnTo>
                  <a:pt x="77318" y="4705"/>
                </a:lnTo>
                <a:lnTo>
                  <a:pt x="77727" y="4398"/>
                </a:lnTo>
                <a:lnTo>
                  <a:pt x="77114" y="4398"/>
                </a:lnTo>
                <a:lnTo>
                  <a:pt x="77216" y="4193"/>
                </a:lnTo>
                <a:lnTo>
                  <a:pt x="75682" y="4091"/>
                </a:lnTo>
                <a:lnTo>
                  <a:pt x="76193" y="4091"/>
                </a:lnTo>
                <a:lnTo>
                  <a:pt x="76091" y="3989"/>
                </a:lnTo>
                <a:lnTo>
                  <a:pt x="78341" y="3886"/>
                </a:lnTo>
                <a:lnTo>
                  <a:pt x="78545" y="3580"/>
                </a:lnTo>
                <a:lnTo>
                  <a:pt x="80489" y="3375"/>
                </a:lnTo>
                <a:lnTo>
                  <a:pt x="79977" y="3170"/>
                </a:lnTo>
                <a:lnTo>
                  <a:pt x="81205" y="3068"/>
                </a:lnTo>
                <a:lnTo>
                  <a:pt x="79159" y="2761"/>
                </a:lnTo>
                <a:lnTo>
                  <a:pt x="81614" y="2659"/>
                </a:lnTo>
                <a:lnTo>
                  <a:pt x="80386" y="2455"/>
                </a:lnTo>
                <a:lnTo>
                  <a:pt x="82534" y="2352"/>
                </a:lnTo>
                <a:lnTo>
                  <a:pt x="81920" y="2250"/>
                </a:lnTo>
                <a:lnTo>
                  <a:pt x="83966" y="2250"/>
                </a:lnTo>
                <a:lnTo>
                  <a:pt x="83864" y="2148"/>
                </a:lnTo>
                <a:lnTo>
                  <a:pt x="84375" y="2045"/>
                </a:lnTo>
                <a:lnTo>
                  <a:pt x="83557" y="2045"/>
                </a:lnTo>
                <a:lnTo>
                  <a:pt x="84682" y="1943"/>
                </a:lnTo>
                <a:lnTo>
                  <a:pt x="84580" y="1739"/>
                </a:lnTo>
                <a:lnTo>
                  <a:pt x="88466" y="1125"/>
                </a:lnTo>
                <a:lnTo>
                  <a:pt x="86216" y="1330"/>
                </a:lnTo>
                <a:lnTo>
                  <a:pt x="90920" y="614"/>
                </a:lnTo>
                <a:lnTo>
                  <a:pt x="89898" y="511"/>
                </a:lnTo>
                <a:lnTo>
                  <a:pt x="90000" y="409"/>
                </a:lnTo>
                <a:lnTo>
                  <a:pt x="89795" y="409"/>
                </a:lnTo>
                <a:lnTo>
                  <a:pt x="89898" y="307"/>
                </a:lnTo>
                <a:lnTo>
                  <a:pt x="89898" y="307"/>
                </a:lnTo>
                <a:lnTo>
                  <a:pt x="87136" y="409"/>
                </a:lnTo>
                <a:lnTo>
                  <a:pt x="88466" y="205"/>
                </a:lnTo>
                <a:lnTo>
                  <a:pt x="84682" y="205"/>
                </a:lnTo>
                <a:lnTo>
                  <a:pt x="84989" y="409"/>
                </a:lnTo>
                <a:lnTo>
                  <a:pt x="82739" y="205"/>
                </a:lnTo>
                <a:lnTo>
                  <a:pt x="83352" y="409"/>
                </a:lnTo>
                <a:lnTo>
                  <a:pt x="83352" y="409"/>
                </a:lnTo>
                <a:lnTo>
                  <a:pt x="81102" y="205"/>
                </a:lnTo>
                <a:close/>
                <a:moveTo>
                  <a:pt x="62898" y="4909"/>
                </a:moveTo>
                <a:lnTo>
                  <a:pt x="63205" y="5011"/>
                </a:lnTo>
                <a:lnTo>
                  <a:pt x="63205" y="4909"/>
                </a:lnTo>
                <a:close/>
                <a:moveTo>
                  <a:pt x="55227" y="3989"/>
                </a:moveTo>
                <a:lnTo>
                  <a:pt x="55330" y="4091"/>
                </a:lnTo>
                <a:lnTo>
                  <a:pt x="50318" y="5011"/>
                </a:lnTo>
                <a:lnTo>
                  <a:pt x="50523" y="5011"/>
                </a:lnTo>
                <a:lnTo>
                  <a:pt x="50318" y="5216"/>
                </a:lnTo>
                <a:lnTo>
                  <a:pt x="50318" y="5216"/>
                </a:lnTo>
                <a:lnTo>
                  <a:pt x="51545" y="5011"/>
                </a:lnTo>
                <a:lnTo>
                  <a:pt x="51443" y="5318"/>
                </a:lnTo>
                <a:lnTo>
                  <a:pt x="54102" y="4500"/>
                </a:lnTo>
                <a:lnTo>
                  <a:pt x="53591" y="4909"/>
                </a:lnTo>
                <a:lnTo>
                  <a:pt x="53591" y="4909"/>
                </a:lnTo>
                <a:lnTo>
                  <a:pt x="56045" y="4091"/>
                </a:lnTo>
                <a:lnTo>
                  <a:pt x="55227" y="3989"/>
                </a:lnTo>
                <a:close/>
                <a:moveTo>
                  <a:pt x="65761" y="4705"/>
                </a:moveTo>
                <a:lnTo>
                  <a:pt x="63818" y="4807"/>
                </a:lnTo>
                <a:lnTo>
                  <a:pt x="64227" y="4909"/>
                </a:lnTo>
                <a:lnTo>
                  <a:pt x="63920" y="4909"/>
                </a:lnTo>
                <a:lnTo>
                  <a:pt x="64330" y="5011"/>
                </a:lnTo>
                <a:lnTo>
                  <a:pt x="64023" y="5216"/>
                </a:lnTo>
                <a:lnTo>
                  <a:pt x="63205" y="5011"/>
                </a:lnTo>
                <a:lnTo>
                  <a:pt x="62898" y="5114"/>
                </a:lnTo>
                <a:lnTo>
                  <a:pt x="63000" y="5114"/>
                </a:lnTo>
                <a:lnTo>
                  <a:pt x="63102" y="5318"/>
                </a:lnTo>
                <a:lnTo>
                  <a:pt x="63102" y="5318"/>
                </a:lnTo>
                <a:lnTo>
                  <a:pt x="62489" y="5216"/>
                </a:lnTo>
                <a:lnTo>
                  <a:pt x="61875" y="5420"/>
                </a:lnTo>
                <a:lnTo>
                  <a:pt x="64125" y="5420"/>
                </a:lnTo>
                <a:lnTo>
                  <a:pt x="62898" y="5625"/>
                </a:lnTo>
                <a:lnTo>
                  <a:pt x="63102" y="5727"/>
                </a:lnTo>
                <a:lnTo>
                  <a:pt x="63000" y="5932"/>
                </a:lnTo>
                <a:lnTo>
                  <a:pt x="63000" y="5932"/>
                </a:lnTo>
                <a:lnTo>
                  <a:pt x="65148" y="5420"/>
                </a:lnTo>
                <a:lnTo>
                  <a:pt x="64943" y="5318"/>
                </a:lnTo>
                <a:lnTo>
                  <a:pt x="65761" y="4705"/>
                </a:lnTo>
                <a:close/>
                <a:moveTo>
                  <a:pt x="209148" y="5011"/>
                </a:moveTo>
                <a:lnTo>
                  <a:pt x="209455" y="5420"/>
                </a:lnTo>
                <a:lnTo>
                  <a:pt x="207102" y="5216"/>
                </a:lnTo>
                <a:lnTo>
                  <a:pt x="207409" y="5318"/>
                </a:lnTo>
                <a:lnTo>
                  <a:pt x="207205" y="5318"/>
                </a:lnTo>
                <a:lnTo>
                  <a:pt x="207716" y="5625"/>
                </a:lnTo>
                <a:lnTo>
                  <a:pt x="207511" y="5625"/>
                </a:lnTo>
                <a:lnTo>
                  <a:pt x="211705" y="5932"/>
                </a:lnTo>
                <a:lnTo>
                  <a:pt x="210170" y="5420"/>
                </a:lnTo>
                <a:lnTo>
                  <a:pt x="210170" y="5420"/>
                </a:lnTo>
                <a:lnTo>
                  <a:pt x="212420" y="5727"/>
                </a:lnTo>
                <a:lnTo>
                  <a:pt x="212318" y="5523"/>
                </a:lnTo>
                <a:lnTo>
                  <a:pt x="209148" y="5011"/>
                </a:lnTo>
                <a:close/>
                <a:moveTo>
                  <a:pt x="65148" y="5932"/>
                </a:moveTo>
                <a:lnTo>
                  <a:pt x="65966" y="6239"/>
                </a:lnTo>
                <a:lnTo>
                  <a:pt x="66989" y="5932"/>
                </a:lnTo>
                <a:close/>
                <a:moveTo>
                  <a:pt x="59523" y="4500"/>
                </a:moveTo>
                <a:lnTo>
                  <a:pt x="58193" y="4807"/>
                </a:lnTo>
                <a:lnTo>
                  <a:pt x="58295" y="5011"/>
                </a:lnTo>
                <a:lnTo>
                  <a:pt x="57886" y="5216"/>
                </a:lnTo>
                <a:lnTo>
                  <a:pt x="58193" y="5420"/>
                </a:lnTo>
                <a:lnTo>
                  <a:pt x="56455" y="5216"/>
                </a:lnTo>
                <a:lnTo>
                  <a:pt x="56659" y="5216"/>
                </a:lnTo>
                <a:lnTo>
                  <a:pt x="55739" y="4909"/>
                </a:lnTo>
                <a:lnTo>
                  <a:pt x="55841" y="4807"/>
                </a:lnTo>
                <a:lnTo>
                  <a:pt x="54716" y="4909"/>
                </a:lnTo>
                <a:lnTo>
                  <a:pt x="55227" y="5011"/>
                </a:lnTo>
                <a:lnTo>
                  <a:pt x="53795" y="5216"/>
                </a:lnTo>
                <a:lnTo>
                  <a:pt x="54818" y="5216"/>
                </a:lnTo>
                <a:lnTo>
                  <a:pt x="53182" y="5420"/>
                </a:lnTo>
                <a:lnTo>
                  <a:pt x="54511" y="5318"/>
                </a:lnTo>
                <a:lnTo>
                  <a:pt x="52466" y="5727"/>
                </a:lnTo>
                <a:lnTo>
                  <a:pt x="53386" y="5932"/>
                </a:lnTo>
                <a:lnTo>
                  <a:pt x="53693" y="5830"/>
                </a:lnTo>
                <a:lnTo>
                  <a:pt x="53898" y="5932"/>
                </a:lnTo>
                <a:lnTo>
                  <a:pt x="54307" y="5830"/>
                </a:lnTo>
                <a:lnTo>
                  <a:pt x="54409" y="5727"/>
                </a:lnTo>
                <a:lnTo>
                  <a:pt x="55227" y="5625"/>
                </a:lnTo>
                <a:lnTo>
                  <a:pt x="54614" y="5830"/>
                </a:lnTo>
                <a:lnTo>
                  <a:pt x="56455" y="5727"/>
                </a:lnTo>
                <a:lnTo>
                  <a:pt x="56455" y="5727"/>
                </a:lnTo>
                <a:lnTo>
                  <a:pt x="54102" y="6136"/>
                </a:lnTo>
                <a:lnTo>
                  <a:pt x="54102" y="6341"/>
                </a:lnTo>
                <a:lnTo>
                  <a:pt x="57784" y="5932"/>
                </a:lnTo>
                <a:lnTo>
                  <a:pt x="57682" y="5932"/>
                </a:lnTo>
                <a:lnTo>
                  <a:pt x="59625" y="5727"/>
                </a:lnTo>
                <a:lnTo>
                  <a:pt x="60443" y="5114"/>
                </a:lnTo>
                <a:lnTo>
                  <a:pt x="58909" y="5318"/>
                </a:lnTo>
                <a:lnTo>
                  <a:pt x="59216" y="5114"/>
                </a:lnTo>
                <a:lnTo>
                  <a:pt x="58909" y="5114"/>
                </a:lnTo>
                <a:lnTo>
                  <a:pt x="59523" y="4500"/>
                </a:lnTo>
                <a:close/>
                <a:moveTo>
                  <a:pt x="70057" y="4705"/>
                </a:moveTo>
                <a:lnTo>
                  <a:pt x="68324" y="4801"/>
                </a:lnTo>
                <a:lnTo>
                  <a:pt x="68324" y="4801"/>
                </a:lnTo>
                <a:lnTo>
                  <a:pt x="68420" y="4807"/>
                </a:lnTo>
                <a:lnTo>
                  <a:pt x="68420" y="5318"/>
                </a:lnTo>
                <a:lnTo>
                  <a:pt x="67909" y="5625"/>
                </a:lnTo>
                <a:lnTo>
                  <a:pt x="67807" y="5830"/>
                </a:lnTo>
                <a:lnTo>
                  <a:pt x="68420" y="6034"/>
                </a:lnTo>
                <a:lnTo>
                  <a:pt x="68318" y="6136"/>
                </a:lnTo>
                <a:lnTo>
                  <a:pt x="69955" y="6136"/>
                </a:lnTo>
                <a:lnTo>
                  <a:pt x="69648" y="6341"/>
                </a:lnTo>
                <a:lnTo>
                  <a:pt x="75580" y="6034"/>
                </a:lnTo>
                <a:lnTo>
                  <a:pt x="75068" y="5932"/>
                </a:lnTo>
                <a:lnTo>
                  <a:pt x="75580" y="5523"/>
                </a:lnTo>
                <a:lnTo>
                  <a:pt x="74966" y="5420"/>
                </a:lnTo>
                <a:lnTo>
                  <a:pt x="75068" y="5318"/>
                </a:lnTo>
                <a:lnTo>
                  <a:pt x="71898" y="5523"/>
                </a:lnTo>
                <a:lnTo>
                  <a:pt x="72000" y="5625"/>
                </a:lnTo>
                <a:lnTo>
                  <a:pt x="70261" y="5420"/>
                </a:lnTo>
                <a:lnTo>
                  <a:pt x="70159" y="5523"/>
                </a:lnTo>
                <a:lnTo>
                  <a:pt x="69750" y="5523"/>
                </a:lnTo>
                <a:lnTo>
                  <a:pt x="70261" y="5318"/>
                </a:lnTo>
                <a:lnTo>
                  <a:pt x="69239" y="4909"/>
                </a:lnTo>
                <a:lnTo>
                  <a:pt x="70568" y="4909"/>
                </a:lnTo>
                <a:lnTo>
                  <a:pt x="69443" y="4807"/>
                </a:lnTo>
                <a:lnTo>
                  <a:pt x="70057" y="4705"/>
                </a:lnTo>
                <a:close/>
                <a:moveTo>
                  <a:pt x="165273" y="4705"/>
                </a:moveTo>
                <a:lnTo>
                  <a:pt x="160773" y="4909"/>
                </a:lnTo>
                <a:lnTo>
                  <a:pt x="160875" y="5011"/>
                </a:lnTo>
                <a:lnTo>
                  <a:pt x="160364" y="5114"/>
                </a:lnTo>
                <a:lnTo>
                  <a:pt x="159341" y="5420"/>
                </a:lnTo>
                <a:lnTo>
                  <a:pt x="158727" y="5625"/>
                </a:lnTo>
                <a:lnTo>
                  <a:pt x="158830" y="5727"/>
                </a:lnTo>
                <a:lnTo>
                  <a:pt x="158216" y="5830"/>
                </a:lnTo>
                <a:lnTo>
                  <a:pt x="158727" y="5932"/>
                </a:lnTo>
                <a:lnTo>
                  <a:pt x="158318" y="6239"/>
                </a:lnTo>
                <a:lnTo>
                  <a:pt x="158727" y="6341"/>
                </a:lnTo>
                <a:lnTo>
                  <a:pt x="158318" y="6443"/>
                </a:lnTo>
                <a:lnTo>
                  <a:pt x="158114" y="6648"/>
                </a:lnTo>
                <a:lnTo>
                  <a:pt x="157602" y="6955"/>
                </a:lnTo>
                <a:lnTo>
                  <a:pt x="158114" y="7261"/>
                </a:lnTo>
                <a:lnTo>
                  <a:pt x="160057" y="7057"/>
                </a:lnTo>
                <a:lnTo>
                  <a:pt x="159750" y="6852"/>
                </a:lnTo>
                <a:lnTo>
                  <a:pt x="160159" y="6341"/>
                </a:lnTo>
                <a:lnTo>
                  <a:pt x="160875" y="6239"/>
                </a:lnTo>
                <a:lnTo>
                  <a:pt x="160875" y="6136"/>
                </a:lnTo>
                <a:lnTo>
                  <a:pt x="161182" y="6034"/>
                </a:lnTo>
                <a:lnTo>
                  <a:pt x="160977" y="5932"/>
                </a:lnTo>
                <a:lnTo>
                  <a:pt x="165273" y="4705"/>
                </a:lnTo>
                <a:close/>
                <a:moveTo>
                  <a:pt x="212114" y="6852"/>
                </a:moveTo>
                <a:lnTo>
                  <a:pt x="211500" y="7261"/>
                </a:lnTo>
                <a:lnTo>
                  <a:pt x="214057" y="7364"/>
                </a:lnTo>
                <a:lnTo>
                  <a:pt x="212114" y="6852"/>
                </a:lnTo>
                <a:close/>
                <a:moveTo>
                  <a:pt x="177955" y="7159"/>
                </a:moveTo>
                <a:lnTo>
                  <a:pt x="178568" y="7466"/>
                </a:lnTo>
                <a:lnTo>
                  <a:pt x="177852" y="7261"/>
                </a:lnTo>
                <a:lnTo>
                  <a:pt x="177955" y="7159"/>
                </a:lnTo>
                <a:close/>
                <a:moveTo>
                  <a:pt x="58602" y="6955"/>
                </a:moveTo>
                <a:lnTo>
                  <a:pt x="57375" y="7159"/>
                </a:lnTo>
                <a:lnTo>
                  <a:pt x="57784" y="7568"/>
                </a:lnTo>
                <a:lnTo>
                  <a:pt x="58602" y="7261"/>
                </a:lnTo>
                <a:lnTo>
                  <a:pt x="58602" y="6955"/>
                </a:lnTo>
                <a:close/>
                <a:moveTo>
                  <a:pt x="108307" y="7568"/>
                </a:moveTo>
                <a:lnTo>
                  <a:pt x="108211" y="7587"/>
                </a:lnTo>
                <a:lnTo>
                  <a:pt x="108211" y="7587"/>
                </a:lnTo>
                <a:lnTo>
                  <a:pt x="108381" y="7603"/>
                </a:lnTo>
                <a:lnTo>
                  <a:pt x="108381" y="7603"/>
                </a:lnTo>
                <a:lnTo>
                  <a:pt x="108307" y="7568"/>
                </a:lnTo>
                <a:close/>
                <a:moveTo>
                  <a:pt x="73636" y="7159"/>
                </a:moveTo>
                <a:lnTo>
                  <a:pt x="74659" y="7670"/>
                </a:lnTo>
                <a:lnTo>
                  <a:pt x="76193" y="7670"/>
                </a:lnTo>
                <a:lnTo>
                  <a:pt x="76193" y="7466"/>
                </a:lnTo>
                <a:lnTo>
                  <a:pt x="75989" y="7261"/>
                </a:lnTo>
                <a:lnTo>
                  <a:pt x="73636" y="7159"/>
                </a:lnTo>
                <a:close/>
                <a:moveTo>
                  <a:pt x="108381" y="7603"/>
                </a:moveTo>
                <a:lnTo>
                  <a:pt x="109841" y="8284"/>
                </a:lnTo>
                <a:lnTo>
                  <a:pt x="110250" y="7773"/>
                </a:lnTo>
                <a:lnTo>
                  <a:pt x="108381" y="7603"/>
                </a:lnTo>
                <a:close/>
                <a:moveTo>
                  <a:pt x="68011" y="6852"/>
                </a:moveTo>
                <a:lnTo>
                  <a:pt x="64227" y="7364"/>
                </a:lnTo>
                <a:lnTo>
                  <a:pt x="63511" y="8386"/>
                </a:lnTo>
                <a:lnTo>
                  <a:pt x="63511" y="8386"/>
                </a:lnTo>
                <a:lnTo>
                  <a:pt x="64534" y="8182"/>
                </a:lnTo>
                <a:lnTo>
                  <a:pt x="64739" y="7773"/>
                </a:lnTo>
                <a:lnTo>
                  <a:pt x="65352" y="7773"/>
                </a:lnTo>
                <a:lnTo>
                  <a:pt x="68011" y="6852"/>
                </a:lnTo>
                <a:close/>
                <a:moveTo>
                  <a:pt x="216716" y="8182"/>
                </a:moveTo>
                <a:lnTo>
                  <a:pt x="217227" y="8489"/>
                </a:lnTo>
                <a:lnTo>
                  <a:pt x="217330" y="8182"/>
                </a:lnTo>
                <a:close/>
                <a:moveTo>
                  <a:pt x="62080" y="6852"/>
                </a:moveTo>
                <a:lnTo>
                  <a:pt x="60852" y="7159"/>
                </a:lnTo>
                <a:lnTo>
                  <a:pt x="61568" y="7364"/>
                </a:lnTo>
                <a:lnTo>
                  <a:pt x="61057" y="7466"/>
                </a:lnTo>
                <a:lnTo>
                  <a:pt x="61057" y="7568"/>
                </a:lnTo>
                <a:lnTo>
                  <a:pt x="60341" y="7773"/>
                </a:lnTo>
                <a:lnTo>
                  <a:pt x="60034" y="7466"/>
                </a:lnTo>
                <a:lnTo>
                  <a:pt x="59420" y="7773"/>
                </a:lnTo>
                <a:lnTo>
                  <a:pt x="59727" y="8182"/>
                </a:lnTo>
                <a:lnTo>
                  <a:pt x="60136" y="8284"/>
                </a:lnTo>
                <a:lnTo>
                  <a:pt x="60443" y="8898"/>
                </a:lnTo>
                <a:lnTo>
                  <a:pt x="61159" y="8898"/>
                </a:lnTo>
                <a:lnTo>
                  <a:pt x="61364" y="8489"/>
                </a:lnTo>
                <a:lnTo>
                  <a:pt x="62182" y="8591"/>
                </a:lnTo>
                <a:lnTo>
                  <a:pt x="63205" y="7773"/>
                </a:lnTo>
                <a:lnTo>
                  <a:pt x="62795" y="7875"/>
                </a:lnTo>
                <a:lnTo>
                  <a:pt x="62795" y="7670"/>
                </a:lnTo>
                <a:lnTo>
                  <a:pt x="62898" y="7670"/>
                </a:lnTo>
                <a:lnTo>
                  <a:pt x="62182" y="7568"/>
                </a:lnTo>
                <a:lnTo>
                  <a:pt x="63409" y="7261"/>
                </a:lnTo>
                <a:lnTo>
                  <a:pt x="63205" y="7159"/>
                </a:lnTo>
                <a:lnTo>
                  <a:pt x="63511" y="6852"/>
                </a:lnTo>
                <a:close/>
                <a:moveTo>
                  <a:pt x="47250" y="6443"/>
                </a:moveTo>
                <a:lnTo>
                  <a:pt x="47148" y="6852"/>
                </a:lnTo>
                <a:lnTo>
                  <a:pt x="43977" y="8386"/>
                </a:lnTo>
                <a:lnTo>
                  <a:pt x="44284" y="8386"/>
                </a:lnTo>
                <a:lnTo>
                  <a:pt x="44898" y="8693"/>
                </a:lnTo>
                <a:lnTo>
                  <a:pt x="44795" y="9102"/>
                </a:lnTo>
                <a:lnTo>
                  <a:pt x="44795" y="9102"/>
                </a:lnTo>
                <a:lnTo>
                  <a:pt x="51955" y="7159"/>
                </a:lnTo>
                <a:lnTo>
                  <a:pt x="51545" y="6545"/>
                </a:lnTo>
                <a:lnTo>
                  <a:pt x="50318" y="6750"/>
                </a:lnTo>
                <a:lnTo>
                  <a:pt x="50420" y="6545"/>
                </a:lnTo>
                <a:lnTo>
                  <a:pt x="50011" y="6648"/>
                </a:lnTo>
                <a:lnTo>
                  <a:pt x="50216" y="6545"/>
                </a:lnTo>
                <a:lnTo>
                  <a:pt x="47250" y="6443"/>
                </a:lnTo>
                <a:close/>
                <a:moveTo>
                  <a:pt x="158625" y="7261"/>
                </a:moveTo>
                <a:lnTo>
                  <a:pt x="157602" y="7875"/>
                </a:lnTo>
                <a:lnTo>
                  <a:pt x="157500" y="8182"/>
                </a:lnTo>
                <a:lnTo>
                  <a:pt x="156989" y="8284"/>
                </a:lnTo>
                <a:lnTo>
                  <a:pt x="159034" y="9102"/>
                </a:lnTo>
                <a:lnTo>
                  <a:pt x="158830" y="9102"/>
                </a:lnTo>
                <a:lnTo>
                  <a:pt x="158830" y="9205"/>
                </a:lnTo>
                <a:lnTo>
                  <a:pt x="158727" y="9205"/>
                </a:lnTo>
                <a:lnTo>
                  <a:pt x="158727" y="9307"/>
                </a:lnTo>
                <a:lnTo>
                  <a:pt x="158625" y="9307"/>
                </a:lnTo>
                <a:lnTo>
                  <a:pt x="160773" y="9614"/>
                </a:lnTo>
                <a:lnTo>
                  <a:pt x="160773" y="9614"/>
                </a:lnTo>
                <a:lnTo>
                  <a:pt x="160568" y="9511"/>
                </a:lnTo>
                <a:lnTo>
                  <a:pt x="161489" y="9511"/>
                </a:lnTo>
                <a:lnTo>
                  <a:pt x="159239" y="8080"/>
                </a:lnTo>
                <a:lnTo>
                  <a:pt x="159341" y="7773"/>
                </a:lnTo>
                <a:lnTo>
                  <a:pt x="159545" y="7670"/>
                </a:lnTo>
                <a:lnTo>
                  <a:pt x="159545" y="7466"/>
                </a:lnTo>
                <a:lnTo>
                  <a:pt x="158625" y="7261"/>
                </a:lnTo>
                <a:close/>
                <a:moveTo>
                  <a:pt x="18920" y="9818"/>
                </a:moveTo>
                <a:lnTo>
                  <a:pt x="18511" y="9920"/>
                </a:lnTo>
                <a:lnTo>
                  <a:pt x="18511" y="9920"/>
                </a:lnTo>
                <a:lnTo>
                  <a:pt x="18637" y="9901"/>
                </a:lnTo>
                <a:lnTo>
                  <a:pt x="18637" y="9901"/>
                </a:lnTo>
                <a:lnTo>
                  <a:pt x="18920" y="9818"/>
                </a:lnTo>
                <a:close/>
                <a:moveTo>
                  <a:pt x="137352" y="10125"/>
                </a:moveTo>
                <a:lnTo>
                  <a:pt x="137352" y="10125"/>
                </a:lnTo>
                <a:lnTo>
                  <a:pt x="137352" y="10125"/>
                </a:lnTo>
                <a:close/>
                <a:moveTo>
                  <a:pt x="88977" y="9818"/>
                </a:moveTo>
                <a:lnTo>
                  <a:pt x="88670" y="10125"/>
                </a:lnTo>
                <a:lnTo>
                  <a:pt x="88466" y="10125"/>
                </a:lnTo>
                <a:lnTo>
                  <a:pt x="88364" y="10432"/>
                </a:lnTo>
                <a:lnTo>
                  <a:pt x="88875" y="10534"/>
                </a:lnTo>
                <a:lnTo>
                  <a:pt x="88568" y="10636"/>
                </a:lnTo>
                <a:lnTo>
                  <a:pt x="89489" y="10636"/>
                </a:lnTo>
                <a:lnTo>
                  <a:pt x="90000" y="10227"/>
                </a:lnTo>
                <a:lnTo>
                  <a:pt x="88977" y="9818"/>
                </a:lnTo>
                <a:close/>
                <a:moveTo>
                  <a:pt x="52466" y="7261"/>
                </a:moveTo>
                <a:lnTo>
                  <a:pt x="48170" y="8591"/>
                </a:lnTo>
                <a:lnTo>
                  <a:pt x="48784" y="8693"/>
                </a:lnTo>
                <a:lnTo>
                  <a:pt x="48375" y="8898"/>
                </a:lnTo>
                <a:lnTo>
                  <a:pt x="50216" y="8795"/>
                </a:lnTo>
                <a:lnTo>
                  <a:pt x="50216" y="8795"/>
                </a:lnTo>
                <a:lnTo>
                  <a:pt x="49705" y="8898"/>
                </a:lnTo>
                <a:lnTo>
                  <a:pt x="49807" y="8898"/>
                </a:lnTo>
                <a:lnTo>
                  <a:pt x="47761" y="9307"/>
                </a:lnTo>
                <a:lnTo>
                  <a:pt x="51545" y="9818"/>
                </a:lnTo>
                <a:lnTo>
                  <a:pt x="48273" y="9920"/>
                </a:lnTo>
                <a:lnTo>
                  <a:pt x="47557" y="10534"/>
                </a:lnTo>
                <a:lnTo>
                  <a:pt x="49193" y="10739"/>
                </a:lnTo>
                <a:lnTo>
                  <a:pt x="48989" y="11352"/>
                </a:lnTo>
                <a:lnTo>
                  <a:pt x="54102" y="10534"/>
                </a:lnTo>
                <a:lnTo>
                  <a:pt x="54102" y="10739"/>
                </a:lnTo>
                <a:lnTo>
                  <a:pt x="54818" y="10841"/>
                </a:lnTo>
                <a:lnTo>
                  <a:pt x="54614" y="10943"/>
                </a:lnTo>
                <a:lnTo>
                  <a:pt x="56148" y="11045"/>
                </a:lnTo>
                <a:lnTo>
                  <a:pt x="57170" y="10534"/>
                </a:lnTo>
                <a:lnTo>
                  <a:pt x="56250" y="10739"/>
                </a:lnTo>
                <a:lnTo>
                  <a:pt x="56455" y="10534"/>
                </a:lnTo>
                <a:lnTo>
                  <a:pt x="56352" y="10432"/>
                </a:lnTo>
                <a:lnTo>
                  <a:pt x="58295" y="10023"/>
                </a:lnTo>
                <a:lnTo>
                  <a:pt x="57989" y="9920"/>
                </a:lnTo>
                <a:lnTo>
                  <a:pt x="57989" y="9818"/>
                </a:lnTo>
                <a:lnTo>
                  <a:pt x="56864" y="9409"/>
                </a:lnTo>
                <a:lnTo>
                  <a:pt x="57682" y="7670"/>
                </a:lnTo>
                <a:lnTo>
                  <a:pt x="56455" y="7364"/>
                </a:lnTo>
                <a:lnTo>
                  <a:pt x="55739" y="8489"/>
                </a:lnTo>
                <a:lnTo>
                  <a:pt x="55023" y="8693"/>
                </a:lnTo>
                <a:lnTo>
                  <a:pt x="55023" y="8693"/>
                </a:lnTo>
                <a:lnTo>
                  <a:pt x="55227" y="7875"/>
                </a:lnTo>
                <a:lnTo>
                  <a:pt x="54614" y="7773"/>
                </a:lnTo>
                <a:lnTo>
                  <a:pt x="53591" y="8080"/>
                </a:lnTo>
                <a:lnTo>
                  <a:pt x="53693" y="7977"/>
                </a:lnTo>
                <a:lnTo>
                  <a:pt x="53182" y="8080"/>
                </a:lnTo>
                <a:lnTo>
                  <a:pt x="53182" y="8080"/>
                </a:lnTo>
                <a:lnTo>
                  <a:pt x="53898" y="7773"/>
                </a:lnTo>
                <a:lnTo>
                  <a:pt x="51750" y="7875"/>
                </a:lnTo>
                <a:lnTo>
                  <a:pt x="52466" y="7261"/>
                </a:lnTo>
                <a:close/>
                <a:moveTo>
                  <a:pt x="60341" y="10330"/>
                </a:moveTo>
                <a:lnTo>
                  <a:pt x="58602" y="10841"/>
                </a:lnTo>
                <a:lnTo>
                  <a:pt x="59114" y="11148"/>
                </a:lnTo>
                <a:lnTo>
                  <a:pt x="60136" y="11352"/>
                </a:lnTo>
                <a:lnTo>
                  <a:pt x="61159" y="11045"/>
                </a:lnTo>
                <a:lnTo>
                  <a:pt x="60239" y="10432"/>
                </a:lnTo>
                <a:lnTo>
                  <a:pt x="60341" y="10330"/>
                </a:lnTo>
                <a:close/>
                <a:moveTo>
                  <a:pt x="175193" y="11250"/>
                </a:moveTo>
                <a:lnTo>
                  <a:pt x="176114" y="11557"/>
                </a:lnTo>
                <a:lnTo>
                  <a:pt x="176114" y="12068"/>
                </a:lnTo>
                <a:lnTo>
                  <a:pt x="177136" y="12170"/>
                </a:lnTo>
                <a:lnTo>
                  <a:pt x="177136" y="12170"/>
                </a:lnTo>
                <a:lnTo>
                  <a:pt x="176011" y="12068"/>
                </a:lnTo>
                <a:lnTo>
                  <a:pt x="175193" y="11250"/>
                </a:lnTo>
                <a:close/>
                <a:moveTo>
                  <a:pt x="73023" y="11557"/>
                </a:moveTo>
                <a:lnTo>
                  <a:pt x="72307" y="12375"/>
                </a:lnTo>
                <a:lnTo>
                  <a:pt x="73432" y="12375"/>
                </a:lnTo>
                <a:lnTo>
                  <a:pt x="74148" y="11659"/>
                </a:lnTo>
                <a:lnTo>
                  <a:pt x="73023" y="11557"/>
                </a:lnTo>
                <a:close/>
                <a:moveTo>
                  <a:pt x="108409" y="13295"/>
                </a:moveTo>
                <a:lnTo>
                  <a:pt x="108716" y="13398"/>
                </a:lnTo>
                <a:lnTo>
                  <a:pt x="108818" y="13398"/>
                </a:lnTo>
                <a:lnTo>
                  <a:pt x="108409" y="13295"/>
                </a:lnTo>
                <a:close/>
                <a:moveTo>
                  <a:pt x="9205" y="13807"/>
                </a:moveTo>
                <a:lnTo>
                  <a:pt x="9102" y="13909"/>
                </a:lnTo>
                <a:lnTo>
                  <a:pt x="9205" y="13909"/>
                </a:lnTo>
                <a:lnTo>
                  <a:pt x="9205" y="13807"/>
                </a:lnTo>
                <a:close/>
                <a:moveTo>
                  <a:pt x="5420" y="11045"/>
                </a:moveTo>
                <a:lnTo>
                  <a:pt x="0" y="14420"/>
                </a:lnTo>
                <a:lnTo>
                  <a:pt x="511" y="14318"/>
                </a:lnTo>
                <a:lnTo>
                  <a:pt x="1227" y="13909"/>
                </a:lnTo>
                <a:lnTo>
                  <a:pt x="1227" y="13705"/>
                </a:lnTo>
                <a:lnTo>
                  <a:pt x="1739" y="13398"/>
                </a:lnTo>
                <a:lnTo>
                  <a:pt x="1636" y="13500"/>
                </a:lnTo>
                <a:lnTo>
                  <a:pt x="2352" y="13295"/>
                </a:lnTo>
                <a:lnTo>
                  <a:pt x="2148" y="13398"/>
                </a:lnTo>
                <a:lnTo>
                  <a:pt x="2761" y="13193"/>
                </a:lnTo>
                <a:lnTo>
                  <a:pt x="2761" y="13193"/>
                </a:lnTo>
                <a:lnTo>
                  <a:pt x="1636" y="14011"/>
                </a:lnTo>
                <a:lnTo>
                  <a:pt x="3273" y="14114"/>
                </a:lnTo>
                <a:lnTo>
                  <a:pt x="3068" y="14625"/>
                </a:lnTo>
                <a:lnTo>
                  <a:pt x="3375" y="15034"/>
                </a:lnTo>
                <a:lnTo>
                  <a:pt x="3989" y="14932"/>
                </a:lnTo>
                <a:lnTo>
                  <a:pt x="3682" y="15136"/>
                </a:lnTo>
                <a:lnTo>
                  <a:pt x="4295" y="14932"/>
                </a:lnTo>
                <a:lnTo>
                  <a:pt x="4193" y="15034"/>
                </a:lnTo>
                <a:lnTo>
                  <a:pt x="4193" y="15034"/>
                </a:lnTo>
                <a:lnTo>
                  <a:pt x="4602" y="14727"/>
                </a:lnTo>
                <a:lnTo>
                  <a:pt x="4500" y="14625"/>
                </a:lnTo>
                <a:lnTo>
                  <a:pt x="5523" y="14318"/>
                </a:lnTo>
                <a:lnTo>
                  <a:pt x="5318" y="14318"/>
                </a:lnTo>
                <a:lnTo>
                  <a:pt x="5830" y="14114"/>
                </a:lnTo>
                <a:lnTo>
                  <a:pt x="5727" y="14114"/>
                </a:lnTo>
                <a:lnTo>
                  <a:pt x="5727" y="13909"/>
                </a:lnTo>
                <a:lnTo>
                  <a:pt x="6136" y="14011"/>
                </a:lnTo>
                <a:lnTo>
                  <a:pt x="6750" y="14011"/>
                </a:lnTo>
                <a:lnTo>
                  <a:pt x="6852" y="13807"/>
                </a:lnTo>
                <a:lnTo>
                  <a:pt x="7159" y="13909"/>
                </a:lnTo>
                <a:lnTo>
                  <a:pt x="8386" y="13500"/>
                </a:lnTo>
                <a:lnTo>
                  <a:pt x="8080" y="13398"/>
                </a:lnTo>
                <a:lnTo>
                  <a:pt x="7977" y="13398"/>
                </a:lnTo>
                <a:lnTo>
                  <a:pt x="8080" y="13193"/>
                </a:lnTo>
                <a:lnTo>
                  <a:pt x="8080" y="12886"/>
                </a:lnTo>
                <a:lnTo>
                  <a:pt x="7364" y="12682"/>
                </a:lnTo>
                <a:lnTo>
                  <a:pt x="7364" y="12682"/>
                </a:lnTo>
                <a:lnTo>
                  <a:pt x="7568" y="12784"/>
                </a:lnTo>
                <a:lnTo>
                  <a:pt x="6852" y="12886"/>
                </a:lnTo>
                <a:lnTo>
                  <a:pt x="7261" y="12682"/>
                </a:lnTo>
                <a:lnTo>
                  <a:pt x="6341" y="12682"/>
                </a:lnTo>
                <a:lnTo>
                  <a:pt x="6034" y="12989"/>
                </a:lnTo>
                <a:lnTo>
                  <a:pt x="6034" y="13193"/>
                </a:lnTo>
                <a:lnTo>
                  <a:pt x="5625" y="13398"/>
                </a:lnTo>
                <a:lnTo>
                  <a:pt x="5625" y="13398"/>
                </a:lnTo>
                <a:lnTo>
                  <a:pt x="5932" y="13193"/>
                </a:lnTo>
                <a:lnTo>
                  <a:pt x="5523" y="13295"/>
                </a:lnTo>
                <a:lnTo>
                  <a:pt x="5523" y="13091"/>
                </a:lnTo>
                <a:lnTo>
                  <a:pt x="6545" y="12375"/>
                </a:lnTo>
                <a:lnTo>
                  <a:pt x="6136" y="12375"/>
                </a:lnTo>
                <a:lnTo>
                  <a:pt x="6648" y="12068"/>
                </a:lnTo>
                <a:lnTo>
                  <a:pt x="5830" y="11659"/>
                </a:lnTo>
                <a:lnTo>
                  <a:pt x="5932" y="11557"/>
                </a:lnTo>
                <a:lnTo>
                  <a:pt x="5727" y="11352"/>
                </a:lnTo>
                <a:lnTo>
                  <a:pt x="5523" y="11557"/>
                </a:lnTo>
                <a:lnTo>
                  <a:pt x="5523" y="11352"/>
                </a:lnTo>
                <a:lnTo>
                  <a:pt x="5625" y="11250"/>
                </a:lnTo>
                <a:lnTo>
                  <a:pt x="5420" y="11045"/>
                </a:lnTo>
                <a:close/>
                <a:moveTo>
                  <a:pt x="113011" y="13193"/>
                </a:moveTo>
                <a:lnTo>
                  <a:pt x="112807" y="13398"/>
                </a:lnTo>
                <a:lnTo>
                  <a:pt x="112500" y="13398"/>
                </a:lnTo>
                <a:lnTo>
                  <a:pt x="112193" y="13602"/>
                </a:lnTo>
                <a:lnTo>
                  <a:pt x="111682" y="13500"/>
                </a:lnTo>
                <a:lnTo>
                  <a:pt x="111682" y="13500"/>
                </a:lnTo>
                <a:lnTo>
                  <a:pt x="111784" y="13807"/>
                </a:lnTo>
                <a:lnTo>
                  <a:pt x="111170" y="13500"/>
                </a:lnTo>
                <a:lnTo>
                  <a:pt x="110864" y="13500"/>
                </a:lnTo>
                <a:lnTo>
                  <a:pt x="110864" y="13807"/>
                </a:lnTo>
                <a:lnTo>
                  <a:pt x="110250" y="13602"/>
                </a:lnTo>
                <a:lnTo>
                  <a:pt x="110148" y="14011"/>
                </a:lnTo>
                <a:lnTo>
                  <a:pt x="109739" y="14011"/>
                </a:lnTo>
                <a:lnTo>
                  <a:pt x="109636" y="14216"/>
                </a:lnTo>
                <a:lnTo>
                  <a:pt x="109432" y="14114"/>
                </a:lnTo>
                <a:lnTo>
                  <a:pt x="109534" y="14011"/>
                </a:lnTo>
                <a:lnTo>
                  <a:pt x="109330" y="13807"/>
                </a:lnTo>
                <a:lnTo>
                  <a:pt x="109534" y="13602"/>
                </a:lnTo>
                <a:lnTo>
                  <a:pt x="108716" y="13398"/>
                </a:lnTo>
                <a:lnTo>
                  <a:pt x="108511" y="13398"/>
                </a:lnTo>
                <a:lnTo>
                  <a:pt x="108716" y="13705"/>
                </a:lnTo>
                <a:lnTo>
                  <a:pt x="108102" y="13500"/>
                </a:lnTo>
                <a:lnTo>
                  <a:pt x="108102" y="13500"/>
                </a:lnTo>
                <a:lnTo>
                  <a:pt x="108205" y="13602"/>
                </a:lnTo>
                <a:lnTo>
                  <a:pt x="108102" y="13705"/>
                </a:lnTo>
                <a:lnTo>
                  <a:pt x="107898" y="13705"/>
                </a:lnTo>
                <a:lnTo>
                  <a:pt x="108205" y="13807"/>
                </a:lnTo>
                <a:lnTo>
                  <a:pt x="107693" y="13807"/>
                </a:lnTo>
                <a:lnTo>
                  <a:pt x="107795" y="14011"/>
                </a:lnTo>
                <a:lnTo>
                  <a:pt x="107386" y="14011"/>
                </a:lnTo>
                <a:lnTo>
                  <a:pt x="109125" y="14114"/>
                </a:lnTo>
                <a:lnTo>
                  <a:pt x="108614" y="14318"/>
                </a:lnTo>
                <a:lnTo>
                  <a:pt x="109125" y="14318"/>
                </a:lnTo>
                <a:lnTo>
                  <a:pt x="109125" y="14420"/>
                </a:lnTo>
                <a:lnTo>
                  <a:pt x="107898" y="14523"/>
                </a:lnTo>
                <a:lnTo>
                  <a:pt x="107795" y="14727"/>
                </a:lnTo>
                <a:lnTo>
                  <a:pt x="109227" y="14830"/>
                </a:lnTo>
                <a:lnTo>
                  <a:pt x="108818" y="15136"/>
                </a:lnTo>
                <a:lnTo>
                  <a:pt x="109227" y="15034"/>
                </a:lnTo>
                <a:lnTo>
                  <a:pt x="108307" y="15341"/>
                </a:lnTo>
                <a:lnTo>
                  <a:pt x="108716" y="15545"/>
                </a:lnTo>
                <a:lnTo>
                  <a:pt x="109432" y="15443"/>
                </a:lnTo>
                <a:lnTo>
                  <a:pt x="111375" y="15852"/>
                </a:lnTo>
                <a:lnTo>
                  <a:pt x="114648" y="14625"/>
                </a:lnTo>
                <a:lnTo>
                  <a:pt x="114648" y="14216"/>
                </a:lnTo>
                <a:lnTo>
                  <a:pt x="114034" y="13807"/>
                </a:lnTo>
                <a:lnTo>
                  <a:pt x="113830" y="13500"/>
                </a:lnTo>
                <a:lnTo>
                  <a:pt x="114239" y="13295"/>
                </a:lnTo>
                <a:lnTo>
                  <a:pt x="113011" y="13193"/>
                </a:lnTo>
                <a:close/>
                <a:moveTo>
                  <a:pt x="65557" y="13705"/>
                </a:moveTo>
                <a:lnTo>
                  <a:pt x="63102" y="15750"/>
                </a:lnTo>
                <a:lnTo>
                  <a:pt x="63818" y="15750"/>
                </a:lnTo>
                <a:lnTo>
                  <a:pt x="64023" y="16159"/>
                </a:lnTo>
                <a:lnTo>
                  <a:pt x="66309" y="15364"/>
                </a:lnTo>
                <a:lnTo>
                  <a:pt x="66309" y="15364"/>
                </a:lnTo>
                <a:lnTo>
                  <a:pt x="67091" y="15852"/>
                </a:lnTo>
                <a:lnTo>
                  <a:pt x="68114" y="15545"/>
                </a:lnTo>
                <a:lnTo>
                  <a:pt x="67091" y="15443"/>
                </a:lnTo>
                <a:lnTo>
                  <a:pt x="67295" y="14830"/>
                </a:lnTo>
                <a:lnTo>
                  <a:pt x="65659" y="14011"/>
                </a:lnTo>
                <a:lnTo>
                  <a:pt x="65557" y="13705"/>
                </a:lnTo>
                <a:close/>
                <a:moveTo>
                  <a:pt x="128864" y="16773"/>
                </a:moveTo>
                <a:lnTo>
                  <a:pt x="128455" y="16875"/>
                </a:lnTo>
                <a:lnTo>
                  <a:pt x="128455" y="16875"/>
                </a:lnTo>
                <a:lnTo>
                  <a:pt x="128785" y="16804"/>
                </a:lnTo>
                <a:lnTo>
                  <a:pt x="128785" y="16804"/>
                </a:lnTo>
                <a:lnTo>
                  <a:pt x="128864" y="16773"/>
                </a:lnTo>
                <a:close/>
                <a:moveTo>
                  <a:pt x="73227" y="6955"/>
                </a:moveTo>
                <a:lnTo>
                  <a:pt x="70773" y="7364"/>
                </a:lnTo>
                <a:lnTo>
                  <a:pt x="71080" y="7670"/>
                </a:lnTo>
                <a:lnTo>
                  <a:pt x="70159" y="7773"/>
                </a:lnTo>
                <a:lnTo>
                  <a:pt x="70466" y="8080"/>
                </a:lnTo>
                <a:lnTo>
                  <a:pt x="70466" y="8386"/>
                </a:lnTo>
                <a:lnTo>
                  <a:pt x="69443" y="8386"/>
                </a:lnTo>
                <a:lnTo>
                  <a:pt x="69955" y="8693"/>
                </a:lnTo>
                <a:lnTo>
                  <a:pt x="69545" y="9205"/>
                </a:lnTo>
                <a:lnTo>
                  <a:pt x="68318" y="9205"/>
                </a:lnTo>
                <a:lnTo>
                  <a:pt x="69545" y="8898"/>
                </a:lnTo>
                <a:lnTo>
                  <a:pt x="69136" y="8489"/>
                </a:lnTo>
                <a:lnTo>
                  <a:pt x="69443" y="7773"/>
                </a:lnTo>
                <a:lnTo>
                  <a:pt x="71284" y="6955"/>
                </a:lnTo>
                <a:lnTo>
                  <a:pt x="71284" y="6955"/>
                </a:lnTo>
                <a:lnTo>
                  <a:pt x="67193" y="8284"/>
                </a:lnTo>
                <a:lnTo>
                  <a:pt x="66682" y="8898"/>
                </a:lnTo>
                <a:lnTo>
                  <a:pt x="67909" y="9205"/>
                </a:lnTo>
                <a:lnTo>
                  <a:pt x="66477" y="9205"/>
                </a:lnTo>
                <a:lnTo>
                  <a:pt x="68114" y="9716"/>
                </a:lnTo>
                <a:lnTo>
                  <a:pt x="67909" y="9920"/>
                </a:lnTo>
                <a:lnTo>
                  <a:pt x="70875" y="10125"/>
                </a:lnTo>
                <a:lnTo>
                  <a:pt x="70875" y="10023"/>
                </a:lnTo>
                <a:lnTo>
                  <a:pt x="72205" y="10227"/>
                </a:lnTo>
                <a:lnTo>
                  <a:pt x="72614" y="9716"/>
                </a:lnTo>
                <a:lnTo>
                  <a:pt x="73534" y="9920"/>
                </a:lnTo>
                <a:lnTo>
                  <a:pt x="73432" y="10227"/>
                </a:lnTo>
                <a:lnTo>
                  <a:pt x="73841" y="10330"/>
                </a:lnTo>
                <a:lnTo>
                  <a:pt x="73636" y="10432"/>
                </a:lnTo>
                <a:lnTo>
                  <a:pt x="74148" y="10330"/>
                </a:lnTo>
                <a:lnTo>
                  <a:pt x="74250" y="10739"/>
                </a:lnTo>
                <a:lnTo>
                  <a:pt x="73432" y="11148"/>
                </a:lnTo>
                <a:lnTo>
                  <a:pt x="74685" y="10969"/>
                </a:lnTo>
                <a:lnTo>
                  <a:pt x="74761" y="11045"/>
                </a:lnTo>
                <a:lnTo>
                  <a:pt x="74557" y="11148"/>
                </a:lnTo>
                <a:lnTo>
                  <a:pt x="75375" y="11557"/>
                </a:lnTo>
                <a:lnTo>
                  <a:pt x="75477" y="12273"/>
                </a:lnTo>
                <a:lnTo>
                  <a:pt x="73534" y="13398"/>
                </a:lnTo>
                <a:lnTo>
                  <a:pt x="73636" y="13807"/>
                </a:lnTo>
                <a:lnTo>
                  <a:pt x="72000" y="14216"/>
                </a:lnTo>
                <a:lnTo>
                  <a:pt x="72000" y="14318"/>
                </a:lnTo>
                <a:lnTo>
                  <a:pt x="72000" y="14420"/>
                </a:lnTo>
                <a:lnTo>
                  <a:pt x="71898" y="14625"/>
                </a:lnTo>
                <a:lnTo>
                  <a:pt x="72000" y="14318"/>
                </a:lnTo>
                <a:lnTo>
                  <a:pt x="71080" y="14114"/>
                </a:lnTo>
                <a:lnTo>
                  <a:pt x="70057" y="14727"/>
                </a:lnTo>
                <a:lnTo>
                  <a:pt x="70977" y="15136"/>
                </a:lnTo>
                <a:lnTo>
                  <a:pt x="72307" y="14727"/>
                </a:lnTo>
                <a:lnTo>
                  <a:pt x="72818" y="14830"/>
                </a:lnTo>
                <a:lnTo>
                  <a:pt x="72716" y="15034"/>
                </a:lnTo>
                <a:lnTo>
                  <a:pt x="72716" y="15034"/>
                </a:lnTo>
                <a:lnTo>
                  <a:pt x="73330" y="14830"/>
                </a:lnTo>
                <a:lnTo>
                  <a:pt x="73125" y="15034"/>
                </a:lnTo>
                <a:lnTo>
                  <a:pt x="73739" y="15545"/>
                </a:lnTo>
                <a:lnTo>
                  <a:pt x="73636" y="15648"/>
                </a:lnTo>
                <a:lnTo>
                  <a:pt x="74148" y="15750"/>
                </a:lnTo>
                <a:lnTo>
                  <a:pt x="73636" y="15955"/>
                </a:lnTo>
                <a:lnTo>
                  <a:pt x="74250" y="16261"/>
                </a:lnTo>
                <a:lnTo>
                  <a:pt x="74045" y="16364"/>
                </a:lnTo>
                <a:lnTo>
                  <a:pt x="76909" y="17386"/>
                </a:lnTo>
                <a:lnTo>
                  <a:pt x="77318" y="17080"/>
                </a:lnTo>
                <a:lnTo>
                  <a:pt x="76398" y="16364"/>
                </a:lnTo>
                <a:lnTo>
                  <a:pt x="76500" y="16261"/>
                </a:lnTo>
                <a:lnTo>
                  <a:pt x="75989" y="15648"/>
                </a:lnTo>
                <a:lnTo>
                  <a:pt x="76705" y="15648"/>
                </a:lnTo>
                <a:lnTo>
                  <a:pt x="78034" y="16568"/>
                </a:lnTo>
                <a:lnTo>
                  <a:pt x="78239" y="16364"/>
                </a:lnTo>
                <a:lnTo>
                  <a:pt x="78545" y="16364"/>
                </a:lnTo>
                <a:lnTo>
                  <a:pt x="78545" y="15648"/>
                </a:lnTo>
                <a:lnTo>
                  <a:pt x="78955" y="15955"/>
                </a:lnTo>
                <a:lnTo>
                  <a:pt x="78955" y="15443"/>
                </a:lnTo>
                <a:lnTo>
                  <a:pt x="79057" y="15341"/>
                </a:lnTo>
                <a:lnTo>
                  <a:pt x="78750" y="15341"/>
                </a:lnTo>
                <a:lnTo>
                  <a:pt x="78545" y="15136"/>
                </a:lnTo>
                <a:lnTo>
                  <a:pt x="78955" y="14932"/>
                </a:lnTo>
                <a:lnTo>
                  <a:pt x="78648" y="14932"/>
                </a:lnTo>
                <a:lnTo>
                  <a:pt x="78955" y="14830"/>
                </a:lnTo>
                <a:lnTo>
                  <a:pt x="78648" y="14625"/>
                </a:lnTo>
                <a:lnTo>
                  <a:pt x="78034" y="14625"/>
                </a:lnTo>
                <a:lnTo>
                  <a:pt x="77830" y="14216"/>
                </a:lnTo>
                <a:lnTo>
                  <a:pt x="78034" y="14114"/>
                </a:lnTo>
                <a:lnTo>
                  <a:pt x="77523" y="14011"/>
                </a:lnTo>
                <a:lnTo>
                  <a:pt x="77727" y="13807"/>
                </a:lnTo>
                <a:lnTo>
                  <a:pt x="77318" y="13398"/>
                </a:lnTo>
                <a:lnTo>
                  <a:pt x="78341" y="13602"/>
                </a:lnTo>
                <a:lnTo>
                  <a:pt x="78136" y="13193"/>
                </a:lnTo>
                <a:lnTo>
                  <a:pt x="78545" y="13091"/>
                </a:lnTo>
                <a:lnTo>
                  <a:pt x="79466" y="13398"/>
                </a:lnTo>
                <a:lnTo>
                  <a:pt x="79159" y="13602"/>
                </a:lnTo>
                <a:lnTo>
                  <a:pt x="79159" y="13602"/>
                </a:lnTo>
                <a:lnTo>
                  <a:pt x="80284" y="13295"/>
                </a:lnTo>
                <a:lnTo>
                  <a:pt x="79466" y="13909"/>
                </a:lnTo>
                <a:lnTo>
                  <a:pt x="79568" y="14318"/>
                </a:lnTo>
                <a:lnTo>
                  <a:pt x="79977" y="14114"/>
                </a:lnTo>
                <a:lnTo>
                  <a:pt x="80182" y="14420"/>
                </a:lnTo>
                <a:lnTo>
                  <a:pt x="80489" y="14420"/>
                </a:lnTo>
                <a:lnTo>
                  <a:pt x="80693" y="13909"/>
                </a:lnTo>
                <a:lnTo>
                  <a:pt x="80489" y="13909"/>
                </a:lnTo>
                <a:lnTo>
                  <a:pt x="81818" y="13602"/>
                </a:lnTo>
                <a:lnTo>
                  <a:pt x="81511" y="13398"/>
                </a:lnTo>
                <a:lnTo>
                  <a:pt x="81716" y="13295"/>
                </a:lnTo>
                <a:lnTo>
                  <a:pt x="81614" y="13193"/>
                </a:lnTo>
                <a:lnTo>
                  <a:pt x="82023" y="13295"/>
                </a:lnTo>
                <a:lnTo>
                  <a:pt x="82023" y="12989"/>
                </a:lnTo>
                <a:lnTo>
                  <a:pt x="82227" y="12989"/>
                </a:lnTo>
                <a:lnTo>
                  <a:pt x="82227" y="12682"/>
                </a:lnTo>
                <a:lnTo>
                  <a:pt x="81000" y="12886"/>
                </a:lnTo>
                <a:lnTo>
                  <a:pt x="81716" y="12477"/>
                </a:lnTo>
                <a:lnTo>
                  <a:pt x="80591" y="12375"/>
                </a:lnTo>
                <a:lnTo>
                  <a:pt x="81307" y="12170"/>
                </a:lnTo>
                <a:lnTo>
                  <a:pt x="80591" y="11966"/>
                </a:lnTo>
                <a:lnTo>
                  <a:pt x="80795" y="11864"/>
                </a:lnTo>
                <a:lnTo>
                  <a:pt x="80284" y="12068"/>
                </a:lnTo>
                <a:lnTo>
                  <a:pt x="80386" y="11864"/>
                </a:lnTo>
                <a:lnTo>
                  <a:pt x="80080" y="11864"/>
                </a:lnTo>
                <a:lnTo>
                  <a:pt x="80182" y="11761"/>
                </a:lnTo>
                <a:lnTo>
                  <a:pt x="79670" y="11966"/>
                </a:lnTo>
                <a:lnTo>
                  <a:pt x="80080" y="11557"/>
                </a:lnTo>
                <a:lnTo>
                  <a:pt x="79670" y="11761"/>
                </a:lnTo>
                <a:lnTo>
                  <a:pt x="79466" y="11761"/>
                </a:lnTo>
                <a:lnTo>
                  <a:pt x="79568" y="11557"/>
                </a:lnTo>
                <a:lnTo>
                  <a:pt x="79773" y="11455"/>
                </a:lnTo>
                <a:lnTo>
                  <a:pt x="79057" y="11352"/>
                </a:lnTo>
                <a:lnTo>
                  <a:pt x="78955" y="11148"/>
                </a:lnTo>
                <a:lnTo>
                  <a:pt x="78239" y="11045"/>
                </a:lnTo>
                <a:lnTo>
                  <a:pt x="79466" y="10943"/>
                </a:lnTo>
                <a:lnTo>
                  <a:pt x="78648" y="10841"/>
                </a:lnTo>
                <a:lnTo>
                  <a:pt x="80284" y="10739"/>
                </a:lnTo>
                <a:lnTo>
                  <a:pt x="78648" y="10534"/>
                </a:lnTo>
                <a:lnTo>
                  <a:pt x="80080" y="10330"/>
                </a:lnTo>
                <a:lnTo>
                  <a:pt x="79670" y="10023"/>
                </a:lnTo>
                <a:lnTo>
                  <a:pt x="79057" y="10125"/>
                </a:lnTo>
                <a:lnTo>
                  <a:pt x="79364" y="9920"/>
                </a:lnTo>
                <a:lnTo>
                  <a:pt x="78443" y="10023"/>
                </a:lnTo>
                <a:lnTo>
                  <a:pt x="79568" y="9716"/>
                </a:lnTo>
                <a:lnTo>
                  <a:pt x="79466" y="9409"/>
                </a:lnTo>
                <a:lnTo>
                  <a:pt x="78750" y="9409"/>
                </a:lnTo>
                <a:lnTo>
                  <a:pt x="77625" y="10023"/>
                </a:lnTo>
                <a:lnTo>
                  <a:pt x="77420" y="9716"/>
                </a:lnTo>
                <a:lnTo>
                  <a:pt x="78545" y="9205"/>
                </a:lnTo>
                <a:lnTo>
                  <a:pt x="77216" y="9409"/>
                </a:lnTo>
                <a:lnTo>
                  <a:pt x="77216" y="9409"/>
                </a:lnTo>
                <a:lnTo>
                  <a:pt x="78341" y="8898"/>
                </a:lnTo>
                <a:lnTo>
                  <a:pt x="76500" y="8898"/>
                </a:lnTo>
                <a:lnTo>
                  <a:pt x="77011" y="8591"/>
                </a:lnTo>
                <a:lnTo>
                  <a:pt x="75886" y="9000"/>
                </a:lnTo>
                <a:lnTo>
                  <a:pt x="76398" y="8693"/>
                </a:lnTo>
                <a:lnTo>
                  <a:pt x="76091" y="8693"/>
                </a:lnTo>
                <a:lnTo>
                  <a:pt x="76807" y="8386"/>
                </a:lnTo>
                <a:lnTo>
                  <a:pt x="76807" y="8386"/>
                </a:lnTo>
                <a:lnTo>
                  <a:pt x="75580" y="8591"/>
                </a:lnTo>
                <a:lnTo>
                  <a:pt x="75580" y="8591"/>
                </a:lnTo>
                <a:lnTo>
                  <a:pt x="76500" y="8182"/>
                </a:lnTo>
                <a:lnTo>
                  <a:pt x="74761" y="7875"/>
                </a:lnTo>
                <a:lnTo>
                  <a:pt x="74761" y="7875"/>
                </a:lnTo>
                <a:lnTo>
                  <a:pt x="74864" y="8182"/>
                </a:lnTo>
                <a:lnTo>
                  <a:pt x="74045" y="8489"/>
                </a:lnTo>
                <a:lnTo>
                  <a:pt x="73739" y="8080"/>
                </a:lnTo>
                <a:lnTo>
                  <a:pt x="72511" y="8489"/>
                </a:lnTo>
                <a:lnTo>
                  <a:pt x="72818" y="8284"/>
                </a:lnTo>
                <a:lnTo>
                  <a:pt x="72716" y="8182"/>
                </a:lnTo>
                <a:lnTo>
                  <a:pt x="73125" y="7977"/>
                </a:lnTo>
                <a:lnTo>
                  <a:pt x="72614" y="8182"/>
                </a:lnTo>
                <a:lnTo>
                  <a:pt x="73534" y="7773"/>
                </a:lnTo>
                <a:lnTo>
                  <a:pt x="73227" y="6955"/>
                </a:lnTo>
                <a:close/>
                <a:moveTo>
                  <a:pt x="103500" y="0"/>
                </a:moveTo>
                <a:lnTo>
                  <a:pt x="103807" y="102"/>
                </a:lnTo>
                <a:lnTo>
                  <a:pt x="99205" y="205"/>
                </a:lnTo>
                <a:lnTo>
                  <a:pt x="101864" y="307"/>
                </a:lnTo>
                <a:lnTo>
                  <a:pt x="99614" y="409"/>
                </a:lnTo>
                <a:lnTo>
                  <a:pt x="100125" y="511"/>
                </a:lnTo>
                <a:lnTo>
                  <a:pt x="99818" y="818"/>
                </a:lnTo>
                <a:lnTo>
                  <a:pt x="97057" y="511"/>
                </a:lnTo>
                <a:lnTo>
                  <a:pt x="97057" y="818"/>
                </a:lnTo>
                <a:lnTo>
                  <a:pt x="94705" y="1023"/>
                </a:lnTo>
                <a:lnTo>
                  <a:pt x="94705" y="614"/>
                </a:lnTo>
                <a:lnTo>
                  <a:pt x="91841" y="818"/>
                </a:lnTo>
                <a:lnTo>
                  <a:pt x="92966" y="1227"/>
                </a:lnTo>
                <a:lnTo>
                  <a:pt x="90716" y="920"/>
                </a:lnTo>
                <a:lnTo>
                  <a:pt x="86625" y="1841"/>
                </a:lnTo>
                <a:lnTo>
                  <a:pt x="86932" y="2148"/>
                </a:lnTo>
                <a:lnTo>
                  <a:pt x="87955" y="2045"/>
                </a:lnTo>
                <a:lnTo>
                  <a:pt x="87955" y="2045"/>
                </a:lnTo>
                <a:lnTo>
                  <a:pt x="81818" y="3477"/>
                </a:lnTo>
                <a:lnTo>
                  <a:pt x="83148" y="3682"/>
                </a:lnTo>
                <a:lnTo>
                  <a:pt x="82841" y="3784"/>
                </a:lnTo>
                <a:lnTo>
                  <a:pt x="85091" y="3989"/>
                </a:lnTo>
                <a:lnTo>
                  <a:pt x="82023" y="4295"/>
                </a:lnTo>
                <a:lnTo>
                  <a:pt x="82125" y="4398"/>
                </a:lnTo>
                <a:lnTo>
                  <a:pt x="82125" y="4500"/>
                </a:lnTo>
                <a:lnTo>
                  <a:pt x="83557" y="4602"/>
                </a:lnTo>
                <a:lnTo>
                  <a:pt x="82534" y="4807"/>
                </a:lnTo>
                <a:lnTo>
                  <a:pt x="88568" y="5318"/>
                </a:lnTo>
                <a:lnTo>
                  <a:pt x="88568" y="5625"/>
                </a:lnTo>
                <a:lnTo>
                  <a:pt x="89489" y="6341"/>
                </a:lnTo>
                <a:lnTo>
                  <a:pt x="88670" y="6648"/>
                </a:lnTo>
                <a:lnTo>
                  <a:pt x="89386" y="6750"/>
                </a:lnTo>
                <a:lnTo>
                  <a:pt x="89182" y="7057"/>
                </a:lnTo>
                <a:lnTo>
                  <a:pt x="89386" y="7466"/>
                </a:lnTo>
                <a:lnTo>
                  <a:pt x="89386" y="7568"/>
                </a:lnTo>
                <a:lnTo>
                  <a:pt x="89591" y="7773"/>
                </a:lnTo>
                <a:lnTo>
                  <a:pt x="88977" y="7977"/>
                </a:lnTo>
                <a:lnTo>
                  <a:pt x="89080" y="8080"/>
                </a:lnTo>
                <a:lnTo>
                  <a:pt x="88773" y="8182"/>
                </a:lnTo>
                <a:lnTo>
                  <a:pt x="88773" y="8182"/>
                </a:lnTo>
                <a:lnTo>
                  <a:pt x="89386" y="8080"/>
                </a:lnTo>
                <a:lnTo>
                  <a:pt x="88568" y="8795"/>
                </a:lnTo>
                <a:lnTo>
                  <a:pt x="90102" y="8489"/>
                </a:lnTo>
                <a:lnTo>
                  <a:pt x="90102" y="8591"/>
                </a:lnTo>
                <a:lnTo>
                  <a:pt x="90205" y="8591"/>
                </a:lnTo>
                <a:lnTo>
                  <a:pt x="90205" y="8693"/>
                </a:lnTo>
                <a:lnTo>
                  <a:pt x="91023" y="8693"/>
                </a:lnTo>
                <a:lnTo>
                  <a:pt x="90000" y="9102"/>
                </a:lnTo>
                <a:lnTo>
                  <a:pt x="91227" y="9205"/>
                </a:lnTo>
                <a:lnTo>
                  <a:pt x="90716" y="9205"/>
                </a:lnTo>
                <a:lnTo>
                  <a:pt x="91023" y="9409"/>
                </a:lnTo>
                <a:lnTo>
                  <a:pt x="91227" y="9716"/>
                </a:lnTo>
                <a:lnTo>
                  <a:pt x="88875" y="9614"/>
                </a:lnTo>
                <a:lnTo>
                  <a:pt x="91330" y="10125"/>
                </a:lnTo>
                <a:lnTo>
                  <a:pt x="90511" y="10739"/>
                </a:lnTo>
                <a:lnTo>
                  <a:pt x="91023" y="10739"/>
                </a:lnTo>
                <a:lnTo>
                  <a:pt x="90511" y="10841"/>
                </a:lnTo>
                <a:lnTo>
                  <a:pt x="90205" y="11148"/>
                </a:lnTo>
                <a:lnTo>
                  <a:pt x="90511" y="11148"/>
                </a:lnTo>
                <a:lnTo>
                  <a:pt x="88568" y="11557"/>
                </a:lnTo>
                <a:lnTo>
                  <a:pt x="90102" y="11455"/>
                </a:lnTo>
                <a:lnTo>
                  <a:pt x="88057" y="12170"/>
                </a:lnTo>
                <a:lnTo>
                  <a:pt x="90102" y="11966"/>
                </a:lnTo>
                <a:lnTo>
                  <a:pt x="89898" y="12068"/>
                </a:lnTo>
                <a:lnTo>
                  <a:pt x="90205" y="12273"/>
                </a:lnTo>
                <a:lnTo>
                  <a:pt x="88261" y="12273"/>
                </a:lnTo>
                <a:lnTo>
                  <a:pt x="87955" y="12784"/>
                </a:lnTo>
                <a:lnTo>
                  <a:pt x="88773" y="12784"/>
                </a:lnTo>
                <a:lnTo>
                  <a:pt x="87648" y="13500"/>
                </a:lnTo>
                <a:lnTo>
                  <a:pt x="89489" y="12784"/>
                </a:lnTo>
                <a:lnTo>
                  <a:pt x="89489" y="12784"/>
                </a:lnTo>
                <a:lnTo>
                  <a:pt x="87750" y="13602"/>
                </a:lnTo>
                <a:lnTo>
                  <a:pt x="87852" y="13602"/>
                </a:lnTo>
                <a:lnTo>
                  <a:pt x="87750" y="14011"/>
                </a:lnTo>
                <a:lnTo>
                  <a:pt x="89182" y="13807"/>
                </a:lnTo>
                <a:lnTo>
                  <a:pt x="88261" y="14114"/>
                </a:lnTo>
                <a:lnTo>
                  <a:pt x="88057" y="15239"/>
                </a:lnTo>
                <a:lnTo>
                  <a:pt x="88773" y="14727"/>
                </a:lnTo>
                <a:lnTo>
                  <a:pt x="89080" y="14318"/>
                </a:lnTo>
                <a:lnTo>
                  <a:pt x="89489" y="15034"/>
                </a:lnTo>
                <a:lnTo>
                  <a:pt x="88466" y="15034"/>
                </a:lnTo>
                <a:lnTo>
                  <a:pt x="88364" y="15341"/>
                </a:lnTo>
                <a:lnTo>
                  <a:pt x="89080" y="15136"/>
                </a:lnTo>
                <a:lnTo>
                  <a:pt x="88977" y="15239"/>
                </a:lnTo>
                <a:lnTo>
                  <a:pt x="89182" y="15239"/>
                </a:lnTo>
                <a:lnTo>
                  <a:pt x="88261" y="15443"/>
                </a:lnTo>
                <a:lnTo>
                  <a:pt x="88568" y="16466"/>
                </a:lnTo>
                <a:lnTo>
                  <a:pt x="89080" y="16261"/>
                </a:lnTo>
                <a:lnTo>
                  <a:pt x="88568" y="16773"/>
                </a:lnTo>
                <a:lnTo>
                  <a:pt x="89386" y="17182"/>
                </a:lnTo>
                <a:lnTo>
                  <a:pt x="88977" y="17591"/>
                </a:lnTo>
                <a:lnTo>
                  <a:pt x="89386" y="18205"/>
                </a:lnTo>
                <a:lnTo>
                  <a:pt x="89795" y="18205"/>
                </a:lnTo>
                <a:lnTo>
                  <a:pt x="89386" y="18409"/>
                </a:lnTo>
                <a:lnTo>
                  <a:pt x="89795" y="18409"/>
                </a:lnTo>
                <a:lnTo>
                  <a:pt x="89795" y="18307"/>
                </a:lnTo>
                <a:lnTo>
                  <a:pt x="91227" y="18000"/>
                </a:lnTo>
                <a:lnTo>
                  <a:pt x="91023" y="18614"/>
                </a:lnTo>
                <a:lnTo>
                  <a:pt x="91943" y="18511"/>
                </a:lnTo>
                <a:lnTo>
                  <a:pt x="91943" y="18511"/>
                </a:lnTo>
                <a:lnTo>
                  <a:pt x="91330" y="18920"/>
                </a:lnTo>
                <a:lnTo>
                  <a:pt x="91330" y="18920"/>
                </a:lnTo>
                <a:lnTo>
                  <a:pt x="92148" y="18818"/>
                </a:lnTo>
                <a:lnTo>
                  <a:pt x="92148" y="19227"/>
                </a:lnTo>
                <a:lnTo>
                  <a:pt x="92455" y="19227"/>
                </a:lnTo>
                <a:lnTo>
                  <a:pt x="92250" y="19125"/>
                </a:lnTo>
                <a:lnTo>
                  <a:pt x="92966" y="18920"/>
                </a:lnTo>
                <a:lnTo>
                  <a:pt x="92455" y="18614"/>
                </a:lnTo>
                <a:lnTo>
                  <a:pt x="93375" y="18409"/>
                </a:lnTo>
                <a:lnTo>
                  <a:pt x="93989" y="17591"/>
                </a:lnTo>
                <a:lnTo>
                  <a:pt x="93784" y="17489"/>
                </a:lnTo>
                <a:lnTo>
                  <a:pt x="94091" y="17386"/>
                </a:lnTo>
                <a:lnTo>
                  <a:pt x="94295" y="16670"/>
                </a:lnTo>
                <a:lnTo>
                  <a:pt x="93784" y="16568"/>
                </a:lnTo>
                <a:lnTo>
                  <a:pt x="94807" y="16364"/>
                </a:lnTo>
                <a:lnTo>
                  <a:pt x="94500" y="16159"/>
                </a:lnTo>
                <a:lnTo>
                  <a:pt x="95830" y="15648"/>
                </a:lnTo>
                <a:lnTo>
                  <a:pt x="95830" y="15239"/>
                </a:lnTo>
                <a:lnTo>
                  <a:pt x="95216" y="15136"/>
                </a:lnTo>
                <a:lnTo>
                  <a:pt x="96136" y="15034"/>
                </a:lnTo>
                <a:lnTo>
                  <a:pt x="95830" y="14625"/>
                </a:lnTo>
                <a:lnTo>
                  <a:pt x="96955" y="14216"/>
                </a:lnTo>
                <a:lnTo>
                  <a:pt x="96545" y="14011"/>
                </a:lnTo>
                <a:lnTo>
                  <a:pt x="98489" y="13398"/>
                </a:lnTo>
                <a:lnTo>
                  <a:pt x="98182" y="13295"/>
                </a:lnTo>
                <a:lnTo>
                  <a:pt x="98795" y="13295"/>
                </a:lnTo>
                <a:lnTo>
                  <a:pt x="98386" y="13909"/>
                </a:lnTo>
                <a:lnTo>
                  <a:pt x="99205" y="13602"/>
                </a:lnTo>
                <a:lnTo>
                  <a:pt x="99307" y="13705"/>
                </a:lnTo>
                <a:lnTo>
                  <a:pt x="102580" y="11659"/>
                </a:lnTo>
                <a:lnTo>
                  <a:pt x="102682" y="11455"/>
                </a:lnTo>
                <a:lnTo>
                  <a:pt x="109125" y="10227"/>
                </a:lnTo>
                <a:lnTo>
                  <a:pt x="109023" y="10227"/>
                </a:lnTo>
                <a:lnTo>
                  <a:pt x="109636" y="10023"/>
                </a:lnTo>
                <a:lnTo>
                  <a:pt x="106159" y="10023"/>
                </a:lnTo>
                <a:lnTo>
                  <a:pt x="106977" y="9716"/>
                </a:lnTo>
                <a:lnTo>
                  <a:pt x="105239" y="9716"/>
                </a:lnTo>
                <a:lnTo>
                  <a:pt x="105852" y="9205"/>
                </a:lnTo>
                <a:lnTo>
                  <a:pt x="107386" y="9205"/>
                </a:lnTo>
                <a:lnTo>
                  <a:pt x="106773" y="8693"/>
                </a:lnTo>
                <a:lnTo>
                  <a:pt x="108409" y="9102"/>
                </a:lnTo>
                <a:lnTo>
                  <a:pt x="109023" y="9716"/>
                </a:lnTo>
                <a:lnTo>
                  <a:pt x="109636" y="9307"/>
                </a:lnTo>
                <a:lnTo>
                  <a:pt x="109636" y="9716"/>
                </a:lnTo>
                <a:lnTo>
                  <a:pt x="110148" y="9307"/>
                </a:lnTo>
                <a:lnTo>
                  <a:pt x="110148" y="8795"/>
                </a:lnTo>
                <a:lnTo>
                  <a:pt x="109739" y="9000"/>
                </a:lnTo>
                <a:lnTo>
                  <a:pt x="110148" y="8591"/>
                </a:lnTo>
                <a:lnTo>
                  <a:pt x="108205" y="8080"/>
                </a:lnTo>
                <a:lnTo>
                  <a:pt x="108511" y="7977"/>
                </a:lnTo>
                <a:lnTo>
                  <a:pt x="108307" y="7670"/>
                </a:lnTo>
                <a:lnTo>
                  <a:pt x="107284" y="7773"/>
                </a:lnTo>
                <a:lnTo>
                  <a:pt x="107284" y="7773"/>
                </a:lnTo>
                <a:lnTo>
                  <a:pt x="108211" y="7587"/>
                </a:lnTo>
                <a:lnTo>
                  <a:pt x="108211" y="7587"/>
                </a:lnTo>
                <a:lnTo>
                  <a:pt x="106875" y="7466"/>
                </a:lnTo>
                <a:lnTo>
                  <a:pt x="107489" y="7364"/>
                </a:lnTo>
                <a:lnTo>
                  <a:pt x="107080" y="7159"/>
                </a:lnTo>
                <a:lnTo>
                  <a:pt x="108716" y="7159"/>
                </a:lnTo>
                <a:lnTo>
                  <a:pt x="108307" y="6852"/>
                </a:lnTo>
                <a:lnTo>
                  <a:pt x="111375" y="7159"/>
                </a:lnTo>
                <a:lnTo>
                  <a:pt x="111068" y="6750"/>
                </a:lnTo>
                <a:lnTo>
                  <a:pt x="110352" y="6750"/>
                </a:lnTo>
                <a:lnTo>
                  <a:pt x="110352" y="6545"/>
                </a:lnTo>
                <a:lnTo>
                  <a:pt x="110659" y="6239"/>
                </a:lnTo>
                <a:lnTo>
                  <a:pt x="110557" y="6545"/>
                </a:lnTo>
                <a:lnTo>
                  <a:pt x="112295" y="6443"/>
                </a:lnTo>
                <a:lnTo>
                  <a:pt x="111989" y="6034"/>
                </a:lnTo>
                <a:lnTo>
                  <a:pt x="111273" y="6239"/>
                </a:lnTo>
                <a:lnTo>
                  <a:pt x="111273" y="5830"/>
                </a:lnTo>
                <a:lnTo>
                  <a:pt x="110557" y="5830"/>
                </a:lnTo>
                <a:lnTo>
                  <a:pt x="111784" y="5727"/>
                </a:lnTo>
                <a:lnTo>
                  <a:pt x="112091" y="5830"/>
                </a:lnTo>
                <a:lnTo>
                  <a:pt x="112193" y="5011"/>
                </a:lnTo>
                <a:lnTo>
                  <a:pt x="111375" y="4909"/>
                </a:lnTo>
                <a:lnTo>
                  <a:pt x="111068" y="4705"/>
                </a:lnTo>
                <a:lnTo>
                  <a:pt x="110659" y="4602"/>
                </a:lnTo>
                <a:lnTo>
                  <a:pt x="113011" y="4500"/>
                </a:lnTo>
                <a:lnTo>
                  <a:pt x="113216" y="4091"/>
                </a:lnTo>
                <a:lnTo>
                  <a:pt x="111989" y="3886"/>
                </a:lnTo>
                <a:lnTo>
                  <a:pt x="112807" y="3886"/>
                </a:lnTo>
                <a:lnTo>
                  <a:pt x="111580" y="3784"/>
                </a:lnTo>
                <a:lnTo>
                  <a:pt x="112091" y="3170"/>
                </a:lnTo>
                <a:lnTo>
                  <a:pt x="111989" y="3068"/>
                </a:lnTo>
                <a:lnTo>
                  <a:pt x="113114" y="2557"/>
                </a:lnTo>
                <a:lnTo>
                  <a:pt x="112909" y="2352"/>
                </a:lnTo>
                <a:lnTo>
                  <a:pt x="113216" y="1943"/>
                </a:lnTo>
                <a:lnTo>
                  <a:pt x="115261" y="1841"/>
                </a:lnTo>
                <a:lnTo>
                  <a:pt x="114750" y="1739"/>
                </a:lnTo>
                <a:lnTo>
                  <a:pt x="116284" y="1534"/>
                </a:lnTo>
                <a:lnTo>
                  <a:pt x="116080" y="1432"/>
                </a:lnTo>
                <a:lnTo>
                  <a:pt x="117818" y="1125"/>
                </a:lnTo>
                <a:lnTo>
                  <a:pt x="111273" y="1636"/>
                </a:lnTo>
                <a:lnTo>
                  <a:pt x="111273" y="1636"/>
                </a:lnTo>
                <a:lnTo>
                  <a:pt x="112398" y="1125"/>
                </a:lnTo>
                <a:lnTo>
                  <a:pt x="107898" y="818"/>
                </a:lnTo>
                <a:lnTo>
                  <a:pt x="112500" y="409"/>
                </a:lnTo>
                <a:lnTo>
                  <a:pt x="106977" y="205"/>
                </a:lnTo>
                <a:lnTo>
                  <a:pt x="110352" y="0"/>
                </a:lnTo>
                <a:close/>
                <a:moveTo>
                  <a:pt x="5114" y="22807"/>
                </a:moveTo>
                <a:lnTo>
                  <a:pt x="5069" y="22823"/>
                </a:lnTo>
                <a:lnTo>
                  <a:pt x="5069" y="22823"/>
                </a:lnTo>
                <a:lnTo>
                  <a:pt x="5011" y="22909"/>
                </a:lnTo>
                <a:lnTo>
                  <a:pt x="5114" y="22807"/>
                </a:lnTo>
                <a:close/>
                <a:moveTo>
                  <a:pt x="133057" y="23011"/>
                </a:moveTo>
                <a:lnTo>
                  <a:pt x="132955" y="23216"/>
                </a:lnTo>
                <a:lnTo>
                  <a:pt x="132443" y="23216"/>
                </a:lnTo>
                <a:lnTo>
                  <a:pt x="132955" y="23727"/>
                </a:lnTo>
                <a:lnTo>
                  <a:pt x="133261" y="23727"/>
                </a:lnTo>
                <a:lnTo>
                  <a:pt x="133568" y="23216"/>
                </a:lnTo>
                <a:lnTo>
                  <a:pt x="133057" y="23011"/>
                </a:lnTo>
                <a:close/>
                <a:moveTo>
                  <a:pt x="1125" y="23625"/>
                </a:moveTo>
                <a:lnTo>
                  <a:pt x="102" y="24034"/>
                </a:lnTo>
                <a:lnTo>
                  <a:pt x="1120" y="23634"/>
                </a:lnTo>
                <a:lnTo>
                  <a:pt x="1120" y="23634"/>
                </a:lnTo>
                <a:lnTo>
                  <a:pt x="1125" y="23625"/>
                </a:lnTo>
                <a:close/>
                <a:moveTo>
                  <a:pt x="102" y="24034"/>
                </a:moveTo>
                <a:lnTo>
                  <a:pt x="102" y="24034"/>
                </a:lnTo>
                <a:lnTo>
                  <a:pt x="102" y="24034"/>
                </a:lnTo>
                <a:close/>
                <a:moveTo>
                  <a:pt x="138170" y="24136"/>
                </a:moveTo>
                <a:lnTo>
                  <a:pt x="138375" y="24239"/>
                </a:lnTo>
                <a:lnTo>
                  <a:pt x="138477" y="24239"/>
                </a:lnTo>
                <a:lnTo>
                  <a:pt x="138170" y="24136"/>
                </a:lnTo>
                <a:close/>
                <a:moveTo>
                  <a:pt x="118534" y="23523"/>
                </a:moveTo>
                <a:lnTo>
                  <a:pt x="118636" y="23625"/>
                </a:lnTo>
                <a:lnTo>
                  <a:pt x="118330" y="23932"/>
                </a:lnTo>
                <a:lnTo>
                  <a:pt x="118330" y="23727"/>
                </a:lnTo>
                <a:lnTo>
                  <a:pt x="117818" y="23830"/>
                </a:lnTo>
                <a:lnTo>
                  <a:pt x="117511" y="24239"/>
                </a:lnTo>
                <a:lnTo>
                  <a:pt x="117920" y="24239"/>
                </a:lnTo>
                <a:lnTo>
                  <a:pt x="117614" y="24648"/>
                </a:lnTo>
                <a:lnTo>
                  <a:pt x="116489" y="24750"/>
                </a:lnTo>
                <a:lnTo>
                  <a:pt x="116591" y="24852"/>
                </a:lnTo>
                <a:lnTo>
                  <a:pt x="116591" y="25057"/>
                </a:lnTo>
                <a:lnTo>
                  <a:pt x="116795" y="24955"/>
                </a:lnTo>
                <a:lnTo>
                  <a:pt x="116693" y="25261"/>
                </a:lnTo>
                <a:lnTo>
                  <a:pt x="116386" y="25364"/>
                </a:lnTo>
                <a:lnTo>
                  <a:pt x="116386" y="25466"/>
                </a:lnTo>
                <a:lnTo>
                  <a:pt x="116591" y="25466"/>
                </a:lnTo>
                <a:lnTo>
                  <a:pt x="116591" y="25568"/>
                </a:lnTo>
                <a:lnTo>
                  <a:pt x="117307" y="25670"/>
                </a:lnTo>
                <a:lnTo>
                  <a:pt x="116489" y="26284"/>
                </a:lnTo>
                <a:lnTo>
                  <a:pt x="116489" y="26284"/>
                </a:lnTo>
                <a:lnTo>
                  <a:pt x="117409" y="26182"/>
                </a:lnTo>
                <a:lnTo>
                  <a:pt x="116489" y="26489"/>
                </a:lnTo>
                <a:lnTo>
                  <a:pt x="116591" y="26591"/>
                </a:lnTo>
                <a:lnTo>
                  <a:pt x="116080" y="26693"/>
                </a:lnTo>
                <a:lnTo>
                  <a:pt x="116489" y="26693"/>
                </a:lnTo>
                <a:lnTo>
                  <a:pt x="116080" y="27000"/>
                </a:lnTo>
                <a:lnTo>
                  <a:pt x="116693" y="27000"/>
                </a:lnTo>
                <a:lnTo>
                  <a:pt x="116284" y="27205"/>
                </a:lnTo>
                <a:lnTo>
                  <a:pt x="116284" y="27205"/>
                </a:lnTo>
                <a:lnTo>
                  <a:pt x="116693" y="27102"/>
                </a:lnTo>
                <a:lnTo>
                  <a:pt x="116489" y="27307"/>
                </a:lnTo>
                <a:lnTo>
                  <a:pt x="119250" y="26591"/>
                </a:lnTo>
                <a:lnTo>
                  <a:pt x="119148" y="26489"/>
                </a:lnTo>
                <a:lnTo>
                  <a:pt x="119455" y="24852"/>
                </a:lnTo>
                <a:lnTo>
                  <a:pt x="119352" y="24750"/>
                </a:lnTo>
                <a:lnTo>
                  <a:pt x="119966" y="24545"/>
                </a:lnTo>
                <a:lnTo>
                  <a:pt x="119864" y="24341"/>
                </a:lnTo>
                <a:lnTo>
                  <a:pt x="119659" y="24239"/>
                </a:lnTo>
                <a:lnTo>
                  <a:pt x="119455" y="23727"/>
                </a:lnTo>
                <a:lnTo>
                  <a:pt x="118636" y="23830"/>
                </a:lnTo>
                <a:lnTo>
                  <a:pt x="118841" y="23625"/>
                </a:lnTo>
                <a:lnTo>
                  <a:pt x="118534" y="23523"/>
                </a:lnTo>
                <a:close/>
                <a:moveTo>
                  <a:pt x="121398" y="20455"/>
                </a:moveTo>
                <a:lnTo>
                  <a:pt x="120477" y="20761"/>
                </a:lnTo>
                <a:lnTo>
                  <a:pt x="119966" y="21682"/>
                </a:lnTo>
                <a:lnTo>
                  <a:pt x="119761" y="22091"/>
                </a:lnTo>
                <a:lnTo>
                  <a:pt x="119864" y="22091"/>
                </a:lnTo>
                <a:lnTo>
                  <a:pt x="119557" y="22295"/>
                </a:lnTo>
                <a:lnTo>
                  <a:pt x="120273" y="22193"/>
                </a:lnTo>
                <a:lnTo>
                  <a:pt x="119966" y="23523"/>
                </a:lnTo>
                <a:lnTo>
                  <a:pt x="120170" y="23011"/>
                </a:lnTo>
                <a:lnTo>
                  <a:pt x="120580" y="22807"/>
                </a:lnTo>
                <a:lnTo>
                  <a:pt x="120682" y="23011"/>
                </a:lnTo>
                <a:lnTo>
                  <a:pt x="120375" y="24239"/>
                </a:lnTo>
                <a:lnTo>
                  <a:pt x="121807" y="23932"/>
                </a:lnTo>
                <a:lnTo>
                  <a:pt x="122011" y="25568"/>
                </a:lnTo>
                <a:lnTo>
                  <a:pt x="120580" y="26080"/>
                </a:lnTo>
                <a:lnTo>
                  <a:pt x="120580" y="26080"/>
                </a:lnTo>
                <a:lnTo>
                  <a:pt x="120989" y="25977"/>
                </a:lnTo>
                <a:lnTo>
                  <a:pt x="121091" y="26284"/>
                </a:lnTo>
                <a:lnTo>
                  <a:pt x="120068" y="27000"/>
                </a:lnTo>
                <a:lnTo>
                  <a:pt x="120989" y="27205"/>
                </a:lnTo>
                <a:lnTo>
                  <a:pt x="120886" y="27307"/>
                </a:lnTo>
                <a:lnTo>
                  <a:pt x="121602" y="27409"/>
                </a:lnTo>
                <a:lnTo>
                  <a:pt x="122216" y="27102"/>
                </a:lnTo>
                <a:lnTo>
                  <a:pt x="121602" y="27614"/>
                </a:lnTo>
                <a:lnTo>
                  <a:pt x="120989" y="27614"/>
                </a:lnTo>
                <a:lnTo>
                  <a:pt x="119761" y="28739"/>
                </a:lnTo>
                <a:lnTo>
                  <a:pt x="120068" y="28841"/>
                </a:lnTo>
                <a:lnTo>
                  <a:pt x="120375" y="28534"/>
                </a:lnTo>
                <a:lnTo>
                  <a:pt x="121091" y="28534"/>
                </a:lnTo>
                <a:lnTo>
                  <a:pt x="121807" y="28125"/>
                </a:lnTo>
                <a:lnTo>
                  <a:pt x="122625" y="28227"/>
                </a:lnTo>
                <a:lnTo>
                  <a:pt x="122523" y="28125"/>
                </a:lnTo>
                <a:lnTo>
                  <a:pt x="123136" y="28023"/>
                </a:lnTo>
                <a:lnTo>
                  <a:pt x="123034" y="27920"/>
                </a:lnTo>
                <a:lnTo>
                  <a:pt x="124773" y="27920"/>
                </a:lnTo>
                <a:lnTo>
                  <a:pt x="125182" y="27409"/>
                </a:lnTo>
                <a:lnTo>
                  <a:pt x="124466" y="27409"/>
                </a:lnTo>
                <a:lnTo>
                  <a:pt x="125080" y="26898"/>
                </a:lnTo>
                <a:lnTo>
                  <a:pt x="125284" y="25977"/>
                </a:lnTo>
                <a:lnTo>
                  <a:pt x="124159" y="25977"/>
                </a:lnTo>
                <a:lnTo>
                  <a:pt x="123648" y="25159"/>
                </a:lnTo>
                <a:lnTo>
                  <a:pt x="124261" y="25261"/>
                </a:lnTo>
                <a:lnTo>
                  <a:pt x="124261" y="25261"/>
                </a:lnTo>
                <a:lnTo>
                  <a:pt x="124057" y="24750"/>
                </a:lnTo>
                <a:lnTo>
                  <a:pt x="123239" y="24239"/>
                </a:lnTo>
                <a:lnTo>
                  <a:pt x="122932" y="23420"/>
                </a:lnTo>
                <a:lnTo>
                  <a:pt x="121295" y="22807"/>
                </a:lnTo>
                <a:lnTo>
                  <a:pt x="122011" y="22705"/>
                </a:lnTo>
                <a:lnTo>
                  <a:pt x="121705" y="22602"/>
                </a:lnTo>
                <a:lnTo>
                  <a:pt x="122318" y="22295"/>
                </a:lnTo>
                <a:lnTo>
                  <a:pt x="122830" y="21580"/>
                </a:lnTo>
                <a:lnTo>
                  <a:pt x="121091" y="21375"/>
                </a:lnTo>
                <a:lnTo>
                  <a:pt x="121295" y="21170"/>
                </a:lnTo>
                <a:lnTo>
                  <a:pt x="121193" y="21170"/>
                </a:lnTo>
                <a:lnTo>
                  <a:pt x="121807" y="20659"/>
                </a:lnTo>
                <a:lnTo>
                  <a:pt x="121398" y="20455"/>
                </a:lnTo>
                <a:close/>
                <a:moveTo>
                  <a:pt x="23830" y="27920"/>
                </a:moveTo>
                <a:lnTo>
                  <a:pt x="23523" y="28330"/>
                </a:lnTo>
                <a:lnTo>
                  <a:pt x="24034" y="28227"/>
                </a:lnTo>
                <a:lnTo>
                  <a:pt x="23932" y="28432"/>
                </a:lnTo>
                <a:lnTo>
                  <a:pt x="23523" y="28534"/>
                </a:lnTo>
                <a:lnTo>
                  <a:pt x="23625" y="28534"/>
                </a:lnTo>
                <a:lnTo>
                  <a:pt x="23420" y="28739"/>
                </a:lnTo>
                <a:lnTo>
                  <a:pt x="23830" y="28739"/>
                </a:lnTo>
                <a:lnTo>
                  <a:pt x="23932" y="28636"/>
                </a:lnTo>
                <a:lnTo>
                  <a:pt x="24034" y="28943"/>
                </a:lnTo>
                <a:lnTo>
                  <a:pt x="24443" y="29148"/>
                </a:lnTo>
                <a:lnTo>
                  <a:pt x="24034" y="29455"/>
                </a:lnTo>
                <a:lnTo>
                  <a:pt x="24443" y="29455"/>
                </a:lnTo>
                <a:lnTo>
                  <a:pt x="24341" y="29557"/>
                </a:lnTo>
                <a:lnTo>
                  <a:pt x="24545" y="29659"/>
                </a:lnTo>
                <a:lnTo>
                  <a:pt x="24341" y="29761"/>
                </a:lnTo>
                <a:lnTo>
                  <a:pt x="25261" y="29557"/>
                </a:lnTo>
                <a:lnTo>
                  <a:pt x="25057" y="30273"/>
                </a:lnTo>
                <a:lnTo>
                  <a:pt x="25057" y="30273"/>
                </a:lnTo>
                <a:lnTo>
                  <a:pt x="25875" y="30170"/>
                </a:lnTo>
                <a:lnTo>
                  <a:pt x="25466" y="28534"/>
                </a:lnTo>
                <a:lnTo>
                  <a:pt x="23830" y="27920"/>
                </a:lnTo>
                <a:close/>
                <a:moveTo>
                  <a:pt x="25875" y="30170"/>
                </a:moveTo>
                <a:lnTo>
                  <a:pt x="25875" y="30273"/>
                </a:lnTo>
                <a:lnTo>
                  <a:pt x="25977" y="30170"/>
                </a:lnTo>
                <a:close/>
                <a:moveTo>
                  <a:pt x="72102" y="30989"/>
                </a:moveTo>
                <a:lnTo>
                  <a:pt x="72146" y="31003"/>
                </a:lnTo>
                <a:lnTo>
                  <a:pt x="72146" y="31003"/>
                </a:lnTo>
                <a:lnTo>
                  <a:pt x="72205" y="30989"/>
                </a:lnTo>
                <a:close/>
                <a:moveTo>
                  <a:pt x="25568" y="31398"/>
                </a:moveTo>
                <a:lnTo>
                  <a:pt x="25364" y="31500"/>
                </a:lnTo>
                <a:lnTo>
                  <a:pt x="25364" y="31500"/>
                </a:lnTo>
                <a:lnTo>
                  <a:pt x="25466" y="31398"/>
                </a:lnTo>
                <a:close/>
                <a:moveTo>
                  <a:pt x="80386" y="31500"/>
                </a:moveTo>
                <a:lnTo>
                  <a:pt x="80386" y="31500"/>
                </a:lnTo>
                <a:lnTo>
                  <a:pt x="80386" y="31500"/>
                </a:lnTo>
                <a:close/>
                <a:moveTo>
                  <a:pt x="80693" y="27307"/>
                </a:moveTo>
                <a:lnTo>
                  <a:pt x="80182" y="27409"/>
                </a:lnTo>
                <a:lnTo>
                  <a:pt x="78136" y="29864"/>
                </a:lnTo>
                <a:lnTo>
                  <a:pt x="77625" y="29966"/>
                </a:lnTo>
                <a:lnTo>
                  <a:pt x="77318" y="30170"/>
                </a:lnTo>
                <a:lnTo>
                  <a:pt x="77420" y="30068"/>
                </a:lnTo>
                <a:lnTo>
                  <a:pt x="77011" y="30273"/>
                </a:lnTo>
                <a:lnTo>
                  <a:pt x="77727" y="30273"/>
                </a:lnTo>
                <a:lnTo>
                  <a:pt x="76705" y="30989"/>
                </a:lnTo>
                <a:lnTo>
                  <a:pt x="79466" y="30989"/>
                </a:lnTo>
                <a:lnTo>
                  <a:pt x="79159" y="31295"/>
                </a:lnTo>
                <a:lnTo>
                  <a:pt x="80284" y="31193"/>
                </a:lnTo>
                <a:lnTo>
                  <a:pt x="79261" y="32011"/>
                </a:lnTo>
                <a:lnTo>
                  <a:pt x="80489" y="31295"/>
                </a:lnTo>
                <a:lnTo>
                  <a:pt x="80386" y="31500"/>
                </a:lnTo>
                <a:lnTo>
                  <a:pt x="80795" y="30989"/>
                </a:lnTo>
                <a:lnTo>
                  <a:pt x="81000" y="31398"/>
                </a:lnTo>
                <a:lnTo>
                  <a:pt x="80591" y="32011"/>
                </a:lnTo>
                <a:lnTo>
                  <a:pt x="81102" y="31705"/>
                </a:lnTo>
                <a:lnTo>
                  <a:pt x="81000" y="32216"/>
                </a:lnTo>
                <a:lnTo>
                  <a:pt x="81000" y="32216"/>
                </a:lnTo>
                <a:lnTo>
                  <a:pt x="81409" y="32114"/>
                </a:lnTo>
                <a:lnTo>
                  <a:pt x="81920" y="31091"/>
                </a:lnTo>
                <a:lnTo>
                  <a:pt x="81511" y="31398"/>
                </a:lnTo>
                <a:lnTo>
                  <a:pt x="81920" y="30682"/>
                </a:lnTo>
                <a:lnTo>
                  <a:pt x="81205" y="31193"/>
                </a:lnTo>
                <a:lnTo>
                  <a:pt x="81205" y="31193"/>
                </a:lnTo>
                <a:lnTo>
                  <a:pt x="81307" y="30784"/>
                </a:lnTo>
                <a:lnTo>
                  <a:pt x="81102" y="30784"/>
                </a:lnTo>
                <a:lnTo>
                  <a:pt x="81920" y="30170"/>
                </a:lnTo>
                <a:lnTo>
                  <a:pt x="81920" y="30170"/>
                </a:lnTo>
                <a:lnTo>
                  <a:pt x="81000" y="30477"/>
                </a:lnTo>
                <a:lnTo>
                  <a:pt x="81409" y="30170"/>
                </a:lnTo>
                <a:lnTo>
                  <a:pt x="81205" y="30068"/>
                </a:lnTo>
                <a:lnTo>
                  <a:pt x="81307" y="29966"/>
                </a:lnTo>
                <a:lnTo>
                  <a:pt x="81102" y="30068"/>
                </a:lnTo>
                <a:lnTo>
                  <a:pt x="81716" y="29557"/>
                </a:lnTo>
                <a:lnTo>
                  <a:pt x="81000" y="29455"/>
                </a:lnTo>
                <a:lnTo>
                  <a:pt x="81102" y="29250"/>
                </a:lnTo>
                <a:lnTo>
                  <a:pt x="80284" y="29761"/>
                </a:lnTo>
                <a:lnTo>
                  <a:pt x="80489" y="29250"/>
                </a:lnTo>
                <a:lnTo>
                  <a:pt x="80489" y="29250"/>
                </a:lnTo>
                <a:lnTo>
                  <a:pt x="80284" y="29455"/>
                </a:lnTo>
                <a:lnTo>
                  <a:pt x="80386" y="29352"/>
                </a:lnTo>
                <a:lnTo>
                  <a:pt x="79773" y="29352"/>
                </a:lnTo>
                <a:lnTo>
                  <a:pt x="79977" y="29148"/>
                </a:lnTo>
                <a:lnTo>
                  <a:pt x="79773" y="29250"/>
                </a:lnTo>
                <a:lnTo>
                  <a:pt x="80386" y="28841"/>
                </a:lnTo>
                <a:lnTo>
                  <a:pt x="79261" y="29250"/>
                </a:lnTo>
                <a:lnTo>
                  <a:pt x="80489" y="27716"/>
                </a:lnTo>
                <a:lnTo>
                  <a:pt x="80591" y="27511"/>
                </a:lnTo>
                <a:lnTo>
                  <a:pt x="80898" y="27307"/>
                </a:lnTo>
                <a:close/>
                <a:moveTo>
                  <a:pt x="239523" y="32216"/>
                </a:moveTo>
                <a:lnTo>
                  <a:pt x="240239" y="32830"/>
                </a:lnTo>
                <a:lnTo>
                  <a:pt x="239727" y="32318"/>
                </a:lnTo>
                <a:lnTo>
                  <a:pt x="239523" y="32216"/>
                </a:lnTo>
                <a:close/>
                <a:moveTo>
                  <a:pt x="232875" y="24443"/>
                </a:moveTo>
                <a:lnTo>
                  <a:pt x="232773" y="24648"/>
                </a:lnTo>
                <a:lnTo>
                  <a:pt x="233591" y="25159"/>
                </a:lnTo>
                <a:lnTo>
                  <a:pt x="233489" y="25261"/>
                </a:lnTo>
                <a:lnTo>
                  <a:pt x="233386" y="25364"/>
                </a:lnTo>
                <a:lnTo>
                  <a:pt x="234511" y="27102"/>
                </a:lnTo>
                <a:lnTo>
                  <a:pt x="239216" y="32932"/>
                </a:lnTo>
                <a:lnTo>
                  <a:pt x="239114" y="32114"/>
                </a:lnTo>
                <a:lnTo>
                  <a:pt x="239523" y="32216"/>
                </a:lnTo>
                <a:lnTo>
                  <a:pt x="239523" y="32216"/>
                </a:lnTo>
                <a:lnTo>
                  <a:pt x="238193" y="31091"/>
                </a:lnTo>
                <a:lnTo>
                  <a:pt x="237784" y="29557"/>
                </a:lnTo>
                <a:lnTo>
                  <a:pt x="239318" y="30170"/>
                </a:lnTo>
                <a:lnTo>
                  <a:pt x="232875" y="24443"/>
                </a:lnTo>
                <a:close/>
                <a:moveTo>
                  <a:pt x="244841" y="33341"/>
                </a:moveTo>
                <a:lnTo>
                  <a:pt x="244330" y="33443"/>
                </a:lnTo>
                <a:lnTo>
                  <a:pt x="244432" y="33648"/>
                </a:lnTo>
                <a:lnTo>
                  <a:pt x="244125" y="34364"/>
                </a:lnTo>
                <a:lnTo>
                  <a:pt x="244125" y="34466"/>
                </a:lnTo>
                <a:lnTo>
                  <a:pt x="244330" y="33955"/>
                </a:lnTo>
                <a:lnTo>
                  <a:pt x="245045" y="33545"/>
                </a:lnTo>
                <a:lnTo>
                  <a:pt x="244841" y="33341"/>
                </a:lnTo>
                <a:close/>
                <a:moveTo>
                  <a:pt x="243409" y="34466"/>
                </a:moveTo>
                <a:lnTo>
                  <a:pt x="243409" y="35080"/>
                </a:lnTo>
                <a:lnTo>
                  <a:pt x="243614" y="35284"/>
                </a:lnTo>
                <a:lnTo>
                  <a:pt x="243920" y="34466"/>
                </a:lnTo>
                <a:close/>
                <a:moveTo>
                  <a:pt x="54102" y="29864"/>
                </a:moveTo>
                <a:lnTo>
                  <a:pt x="56352" y="30886"/>
                </a:lnTo>
                <a:lnTo>
                  <a:pt x="56045" y="31193"/>
                </a:lnTo>
                <a:lnTo>
                  <a:pt x="56250" y="31602"/>
                </a:lnTo>
                <a:lnTo>
                  <a:pt x="56045" y="31807"/>
                </a:lnTo>
                <a:lnTo>
                  <a:pt x="56250" y="32011"/>
                </a:lnTo>
                <a:lnTo>
                  <a:pt x="56045" y="32114"/>
                </a:lnTo>
                <a:lnTo>
                  <a:pt x="56148" y="32114"/>
                </a:lnTo>
                <a:lnTo>
                  <a:pt x="55943" y="32318"/>
                </a:lnTo>
                <a:lnTo>
                  <a:pt x="58193" y="32727"/>
                </a:lnTo>
                <a:lnTo>
                  <a:pt x="58091" y="32830"/>
                </a:lnTo>
                <a:lnTo>
                  <a:pt x="58500" y="32830"/>
                </a:lnTo>
                <a:lnTo>
                  <a:pt x="58500" y="32932"/>
                </a:lnTo>
                <a:lnTo>
                  <a:pt x="58909" y="33239"/>
                </a:lnTo>
                <a:lnTo>
                  <a:pt x="59114" y="34057"/>
                </a:lnTo>
                <a:lnTo>
                  <a:pt x="59216" y="34057"/>
                </a:lnTo>
                <a:lnTo>
                  <a:pt x="59216" y="34159"/>
                </a:lnTo>
                <a:lnTo>
                  <a:pt x="59011" y="34057"/>
                </a:lnTo>
                <a:lnTo>
                  <a:pt x="58807" y="34364"/>
                </a:lnTo>
                <a:lnTo>
                  <a:pt x="58091" y="34261"/>
                </a:lnTo>
                <a:lnTo>
                  <a:pt x="57989" y="34159"/>
                </a:lnTo>
                <a:lnTo>
                  <a:pt x="58193" y="33955"/>
                </a:lnTo>
                <a:lnTo>
                  <a:pt x="58091" y="33955"/>
                </a:lnTo>
                <a:lnTo>
                  <a:pt x="58091" y="33648"/>
                </a:lnTo>
                <a:lnTo>
                  <a:pt x="57682" y="33648"/>
                </a:lnTo>
                <a:lnTo>
                  <a:pt x="56250" y="35898"/>
                </a:lnTo>
                <a:lnTo>
                  <a:pt x="56045" y="34875"/>
                </a:lnTo>
                <a:lnTo>
                  <a:pt x="55330" y="35182"/>
                </a:lnTo>
                <a:lnTo>
                  <a:pt x="55330" y="35182"/>
                </a:lnTo>
                <a:lnTo>
                  <a:pt x="56352" y="33750"/>
                </a:lnTo>
                <a:lnTo>
                  <a:pt x="56250" y="33443"/>
                </a:lnTo>
                <a:lnTo>
                  <a:pt x="55330" y="33136"/>
                </a:lnTo>
                <a:lnTo>
                  <a:pt x="54409" y="34159"/>
                </a:lnTo>
                <a:lnTo>
                  <a:pt x="54614" y="33648"/>
                </a:lnTo>
                <a:lnTo>
                  <a:pt x="52568" y="36818"/>
                </a:lnTo>
                <a:lnTo>
                  <a:pt x="51545" y="37125"/>
                </a:lnTo>
                <a:lnTo>
                  <a:pt x="52773" y="34364"/>
                </a:lnTo>
                <a:lnTo>
                  <a:pt x="52364" y="34364"/>
                </a:lnTo>
                <a:lnTo>
                  <a:pt x="53693" y="32932"/>
                </a:lnTo>
                <a:lnTo>
                  <a:pt x="53693" y="33136"/>
                </a:lnTo>
                <a:lnTo>
                  <a:pt x="54102" y="32932"/>
                </a:lnTo>
                <a:lnTo>
                  <a:pt x="53898" y="33239"/>
                </a:lnTo>
                <a:lnTo>
                  <a:pt x="53898" y="33239"/>
                </a:lnTo>
                <a:lnTo>
                  <a:pt x="55125" y="32727"/>
                </a:lnTo>
                <a:lnTo>
                  <a:pt x="55534" y="32932"/>
                </a:lnTo>
                <a:lnTo>
                  <a:pt x="55636" y="32830"/>
                </a:lnTo>
                <a:lnTo>
                  <a:pt x="56250" y="32830"/>
                </a:lnTo>
                <a:lnTo>
                  <a:pt x="55534" y="32318"/>
                </a:lnTo>
                <a:lnTo>
                  <a:pt x="55739" y="32114"/>
                </a:lnTo>
                <a:lnTo>
                  <a:pt x="53693" y="32318"/>
                </a:lnTo>
                <a:lnTo>
                  <a:pt x="53591" y="32011"/>
                </a:lnTo>
                <a:lnTo>
                  <a:pt x="52977" y="32011"/>
                </a:lnTo>
                <a:lnTo>
                  <a:pt x="52977" y="31602"/>
                </a:lnTo>
                <a:lnTo>
                  <a:pt x="50830" y="32216"/>
                </a:lnTo>
                <a:lnTo>
                  <a:pt x="50830" y="31909"/>
                </a:lnTo>
                <a:lnTo>
                  <a:pt x="50011" y="32011"/>
                </a:lnTo>
                <a:lnTo>
                  <a:pt x="53489" y="30273"/>
                </a:lnTo>
                <a:lnTo>
                  <a:pt x="53489" y="30273"/>
                </a:lnTo>
                <a:lnTo>
                  <a:pt x="53693" y="30068"/>
                </a:lnTo>
                <a:lnTo>
                  <a:pt x="53898" y="30068"/>
                </a:lnTo>
                <a:lnTo>
                  <a:pt x="53591" y="30375"/>
                </a:lnTo>
                <a:lnTo>
                  <a:pt x="54102" y="30068"/>
                </a:lnTo>
                <a:lnTo>
                  <a:pt x="54102" y="29864"/>
                </a:lnTo>
                <a:close/>
                <a:moveTo>
                  <a:pt x="131932" y="36000"/>
                </a:moveTo>
                <a:lnTo>
                  <a:pt x="131830" y="36205"/>
                </a:lnTo>
                <a:lnTo>
                  <a:pt x="131216" y="36511"/>
                </a:lnTo>
                <a:lnTo>
                  <a:pt x="131318" y="36614"/>
                </a:lnTo>
                <a:lnTo>
                  <a:pt x="131318" y="37023"/>
                </a:lnTo>
                <a:lnTo>
                  <a:pt x="131830" y="37432"/>
                </a:lnTo>
                <a:lnTo>
                  <a:pt x="131932" y="36000"/>
                </a:lnTo>
                <a:close/>
                <a:moveTo>
                  <a:pt x="239216" y="33443"/>
                </a:moveTo>
                <a:lnTo>
                  <a:pt x="240341" y="35693"/>
                </a:lnTo>
                <a:lnTo>
                  <a:pt x="239625" y="35591"/>
                </a:lnTo>
                <a:lnTo>
                  <a:pt x="239625" y="36205"/>
                </a:lnTo>
                <a:lnTo>
                  <a:pt x="240750" y="37432"/>
                </a:lnTo>
                <a:lnTo>
                  <a:pt x="240750" y="37125"/>
                </a:lnTo>
                <a:lnTo>
                  <a:pt x="241159" y="37125"/>
                </a:lnTo>
                <a:lnTo>
                  <a:pt x="240239" y="36614"/>
                </a:lnTo>
                <a:lnTo>
                  <a:pt x="240341" y="36307"/>
                </a:lnTo>
                <a:lnTo>
                  <a:pt x="240750" y="36511"/>
                </a:lnTo>
                <a:lnTo>
                  <a:pt x="241364" y="36409"/>
                </a:lnTo>
                <a:lnTo>
                  <a:pt x="242795" y="36920"/>
                </a:lnTo>
                <a:lnTo>
                  <a:pt x="242693" y="36409"/>
                </a:lnTo>
                <a:lnTo>
                  <a:pt x="244023" y="35489"/>
                </a:lnTo>
                <a:lnTo>
                  <a:pt x="243716" y="35591"/>
                </a:lnTo>
                <a:lnTo>
                  <a:pt x="243205" y="35284"/>
                </a:lnTo>
                <a:lnTo>
                  <a:pt x="242898" y="34568"/>
                </a:lnTo>
                <a:lnTo>
                  <a:pt x="242284" y="34875"/>
                </a:lnTo>
                <a:lnTo>
                  <a:pt x="239216" y="33443"/>
                </a:lnTo>
                <a:close/>
                <a:moveTo>
                  <a:pt x="143693" y="38659"/>
                </a:moveTo>
                <a:lnTo>
                  <a:pt x="144000" y="38864"/>
                </a:lnTo>
                <a:lnTo>
                  <a:pt x="143740" y="38678"/>
                </a:lnTo>
                <a:lnTo>
                  <a:pt x="143740" y="38678"/>
                </a:lnTo>
                <a:lnTo>
                  <a:pt x="143693" y="38659"/>
                </a:lnTo>
                <a:close/>
                <a:moveTo>
                  <a:pt x="155250" y="31602"/>
                </a:moveTo>
                <a:lnTo>
                  <a:pt x="155148" y="31705"/>
                </a:lnTo>
                <a:lnTo>
                  <a:pt x="155659" y="31705"/>
                </a:lnTo>
                <a:lnTo>
                  <a:pt x="155148" y="32011"/>
                </a:lnTo>
                <a:lnTo>
                  <a:pt x="155148" y="32216"/>
                </a:lnTo>
                <a:lnTo>
                  <a:pt x="154636" y="32216"/>
                </a:lnTo>
                <a:lnTo>
                  <a:pt x="155250" y="32727"/>
                </a:lnTo>
                <a:lnTo>
                  <a:pt x="154943" y="32932"/>
                </a:lnTo>
                <a:lnTo>
                  <a:pt x="154739" y="33341"/>
                </a:lnTo>
                <a:lnTo>
                  <a:pt x="154023" y="33443"/>
                </a:lnTo>
                <a:lnTo>
                  <a:pt x="154125" y="33545"/>
                </a:lnTo>
                <a:lnTo>
                  <a:pt x="153920" y="33648"/>
                </a:lnTo>
                <a:lnTo>
                  <a:pt x="158318" y="36205"/>
                </a:lnTo>
                <a:lnTo>
                  <a:pt x="158318" y="37636"/>
                </a:lnTo>
                <a:lnTo>
                  <a:pt x="148398" y="37636"/>
                </a:lnTo>
                <a:lnTo>
                  <a:pt x="149011" y="38148"/>
                </a:lnTo>
                <a:lnTo>
                  <a:pt x="148193" y="38352"/>
                </a:lnTo>
                <a:lnTo>
                  <a:pt x="148398" y="38455"/>
                </a:lnTo>
                <a:lnTo>
                  <a:pt x="147477" y="38557"/>
                </a:lnTo>
                <a:lnTo>
                  <a:pt x="147273" y="38455"/>
                </a:lnTo>
                <a:lnTo>
                  <a:pt x="147273" y="38455"/>
                </a:lnTo>
                <a:lnTo>
                  <a:pt x="147375" y="38557"/>
                </a:lnTo>
                <a:lnTo>
                  <a:pt x="146761" y="38455"/>
                </a:lnTo>
                <a:lnTo>
                  <a:pt x="146045" y="38864"/>
                </a:lnTo>
                <a:lnTo>
                  <a:pt x="146045" y="38864"/>
                </a:lnTo>
                <a:lnTo>
                  <a:pt x="147580" y="37841"/>
                </a:lnTo>
                <a:lnTo>
                  <a:pt x="148091" y="37943"/>
                </a:lnTo>
                <a:lnTo>
                  <a:pt x="148091" y="37943"/>
                </a:lnTo>
                <a:lnTo>
                  <a:pt x="146864" y="36409"/>
                </a:lnTo>
                <a:lnTo>
                  <a:pt x="147682" y="34364"/>
                </a:lnTo>
                <a:lnTo>
                  <a:pt x="147886" y="33955"/>
                </a:lnTo>
                <a:lnTo>
                  <a:pt x="147886" y="34159"/>
                </a:lnTo>
                <a:lnTo>
                  <a:pt x="148295" y="33545"/>
                </a:lnTo>
                <a:lnTo>
                  <a:pt x="148193" y="33239"/>
                </a:lnTo>
                <a:lnTo>
                  <a:pt x="149523" y="32011"/>
                </a:lnTo>
                <a:lnTo>
                  <a:pt x="149830" y="32114"/>
                </a:lnTo>
                <a:lnTo>
                  <a:pt x="149625" y="31602"/>
                </a:lnTo>
                <a:lnTo>
                  <a:pt x="150443" y="32216"/>
                </a:lnTo>
                <a:lnTo>
                  <a:pt x="149625" y="32318"/>
                </a:lnTo>
                <a:lnTo>
                  <a:pt x="150341" y="32727"/>
                </a:lnTo>
                <a:lnTo>
                  <a:pt x="151159" y="32727"/>
                </a:lnTo>
                <a:lnTo>
                  <a:pt x="151261" y="33034"/>
                </a:lnTo>
                <a:lnTo>
                  <a:pt x="150545" y="33443"/>
                </a:lnTo>
                <a:lnTo>
                  <a:pt x="151466" y="33852"/>
                </a:lnTo>
                <a:lnTo>
                  <a:pt x="151466" y="34364"/>
                </a:lnTo>
                <a:lnTo>
                  <a:pt x="152080" y="34364"/>
                </a:lnTo>
                <a:lnTo>
                  <a:pt x="153102" y="33750"/>
                </a:lnTo>
                <a:lnTo>
                  <a:pt x="153614" y="33852"/>
                </a:lnTo>
                <a:lnTo>
                  <a:pt x="153818" y="33443"/>
                </a:lnTo>
                <a:lnTo>
                  <a:pt x="152795" y="33443"/>
                </a:lnTo>
                <a:lnTo>
                  <a:pt x="152386" y="32830"/>
                </a:lnTo>
                <a:lnTo>
                  <a:pt x="152591" y="32420"/>
                </a:lnTo>
                <a:lnTo>
                  <a:pt x="152489" y="32727"/>
                </a:lnTo>
                <a:lnTo>
                  <a:pt x="152489" y="32727"/>
                </a:lnTo>
                <a:lnTo>
                  <a:pt x="155250" y="31602"/>
                </a:lnTo>
                <a:close/>
                <a:moveTo>
                  <a:pt x="144000" y="38864"/>
                </a:moveTo>
                <a:lnTo>
                  <a:pt x="144000" y="38864"/>
                </a:lnTo>
                <a:lnTo>
                  <a:pt x="144000" y="38864"/>
                </a:lnTo>
                <a:close/>
                <a:moveTo>
                  <a:pt x="144000" y="38864"/>
                </a:moveTo>
                <a:lnTo>
                  <a:pt x="144000" y="38864"/>
                </a:lnTo>
                <a:lnTo>
                  <a:pt x="144000" y="38864"/>
                </a:lnTo>
                <a:close/>
                <a:moveTo>
                  <a:pt x="131011" y="37943"/>
                </a:moveTo>
                <a:lnTo>
                  <a:pt x="131011" y="38250"/>
                </a:lnTo>
                <a:lnTo>
                  <a:pt x="131216" y="39580"/>
                </a:lnTo>
                <a:lnTo>
                  <a:pt x="132136" y="39682"/>
                </a:lnTo>
                <a:lnTo>
                  <a:pt x="132136" y="37943"/>
                </a:lnTo>
                <a:close/>
                <a:moveTo>
                  <a:pt x="165580" y="31807"/>
                </a:moveTo>
                <a:lnTo>
                  <a:pt x="166091" y="32011"/>
                </a:lnTo>
                <a:lnTo>
                  <a:pt x="166295" y="31909"/>
                </a:lnTo>
                <a:lnTo>
                  <a:pt x="166705" y="31909"/>
                </a:lnTo>
                <a:lnTo>
                  <a:pt x="167420" y="33545"/>
                </a:lnTo>
                <a:lnTo>
                  <a:pt x="165886" y="33545"/>
                </a:lnTo>
                <a:lnTo>
                  <a:pt x="166193" y="34364"/>
                </a:lnTo>
                <a:lnTo>
                  <a:pt x="165273" y="34568"/>
                </a:lnTo>
                <a:lnTo>
                  <a:pt x="165682" y="34670"/>
                </a:lnTo>
                <a:lnTo>
                  <a:pt x="166398" y="35693"/>
                </a:lnTo>
                <a:lnTo>
                  <a:pt x="166705" y="35795"/>
                </a:lnTo>
                <a:lnTo>
                  <a:pt x="166909" y="36000"/>
                </a:lnTo>
                <a:lnTo>
                  <a:pt x="167420" y="36102"/>
                </a:lnTo>
                <a:lnTo>
                  <a:pt x="168136" y="37739"/>
                </a:lnTo>
                <a:lnTo>
                  <a:pt x="168136" y="36818"/>
                </a:lnTo>
                <a:lnTo>
                  <a:pt x="169670" y="37841"/>
                </a:lnTo>
                <a:lnTo>
                  <a:pt x="169466" y="38250"/>
                </a:lnTo>
                <a:lnTo>
                  <a:pt x="168239" y="37841"/>
                </a:lnTo>
                <a:lnTo>
                  <a:pt x="168648" y="39068"/>
                </a:lnTo>
                <a:lnTo>
                  <a:pt x="168955" y="38864"/>
                </a:lnTo>
                <a:lnTo>
                  <a:pt x="169159" y="39273"/>
                </a:lnTo>
                <a:lnTo>
                  <a:pt x="168852" y="39273"/>
                </a:lnTo>
                <a:lnTo>
                  <a:pt x="168852" y="39580"/>
                </a:lnTo>
                <a:lnTo>
                  <a:pt x="169261" y="39682"/>
                </a:lnTo>
                <a:lnTo>
                  <a:pt x="169773" y="42034"/>
                </a:lnTo>
                <a:lnTo>
                  <a:pt x="169977" y="42034"/>
                </a:lnTo>
                <a:lnTo>
                  <a:pt x="169773" y="42136"/>
                </a:lnTo>
                <a:lnTo>
                  <a:pt x="169773" y="42034"/>
                </a:lnTo>
                <a:lnTo>
                  <a:pt x="167420" y="42136"/>
                </a:lnTo>
                <a:lnTo>
                  <a:pt x="165580" y="41114"/>
                </a:lnTo>
                <a:lnTo>
                  <a:pt x="165375" y="39682"/>
                </a:lnTo>
                <a:lnTo>
                  <a:pt x="165375" y="39682"/>
                </a:lnTo>
                <a:lnTo>
                  <a:pt x="165477" y="39886"/>
                </a:lnTo>
                <a:lnTo>
                  <a:pt x="166295" y="38659"/>
                </a:lnTo>
                <a:lnTo>
                  <a:pt x="163227" y="35693"/>
                </a:lnTo>
                <a:lnTo>
                  <a:pt x="163227" y="35080"/>
                </a:lnTo>
                <a:lnTo>
                  <a:pt x="163125" y="35386"/>
                </a:lnTo>
                <a:lnTo>
                  <a:pt x="162307" y="34261"/>
                </a:lnTo>
                <a:lnTo>
                  <a:pt x="162409" y="34057"/>
                </a:lnTo>
                <a:lnTo>
                  <a:pt x="162511" y="34057"/>
                </a:lnTo>
                <a:lnTo>
                  <a:pt x="162614" y="33136"/>
                </a:lnTo>
                <a:lnTo>
                  <a:pt x="162818" y="33239"/>
                </a:lnTo>
                <a:lnTo>
                  <a:pt x="163636" y="32932"/>
                </a:lnTo>
                <a:lnTo>
                  <a:pt x="163534" y="32727"/>
                </a:lnTo>
                <a:lnTo>
                  <a:pt x="163943" y="32523"/>
                </a:lnTo>
                <a:lnTo>
                  <a:pt x="164045" y="32420"/>
                </a:lnTo>
                <a:lnTo>
                  <a:pt x="163943" y="32318"/>
                </a:lnTo>
                <a:lnTo>
                  <a:pt x="165580" y="31807"/>
                </a:lnTo>
                <a:close/>
                <a:moveTo>
                  <a:pt x="137352" y="40602"/>
                </a:moveTo>
                <a:lnTo>
                  <a:pt x="135511" y="40807"/>
                </a:lnTo>
                <a:lnTo>
                  <a:pt x="134898" y="40705"/>
                </a:lnTo>
                <a:lnTo>
                  <a:pt x="137045" y="42239"/>
                </a:lnTo>
                <a:lnTo>
                  <a:pt x="137148" y="41932"/>
                </a:lnTo>
                <a:lnTo>
                  <a:pt x="137045" y="41625"/>
                </a:lnTo>
                <a:lnTo>
                  <a:pt x="137352" y="40602"/>
                </a:lnTo>
                <a:close/>
                <a:moveTo>
                  <a:pt x="146659" y="43670"/>
                </a:moveTo>
                <a:lnTo>
                  <a:pt x="146148" y="43875"/>
                </a:lnTo>
                <a:lnTo>
                  <a:pt x="146250" y="43875"/>
                </a:lnTo>
                <a:lnTo>
                  <a:pt x="146659" y="43670"/>
                </a:lnTo>
                <a:close/>
                <a:moveTo>
                  <a:pt x="144409" y="43364"/>
                </a:moveTo>
                <a:lnTo>
                  <a:pt x="144307" y="43466"/>
                </a:lnTo>
                <a:lnTo>
                  <a:pt x="144307" y="43773"/>
                </a:lnTo>
                <a:lnTo>
                  <a:pt x="145330" y="44080"/>
                </a:lnTo>
                <a:lnTo>
                  <a:pt x="146148" y="43875"/>
                </a:lnTo>
                <a:lnTo>
                  <a:pt x="146045" y="43670"/>
                </a:lnTo>
                <a:lnTo>
                  <a:pt x="144716" y="43568"/>
                </a:lnTo>
                <a:lnTo>
                  <a:pt x="144818" y="43466"/>
                </a:lnTo>
                <a:lnTo>
                  <a:pt x="144409" y="43364"/>
                </a:lnTo>
                <a:close/>
                <a:moveTo>
                  <a:pt x="153614" y="43364"/>
                </a:moveTo>
                <a:lnTo>
                  <a:pt x="151773" y="43977"/>
                </a:lnTo>
                <a:lnTo>
                  <a:pt x="152489" y="44489"/>
                </a:lnTo>
                <a:lnTo>
                  <a:pt x="153307" y="44080"/>
                </a:lnTo>
                <a:lnTo>
                  <a:pt x="153614" y="43466"/>
                </a:lnTo>
                <a:lnTo>
                  <a:pt x="153614" y="43364"/>
                </a:lnTo>
                <a:close/>
                <a:moveTo>
                  <a:pt x="241568" y="37534"/>
                </a:moveTo>
                <a:lnTo>
                  <a:pt x="241261" y="37636"/>
                </a:lnTo>
                <a:lnTo>
                  <a:pt x="241670" y="37739"/>
                </a:lnTo>
                <a:lnTo>
                  <a:pt x="241466" y="38045"/>
                </a:lnTo>
                <a:lnTo>
                  <a:pt x="240955" y="37636"/>
                </a:lnTo>
                <a:lnTo>
                  <a:pt x="241057" y="37943"/>
                </a:lnTo>
                <a:lnTo>
                  <a:pt x="240955" y="38148"/>
                </a:lnTo>
                <a:lnTo>
                  <a:pt x="241261" y="38864"/>
                </a:lnTo>
                <a:lnTo>
                  <a:pt x="241159" y="38864"/>
                </a:lnTo>
                <a:lnTo>
                  <a:pt x="241875" y="40807"/>
                </a:lnTo>
                <a:lnTo>
                  <a:pt x="241670" y="41114"/>
                </a:lnTo>
                <a:lnTo>
                  <a:pt x="241466" y="41727"/>
                </a:lnTo>
                <a:lnTo>
                  <a:pt x="240955" y="42136"/>
                </a:lnTo>
                <a:lnTo>
                  <a:pt x="240443" y="41932"/>
                </a:lnTo>
                <a:lnTo>
                  <a:pt x="240545" y="41420"/>
                </a:lnTo>
                <a:lnTo>
                  <a:pt x="240545" y="41420"/>
                </a:lnTo>
                <a:lnTo>
                  <a:pt x="240136" y="41727"/>
                </a:lnTo>
                <a:lnTo>
                  <a:pt x="240341" y="43261"/>
                </a:lnTo>
                <a:lnTo>
                  <a:pt x="239727" y="43466"/>
                </a:lnTo>
                <a:lnTo>
                  <a:pt x="239420" y="43364"/>
                </a:lnTo>
                <a:lnTo>
                  <a:pt x="237477" y="43977"/>
                </a:lnTo>
                <a:lnTo>
                  <a:pt x="236761" y="45102"/>
                </a:lnTo>
                <a:lnTo>
                  <a:pt x="237886" y="45205"/>
                </a:lnTo>
                <a:lnTo>
                  <a:pt x="237784" y="44795"/>
                </a:lnTo>
                <a:lnTo>
                  <a:pt x="240341" y="44489"/>
                </a:lnTo>
                <a:lnTo>
                  <a:pt x="240239" y="44795"/>
                </a:lnTo>
                <a:lnTo>
                  <a:pt x="240955" y="45614"/>
                </a:lnTo>
                <a:lnTo>
                  <a:pt x="241670" y="44795"/>
                </a:lnTo>
                <a:lnTo>
                  <a:pt x="241261" y="44080"/>
                </a:lnTo>
                <a:lnTo>
                  <a:pt x="241568" y="44386"/>
                </a:lnTo>
                <a:lnTo>
                  <a:pt x="241568" y="44182"/>
                </a:lnTo>
                <a:lnTo>
                  <a:pt x="241670" y="44489"/>
                </a:lnTo>
                <a:lnTo>
                  <a:pt x="242693" y="44489"/>
                </a:lnTo>
                <a:lnTo>
                  <a:pt x="243102" y="43977"/>
                </a:lnTo>
                <a:lnTo>
                  <a:pt x="243307" y="43977"/>
                </a:lnTo>
                <a:lnTo>
                  <a:pt x="243409" y="43773"/>
                </a:lnTo>
                <a:lnTo>
                  <a:pt x="243614" y="43773"/>
                </a:lnTo>
                <a:lnTo>
                  <a:pt x="243511" y="43364"/>
                </a:lnTo>
                <a:lnTo>
                  <a:pt x="243818" y="43466"/>
                </a:lnTo>
                <a:lnTo>
                  <a:pt x="243818" y="43773"/>
                </a:lnTo>
                <a:lnTo>
                  <a:pt x="244023" y="44182"/>
                </a:lnTo>
                <a:lnTo>
                  <a:pt x="244432" y="43261"/>
                </a:lnTo>
                <a:lnTo>
                  <a:pt x="244023" y="42852"/>
                </a:lnTo>
                <a:lnTo>
                  <a:pt x="243205" y="40602"/>
                </a:lnTo>
                <a:lnTo>
                  <a:pt x="243511" y="40500"/>
                </a:lnTo>
                <a:lnTo>
                  <a:pt x="243409" y="39886"/>
                </a:lnTo>
                <a:lnTo>
                  <a:pt x="243409" y="39784"/>
                </a:lnTo>
                <a:lnTo>
                  <a:pt x="241568" y="37534"/>
                </a:lnTo>
                <a:close/>
                <a:moveTo>
                  <a:pt x="238909" y="44795"/>
                </a:moveTo>
                <a:lnTo>
                  <a:pt x="238807" y="45102"/>
                </a:lnTo>
                <a:lnTo>
                  <a:pt x="238398" y="45000"/>
                </a:lnTo>
                <a:lnTo>
                  <a:pt x="238295" y="45307"/>
                </a:lnTo>
                <a:lnTo>
                  <a:pt x="237989" y="45716"/>
                </a:lnTo>
                <a:lnTo>
                  <a:pt x="238398" y="45920"/>
                </a:lnTo>
                <a:lnTo>
                  <a:pt x="238705" y="46330"/>
                </a:lnTo>
                <a:lnTo>
                  <a:pt x="239523" y="45614"/>
                </a:lnTo>
                <a:lnTo>
                  <a:pt x="239830" y="45818"/>
                </a:lnTo>
                <a:lnTo>
                  <a:pt x="240034" y="45307"/>
                </a:lnTo>
                <a:lnTo>
                  <a:pt x="239625" y="44795"/>
                </a:lnTo>
                <a:close/>
                <a:moveTo>
                  <a:pt x="151875" y="47659"/>
                </a:moveTo>
                <a:lnTo>
                  <a:pt x="151773" y="47761"/>
                </a:lnTo>
                <a:lnTo>
                  <a:pt x="152080" y="47864"/>
                </a:lnTo>
                <a:lnTo>
                  <a:pt x="151875" y="47659"/>
                </a:lnTo>
                <a:close/>
                <a:moveTo>
                  <a:pt x="236455" y="45307"/>
                </a:moveTo>
                <a:lnTo>
                  <a:pt x="236045" y="45614"/>
                </a:lnTo>
                <a:lnTo>
                  <a:pt x="236045" y="45818"/>
                </a:lnTo>
                <a:lnTo>
                  <a:pt x="235943" y="45716"/>
                </a:lnTo>
                <a:lnTo>
                  <a:pt x="236352" y="46227"/>
                </a:lnTo>
                <a:lnTo>
                  <a:pt x="236045" y="46023"/>
                </a:lnTo>
                <a:lnTo>
                  <a:pt x="236352" y="46534"/>
                </a:lnTo>
                <a:lnTo>
                  <a:pt x="236659" y="46227"/>
                </a:lnTo>
                <a:lnTo>
                  <a:pt x="236455" y="46023"/>
                </a:lnTo>
                <a:lnTo>
                  <a:pt x="236659" y="46125"/>
                </a:lnTo>
                <a:lnTo>
                  <a:pt x="236966" y="46534"/>
                </a:lnTo>
                <a:lnTo>
                  <a:pt x="237068" y="47761"/>
                </a:lnTo>
                <a:lnTo>
                  <a:pt x="237580" y="47966"/>
                </a:lnTo>
                <a:lnTo>
                  <a:pt x="237580" y="47455"/>
                </a:lnTo>
                <a:lnTo>
                  <a:pt x="237784" y="48170"/>
                </a:lnTo>
                <a:lnTo>
                  <a:pt x="237886" y="47966"/>
                </a:lnTo>
                <a:lnTo>
                  <a:pt x="237886" y="47761"/>
                </a:lnTo>
                <a:lnTo>
                  <a:pt x="238193" y="47761"/>
                </a:lnTo>
                <a:lnTo>
                  <a:pt x="237886" y="45818"/>
                </a:lnTo>
                <a:lnTo>
                  <a:pt x="237580" y="45818"/>
                </a:lnTo>
                <a:lnTo>
                  <a:pt x="237477" y="45409"/>
                </a:lnTo>
                <a:lnTo>
                  <a:pt x="237273" y="45511"/>
                </a:lnTo>
                <a:lnTo>
                  <a:pt x="236864" y="45307"/>
                </a:lnTo>
                <a:close/>
                <a:moveTo>
                  <a:pt x="49602" y="49398"/>
                </a:moveTo>
                <a:lnTo>
                  <a:pt x="49705" y="49500"/>
                </a:lnTo>
                <a:lnTo>
                  <a:pt x="49655" y="49401"/>
                </a:lnTo>
                <a:lnTo>
                  <a:pt x="49655" y="49401"/>
                </a:lnTo>
                <a:lnTo>
                  <a:pt x="49602" y="49398"/>
                </a:lnTo>
                <a:close/>
                <a:moveTo>
                  <a:pt x="53489" y="53386"/>
                </a:moveTo>
                <a:lnTo>
                  <a:pt x="53485" y="53390"/>
                </a:lnTo>
                <a:lnTo>
                  <a:pt x="53485" y="53390"/>
                </a:lnTo>
                <a:lnTo>
                  <a:pt x="53489" y="53489"/>
                </a:lnTo>
                <a:lnTo>
                  <a:pt x="53489" y="53386"/>
                </a:lnTo>
                <a:close/>
                <a:moveTo>
                  <a:pt x="231648" y="54102"/>
                </a:moveTo>
                <a:lnTo>
                  <a:pt x="231239" y="54205"/>
                </a:lnTo>
                <a:lnTo>
                  <a:pt x="230625" y="55739"/>
                </a:lnTo>
                <a:lnTo>
                  <a:pt x="231648" y="57477"/>
                </a:lnTo>
                <a:lnTo>
                  <a:pt x="231852" y="54511"/>
                </a:lnTo>
                <a:lnTo>
                  <a:pt x="231648" y="54102"/>
                </a:lnTo>
                <a:close/>
                <a:moveTo>
                  <a:pt x="46432" y="57886"/>
                </a:moveTo>
                <a:lnTo>
                  <a:pt x="46432" y="57989"/>
                </a:lnTo>
                <a:lnTo>
                  <a:pt x="46636" y="57886"/>
                </a:lnTo>
                <a:close/>
                <a:moveTo>
                  <a:pt x="176216" y="59114"/>
                </a:moveTo>
                <a:lnTo>
                  <a:pt x="176216" y="59114"/>
                </a:lnTo>
                <a:lnTo>
                  <a:pt x="176216" y="59114"/>
                </a:lnTo>
                <a:close/>
                <a:moveTo>
                  <a:pt x="52057" y="56250"/>
                </a:moveTo>
                <a:lnTo>
                  <a:pt x="49193" y="57170"/>
                </a:lnTo>
                <a:lnTo>
                  <a:pt x="49091" y="57375"/>
                </a:lnTo>
                <a:lnTo>
                  <a:pt x="48682" y="57580"/>
                </a:lnTo>
                <a:lnTo>
                  <a:pt x="48989" y="57477"/>
                </a:lnTo>
                <a:lnTo>
                  <a:pt x="48989" y="57682"/>
                </a:lnTo>
                <a:lnTo>
                  <a:pt x="51443" y="56761"/>
                </a:lnTo>
                <a:lnTo>
                  <a:pt x="51443" y="56761"/>
                </a:lnTo>
                <a:lnTo>
                  <a:pt x="51239" y="56966"/>
                </a:lnTo>
                <a:lnTo>
                  <a:pt x="54205" y="57886"/>
                </a:lnTo>
                <a:lnTo>
                  <a:pt x="54307" y="58500"/>
                </a:lnTo>
                <a:lnTo>
                  <a:pt x="55330" y="58807"/>
                </a:lnTo>
                <a:lnTo>
                  <a:pt x="54818" y="59625"/>
                </a:lnTo>
                <a:lnTo>
                  <a:pt x="54818" y="59625"/>
                </a:lnTo>
                <a:lnTo>
                  <a:pt x="57068" y="59420"/>
                </a:lnTo>
                <a:lnTo>
                  <a:pt x="57170" y="59523"/>
                </a:lnTo>
                <a:lnTo>
                  <a:pt x="57886" y="59420"/>
                </a:lnTo>
                <a:lnTo>
                  <a:pt x="57886" y="59114"/>
                </a:lnTo>
                <a:lnTo>
                  <a:pt x="55739" y="58091"/>
                </a:lnTo>
                <a:lnTo>
                  <a:pt x="55534" y="57886"/>
                </a:lnTo>
                <a:lnTo>
                  <a:pt x="55330" y="57784"/>
                </a:lnTo>
                <a:lnTo>
                  <a:pt x="55534" y="57784"/>
                </a:lnTo>
                <a:lnTo>
                  <a:pt x="55125" y="57580"/>
                </a:lnTo>
                <a:lnTo>
                  <a:pt x="55227" y="57682"/>
                </a:lnTo>
                <a:lnTo>
                  <a:pt x="52057" y="56250"/>
                </a:lnTo>
                <a:close/>
                <a:moveTo>
                  <a:pt x="207307" y="59625"/>
                </a:moveTo>
                <a:lnTo>
                  <a:pt x="207307" y="59625"/>
                </a:lnTo>
                <a:lnTo>
                  <a:pt x="207307" y="59625"/>
                </a:lnTo>
                <a:close/>
                <a:moveTo>
                  <a:pt x="222648" y="59420"/>
                </a:moveTo>
                <a:lnTo>
                  <a:pt x="222648" y="59523"/>
                </a:lnTo>
                <a:lnTo>
                  <a:pt x="221625" y="59727"/>
                </a:lnTo>
                <a:lnTo>
                  <a:pt x="221727" y="59727"/>
                </a:lnTo>
                <a:lnTo>
                  <a:pt x="221216" y="60341"/>
                </a:lnTo>
                <a:lnTo>
                  <a:pt x="221727" y="61159"/>
                </a:lnTo>
                <a:lnTo>
                  <a:pt x="222750" y="60852"/>
                </a:lnTo>
                <a:lnTo>
                  <a:pt x="223159" y="59932"/>
                </a:lnTo>
                <a:lnTo>
                  <a:pt x="222648" y="59420"/>
                </a:lnTo>
                <a:close/>
                <a:moveTo>
                  <a:pt x="54511" y="60955"/>
                </a:moveTo>
                <a:lnTo>
                  <a:pt x="54205" y="61057"/>
                </a:lnTo>
                <a:lnTo>
                  <a:pt x="54614" y="61670"/>
                </a:lnTo>
                <a:lnTo>
                  <a:pt x="55023" y="61773"/>
                </a:lnTo>
                <a:lnTo>
                  <a:pt x="55534" y="61568"/>
                </a:lnTo>
                <a:lnTo>
                  <a:pt x="55943" y="61568"/>
                </a:lnTo>
                <a:lnTo>
                  <a:pt x="54511" y="60955"/>
                </a:lnTo>
                <a:close/>
                <a:moveTo>
                  <a:pt x="58602" y="59727"/>
                </a:moveTo>
                <a:lnTo>
                  <a:pt x="59114" y="60034"/>
                </a:lnTo>
                <a:lnTo>
                  <a:pt x="59114" y="60443"/>
                </a:lnTo>
                <a:lnTo>
                  <a:pt x="59420" y="60955"/>
                </a:lnTo>
                <a:lnTo>
                  <a:pt x="59114" y="61057"/>
                </a:lnTo>
                <a:lnTo>
                  <a:pt x="57784" y="60852"/>
                </a:lnTo>
                <a:lnTo>
                  <a:pt x="57580" y="61159"/>
                </a:lnTo>
                <a:lnTo>
                  <a:pt x="57989" y="61466"/>
                </a:lnTo>
                <a:lnTo>
                  <a:pt x="59420" y="61261"/>
                </a:lnTo>
                <a:lnTo>
                  <a:pt x="59932" y="61568"/>
                </a:lnTo>
                <a:lnTo>
                  <a:pt x="60239" y="61875"/>
                </a:lnTo>
                <a:lnTo>
                  <a:pt x="60545" y="61261"/>
                </a:lnTo>
                <a:lnTo>
                  <a:pt x="62693" y="61261"/>
                </a:lnTo>
                <a:lnTo>
                  <a:pt x="63000" y="60750"/>
                </a:lnTo>
                <a:lnTo>
                  <a:pt x="61977" y="60341"/>
                </a:lnTo>
                <a:lnTo>
                  <a:pt x="62284" y="60239"/>
                </a:lnTo>
                <a:lnTo>
                  <a:pt x="58602" y="59727"/>
                </a:lnTo>
                <a:close/>
                <a:moveTo>
                  <a:pt x="208739" y="63614"/>
                </a:moveTo>
                <a:lnTo>
                  <a:pt x="208739" y="63614"/>
                </a:lnTo>
                <a:lnTo>
                  <a:pt x="208739" y="63614"/>
                </a:lnTo>
                <a:close/>
                <a:moveTo>
                  <a:pt x="48989" y="64227"/>
                </a:moveTo>
                <a:lnTo>
                  <a:pt x="48989" y="64330"/>
                </a:lnTo>
                <a:lnTo>
                  <a:pt x="49091" y="64432"/>
                </a:lnTo>
                <a:lnTo>
                  <a:pt x="49091" y="64432"/>
                </a:lnTo>
                <a:lnTo>
                  <a:pt x="48989" y="64227"/>
                </a:lnTo>
                <a:close/>
                <a:moveTo>
                  <a:pt x="44182" y="66375"/>
                </a:moveTo>
                <a:lnTo>
                  <a:pt x="44386" y="66477"/>
                </a:lnTo>
                <a:lnTo>
                  <a:pt x="44386" y="66477"/>
                </a:lnTo>
                <a:lnTo>
                  <a:pt x="44284" y="66375"/>
                </a:lnTo>
                <a:close/>
                <a:moveTo>
                  <a:pt x="232261" y="60955"/>
                </a:moveTo>
                <a:lnTo>
                  <a:pt x="231955" y="61670"/>
                </a:lnTo>
                <a:lnTo>
                  <a:pt x="232159" y="63511"/>
                </a:lnTo>
                <a:lnTo>
                  <a:pt x="231648" y="63307"/>
                </a:lnTo>
                <a:lnTo>
                  <a:pt x="232364" y="64943"/>
                </a:lnTo>
                <a:lnTo>
                  <a:pt x="232568" y="64739"/>
                </a:lnTo>
                <a:lnTo>
                  <a:pt x="232977" y="65148"/>
                </a:lnTo>
                <a:lnTo>
                  <a:pt x="232773" y="65864"/>
                </a:lnTo>
                <a:lnTo>
                  <a:pt x="233591" y="65966"/>
                </a:lnTo>
                <a:lnTo>
                  <a:pt x="233795" y="65659"/>
                </a:lnTo>
                <a:lnTo>
                  <a:pt x="234716" y="66375"/>
                </a:lnTo>
                <a:lnTo>
                  <a:pt x="234409" y="65761"/>
                </a:lnTo>
                <a:lnTo>
                  <a:pt x="236045" y="67091"/>
                </a:lnTo>
                <a:lnTo>
                  <a:pt x="235432" y="65966"/>
                </a:lnTo>
                <a:lnTo>
                  <a:pt x="235739" y="65864"/>
                </a:lnTo>
                <a:lnTo>
                  <a:pt x="235125" y="65659"/>
                </a:lnTo>
                <a:lnTo>
                  <a:pt x="235125" y="65864"/>
                </a:lnTo>
                <a:lnTo>
                  <a:pt x="234511" y="65352"/>
                </a:lnTo>
                <a:lnTo>
                  <a:pt x="234205" y="65455"/>
                </a:lnTo>
                <a:lnTo>
                  <a:pt x="234307" y="65659"/>
                </a:lnTo>
                <a:lnTo>
                  <a:pt x="233284" y="64330"/>
                </a:lnTo>
                <a:lnTo>
                  <a:pt x="233489" y="63511"/>
                </a:lnTo>
                <a:lnTo>
                  <a:pt x="233795" y="63205"/>
                </a:lnTo>
                <a:lnTo>
                  <a:pt x="233591" y="61159"/>
                </a:lnTo>
                <a:lnTo>
                  <a:pt x="233284" y="61261"/>
                </a:lnTo>
                <a:lnTo>
                  <a:pt x="232261" y="60955"/>
                </a:lnTo>
                <a:close/>
                <a:moveTo>
                  <a:pt x="236045" y="67091"/>
                </a:moveTo>
                <a:lnTo>
                  <a:pt x="236045" y="67091"/>
                </a:lnTo>
                <a:lnTo>
                  <a:pt x="236045" y="67091"/>
                </a:lnTo>
                <a:close/>
                <a:moveTo>
                  <a:pt x="232670" y="66170"/>
                </a:moveTo>
                <a:lnTo>
                  <a:pt x="233693" y="67398"/>
                </a:lnTo>
                <a:lnTo>
                  <a:pt x="233693" y="66580"/>
                </a:lnTo>
                <a:lnTo>
                  <a:pt x="233080" y="66170"/>
                </a:lnTo>
                <a:close/>
                <a:moveTo>
                  <a:pt x="222750" y="67705"/>
                </a:moveTo>
                <a:lnTo>
                  <a:pt x="222750" y="67705"/>
                </a:lnTo>
                <a:lnTo>
                  <a:pt x="222750" y="67705"/>
                </a:lnTo>
                <a:close/>
                <a:moveTo>
                  <a:pt x="222750" y="67705"/>
                </a:moveTo>
                <a:lnTo>
                  <a:pt x="222737" y="67743"/>
                </a:lnTo>
                <a:lnTo>
                  <a:pt x="222750" y="67807"/>
                </a:lnTo>
                <a:lnTo>
                  <a:pt x="222750" y="67705"/>
                </a:lnTo>
                <a:close/>
                <a:moveTo>
                  <a:pt x="235330" y="67091"/>
                </a:moveTo>
                <a:lnTo>
                  <a:pt x="235330" y="67807"/>
                </a:lnTo>
                <a:lnTo>
                  <a:pt x="235739" y="67602"/>
                </a:lnTo>
                <a:lnTo>
                  <a:pt x="236148" y="67909"/>
                </a:lnTo>
                <a:lnTo>
                  <a:pt x="235534" y="67193"/>
                </a:lnTo>
                <a:lnTo>
                  <a:pt x="235330" y="67091"/>
                </a:lnTo>
                <a:close/>
                <a:moveTo>
                  <a:pt x="236250" y="67091"/>
                </a:moveTo>
                <a:lnTo>
                  <a:pt x="237068" y="68420"/>
                </a:lnTo>
                <a:lnTo>
                  <a:pt x="237682" y="68625"/>
                </a:lnTo>
                <a:lnTo>
                  <a:pt x="237784" y="68625"/>
                </a:lnTo>
                <a:lnTo>
                  <a:pt x="237170" y="67295"/>
                </a:lnTo>
                <a:lnTo>
                  <a:pt x="236250" y="67091"/>
                </a:lnTo>
                <a:close/>
                <a:moveTo>
                  <a:pt x="234307" y="67807"/>
                </a:moveTo>
                <a:lnTo>
                  <a:pt x="234205" y="67909"/>
                </a:lnTo>
                <a:lnTo>
                  <a:pt x="234409" y="68011"/>
                </a:lnTo>
                <a:lnTo>
                  <a:pt x="234409" y="69341"/>
                </a:lnTo>
                <a:lnTo>
                  <a:pt x="235330" y="68420"/>
                </a:lnTo>
                <a:lnTo>
                  <a:pt x="234307" y="67807"/>
                </a:lnTo>
                <a:close/>
                <a:moveTo>
                  <a:pt x="236455" y="68216"/>
                </a:moveTo>
                <a:lnTo>
                  <a:pt x="236557" y="68625"/>
                </a:lnTo>
                <a:lnTo>
                  <a:pt x="236864" y="68932"/>
                </a:lnTo>
                <a:lnTo>
                  <a:pt x="237170" y="69750"/>
                </a:lnTo>
                <a:lnTo>
                  <a:pt x="237170" y="69341"/>
                </a:lnTo>
                <a:lnTo>
                  <a:pt x="237273" y="69545"/>
                </a:lnTo>
                <a:lnTo>
                  <a:pt x="237273" y="69443"/>
                </a:lnTo>
                <a:lnTo>
                  <a:pt x="237273" y="69136"/>
                </a:lnTo>
                <a:lnTo>
                  <a:pt x="237170" y="68932"/>
                </a:lnTo>
                <a:lnTo>
                  <a:pt x="236966" y="68318"/>
                </a:lnTo>
                <a:lnTo>
                  <a:pt x="236761" y="68420"/>
                </a:lnTo>
                <a:lnTo>
                  <a:pt x="236455" y="68216"/>
                </a:lnTo>
                <a:close/>
                <a:moveTo>
                  <a:pt x="193091" y="69852"/>
                </a:moveTo>
                <a:lnTo>
                  <a:pt x="193295" y="70261"/>
                </a:lnTo>
                <a:lnTo>
                  <a:pt x="193160" y="69965"/>
                </a:lnTo>
                <a:lnTo>
                  <a:pt x="193091" y="69852"/>
                </a:lnTo>
                <a:close/>
                <a:moveTo>
                  <a:pt x="235636" y="68830"/>
                </a:moveTo>
                <a:lnTo>
                  <a:pt x="235227" y="69034"/>
                </a:lnTo>
                <a:lnTo>
                  <a:pt x="235125" y="69239"/>
                </a:lnTo>
                <a:lnTo>
                  <a:pt x="235227" y="69648"/>
                </a:lnTo>
                <a:lnTo>
                  <a:pt x="234818" y="69955"/>
                </a:lnTo>
                <a:lnTo>
                  <a:pt x="235636" y="70670"/>
                </a:lnTo>
                <a:lnTo>
                  <a:pt x="235636" y="68830"/>
                </a:lnTo>
                <a:close/>
                <a:moveTo>
                  <a:pt x="232057" y="68420"/>
                </a:moveTo>
                <a:lnTo>
                  <a:pt x="230318" y="71284"/>
                </a:lnTo>
                <a:lnTo>
                  <a:pt x="230318" y="71386"/>
                </a:lnTo>
                <a:lnTo>
                  <a:pt x="232261" y="69341"/>
                </a:lnTo>
                <a:lnTo>
                  <a:pt x="232057" y="68420"/>
                </a:lnTo>
                <a:close/>
                <a:moveTo>
                  <a:pt x="196568" y="70159"/>
                </a:moveTo>
                <a:lnTo>
                  <a:pt x="196364" y="71795"/>
                </a:lnTo>
                <a:lnTo>
                  <a:pt x="196364" y="72000"/>
                </a:lnTo>
                <a:lnTo>
                  <a:pt x="197591" y="73739"/>
                </a:lnTo>
                <a:lnTo>
                  <a:pt x="198102" y="72102"/>
                </a:lnTo>
                <a:lnTo>
                  <a:pt x="196875" y="70261"/>
                </a:lnTo>
                <a:lnTo>
                  <a:pt x="196568" y="70159"/>
                </a:lnTo>
                <a:close/>
                <a:moveTo>
                  <a:pt x="237580" y="70261"/>
                </a:moveTo>
                <a:lnTo>
                  <a:pt x="237580" y="70773"/>
                </a:lnTo>
                <a:lnTo>
                  <a:pt x="237068" y="70977"/>
                </a:lnTo>
                <a:lnTo>
                  <a:pt x="237068" y="71182"/>
                </a:lnTo>
                <a:lnTo>
                  <a:pt x="236761" y="71182"/>
                </a:lnTo>
                <a:lnTo>
                  <a:pt x="236659" y="71591"/>
                </a:lnTo>
                <a:lnTo>
                  <a:pt x="236250" y="71795"/>
                </a:lnTo>
                <a:lnTo>
                  <a:pt x="236148" y="71182"/>
                </a:lnTo>
                <a:lnTo>
                  <a:pt x="235739" y="71284"/>
                </a:lnTo>
                <a:lnTo>
                  <a:pt x="235432" y="71693"/>
                </a:lnTo>
                <a:lnTo>
                  <a:pt x="234818" y="71898"/>
                </a:lnTo>
                <a:lnTo>
                  <a:pt x="234818" y="72818"/>
                </a:lnTo>
                <a:lnTo>
                  <a:pt x="235227" y="72000"/>
                </a:lnTo>
                <a:lnTo>
                  <a:pt x="235636" y="72102"/>
                </a:lnTo>
                <a:lnTo>
                  <a:pt x="235943" y="72409"/>
                </a:lnTo>
                <a:lnTo>
                  <a:pt x="236045" y="72000"/>
                </a:lnTo>
                <a:lnTo>
                  <a:pt x="236455" y="72205"/>
                </a:lnTo>
                <a:lnTo>
                  <a:pt x="236557" y="73125"/>
                </a:lnTo>
                <a:lnTo>
                  <a:pt x="237580" y="73943"/>
                </a:lnTo>
                <a:lnTo>
                  <a:pt x="237682" y="73841"/>
                </a:lnTo>
                <a:lnTo>
                  <a:pt x="237682" y="74045"/>
                </a:lnTo>
                <a:lnTo>
                  <a:pt x="238091" y="73841"/>
                </a:lnTo>
                <a:lnTo>
                  <a:pt x="237784" y="73227"/>
                </a:lnTo>
                <a:lnTo>
                  <a:pt x="237989" y="72614"/>
                </a:lnTo>
                <a:lnTo>
                  <a:pt x="238295" y="72818"/>
                </a:lnTo>
                <a:lnTo>
                  <a:pt x="238500" y="73534"/>
                </a:lnTo>
                <a:lnTo>
                  <a:pt x="238500" y="73023"/>
                </a:lnTo>
                <a:lnTo>
                  <a:pt x="238807" y="72614"/>
                </a:lnTo>
                <a:lnTo>
                  <a:pt x="238500" y="71284"/>
                </a:lnTo>
                <a:lnTo>
                  <a:pt x="238398" y="71182"/>
                </a:lnTo>
                <a:lnTo>
                  <a:pt x="238500" y="70977"/>
                </a:lnTo>
                <a:lnTo>
                  <a:pt x="238295" y="70466"/>
                </a:lnTo>
                <a:lnTo>
                  <a:pt x="237580" y="70261"/>
                </a:lnTo>
                <a:close/>
                <a:moveTo>
                  <a:pt x="240443" y="77727"/>
                </a:moveTo>
                <a:lnTo>
                  <a:pt x="240034" y="78545"/>
                </a:lnTo>
                <a:lnTo>
                  <a:pt x="240136" y="80284"/>
                </a:lnTo>
                <a:lnTo>
                  <a:pt x="240852" y="81000"/>
                </a:lnTo>
                <a:lnTo>
                  <a:pt x="240341" y="79568"/>
                </a:lnTo>
                <a:lnTo>
                  <a:pt x="241261" y="79773"/>
                </a:lnTo>
                <a:lnTo>
                  <a:pt x="240750" y="79057"/>
                </a:lnTo>
                <a:lnTo>
                  <a:pt x="241057" y="78852"/>
                </a:lnTo>
                <a:lnTo>
                  <a:pt x="241057" y="78545"/>
                </a:lnTo>
                <a:lnTo>
                  <a:pt x="240136" y="78955"/>
                </a:lnTo>
                <a:lnTo>
                  <a:pt x="240443" y="78648"/>
                </a:lnTo>
                <a:lnTo>
                  <a:pt x="240443" y="78341"/>
                </a:lnTo>
                <a:lnTo>
                  <a:pt x="240341" y="78136"/>
                </a:lnTo>
                <a:lnTo>
                  <a:pt x="240443" y="77727"/>
                </a:lnTo>
                <a:close/>
                <a:moveTo>
                  <a:pt x="79875" y="80284"/>
                </a:moveTo>
                <a:lnTo>
                  <a:pt x="78136" y="80591"/>
                </a:lnTo>
                <a:lnTo>
                  <a:pt x="78136" y="81511"/>
                </a:lnTo>
                <a:lnTo>
                  <a:pt x="78443" y="81818"/>
                </a:lnTo>
                <a:lnTo>
                  <a:pt x="79466" y="81511"/>
                </a:lnTo>
                <a:lnTo>
                  <a:pt x="80080" y="80693"/>
                </a:lnTo>
                <a:lnTo>
                  <a:pt x="79875" y="80284"/>
                </a:lnTo>
                <a:close/>
                <a:moveTo>
                  <a:pt x="261102" y="82636"/>
                </a:moveTo>
                <a:lnTo>
                  <a:pt x="261000" y="82841"/>
                </a:lnTo>
                <a:lnTo>
                  <a:pt x="261205" y="82943"/>
                </a:lnTo>
                <a:lnTo>
                  <a:pt x="261307" y="82943"/>
                </a:lnTo>
                <a:lnTo>
                  <a:pt x="261102" y="82636"/>
                </a:lnTo>
                <a:close/>
                <a:moveTo>
                  <a:pt x="220500" y="81818"/>
                </a:moveTo>
                <a:lnTo>
                  <a:pt x="219784" y="81920"/>
                </a:lnTo>
                <a:lnTo>
                  <a:pt x="219886" y="82227"/>
                </a:lnTo>
                <a:lnTo>
                  <a:pt x="220295" y="82534"/>
                </a:lnTo>
                <a:lnTo>
                  <a:pt x="220295" y="82841"/>
                </a:lnTo>
                <a:lnTo>
                  <a:pt x="221011" y="83148"/>
                </a:lnTo>
                <a:lnTo>
                  <a:pt x="221114" y="82636"/>
                </a:lnTo>
                <a:lnTo>
                  <a:pt x="220500" y="81818"/>
                </a:lnTo>
                <a:close/>
                <a:moveTo>
                  <a:pt x="222034" y="82636"/>
                </a:moveTo>
                <a:lnTo>
                  <a:pt x="221830" y="83045"/>
                </a:lnTo>
                <a:lnTo>
                  <a:pt x="221830" y="83352"/>
                </a:lnTo>
                <a:lnTo>
                  <a:pt x="222341" y="83148"/>
                </a:lnTo>
                <a:lnTo>
                  <a:pt x="222034" y="82636"/>
                </a:lnTo>
                <a:close/>
                <a:moveTo>
                  <a:pt x="240443" y="83352"/>
                </a:moveTo>
                <a:lnTo>
                  <a:pt x="240239" y="83659"/>
                </a:lnTo>
                <a:lnTo>
                  <a:pt x="240239" y="83659"/>
                </a:lnTo>
                <a:lnTo>
                  <a:pt x="240545" y="83352"/>
                </a:lnTo>
                <a:close/>
                <a:moveTo>
                  <a:pt x="240852" y="82943"/>
                </a:moveTo>
                <a:lnTo>
                  <a:pt x="240545" y="83352"/>
                </a:lnTo>
                <a:lnTo>
                  <a:pt x="240750" y="83557"/>
                </a:lnTo>
                <a:lnTo>
                  <a:pt x="241261" y="83455"/>
                </a:lnTo>
                <a:lnTo>
                  <a:pt x="241670" y="83557"/>
                </a:lnTo>
                <a:lnTo>
                  <a:pt x="241977" y="83455"/>
                </a:lnTo>
                <a:lnTo>
                  <a:pt x="242898" y="83966"/>
                </a:lnTo>
                <a:lnTo>
                  <a:pt x="241568" y="82943"/>
                </a:lnTo>
                <a:close/>
                <a:moveTo>
                  <a:pt x="230011" y="72818"/>
                </a:moveTo>
                <a:lnTo>
                  <a:pt x="228989" y="74250"/>
                </a:lnTo>
                <a:lnTo>
                  <a:pt x="228989" y="74761"/>
                </a:lnTo>
                <a:lnTo>
                  <a:pt x="228477" y="74966"/>
                </a:lnTo>
                <a:lnTo>
                  <a:pt x="228477" y="74864"/>
                </a:lnTo>
                <a:lnTo>
                  <a:pt x="227557" y="75375"/>
                </a:lnTo>
                <a:lnTo>
                  <a:pt x="227045" y="76398"/>
                </a:lnTo>
                <a:lnTo>
                  <a:pt x="225409" y="77216"/>
                </a:lnTo>
                <a:lnTo>
                  <a:pt x="225307" y="77420"/>
                </a:lnTo>
                <a:lnTo>
                  <a:pt x="225205" y="77523"/>
                </a:lnTo>
                <a:lnTo>
                  <a:pt x="225205" y="78648"/>
                </a:lnTo>
                <a:lnTo>
                  <a:pt x="223670" y="77932"/>
                </a:lnTo>
                <a:lnTo>
                  <a:pt x="223159" y="78750"/>
                </a:lnTo>
                <a:lnTo>
                  <a:pt x="223261" y="78750"/>
                </a:lnTo>
                <a:lnTo>
                  <a:pt x="224182" y="83045"/>
                </a:lnTo>
                <a:lnTo>
                  <a:pt x="225511" y="83045"/>
                </a:lnTo>
                <a:lnTo>
                  <a:pt x="225818" y="83659"/>
                </a:lnTo>
                <a:lnTo>
                  <a:pt x="226023" y="83455"/>
                </a:lnTo>
                <a:lnTo>
                  <a:pt x="226330" y="83557"/>
                </a:lnTo>
                <a:lnTo>
                  <a:pt x="226739" y="83045"/>
                </a:lnTo>
                <a:lnTo>
                  <a:pt x="227352" y="83557"/>
                </a:lnTo>
                <a:lnTo>
                  <a:pt x="227966" y="83352"/>
                </a:lnTo>
                <a:lnTo>
                  <a:pt x="228068" y="83557"/>
                </a:lnTo>
                <a:lnTo>
                  <a:pt x="228375" y="84273"/>
                </a:lnTo>
                <a:lnTo>
                  <a:pt x="229398" y="83659"/>
                </a:lnTo>
                <a:lnTo>
                  <a:pt x="229705" y="83250"/>
                </a:lnTo>
                <a:lnTo>
                  <a:pt x="229602" y="83045"/>
                </a:lnTo>
                <a:lnTo>
                  <a:pt x="229807" y="82739"/>
                </a:lnTo>
                <a:lnTo>
                  <a:pt x="229705" y="81920"/>
                </a:lnTo>
                <a:lnTo>
                  <a:pt x="230216" y="81102"/>
                </a:lnTo>
                <a:lnTo>
                  <a:pt x="230523" y="81102"/>
                </a:lnTo>
                <a:lnTo>
                  <a:pt x="231239" y="78955"/>
                </a:lnTo>
                <a:lnTo>
                  <a:pt x="231852" y="79159"/>
                </a:lnTo>
                <a:lnTo>
                  <a:pt x="232159" y="79159"/>
                </a:lnTo>
                <a:lnTo>
                  <a:pt x="232057" y="78955"/>
                </a:lnTo>
                <a:lnTo>
                  <a:pt x="231136" y="77932"/>
                </a:lnTo>
                <a:lnTo>
                  <a:pt x="231034" y="77114"/>
                </a:lnTo>
                <a:lnTo>
                  <a:pt x="230932" y="77011"/>
                </a:lnTo>
                <a:lnTo>
                  <a:pt x="230420" y="76295"/>
                </a:lnTo>
                <a:lnTo>
                  <a:pt x="230830" y="76193"/>
                </a:lnTo>
                <a:lnTo>
                  <a:pt x="230932" y="76091"/>
                </a:lnTo>
                <a:lnTo>
                  <a:pt x="230932" y="75580"/>
                </a:lnTo>
                <a:lnTo>
                  <a:pt x="231750" y="75580"/>
                </a:lnTo>
                <a:lnTo>
                  <a:pt x="231443" y="74864"/>
                </a:lnTo>
                <a:lnTo>
                  <a:pt x="232261" y="74761"/>
                </a:lnTo>
                <a:lnTo>
                  <a:pt x="231136" y="73841"/>
                </a:lnTo>
                <a:lnTo>
                  <a:pt x="230727" y="73943"/>
                </a:lnTo>
                <a:lnTo>
                  <a:pt x="230420" y="72920"/>
                </a:lnTo>
                <a:lnTo>
                  <a:pt x="230011" y="73227"/>
                </a:lnTo>
                <a:lnTo>
                  <a:pt x="230011" y="72818"/>
                </a:lnTo>
                <a:close/>
                <a:moveTo>
                  <a:pt x="261307" y="82943"/>
                </a:moveTo>
                <a:lnTo>
                  <a:pt x="262841" y="84989"/>
                </a:lnTo>
                <a:lnTo>
                  <a:pt x="262330" y="83761"/>
                </a:lnTo>
                <a:lnTo>
                  <a:pt x="261307" y="82943"/>
                </a:lnTo>
                <a:close/>
                <a:moveTo>
                  <a:pt x="237682" y="78239"/>
                </a:moveTo>
                <a:lnTo>
                  <a:pt x="237170" y="78852"/>
                </a:lnTo>
                <a:lnTo>
                  <a:pt x="234614" y="78955"/>
                </a:lnTo>
                <a:lnTo>
                  <a:pt x="234409" y="78750"/>
                </a:lnTo>
                <a:lnTo>
                  <a:pt x="233489" y="79057"/>
                </a:lnTo>
                <a:lnTo>
                  <a:pt x="232977" y="79875"/>
                </a:lnTo>
                <a:lnTo>
                  <a:pt x="232977" y="80080"/>
                </a:lnTo>
                <a:lnTo>
                  <a:pt x="232875" y="80182"/>
                </a:lnTo>
                <a:lnTo>
                  <a:pt x="232977" y="80898"/>
                </a:lnTo>
                <a:lnTo>
                  <a:pt x="232875" y="80693"/>
                </a:lnTo>
                <a:lnTo>
                  <a:pt x="232057" y="83455"/>
                </a:lnTo>
                <a:lnTo>
                  <a:pt x="232364" y="83659"/>
                </a:lnTo>
                <a:lnTo>
                  <a:pt x="232568" y="83864"/>
                </a:lnTo>
                <a:lnTo>
                  <a:pt x="232670" y="85909"/>
                </a:lnTo>
                <a:lnTo>
                  <a:pt x="233386" y="85807"/>
                </a:lnTo>
                <a:lnTo>
                  <a:pt x="233591" y="82841"/>
                </a:lnTo>
                <a:lnTo>
                  <a:pt x="234409" y="84784"/>
                </a:lnTo>
                <a:lnTo>
                  <a:pt x="235636" y="84375"/>
                </a:lnTo>
                <a:lnTo>
                  <a:pt x="235125" y="83761"/>
                </a:lnTo>
                <a:lnTo>
                  <a:pt x="235227" y="83148"/>
                </a:lnTo>
                <a:lnTo>
                  <a:pt x="234409" y="82023"/>
                </a:lnTo>
                <a:lnTo>
                  <a:pt x="234614" y="82023"/>
                </a:lnTo>
                <a:lnTo>
                  <a:pt x="235739" y="81000"/>
                </a:lnTo>
                <a:lnTo>
                  <a:pt x="236148" y="81102"/>
                </a:lnTo>
                <a:lnTo>
                  <a:pt x="235739" y="80693"/>
                </a:lnTo>
                <a:lnTo>
                  <a:pt x="235739" y="80795"/>
                </a:lnTo>
                <a:lnTo>
                  <a:pt x="233591" y="81205"/>
                </a:lnTo>
                <a:lnTo>
                  <a:pt x="233284" y="80693"/>
                </a:lnTo>
                <a:lnTo>
                  <a:pt x="233182" y="80182"/>
                </a:lnTo>
                <a:lnTo>
                  <a:pt x="235943" y="79568"/>
                </a:lnTo>
                <a:lnTo>
                  <a:pt x="236455" y="79773"/>
                </a:lnTo>
                <a:lnTo>
                  <a:pt x="236966" y="79670"/>
                </a:lnTo>
                <a:lnTo>
                  <a:pt x="237580" y="79057"/>
                </a:lnTo>
                <a:lnTo>
                  <a:pt x="237682" y="78239"/>
                </a:lnTo>
                <a:close/>
                <a:moveTo>
                  <a:pt x="210580" y="74659"/>
                </a:moveTo>
                <a:lnTo>
                  <a:pt x="219068" y="86114"/>
                </a:lnTo>
                <a:lnTo>
                  <a:pt x="219068" y="85705"/>
                </a:lnTo>
                <a:lnTo>
                  <a:pt x="219989" y="86011"/>
                </a:lnTo>
                <a:lnTo>
                  <a:pt x="220398" y="83250"/>
                </a:lnTo>
                <a:lnTo>
                  <a:pt x="219273" y="82636"/>
                </a:lnTo>
                <a:lnTo>
                  <a:pt x="218966" y="81102"/>
                </a:lnTo>
                <a:lnTo>
                  <a:pt x="218352" y="80898"/>
                </a:lnTo>
                <a:lnTo>
                  <a:pt x="218148" y="80489"/>
                </a:lnTo>
                <a:lnTo>
                  <a:pt x="218455" y="79977"/>
                </a:lnTo>
                <a:lnTo>
                  <a:pt x="218045" y="79466"/>
                </a:lnTo>
                <a:lnTo>
                  <a:pt x="217330" y="79773"/>
                </a:lnTo>
                <a:lnTo>
                  <a:pt x="217739" y="79568"/>
                </a:lnTo>
                <a:lnTo>
                  <a:pt x="216102" y="77830"/>
                </a:lnTo>
                <a:lnTo>
                  <a:pt x="215795" y="78034"/>
                </a:lnTo>
                <a:lnTo>
                  <a:pt x="212625" y="74659"/>
                </a:lnTo>
                <a:close/>
                <a:moveTo>
                  <a:pt x="246170" y="85602"/>
                </a:moveTo>
                <a:lnTo>
                  <a:pt x="245864" y="85909"/>
                </a:lnTo>
                <a:lnTo>
                  <a:pt x="245761" y="86216"/>
                </a:lnTo>
                <a:lnTo>
                  <a:pt x="246273" y="86523"/>
                </a:lnTo>
                <a:lnTo>
                  <a:pt x="246375" y="86011"/>
                </a:lnTo>
                <a:lnTo>
                  <a:pt x="246170" y="85602"/>
                </a:lnTo>
                <a:close/>
                <a:moveTo>
                  <a:pt x="261818" y="84375"/>
                </a:moveTo>
                <a:lnTo>
                  <a:pt x="261716" y="84886"/>
                </a:lnTo>
                <a:lnTo>
                  <a:pt x="260693" y="85705"/>
                </a:lnTo>
                <a:lnTo>
                  <a:pt x="260386" y="85705"/>
                </a:lnTo>
                <a:lnTo>
                  <a:pt x="260284" y="85193"/>
                </a:lnTo>
                <a:lnTo>
                  <a:pt x="260080" y="85705"/>
                </a:lnTo>
                <a:lnTo>
                  <a:pt x="258648" y="85909"/>
                </a:lnTo>
                <a:lnTo>
                  <a:pt x="259773" y="86523"/>
                </a:lnTo>
                <a:lnTo>
                  <a:pt x="262125" y="85500"/>
                </a:lnTo>
                <a:lnTo>
                  <a:pt x="262023" y="85295"/>
                </a:lnTo>
                <a:lnTo>
                  <a:pt x="262227" y="85193"/>
                </a:lnTo>
                <a:lnTo>
                  <a:pt x="262432" y="84477"/>
                </a:lnTo>
                <a:lnTo>
                  <a:pt x="261818" y="84375"/>
                </a:lnTo>
                <a:close/>
                <a:moveTo>
                  <a:pt x="249239" y="87852"/>
                </a:moveTo>
                <a:lnTo>
                  <a:pt x="248727" y="88670"/>
                </a:lnTo>
                <a:lnTo>
                  <a:pt x="249648" y="88466"/>
                </a:lnTo>
                <a:lnTo>
                  <a:pt x="249239" y="87852"/>
                </a:lnTo>
                <a:close/>
                <a:moveTo>
                  <a:pt x="220500" y="86216"/>
                </a:moveTo>
                <a:lnTo>
                  <a:pt x="219682" y="86932"/>
                </a:lnTo>
                <a:lnTo>
                  <a:pt x="219784" y="87136"/>
                </a:lnTo>
                <a:lnTo>
                  <a:pt x="227250" y="88875"/>
                </a:lnTo>
                <a:lnTo>
                  <a:pt x="227761" y="88977"/>
                </a:lnTo>
                <a:lnTo>
                  <a:pt x="227761" y="88057"/>
                </a:lnTo>
                <a:lnTo>
                  <a:pt x="226330" y="87648"/>
                </a:lnTo>
                <a:lnTo>
                  <a:pt x="226125" y="87136"/>
                </a:lnTo>
                <a:lnTo>
                  <a:pt x="224591" y="86727"/>
                </a:lnTo>
                <a:lnTo>
                  <a:pt x="224284" y="87136"/>
                </a:lnTo>
                <a:lnTo>
                  <a:pt x="222648" y="87034"/>
                </a:lnTo>
                <a:lnTo>
                  <a:pt x="222239" y="86523"/>
                </a:lnTo>
                <a:lnTo>
                  <a:pt x="220500" y="86216"/>
                </a:lnTo>
                <a:close/>
                <a:moveTo>
                  <a:pt x="227761" y="88364"/>
                </a:moveTo>
                <a:lnTo>
                  <a:pt x="228273" y="89080"/>
                </a:lnTo>
                <a:lnTo>
                  <a:pt x="228886" y="88670"/>
                </a:lnTo>
                <a:lnTo>
                  <a:pt x="228375" y="88364"/>
                </a:lnTo>
                <a:close/>
                <a:moveTo>
                  <a:pt x="229398" y="88568"/>
                </a:moveTo>
                <a:lnTo>
                  <a:pt x="228989" y="88977"/>
                </a:lnTo>
                <a:lnTo>
                  <a:pt x="229705" y="89182"/>
                </a:lnTo>
                <a:lnTo>
                  <a:pt x="229807" y="88670"/>
                </a:lnTo>
                <a:lnTo>
                  <a:pt x="229398" y="88568"/>
                </a:lnTo>
                <a:close/>
                <a:moveTo>
                  <a:pt x="235432" y="88466"/>
                </a:moveTo>
                <a:lnTo>
                  <a:pt x="234920" y="88875"/>
                </a:lnTo>
                <a:lnTo>
                  <a:pt x="233182" y="88568"/>
                </a:lnTo>
                <a:lnTo>
                  <a:pt x="232670" y="88670"/>
                </a:lnTo>
                <a:lnTo>
                  <a:pt x="232670" y="89182"/>
                </a:lnTo>
                <a:lnTo>
                  <a:pt x="234716" y="88977"/>
                </a:lnTo>
                <a:lnTo>
                  <a:pt x="235330" y="88773"/>
                </a:lnTo>
                <a:lnTo>
                  <a:pt x="235534" y="88466"/>
                </a:lnTo>
                <a:close/>
                <a:moveTo>
                  <a:pt x="230932" y="88364"/>
                </a:moveTo>
                <a:lnTo>
                  <a:pt x="230727" y="88568"/>
                </a:lnTo>
                <a:lnTo>
                  <a:pt x="231034" y="88977"/>
                </a:lnTo>
                <a:lnTo>
                  <a:pt x="231034" y="88977"/>
                </a:lnTo>
                <a:lnTo>
                  <a:pt x="230420" y="88670"/>
                </a:lnTo>
                <a:lnTo>
                  <a:pt x="230011" y="89386"/>
                </a:lnTo>
                <a:lnTo>
                  <a:pt x="231341" y="88977"/>
                </a:lnTo>
                <a:lnTo>
                  <a:pt x="231750" y="89080"/>
                </a:lnTo>
                <a:lnTo>
                  <a:pt x="231648" y="88977"/>
                </a:lnTo>
                <a:lnTo>
                  <a:pt x="231750" y="88977"/>
                </a:lnTo>
                <a:lnTo>
                  <a:pt x="231648" y="88670"/>
                </a:lnTo>
                <a:lnTo>
                  <a:pt x="231239" y="88568"/>
                </a:lnTo>
                <a:lnTo>
                  <a:pt x="230932" y="88364"/>
                </a:lnTo>
                <a:close/>
                <a:moveTo>
                  <a:pt x="232670" y="89591"/>
                </a:moveTo>
                <a:lnTo>
                  <a:pt x="231750" y="89898"/>
                </a:lnTo>
                <a:lnTo>
                  <a:pt x="232670" y="90409"/>
                </a:lnTo>
                <a:lnTo>
                  <a:pt x="233284" y="90205"/>
                </a:lnTo>
                <a:lnTo>
                  <a:pt x="232670" y="89591"/>
                </a:lnTo>
                <a:close/>
                <a:moveTo>
                  <a:pt x="239420" y="88670"/>
                </a:moveTo>
                <a:lnTo>
                  <a:pt x="237989" y="88773"/>
                </a:lnTo>
                <a:lnTo>
                  <a:pt x="235943" y="90102"/>
                </a:lnTo>
                <a:lnTo>
                  <a:pt x="235943" y="90511"/>
                </a:lnTo>
                <a:lnTo>
                  <a:pt x="237068" y="90102"/>
                </a:lnTo>
                <a:lnTo>
                  <a:pt x="239420" y="88670"/>
                </a:lnTo>
                <a:close/>
                <a:moveTo>
                  <a:pt x="244636" y="80386"/>
                </a:moveTo>
                <a:lnTo>
                  <a:pt x="243205" y="81409"/>
                </a:lnTo>
                <a:lnTo>
                  <a:pt x="243920" y="81614"/>
                </a:lnTo>
                <a:lnTo>
                  <a:pt x="244125" y="82125"/>
                </a:lnTo>
                <a:lnTo>
                  <a:pt x="244432" y="82330"/>
                </a:lnTo>
                <a:lnTo>
                  <a:pt x="245761" y="82227"/>
                </a:lnTo>
                <a:lnTo>
                  <a:pt x="245557" y="82739"/>
                </a:lnTo>
                <a:lnTo>
                  <a:pt x="244023" y="82943"/>
                </a:lnTo>
                <a:lnTo>
                  <a:pt x="244534" y="83250"/>
                </a:lnTo>
                <a:lnTo>
                  <a:pt x="244739" y="84068"/>
                </a:lnTo>
                <a:lnTo>
                  <a:pt x="245659" y="83148"/>
                </a:lnTo>
                <a:lnTo>
                  <a:pt x="245761" y="83966"/>
                </a:lnTo>
                <a:lnTo>
                  <a:pt x="246580" y="84068"/>
                </a:lnTo>
                <a:lnTo>
                  <a:pt x="246784" y="84580"/>
                </a:lnTo>
                <a:lnTo>
                  <a:pt x="249648" y="85909"/>
                </a:lnTo>
                <a:lnTo>
                  <a:pt x="249443" y="86011"/>
                </a:lnTo>
                <a:lnTo>
                  <a:pt x="249648" y="86011"/>
                </a:lnTo>
                <a:lnTo>
                  <a:pt x="250261" y="87443"/>
                </a:lnTo>
                <a:lnTo>
                  <a:pt x="249852" y="87545"/>
                </a:lnTo>
                <a:lnTo>
                  <a:pt x="250057" y="88057"/>
                </a:lnTo>
                <a:lnTo>
                  <a:pt x="249852" y="88466"/>
                </a:lnTo>
                <a:lnTo>
                  <a:pt x="251080" y="88159"/>
                </a:lnTo>
                <a:lnTo>
                  <a:pt x="251080" y="88670"/>
                </a:lnTo>
                <a:lnTo>
                  <a:pt x="251693" y="89386"/>
                </a:lnTo>
                <a:lnTo>
                  <a:pt x="253534" y="89386"/>
                </a:lnTo>
                <a:lnTo>
                  <a:pt x="253841" y="88977"/>
                </a:lnTo>
                <a:lnTo>
                  <a:pt x="252920" y="88466"/>
                </a:lnTo>
                <a:lnTo>
                  <a:pt x="254455" y="88261"/>
                </a:lnTo>
                <a:lnTo>
                  <a:pt x="254455" y="88159"/>
                </a:lnTo>
                <a:lnTo>
                  <a:pt x="254557" y="88159"/>
                </a:lnTo>
                <a:lnTo>
                  <a:pt x="254250" y="87750"/>
                </a:lnTo>
                <a:lnTo>
                  <a:pt x="254864" y="87955"/>
                </a:lnTo>
                <a:lnTo>
                  <a:pt x="255375" y="87852"/>
                </a:lnTo>
                <a:lnTo>
                  <a:pt x="257625" y="90307"/>
                </a:lnTo>
                <a:lnTo>
                  <a:pt x="260080" y="91023"/>
                </a:lnTo>
                <a:lnTo>
                  <a:pt x="260080" y="90716"/>
                </a:lnTo>
                <a:lnTo>
                  <a:pt x="260489" y="90614"/>
                </a:lnTo>
                <a:lnTo>
                  <a:pt x="259670" y="90307"/>
                </a:lnTo>
                <a:lnTo>
                  <a:pt x="259670" y="90102"/>
                </a:lnTo>
                <a:lnTo>
                  <a:pt x="259159" y="89386"/>
                </a:lnTo>
                <a:lnTo>
                  <a:pt x="258648" y="89386"/>
                </a:lnTo>
                <a:lnTo>
                  <a:pt x="257318" y="87034"/>
                </a:lnTo>
                <a:lnTo>
                  <a:pt x="258136" y="86932"/>
                </a:lnTo>
                <a:lnTo>
                  <a:pt x="256500" y="85705"/>
                </a:lnTo>
                <a:lnTo>
                  <a:pt x="256398" y="84989"/>
                </a:lnTo>
                <a:lnTo>
                  <a:pt x="251898" y="82636"/>
                </a:lnTo>
                <a:lnTo>
                  <a:pt x="249545" y="81716"/>
                </a:lnTo>
                <a:lnTo>
                  <a:pt x="248727" y="81920"/>
                </a:lnTo>
                <a:lnTo>
                  <a:pt x="248727" y="82125"/>
                </a:lnTo>
                <a:lnTo>
                  <a:pt x="246989" y="83455"/>
                </a:lnTo>
                <a:lnTo>
                  <a:pt x="246375" y="82636"/>
                </a:lnTo>
                <a:lnTo>
                  <a:pt x="246273" y="82943"/>
                </a:lnTo>
                <a:lnTo>
                  <a:pt x="245864" y="80795"/>
                </a:lnTo>
                <a:lnTo>
                  <a:pt x="244636" y="80386"/>
                </a:lnTo>
                <a:close/>
                <a:moveTo>
                  <a:pt x="242693" y="91534"/>
                </a:moveTo>
                <a:lnTo>
                  <a:pt x="241977" y="91636"/>
                </a:lnTo>
                <a:lnTo>
                  <a:pt x="241977" y="91841"/>
                </a:lnTo>
                <a:lnTo>
                  <a:pt x="242386" y="92352"/>
                </a:lnTo>
                <a:lnTo>
                  <a:pt x="242693" y="91534"/>
                </a:lnTo>
                <a:close/>
                <a:moveTo>
                  <a:pt x="285750" y="96648"/>
                </a:moveTo>
                <a:lnTo>
                  <a:pt x="285545" y="96750"/>
                </a:lnTo>
                <a:lnTo>
                  <a:pt x="284420" y="97159"/>
                </a:lnTo>
                <a:lnTo>
                  <a:pt x="284216" y="97261"/>
                </a:lnTo>
                <a:lnTo>
                  <a:pt x="285239" y="97261"/>
                </a:lnTo>
                <a:lnTo>
                  <a:pt x="285750" y="96648"/>
                </a:lnTo>
                <a:close/>
                <a:moveTo>
                  <a:pt x="285648" y="97057"/>
                </a:moveTo>
                <a:lnTo>
                  <a:pt x="285239" y="97261"/>
                </a:lnTo>
                <a:lnTo>
                  <a:pt x="285545" y="97261"/>
                </a:lnTo>
                <a:lnTo>
                  <a:pt x="285648" y="97057"/>
                </a:lnTo>
                <a:close/>
                <a:moveTo>
                  <a:pt x="284011" y="98080"/>
                </a:moveTo>
                <a:lnTo>
                  <a:pt x="282886" y="98591"/>
                </a:lnTo>
                <a:lnTo>
                  <a:pt x="283807" y="98693"/>
                </a:lnTo>
                <a:lnTo>
                  <a:pt x="284114" y="98386"/>
                </a:lnTo>
                <a:lnTo>
                  <a:pt x="284011" y="98080"/>
                </a:lnTo>
                <a:close/>
                <a:moveTo>
                  <a:pt x="168852" y="92761"/>
                </a:moveTo>
                <a:lnTo>
                  <a:pt x="168136" y="92864"/>
                </a:lnTo>
                <a:lnTo>
                  <a:pt x="168136" y="93682"/>
                </a:lnTo>
                <a:lnTo>
                  <a:pt x="167318" y="94295"/>
                </a:lnTo>
                <a:lnTo>
                  <a:pt x="167318" y="95114"/>
                </a:lnTo>
                <a:lnTo>
                  <a:pt x="166807" y="95420"/>
                </a:lnTo>
                <a:lnTo>
                  <a:pt x="166705" y="95318"/>
                </a:lnTo>
                <a:lnTo>
                  <a:pt x="165886" y="96341"/>
                </a:lnTo>
                <a:lnTo>
                  <a:pt x="165375" y="96239"/>
                </a:lnTo>
                <a:lnTo>
                  <a:pt x="164966" y="96443"/>
                </a:lnTo>
                <a:lnTo>
                  <a:pt x="164761" y="96443"/>
                </a:lnTo>
                <a:lnTo>
                  <a:pt x="164045" y="96955"/>
                </a:lnTo>
                <a:lnTo>
                  <a:pt x="163330" y="105955"/>
                </a:lnTo>
                <a:lnTo>
                  <a:pt x="163943" y="106261"/>
                </a:lnTo>
                <a:lnTo>
                  <a:pt x="165477" y="105852"/>
                </a:lnTo>
                <a:lnTo>
                  <a:pt x="168750" y="96034"/>
                </a:lnTo>
                <a:lnTo>
                  <a:pt x="169159" y="96341"/>
                </a:lnTo>
                <a:lnTo>
                  <a:pt x="169364" y="96136"/>
                </a:lnTo>
                <a:lnTo>
                  <a:pt x="168852" y="92761"/>
                </a:lnTo>
                <a:close/>
                <a:moveTo>
                  <a:pt x="79364" y="112500"/>
                </a:moveTo>
                <a:lnTo>
                  <a:pt x="79057" y="112807"/>
                </a:lnTo>
                <a:lnTo>
                  <a:pt x="79057" y="113011"/>
                </a:lnTo>
                <a:lnTo>
                  <a:pt x="79364" y="112500"/>
                </a:lnTo>
                <a:close/>
                <a:moveTo>
                  <a:pt x="185114" y="3784"/>
                </a:moveTo>
                <a:lnTo>
                  <a:pt x="184091" y="4398"/>
                </a:lnTo>
                <a:lnTo>
                  <a:pt x="184909" y="4705"/>
                </a:lnTo>
                <a:lnTo>
                  <a:pt x="183273" y="4705"/>
                </a:lnTo>
                <a:lnTo>
                  <a:pt x="183989" y="5011"/>
                </a:lnTo>
                <a:lnTo>
                  <a:pt x="184193" y="5318"/>
                </a:lnTo>
                <a:lnTo>
                  <a:pt x="184193" y="5318"/>
                </a:lnTo>
                <a:lnTo>
                  <a:pt x="183784" y="5011"/>
                </a:lnTo>
                <a:lnTo>
                  <a:pt x="180102" y="5114"/>
                </a:lnTo>
                <a:lnTo>
                  <a:pt x="180920" y="5216"/>
                </a:lnTo>
                <a:lnTo>
                  <a:pt x="177341" y="5727"/>
                </a:lnTo>
                <a:lnTo>
                  <a:pt x="177545" y="5932"/>
                </a:lnTo>
                <a:lnTo>
                  <a:pt x="177341" y="6239"/>
                </a:lnTo>
                <a:lnTo>
                  <a:pt x="176830" y="6136"/>
                </a:lnTo>
                <a:lnTo>
                  <a:pt x="177955" y="6443"/>
                </a:lnTo>
                <a:lnTo>
                  <a:pt x="177239" y="6443"/>
                </a:lnTo>
                <a:lnTo>
                  <a:pt x="178568" y="6852"/>
                </a:lnTo>
                <a:lnTo>
                  <a:pt x="178057" y="7057"/>
                </a:lnTo>
                <a:lnTo>
                  <a:pt x="178261" y="6852"/>
                </a:lnTo>
                <a:lnTo>
                  <a:pt x="178261" y="6852"/>
                </a:lnTo>
                <a:lnTo>
                  <a:pt x="174477" y="7057"/>
                </a:lnTo>
                <a:lnTo>
                  <a:pt x="174682" y="7466"/>
                </a:lnTo>
                <a:lnTo>
                  <a:pt x="174989" y="7568"/>
                </a:lnTo>
                <a:lnTo>
                  <a:pt x="175091" y="7773"/>
                </a:lnTo>
                <a:lnTo>
                  <a:pt x="177648" y="8795"/>
                </a:lnTo>
                <a:lnTo>
                  <a:pt x="177852" y="9205"/>
                </a:lnTo>
                <a:lnTo>
                  <a:pt x="178261" y="9511"/>
                </a:lnTo>
                <a:lnTo>
                  <a:pt x="178169" y="9789"/>
                </a:lnTo>
                <a:lnTo>
                  <a:pt x="177852" y="9409"/>
                </a:lnTo>
                <a:lnTo>
                  <a:pt x="177545" y="9716"/>
                </a:lnTo>
                <a:lnTo>
                  <a:pt x="177034" y="8591"/>
                </a:lnTo>
                <a:lnTo>
                  <a:pt x="173352" y="8182"/>
                </a:lnTo>
                <a:lnTo>
                  <a:pt x="173352" y="8182"/>
                </a:lnTo>
                <a:lnTo>
                  <a:pt x="173966" y="8489"/>
                </a:lnTo>
                <a:lnTo>
                  <a:pt x="172636" y="8489"/>
                </a:lnTo>
                <a:lnTo>
                  <a:pt x="175193" y="9205"/>
                </a:lnTo>
                <a:lnTo>
                  <a:pt x="175193" y="9205"/>
                </a:lnTo>
                <a:lnTo>
                  <a:pt x="172432" y="8898"/>
                </a:lnTo>
                <a:lnTo>
                  <a:pt x="172432" y="8693"/>
                </a:lnTo>
                <a:lnTo>
                  <a:pt x="172227" y="8591"/>
                </a:lnTo>
                <a:lnTo>
                  <a:pt x="172227" y="8182"/>
                </a:lnTo>
                <a:lnTo>
                  <a:pt x="171307" y="7670"/>
                </a:lnTo>
                <a:lnTo>
                  <a:pt x="171307" y="7670"/>
                </a:lnTo>
                <a:lnTo>
                  <a:pt x="171716" y="8284"/>
                </a:lnTo>
                <a:lnTo>
                  <a:pt x="171102" y="8898"/>
                </a:lnTo>
                <a:lnTo>
                  <a:pt x="172227" y="9511"/>
                </a:lnTo>
                <a:lnTo>
                  <a:pt x="172330" y="10330"/>
                </a:lnTo>
                <a:lnTo>
                  <a:pt x="174886" y="11148"/>
                </a:lnTo>
                <a:lnTo>
                  <a:pt x="173966" y="11045"/>
                </a:lnTo>
                <a:lnTo>
                  <a:pt x="174170" y="12068"/>
                </a:lnTo>
                <a:lnTo>
                  <a:pt x="173966" y="12375"/>
                </a:lnTo>
                <a:lnTo>
                  <a:pt x="173966" y="12580"/>
                </a:lnTo>
                <a:lnTo>
                  <a:pt x="173250" y="13398"/>
                </a:lnTo>
                <a:lnTo>
                  <a:pt x="170898" y="12886"/>
                </a:lnTo>
                <a:lnTo>
                  <a:pt x="172023" y="12886"/>
                </a:lnTo>
                <a:lnTo>
                  <a:pt x="172125" y="13091"/>
                </a:lnTo>
                <a:lnTo>
                  <a:pt x="172636" y="12989"/>
                </a:lnTo>
                <a:lnTo>
                  <a:pt x="172330" y="12784"/>
                </a:lnTo>
                <a:lnTo>
                  <a:pt x="173045" y="11761"/>
                </a:lnTo>
                <a:lnTo>
                  <a:pt x="173045" y="11352"/>
                </a:lnTo>
                <a:lnTo>
                  <a:pt x="172330" y="11045"/>
                </a:lnTo>
                <a:lnTo>
                  <a:pt x="171307" y="9920"/>
                </a:lnTo>
                <a:lnTo>
                  <a:pt x="171307" y="9716"/>
                </a:lnTo>
                <a:lnTo>
                  <a:pt x="171102" y="9307"/>
                </a:lnTo>
                <a:lnTo>
                  <a:pt x="170284" y="8898"/>
                </a:lnTo>
                <a:lnTo>
                  <a:pt x="170182" y="7875"/>
                </a:lnTo>
                <a:lnTo>
                  <a:pt x="168545" y="7670"/>
                </a:lnTo>
                <a:lnTo>
                  <a:pt x="167727" y="8080"/>
                </a:lnTo>
                <a:lnTo>
                  <a:pt x="167625" y="8795"/>
                </a:lnTo>
                <a:lnTo>
                  <a:pt x="167114" y="9205"/>
                </a:lnTo>
                <a:lnTo>
                  <a:pt x="167727" y="9409"/>
                </a:lnTo>
                <a:lnTo>
                  <a:pt x="168034" y="10432"/>
                </a:lnTo>
                <a:lnTo>
                  <a:pt x="169875" y="10943"/>
                </a:lnTo>
                <a:lnTo>
                  <a:pt x="169568" y="11557"/>
                </a:lnTo>
                <a:lnTo>
                  <a:pt x="164148" y="10227"/>
                </a:lnTo>
                <a:lnTo>
                  <a:pt x="163636" y="10432"/>
                </a:lnTo>
                <a:lnTo>
                  <a:pt x="164352" y="10841"/>
                </a:lnTo>
                <a:lnTo>
                  <a:pt x="163841" y="11250"/>
                </a:lnTo>
                <a:lnTo>
                  <a:pt x="159648" y="11557"/>
                </a:lnTo>
                <a:lnTo>
                  <a:pt x="159648" y="11557"/>
                </a:lnTo>
                <a:lnTo>
                  <a:pt x="159955" y="11455"/>
                </a:lnTo>
                <a:lnTo>
                  <a:pt x="159852" y="11045"/>
                </a:lnTo>
                <a:lnTo>
                  <a:pt x="159750" y="11045"/>
                </a:lnTo>
                <a:lnTo>
                  <a:pt x="158830" y="11250"/>
                </a:lnTo>
                <a:lnTo>
                  <a:pt x="159136" y="11352"/>
                </a:lnTo>
                <a:lnTo>
                  <a:pt x="158830" y="11455"/>
                </a:lnTo>
                <a:lnTo>
                  <a:pt x="158625" y="11352"/>
                </a:lnTo>
                <a:lnTo>
                  <a:pt x="156682" y="11966"/>
                </a:lnTo>
                <a:lnTo>
                  <a:pt x="156886" y="12068"/>
                </a:lnTo>
                <a:lnTo>
                  <a:pt x="155250" y="12886"/>
                </a:lnTo>
                <a:lnTo>
                  <a:pt x="154330" y="12273"/>
                </a:lnTo>
                <a:lnTo>
                  <a:pt x="155352" y="11966"/>
                </a:lnTo>
                <a:lnTo>
                  <a:pt x="152898" y="11250"/>
                </a:lnTo>
                <a:lnTo>
                  <a:pt x="153614" y="11659"/>
                </a:lnTo>
                <a:lnTo>
                  <a:pt x="153614" y="12375"/>
                </a:lnTo>
                <a:lnTo>
                  <a:pt x="154227" y="12784"/>
                </a:lnTo>
                <a:lnTo>
                  <a:pt x="154227" y="13602"/>
                </a:lnTo>
                <a:lnTo>
                  <a:pt x="152795" y="13193"/>
                </a:lnTo>
                <a:lnTo>
                  <a:pt x="151466" y="14011"/>
                </a:lnTo>
                <a:lnTo>
                  <a:pt x="152080" y="14727"/>
                </a:lnTo>
                <a:lnTo>
                  <a:pt x="151568" y="14932"/>
                </a:lnTo>
                <a:lnTo>
                  <a:pt x="149625" y="14318"/>
                </a:lnTo>
                <a:lnTo>
                  <a:pt x="149420" y="14523"/>
                </a:lnTo>
                <a:lnTo>
                  <a:pt x="150545" y="15239"/>
                </a:lnTo>
                <a:lnTo>
                  <a:pt x="150341" y="15545"/>
                </a:lnTo>
                <a:lnTo>
                  <a:pt x="146864" y="13295"/>
                </a:lnTo>
                <a:lnTo>
                  <a:pt x="147068" y="13193"/>
                </a:lnTo>
                <a:lnTo>
                  <a:pt x="145636" y="12580"/>
                </a:lnTo>
                <a:lnTo>
                  <a:pt x="151057" y="13398"/>
                </a:lnTo>
                <a:lnTo>
                  <a:pt x="151977" y="12886"/>
                </a:lnTo>
                <a:lnTo>
                  <a:pt x="151875" y="12375"/>
                </a:lnTo>
                <a:lnTo>
                  <a:pt x="150648" y="11659"/>
                </a:lnTo>
                <a:lnTo>
                  <a:pt x="150750" y="11761"/>
                </a:lnTo>
                <a:lnTo>
                  <a:pt x="150750" y="11761"/>
                </a:lnTo>
                <a:lnTo>
                  <a:pt x="146455" y="10636"/>
                </a:lnTo>
                <a:lnTo>
                  <a:pt x="146045" y="10841"/>
                </a:lnTo>
                <a:lnTo>
                  <a:pt x="145841" y="10636"/>
                </a:lnTo>
                <a:lnTo>
                  <a:pt x="145841" y="10534"/>
                </a:lnTo>
                <a:lnTo>
                  <a:pt x="145227" y="10432"/>
                </a:lnTo>
                <a:lnTo>
                  <a:pt x="145739" y="10330"/>
                </a:lnTo>
                <a:lnTo>
                  <a:pt x="145023" y="10125"/>
                </a:lnTo>
                <a:lnTo>
                  <a:pt x="145023" y="10125"/>
                </a:lnTo>
                <a:lnTo>
                  <a:pt x="145125" y="10227"/>
                </a:lnTo>
                <a:lnTo>
                  <a:pt x="143591" y="10330"/>
                </a:lnTo>
                <a:lnTo>
                  <a:pt x="143489" y="10125"/>
                </a:lnTo>
                <a:lnTo>
                  <a:pt x="142875" y="9920"/>
                </a:lnTo>
                <a:lnTo>
                  <a:pt x="144102" y="9920"/>
                </a:lnTo>
                <a:lnTo>
                  <a:pt x="143080" y="9409"/>
                </a:lnTo>
                <a:lnTo>
                  <a:pt x="142466" y="9920"/>
                </a:lnTo>
                <a:lnTo>
                  <a:pt x="141955" y="9409"/>
                </a:lnTo>
                <a:lnTo>
                  <a:pt x="141443" y="9716"/>
                </a:lnTo>
                <a:lnTo>
                  <a:pt x="141341" y="9511"/>
                </a:lnTo>
                <a:lnTo>
                  <a:pt x="141136" y="9409"/>
                </a:lnTo>
                <a:lnTo>
                  <a:pt x="140727" y="9920"/>
                </a:lnTo>
                <a:lnTo>
                  <a:pt x="140830" y="9409"/>
                </a:lnTo>
                <a:lnTo>
                  <a:pt x="140318" y="9307"/>
                </a:lnTo>
                <a:lnTo>
                  <a:pt x="139398" y="10023"/>
                </a:lnTo>
                <a:lnTo>
                  <a:pt x="138886" y="9716"/>
                </a:lnTo>
                <a:lnTo>
                  <a:pt x="138068" y="9920"/>
                </a:lnTo>
                <a:lnTo>
                  <a:pt x="138477" y="10227"/>
                </a:lnTo>
                <a:lnTo>
                  <a:pt x="137864" y="10125"/>
                </a:lnTo>
                <a:lnTo>
                  <a:pt x="137557" y="10330"/>
                </a:lnTo>
                <a:lnTo>
                  <a:pt x="137761" y="10534"/>
                </a:lnTo>
                <a:lnTo>
                  <a:pt x="137352" y="10636"/>
                </a:lnTo>
                <a:lnTo>
                  <a:pt x="137352" y="10125"/>
                </a:lnTo>
                <a:lnTo>
                  <a:pt x="137045" y="10534"/>
                </a:lnTo>
                <a:lnTo>
                  <a:pt x="136330" y="10534"/>
                </a:lnTo>
                <a:lnTo>
                  <a:pt x="136636" y="10636"/>
                </a:lnTo>
                <a:lnTo>
                  <a:pt x="136125" y="10636"/>
                </a:lnTo>
                <a:lnTo>
                  <a:pt x="136125" y="10841"/>
                </a:lnTo>
                <a:lnTo>
                  <a:pt x="135818" y="10841"/>
                </a:lnTo>
                <a:lnTo>
                  <a:pt x="135716" y="11045"/>
                </a:lnTo>
                <a:lnTo>
                  <a:pt x="135102" y="11352"/>
                </a:lnTo>
                <a:lnTo>
                  <a:pt x="135818" y="11455"/>
                </a:lnTo>
                <a:lnTo>
                  <a:pt x="135307" y="11455"/>
                </a:lnTo>
                <a:lnTo>
                  <a:pt x="135102" y="11761"/>
                </a:lnTo>
                <a:lnTo>
                  <a:pt x="135102" y="11966"/>
                </a:lnTo>
                <a:lnTo>
                  <a:pt x="134795" y="11659"/>
                </a:lnTo>
                <a:lnTo>
                  <a:pt x="134386" y="11761"/>
                </a:lnTo>
                <a:lnTo>
                  <a:pt x="134591" y="11864"/>
                </a:lnTo>
                <a:lnTo>
                  <a:pt x="134080" y="12068"/>
                </a:lnTo>
                <a:lnTo>
                  <a:pt x="134386" y="12068"/>
                </a:lnTo>
                <a:lnTo>
                  <a:pt x="134693" y="12273"/>
                </a:lnTo>
                <a:lnTo>
                  <a:pt x="134693" y="12375"/>
                </a:lnTo>
                <a:lnTo>
                  <a:pt x="133875" y="12477"/>
                </a:lnTo>
                <a:lnTo>
                  <a:pt x="134591" y="12477"/>
                </a:lnTo>
                <a:lnTo>
                  <a:pt x="133364" y="12784"/>
                </a:lnTo>
                <a:lnTo>
                  <a:pt x="133568" y="12886"/>
                </a:lnTo>
                <a:lnTo>
                  <a:pt x="133057" y="13091"/>
                </a:lnTo>
                <a:lnTo>
                  <a:pt x="133670" y="13295"/>
                </a:lnTo>
                <a:lnTo>
                  <a:pt x="132852" y="13500"/>
                </a:lnTo>
                <a:lnTo>
                  <a:pt x="133057" y="13602"/>
                </a:lnTo>
                <a:lnTo>
                  <a:pt x="133057" y="14216"/>
                </a:lnTo>
                <a:lnTo>
                  <a:pt x="132750" y="14420"/>
                </a:lnTo>
                <a:lnTo>
                  <a:pt x="132545" y="14318"/>
                </a:lnTo>
                <a:lnTo>
                  <a:pt x="131932" y="14727"/>
                </a:lnTo>
                <a:lnTo>
                  <a:pt x="132239" y="14625"/>
                </a:lnTo>
                <a:lnTo>
                  <a:pt x="130909" y="15750"/>
                </a:lnTo>
                <a:lnTo>
                  <a:pt x="131114" y="15852"/>
                </a:lnTo>
                <a:lnTo>
                  <a:pt x="131830" y="15545"/>
                </a:lnTo>
                <a:lnTo>
                  <a:pt x="131727" y="15443"/>
                </a:lnTo>
                <a:lnTo>
                  <a:pt x="132136" y="15443"/>
                </a:lnTo>
                <a:lnTo>
                  <a:pt x="131932" y="15545"/>
                </a:lnTo>
                <a:lnTo>
                  <a:pt x="132136" y="15545"/>
                </a:lnTo>
                <a:lnTo>
                  <a:pt x="131727" y="15852"/>
                </a:lnTo>
                <a:lnTo>
                  <a:pt x="130091" y="15955"/>
                </a:lnTo>
                <a:lnTo>
                  <a:pt x="129886" y="16057"/>
                </a:lnTo>
                <a:lnTo>
                  <a:pt x="130193" y="16466"/>
                </a:lnTo>
                <a:lnTo>
                  <a:pt x="128864" y="16568"/>
                </a:lnTo>
                <a:lnTo>
                  <a:pt x="129886" y="16568"/>
                </a:lnTo>
                <a:lnTo>
                  <a:pt x="128785" y="16804"/>
                </a:lnTo>
                <a:lnTo>
                  <a:pt x="128785" y="16804"/>
                </a:lnTo>
                <a:lnTo>
                  <a:pt x="127841" y="17182"/>
                </a:lnTo>
                <a:lnTo>
                  <a:pt x="128966" y="17386"/>
                </a:lnTo>
                <a:lnTo>
                  <a:pt x="127739" y="17386"/>
                </a:lnTo>
                <a:lnTo>
                  <a:pt x="128045" y="18102"/>
                </a:lnTo>
                <a:lnTo>
                  <a:pt x="129477" y="17795"/>
                </a:lnTo>
                <a:lnTo>
                  <a:pt x="129580" y="18000"/>
                </a:lnTo>
                <a:lnTo>
                  <a:pt x="129273" y="18205"/>
                </a:lnTo>
                <a:lnTo>
                  <a:pt x="127739" y="18307"/>
                </a:lnTo>
                <a:lnTo>
                  <a:pt x="128250" y="18511"/>
                </a:lnTo>
                <a:lnTo>
                  <a:pt x="127943" y="18818"/>
                </a:lnTo>
                <a:lnTo>
                  <a:pt x="128250" y="19023"/>
                </a:lnTo>
                <a:lnTo>
                  <a:pt x="127943" y="19227"/>
                </a:lnTo>
                <a:lnTo>
                  <a:pt x="128045" y="19330"/>
                </a:lnTo>
                <a:lnTo>
                  <a:pt x="129170" y="18614"/>
                </a:lnTo>
                <a:lnTo>
                  <a:pt x="128864" y="19023"/>
                </a:lnTo>
                <a:lnTo>
                  <a:pt x="128557" y="19023"/>
                </a:lnTo>
                <a:lnTo>
                  <a:pt x="128659" y="19330"/>
                </a:lnTo>
                <a:lnTo>
                  <a:pt x="127943" y="19841"/>
                </a:lnTo>
                <a:lnTo>
                  <a:pt x="128864" y="19534"/>
                </a:lnTo>
                <a:lnTo>
                  <a:pt x="128557" y="19841"/>
                </a:lnTo>
                <a:lnTo>
                  <a:pt x="128864" y="20045"/>
                </a:lnTo>
                <a:lnTo>
                  <a:pt x="128250" y="20352"/>
                </a:lnTo>
                <a:lnTo>
                  <a:pt x="129068" y="20761"/>
                </a:lnTo>
                <a:lnTo>
                  <a:pt x="128966" y="20864"/>
                </a:lnTo>
                <a:lnTo>
                  <a:pt x="131011" y="20148"/>
                </a:lnTo>
                <a:lnTo>
                  <a:pt x="131114" y="19943"/>
                </a:lnTo>
                <a:lnTo>
                  <a:pt x="131727" y="19841"/>
                </a:lnTo>
                <a:lnTo>
                  <a:pt x="131727" y="19534"/>
                </a:lnTo>
                <a:lnTo>
                  <a:pt x="131830" y="19330"/>
                </a:lnTo>
                <a:lnTo>
                  <a:pt x="132034" y="19841"/>
                </a:lnTo>
                <a:lnTo>
                  <a:pt x="132443" y="20045"/>
                </a:lnTo>
                <a:lnTo>
                  <a:pt x="132443" y="20659"/>
                </a:lnTo>
                <a:lnTo>
                  <a:pt x="133670" y="22295"/>
                </a:lnTo>
                <a:lnTo>
                  <a:pt x="133670" y="22500"/>
                </a:lnTo>
                <a:lnTo>
                  <a:pt x="133773" y="22705"/>
                </a:lnTo>
                <a:lnTo>
                  <a:pt x="133466" y="22705"/>
                </a:lnTo>
                <a:lnTo>
                  <a:pt x="133875" y="23523"/>
                </a:lnTo>
                <a:lnTo>
                  <a:pt x="135000" y="23318"/>
                </a:lnTo>
                <a:lnTo>
                  <a:pt x="135205" y="22909"/>
                </a:lnTo>
                <a:lnTo>
                  <a:pt x="136023" y="22807"/>
                </a:lnTo>
                <a:lnTo>
                  <a:pt x="136432" y="20557"/>
                </a:lnTo>
                <a:lnTo>
                  <a:pt x="136636" y="20557"/>
                </a:lnTo>
                <a:lnTo>
                  <a:pt x="136023" y="20455"/>
                </a:lnTo>
                <a:lnTo>
                  <a:pt x="137761" y="19739"/>
                </a:lnTo>
                <a:lnTo>
                  <a:pt x="137250" y="19739"/>
                </a:lnTo>
                <a:lnTo>
                  <a:pt x="137966" y="19227"/>
                </a:lnTo>
                <a:lnTo>
                  <a:pt x="136636" y="18307"/>
                </a:lnTo>
                <a:lnTo>
                  <a:pt x="136432" y="17489"/>
                </a:lnTo>
                <a:lnTo>
                  <a:pt x="136636" y="17591"/>
                </a:lnTo>
                <a:lnTo>
                  <a:pt x="136636" y="17080"/>
                </a:lnTo>
                <a:lnTo>
                  <a:pt x="136432" y="16773"/>
                </a:lnTo>
                <a:lnTo>
                  <a:pt x="136943" y="16670"/>
                </a:lnTo>
                <a:lnTo>
                  <a:pt x="136841" y="16670"/>
                </a:lnTo>
                <a:lnTo>
                  <a:pt x="136739" y="16466"/>
                </a:lnTo>
                <a:lnTo>
                  <a:pt x="137148" y="16364"/>
                </a:lnTo>
                <a:lnTo>
                  <a:pt x="137045" y="16364"/>
                </a:lnTo>
                <a:lnTo>
                  <a:pt x="137455" y="16159"/>
                </a:lnTo>
                <a:lnTo>
                  <a:pt x="137352" y="16057"/>
                </a:lnTo>
                <a:lnTo>
                  <a:pt x="137864" y="15955"/>
                </a:lnTo>
                <a:lnTo>
                  <a:pt x="137864" y="15852"/>
                </a:lnTo>
                <a:lnTo>
                  <a:pt x="139091" y="15034"/>
                </a:lnTo>
                <a:lnTo>
                  <a:pt x="138784" y="14625"/>
                </a:lnTo>
                <a:lnTo>
                  <a:pt x="138886" y="14216"/>
                </a:lnTo>
                <a:lnTo>
                  <a:pt x="138989" y="14216"/>
                </a:lnTo>
                <a:lnTo>
                  <a:pt x="139193" y="14011"/>
                </a:lnTo>
                <a:lnTo>
                  <a:pt x="139398" y="14011"/>
                </a:lnTo>
                <a:lnTo>
                  <a:pt x="139295" y="13909"/>
                </a:lnTo>
                <a:lnTo>
                  <a:pt x="141034" y="13705"/>
                </a:lnTo>
                <a:lnTo>
                  <a:pt x="141545" y="14011"/>
                </a:lnTo>
                <a:lnTo>
                  <a:pt x="141648" y="14625"/>
                </a:lnTo>
                <a:lnTo>
                  <a:pt x="139807" y="15852"/>
                </a:lnTo>
                <a:lnTo>
                  <a:pt x="139807" y="15955"/>
                </a:lnTo>
                <a:lnTo>
                  <a:pt x="139295" y="16159"/>
                </a:lnTo>
                <a:lnTo>
                  <a:pt x="139602" y="18511"/>
                </a:lnTo>
                <a:lnTo>
                  <a:pt x="140523" y="18716"/>
                </a:lnTo>
                <a:lnTo>
                  <a:pt x="140523" y="18920"/>
                </a:lnTo>
                <a:lnTo>
                  <a:pt x="140727" y="18920"/>
                </a:lnTo>
                <a:lnTo>
                  <a:pt x="140830" y="19330"/>
                </a:lnTo>
                <a:lnTo>
                  <a:pt x="142977" y="18818"/>
                </a:lnTo>
                <a:lnTo>
                  <a:pt x="142875" y="18716"/>
                </a:lnTo>
                <a:lnTo>
                  <a:pt x="143386" y="18511"/>
                </a:lnTo>
                <a:lnTo>
                  <a:pt x="143284" y="18716"/>
                </a:lnTo>
                <a:lnTo>
                  <a:pt x="144731" y="18619"/>
                </a:lnTo>
                <a:lnTo>
                  <a:pt x="144731" y="18619"/>
                </a:lnTo>
                <a:lnTo>
                  <a:pt x="146045" y="19125"/>
                </a:lnTo>
                <a:lnTo>
                  <a:pt x="144920" y="19227"/>
                </a:lnTo>
                <a:lnTo>
                  <a:pt x="144818" y="19432"/>
                </a:lnTo>
                <a:lnTo>
                  <a:pt x="144614" y="19330"/>
                </a:lnTo>
                <a:lnTo>
                  <a:pt x="144511" y="19636"/>
                </a:lnTo>
                <a:lnTo>
                  <a:pt x="141750" y="19739"/>
                </a:lnTo>
                <a:lnTo>
                  <a:pt x="141341" y="20045"/>
                </a:lnTo>
                <a:lnTo>
                  <a:pt x="142261" y="20864"/>
                </a:lnTo>
                <a:lnTo>
                  <a:pt x="142261" y="21784"/>
                </a:lnTo>
                <a:lnTo>
                  <a:pt x="140318" y="21375"/>
                </a:lnTo>
                <a:lnTo>
                  <a:pt x="139909" y="22398"/>
                </a:lnTo>
                <a:lnTo>
                  <a:pt x="140011" y="23318"/>
                </a:lnTo>
                <a:lnTo>
                  <a:pt x="140114" y="23932"/>
                </a:lnTo>
                <a:lnTo>
                  <a:pt x="139807" y="23932"/>
                </a:lnTo>
                <a:lnTo>
                  <a:pt x="140011" y="23318"/>
                </a:lnTo>
                <a:lnTo>
                  <a:pt x="138886" y="24545"/>
                </a:lnTo>
                <a:lnTo>
                  <a:pt x="138375" y="24239"/>
                </a:lnTo>
                <a:lnTo>
                  <a:pt x="134693" y="24750"/>
                </a:lnTo>
                <a:lnTo>
                  <a:pt x="135307" y="25261"/>
                </a:lnTo>
                <a:lnTo>
                  <a:pt x="134795" y="25057"/>
                </a:lnTo>
                <a:lnTo>
                  <a:pt x="134693" y="24750"/>
                </a:lnTo>
                <a:lnTo>
                  <a:pt x="133773" y="24443"/>
                </a:lnTo>
                <a:lnTo>
                  <a:pt x="132852" y="24955"/>
                </a:lnTo>
                <a:lnTo>
                  <a:pt x="131625" y="24443"/>
                </a:lnTo>
                <a:lnTo>
                  <a:pt x="131625" y="24136"/>
                </a:lnTo>
                <a:lnTo>
                  <a:pt x="131318" y="23830"/>
                </a:lnTo>
                <a:lnTo>
                  <a:pt x="131420" y="23420"/>
                </a:lnTo>
                <a:lnTo>
                  <a:pt x="131727" y="23216"/>
                </a:lnTo>
                <a:lnTo>
                  <a:pt x="131625" y="23114"/>
                </a:lnTo>
                <a:lnTo>
                  <a:pt x="132341" y="22500"/>
                </a:lnTo>
                <a:lnTo>
                  <a:pt x="131932" y="22398"/>
                </a:lnTo>
                <a:lnTo>
                  <a:pt x="132034" y="21273"/>
                </a:lnTo>
                <a:lnTo>
                  <a:pt x="132034" y="21273"/>
                </a:lnTo>
                <a:lnTo>
                  <a:pt x="130602" y="21886"/>
                </a:lnTo>
                <a:lnTo>
                  <a:pt x="130602" y="22193"/>
                </a:lnTo>
                <a:lnTo>
                  <a:pt x="131011" y="22295"/>
                </a:lnTo>
                <a:lnTo>
                  <a:pt x="130705" y="22398"/>
                </a:lnTo>
                <a:lnTo>
                  <a:pt x="130295" y="22398"/>
                </a:lnTo>
                <a:lnTo>
                  <a:pt x="130295" y="23318"/>
                </a:lnTo>
                <a:lnTo>
                  <a:pt x="130909" y="24341"/>
                </a:lnTo>
                <a:lnTo>
                  <a:pt x="130807" y="24545"/>
                </a:lnTo>
                <a:lnTo>
                  <a:pt x="131625" y="25261"/>
                </a:lnTo>
                <a:lnTo>
                  <a:pt x="131011" y="25057"/>
                </a:lnTo>
                <a:lnTo>
                  <a:pt x="130705" y="25466"/>
                </a:lnTo>
                <a:lnTo>
                  <a:pt x="128864" y="25466"/>
                </a:lnTo>
                <a:lnTo>
                  <a:pt x="127739" y="26080"/>
                </a:lnTo>
                <a:lnTo>
                  <a:pt x="127432" y="27205"/>
                </a:lnTo>
                <a:lnTo>
                  <a:pt x="127227" y="27205"/>
                </a:lnTo>
                <a:lnTo>
                  <a:pt x="127534" y="27409"/>
                </a:lnTo>
                <a:lnTo>
                  <a:pt x="127534" y="27409"/>
                </a:lnTo>
                <a:lnTo>
                  <a:pt x="126818" y="27307"/>
                </a:lnTo>
                <a:lnTo>
                  <a:pt x="126818" y="27307"/>
                </a:lnTo>
                <a:lnTo>
                  <a:pt x="127432" y="27409"/>
                </a:lnTo>
                <a:lnTo>
                  <a:pt x="125386" y="28023"/>
                </a:lnTo>
                <a:lnTo>
                  <a:pt x="124977" y="28841"/>
                </a:lnTo>
                <a:lnTo>
                  <a:pt x="124261" y="29148"/>
                </a:lnTo>
                <a:lnTo>
                  <a:pt x="124466" y="29352"/>
                </a:lnTo>
                <a:lnTo>
                  <a:pt x="123239" y="29455"/>
                </a:lnTo>
                <a:lnTo>
                  <a:pt x="123136" y="29148"/>
                </a:lnTo>
                <a:lnTo>
                  <a:pt x="122727" y="29352"/>
                </a:lnTo>
                <a:lnTo>
                  <a:pt x="123034" y="30170"/>
                </a:lnTo>
                <a:lnTo>
                  <a:pt x="120375" y="30375"/>
                </a:lnTo>
                <a:lnTo>
                  <a:pt x="120784" y="30477"/>
                </a:lnTo>
                <a:lnTo>
                  <a:pt x="120477" y="30580"/>
                </a:lnTo>
                <a:lnTo>
                  <a:pt x="120682" y="30682"/>
                </a:lnTo>
                <a:lnTo>
                  <a:pt x="120375" y="30784"/>
                </a:lnTo>
                <a:lnTo>
                  <a:pt x="122011" y="31193"/>
                </a:lnTo>
                <a:lnTo>
                  <a:pt x="121909" y="31295"/>
                </a:lnTo>
                <a:lnTo>
                  <a:pt x="122114" y="31295"/>
                </a:lnTo>
                <a:lnTo>
                  <a:pt x="122114" y="31398"/>
                </a:lnTo>
                <a:lnTo>
                  <a:pt x="122727" y="31602"/>
                </a:lnTo>
                <a:lnTo>
                  <a:pt x="122420" y="31705"/>
                </a:lnTo>
                <a:lnTo>
                  <a:pt x="122523" y="32114"/>
                </a:lnTo>
                <a:lnTo>
                  <a:pt x="123239" y="32523"/>
                </a:lnTo>
                <a:lnTo>
                  <a:pt x="123341" y="33136"/>
                </a:lnTo>
                <a:lnTo>
                  <a:pt x="123136" y="33034"/>
                </a:lnTo>
                <a:lnTo>
                  <a:pt x="123750" y="33852"/>
                </a:lnTo>
                <a:lnTo>
                  <a:pt x="123750" y="33852"/>
                </a:lnTo>
                <a:lnTo>
                  <a:pt x="123239" y="33341"/>
                </a:lnTo>
                <a:lnTo>
                  <a:pt x="123136" y="34261"/>
                </a:lnTo>
                <a:lnTo>
                  <a:pt x="123239" y="34159"/>
                </a:lnTo>
                <a:lnTo>
                  <a:pt x="123239" y="34261"/>
                </a:lnTo>
                <a:lnTo>
                  <a:pt x="122830" y="35386"/>
                </a:lnTo>
                <a:lnTo>
                  <a:pt x="117409" y="35284"/>
                </a:lnTo>
                <a:lnTo>
                  <a:pt x="117307" y="35489"/>
                </a:lnTo>
                <a:lnTo>
                  <a:pt x="116898" y="35591"/>
                </a:lnTo>
                <a:lnTo>
                  <a:pt x="116693" y="36307"/>
                </a:lnTo>
                <a:lnTo>
                  <a:pt x="116898" y="36307"/>
                </a:lnTo>
                <a:lnTo>
                  <a:pt x="116898" y="36614"/>
                </a:lnTo>
                <a:lnTo>
                  <a:pt x="117000" y="36614"/>
                </a:lnTo>
                <a:lnTo>
                  <a:pt x="116182" y="40091"/>
                </a:lnTo>
                <a:lnTo>
                  <a:pt x="116795" y="39784"/>
                </a:lnTo>
                <a:lnTo>
                  <a:pt x="116386" y="40295"/>
                </a:lnTo>
                <a:lnTo>
                  <a:pt x="116687" y="40446"/>
                </a:lnTo>
                <a:lnTo>
                  <a:pt x="116687" y="40446"/>
                </a:lnTo>
                <a:lnTo>
                  <a:pt x="116489" y="41932"/>
                </a:lnTo>
                <a:lnTo>
                  <a:pt x="118330" y="41625"/>
                </a:lnTo>
                <a:lnTo>
                  <a:pt x="118739" y="42136"/>
                </a:lnTo>
                <a:lnTo>
                  <a:pt x="118841" y="42034"/>
                </a:lnTo>
                <a:lnTo>
                  <a:pt x="119455" y="42955"/>
                </a:lnTo>
                <a:lnTo>
                  <a:pt x="122420" y="42034"/>
                </a:lnTo>
                <a:lnTo>
                  <a:pt x="122727" y="41625"/>
                </a:lnTo>
                <a:lnTo>
                  <a:pt x="123545" y="41318"/>
                </a:lnTo>
                <a:lnTo>
                  <a:pt x="123852" y="40500"/>
                </a:lnTo>
                <a:lnTo>
                  <a:pt x="124261" y="40193"/>
                </a:lnTo>
                <a:lnTo>
                  <a:pt x="123955" y="39784"/>
                </a:lnTo>
                <a:lnTo>
                  <a:pt x="124773" y="38045"/>
                </a:lnTo>
                <a:lnTo>
                  <a:pt x="126818" y="36920"/>
                </a:lnTo>
                <a:lnTo>
                  <a:pt x="126818" y="35693"/>
                </a:lnTo>
                <a:lnTo>
                  <a:pt x="129682" y="35591"/>
                </a:lnTo>
                <a:lnTo>
                  <a:pt x="131318" y="34466"/>
                </a:lnTo>
                <a:lnTo>
                  <a:pt x="136943" y="38864"/>
                </a:lnTo>
                <a:lnTo>
                  <a:pt x="137250" y="38864"/>
                </a:lnTo>
                <a:lnTo>
                  <a:pt x="137761" y="40091"/>
                </a:lnTo>
                <a:lnTo>
                  <a:pt x="137557" y="40193"/>
                </a:lnTo>
                <a:lnTo>
                  <a:pt x="137352" y="40807"/>
                </a:lnTo>
                <a:lnTo>
                  <a:pt x="137761" y="41011"/>
                </a:lnTo>
                <a:lnTo>
                  <a:pt x="138170" y="39989"/>
                </a:lnTo>
                <a:lnTo>
                  <a:pt x="138580" y="39886"/>
                </a:lnTo>
                <a:lnTo>
                  <a:pt x="138477" y="39375"/>
                </a:lnTo>
                <a:lnTo>
                  <a:pt x="138068" y="39170"/>
                </a:lnTo>
                <a:lnTo>
                  <a:pt x="138375" y="38455"/>
                </a:lnTo>
                <a:lnTo>
                  <a:pt x="139602" y="38966"/>
                </a:lnTo>
                <a:lnTo>
                  <a:pt x="137455" y="37432"/>
                </a:lnTo>
                <a:lnTo>
                  <a:pt x="137557" y="37023"/>
                </a:lnTo>
                <a:lnTo>
                  <a:pt x="136432" y="36818"/>
                </a:lnTo>
                <a:lnTo>
                  <a:pt x="134182" y="34057"/>
                </a:lnTo>
                <a:lnTo>
                  <a:pt x="134284" y="33341"/>
                </a:lnTo>
                <a:lnTo>
                  <a:pt x="135307" y="33239"/>
                </a:lnTo>
                <a:lnTo>
                  <a:pt x="135205" y="33750"/>
                </a:lnTo>
                <a:lnTo>
                  <a:pt x="135716" y="33750"/>
                </a:lnTo>
                <a:lnTo>
                  <a:pt x="135818" y="33545"/>
                </a:lnTo>
                <a:lnTo>
                  <a:pt x="136841" y="34670"/>
                </a:lnTo>
                <a:lnTo>
                  <a:pt x="136534" y="34670"/>
                </a:lnTo>
                <a:lnTo>
                  <a:pt x="138784" y="36102"/>
                </a:lnTo>
                <a:lnTo>
                  <a:pt x="138170" y="35898"/>
                </a:lnTo>
                <a:lnTo>
                  <a:pt x="140420" y="37330"/>
                </a:lnTo>
                <a:lnTo>
                  <a:pt x="140420" y="38557"/>
                </a:lnTo>
                <a:lnTo>
                  <a:pt x="140318" y="38557"/>
                </a:lnTo>
                <a:lnTo>
                  <a:pt x="141955" y="39989"/>
                </a:lnTo>
                <a:lnTo>
                  <a:pt x="141648" y="39989"/>
                </a:lnTo>
                <a:lnTo>
                  <a:pt x="141955" y="40398"/>
                </a:lnTo>
                <a:lnTo>
                  <a:pt x="143080" y="40500"/>
                </a:lnTo>
                <a:lnTo>
                  <a:pt x="143489" y="40807"/>
                </a:lnTo>
                <a:lnTo>
                  <a:pt x="143489" y="40909"/>
                </a:lnTo>
                <a:lnTo>
                  <a:pt x="142159" y="40909"/>
                </a:lnTo>
                <a:lnTo>
                  <a:pt x="142773" y="42239"/>
                </a:lnTo>
                <a:lnTo>
                  <a:pt x="143284" y="42545"/>
                </a:lnTo>
                <a:lnTo>
                  <a:pt x="143898" y="42545"/>
                </a:lnTo>
                <a:lnTo>
                  <a:pt x="143489" y="41318"/>
                </a:lnTo>
                <a:lnTo>
                  <a:pt x="144102" y="41523"/>
                </a:lnTo>
                <a:lnTo>
                  <a:pt x="144102" y="41523"/>
                </a:lnTo>
                <a:lnTo>
                  <a:pt x="143591" y="41011"/>
                </a:lnTo>
                <a:lnTo>
                  <a:pt x="144205" y="41011"/>
                </a:lnTo>
                <a:lnTo>
                  <a:pt x="144409" y="40807"/>
                </a:lnTo>
                <a:lnTo>
                  <a:pt x="143182" y="39989"/>
                </a:lnTo>
                <a:lnTo>
                  <a:pt x="143591" y="39784"/>
                </a:lnTo>
                <a:lnTo>
                  <a:pt x="143386" y="39682"/>
                </a:lnTo>
                <a:lnTo>
                  <a:pt x="143591" y="39580"/>
                </a:lnTo>
                <a:lnTo>
                  <a:pt x="143693" y="39784"/>
                </a:lnTo>
                <a:lnTo>
                  <a:pt x="143591" y="39477"/>
                </a:lnTo>
                <a:lnTo>
                  <a:pt x="143080" y="38761"/>
                </a:lnTo>
                <a:lnTo>
                  <a:pt x="143284" y="38352"/>
                </a:lnTo>
                <a:lnTo>
                  <a:pt x="143740" y="38678"/>
                </a:lnTo>
                <a:lnTo>
                  <a:pt x="143740" y="38678"/>
                </a:lnTo>
                <a:lnTo>
                  <a:pt x="144205" y="38864"/>
                </a:lnTo>
                <a:lnTo>
                  <a:pt x="144102" y="38557"/>
                </a:lnTo>
                <a:lnTo>
                  <a:pt x="144511" y="38761"/>
                </a:lnTo>
                <a:lnTo>
                  <a:pt x="144000" y="38250"/>
                </a:lnTo>
                <a:lnTo>
                  <a:pt x="145636" y="38045"/>
                </a:lnTo>
                <a:lnTo>
                  <a:pt x="145943" y="38250"/>
                </a:lnTo>
                <a:lnTo>
                  <a:pt x="146557" y="38250"/>
                </a:lnTo>
                <a:lnTo>
                  <a:pt x="146045" y="38864"/>
                </a:lnTo>
                <a:lnTo>
                  <a:pt x="146864" y="39989"/>
                </a:lnTo>
                <a:lnTo>
                  <a:pt x="146761" y="40295"/>
                </a:lnTo>
                <a:lnTo>
                  <a:pt x="147068" y="40398"/>
                </a:lnTo>
                <a:lnTo>
                  <a:pt x="146659" y="40602"/>
                </a:lnTo>
                <a:lnTo>
                  <a:pt x="146455" y="40295"/>
                </a:lnTo>
                <a:lnTo>
                  <a:pt x="146352" y="40705"/>
                </a:lnTo>
                <a:lnTo>
                  <a:pt x="146864" y="40807"/>
                </a:lnTo>
                <a:lnTo>
                  <a:pt x="147477" y="41727"/>
                </a:lnTo>
                <a:lnTo>
                  <a:pt x="147375" y="41830"/>
                </a:lnTo>
                <a:lnTo>
                  <a:pt x="147273" y="41932"/>
                </a:lnTo>
                <a:lnTo>
                  <a:pt x="148091" y="41932"/>
                </a:lnTo>
                <a:lnTo>
                  <a:pt x="147477" y="42239"/>
                </a:lnTo>
                <a:lnTo>
                  <a:pt x="147989" y="42239"/>
                </a:lnTo>
                <a:lnTo>
                  <a:pt x="147989" y="42341"/>
                </a:lnTo>
                <a:lnTo>
                  <a:pt x="148602" y="42239"/>
                </a:lnTo>
                <a:lnTo>
                  <a:pt x="149523" y="42852"/>
                </a:lnTo>
                <a:lnTo>
                  <a:pt x="150136" y="42648"/>
                </a:lnTo>
                <a:lnTo>
                  <a:pt x="150341" y="42136"/>
                </a:lnTo>
                <a:lnTo>
                  <a:pt x="152080" y="42955"/>
                </a:lnTo>
                <a:lnTo>
                  <a:pt x="152898" y="42852"/>
                </a:lnTo>
                <a:lnTo>
                  <a:pt x="153511" y="42239"/>
                </a:lnTo>
                <a:lnTo>
                  <a:pt x="154227" y="42443"/>
                </a:lnTo>
                <a:lnTo>
                  <a:pt x="154636" y="42136"/>
                </a:lnTo>
                <a:lnTo>
                  <a:pt x="154023" y="47659"/>
                </a:lnTo>
                <a:lnTo>
                  <a:pt x="152489" y="48068"/>
                </a:lnTo>
                <a:lnTo>
                  <a:pt x="152080" y="47864"/>
                </a:lnTo>
                <a:lnTo>
                  <a:pt x="151773" y="47864"/>
                </a:lnTo>
                <a:lnTo>
                  <a:pt x="151773" y="47761"/>
                </a:lnTo>
                <a:lnTo>
                  <a:pt x="151261" y="47557"/>
                </a:lnTo>
                <a:lnTo>
                  <a:pt x="150648" y="47761"/>
                </a:lnTo>
                <a:lnTo>
                  <a:pt x="150955" y="47557"/>
                </a:lnTo>
                <a:lnTo>
                  <a:pt x="150955" y="47557"/>
                </a:lnTo>
                <a:lnTo>
                  <a:pt x="149114" y="48170"/>
                </a:lnTo>
                <a:lnTo>
                  <a:pt x="146148" y="47659"/>
                </a:lnTo>
                <a:lnTo>
                  <a:pt x="145739" y="47148"/>
                </a:lnTo>
                <a:lnTo>
                  <a:pt x="144102" y="46739"/>
                </a:lnTo>
                <a:lnTo>
                  <a:pt x="144000" y="46432"/>
                </a:lnTo>
                <a:lnTo>
                  <a:pt x="143489" y="46227"/>
                </a:lnTo>
                <a:lnTo>
                  <a:pt x="141955" y="46534"/>
                </a:lnTo>
                <a:lnTo>
                  <a:pt x="141443" y="47250"/>
                </a:lnTo>
                <a:lnTo>
                  <a:pt x="141648" y="48170"/>
                </a:lnTo>
                <a:lnTo>
                  <a:pt x="140114" y="48580"/>
                </a:lnTo>
                <a:lnTo>
                  <a:pt x="133773" y="45818"/>
                </a:lnTo>
                <a:lnTo>
                  <a:pt x="133875" y="45818"/>
                </a:lnTo>
                <a:lnTo>
                  <a:pt x="132750" y="44898"/>
                </a:lnTo>
                <a:lnTo>
                  <a:pt x="133568" y="43670"/>
                </a:lnTo>
                <a:lnTo>
                  <a:pt x="133159" y="43057"/>
                </a:lnTo>
                <a:lnTo>
                  <a:pt x="133466" y="41932"/>
                </a:lnTo>
                <a:lnTo>
                  <a:pt x="132852" y="42136"/>
                </a:lnTo>
                <a:lnTo>
                  <a:pt x="132852" y="41830"/>
                </a:lnTo>
                <a:lnTo>
                  <a:pt x="132545" y="41727"/>
                </a:lnTo>
                <a:lnTo>
                  <a:pt x="132545" y="41625"/>
                </a:lnTo>
                <a:lnTo>
                  <a:pt x="130807" y="42136"/>
                </a:lnTo>
                <a:lnTo>
                  <a:pt x="130295" y="41830"/>
                </a:lnTo>
                <a:lnTo>
                  <a:pt x="122318" y="43977"/>
                </a:lnTo>
                <a:lnTo>
                  <a:pt x="121602" y="43670"/>
                </a:lnTo>
                <a:lnTo>
                  <a:pt x="120477" y="43875"/>
                </a:lnTo>
                <a:lnTo>
                  <a:pt x="119659" y="43057"/>
                </a:lnTo>
                <a:lnTo>
                  <a:pt x="115568" y="48477"/>
                </a:lnTo>
                <a:lnTo>
                  <a:pt x="115773" y="48784"/>
                </a:lnTo>
                <a:lnTo>
                  <a:pt x="114034" y="50932"/>
                </a:lnTo>
                <a:lnTo>
                  <a:pt x="112909" y="51239"/>
                </a:lnTo>
                <a:lnTo>
                  <a:pt x="109943" y="55739"/>
                </a:lnTo>
                <a:lnTo>
                  <a:pt x="109943" y="55739"/>
                </a:lnTo>
                <a:lnTo>
                  <a:pt x="110148" y="55534"/>
                </a:lnTo>
                <a:lnTo>
                  <a:pt x="110148" y="55534"/>
                </a:lnTo>
                <a:lnTo>
                  <a:pt x="108920" y="58602"/>
                </a:lnTo>
                <a:lnTo>
                  <a:pt x="109432" y="58807"/>
                </a:lnTo>
                <a:lnTo>
                  <a:pt x="109432" y="60034"/>
                </a:lnTo>
                <a:lnTo>
                  <a:pt x="109636" y="59932"/>
                </a:lnTo>
                <a:lnTo>
                  <a:pt x="109330" y="63716"/>
                </a:lnTo>
                <a:lnTo>
                  <a:pt x="108409" y="64841"/>
                </a:lnTo>
                <a:lnTo>
                  <a:pt x="109023" y="65659"/>
                </a:lnTo>
                <a:lnTo>
                  <a:pt x="109227" y="65557"/>
                </a:lnTo>
                <a:lnTo>
                  <a:pt x="109227" y="66170"/>
                </a:lnTo>
                <a:lnTo>
                  <a:pt x="110250" y="66170"/>
                </a:lnTo>
                <a:lnTo>
                  <a:pt x="109330" y="66375"/>
                </a:lnTo>
                <a:lnTo>
                  <a:pt x="109227" y="66273"/>
                </a:lnTo>
                <a:lnTo>
                  <a:pt x="109023" y="67091"/>
                </a:lnTo>
                <a:lnTo>
                  <a:pt x="109023" y="67091"/>
                </a:lnTo>
                <a:lnTo>
                  <a:pt x="109227" y="66989"/>
                </a:lnTo>
                <a:lnTo>
                  <a:pt x="109739" y="67909"/>
                </a:lnTo>
                <a:lnTo>
                  <a:pt x="110557" y="67705"/>
                </a:lnTo>
                <a:lnTo>
                  <a:pt x="110557" y="67705"/>
                </a:lnTo>
                <a:lnTo>
                  <a:pt x="110148" y="67909"/>
                </a:lnTo>
                <a:lnTo>
                  <a:pt x="110557" y="68114"/>
                </a:lnTo>
                <a:lnTo>
                  <a:pt x="110148" y="68318"/>
                </a:lnTo>
                <a:lnTo>
                  <a:pt x="110250" y="68318"/>
                </a:lnTo>
                <a:lnTo>
                  <a:pt x="110455" y="68523"/>
                </a:lnTo>
                <a:lnTo>
                  <a:pt x="110352" y="68727"/>
                </a:lnTo>
                <a:lnTo>
                  <a:pt x="110557" y="68625"/>
                </a:lnTo>
                <a:lnTo>
                  <a:pt x="110659" y="68932"/>
                </a:lnTo>
                <a:lnTo>
                  <a:pt x="110864" y="69034"/>
                </a:lnTo>
                <a:lnTo>
                  <a:pt x="110966" y="68932"/>
                </a:lnTo>
                <a:lnTo>
                  <a:pt x="111375" y="69648"/>
                </a:lnTo>
                <a:lnTo>
                  <a:pt x="111784" y="69852"/>
                </a:lnTo>
                <a:lnTo>
                  <a:pt x="111784" y="70261"/>
                </a:lnTo>
                <a:lnTo>
                  <a:pt x="112295" y="70875"/>
                </a:lnTo>
                <a:lnTo>
                  <a:pt x="112193" y="71182"/>
                </a:lnTo>
                <a:lnTo>
                  <a:pt x="112500" y="71182"/>
                </a:lnTo>
                <a:lnTo>
                  <a:pt x="112193" y="71284"/>
                </a:lnTo>
                <a:lnTo>
                  <a:pt x="117511" y="75477"/>
                </a:lnTo>
                <a:lnTo>
                  <a:pt x="119557" y="74761"/>
                </a:lnTo>
                <a:lnTo>
                  <a:pt x="119250" y="74761"/>
                </a:lnTo>
                <a:lnTo>
                  <a:pt x="120477" y="74659"/>
                </a:lnTo>
                <a:lnTo>
                  <a:pt x="119966" y="74659"/>
                </a:lnTo>
                <a:lnTo>
                  <a:pt x="121295" y="74557"/>
                </a:lnTo>
                <a:lnTo>
                  <a:pt x="121398" y="74761"/>
                </a:lnTo>
                <a:lnTo>
                  <a:pt x="127534" y="73227"/>
                </a:lnTo>
                <a:lnTo>
                  <a:pt x="127330" y="73432"/>
                </a:lnTo>
                <a:lnTo>
                  <a:pt x="129170" y="74455"/>
                </a:lnTo>
                <a:lnTo>
                  <a:pt x="129170" y="74761"/>
                </a:lnTo>
                <a:lnTo>
                  <a:pt x="129068" y="74761"/>
                </a:lnTo>
                <a:lnTo>
                  <a:pt x="129886" y="75477"/>
                </a:lnTo>
                <a:lnTo>
                  <a:pt x="130091" y="75477"/>
                </a:lnTo>
                <a:lnTo>
                  <a:pt x="130398" y="75580"/>
                </a:lnTo>
                <a:lnTo>
                  <a:pt x="130295" y="75170"/>
                </a:lnTo>
                <a:lnTo>
                  <a:pt x="130398" y="75477"/>
                </a:lnTo>
                <a:lnTo>
                  <a:pt x="130602" y="75170"/>
                </a:lnTo>
                <a:lnTo>
                  <a:pt x="131420" y="75375"/>
                </a:lnTo>
                <a:lnTo>
                  <a:pt x="131625" y="74966"/>
                </a:lnTo>
                <a:lnTo>
                  <a:pt x="132341" y="75784"/>
                </a:lnTo>
                <a:lnTo>
                  <a:pt x="132955" y="75886"/>
                </a:lnTo>
                <a:lnTo>
                  <a:pt x="132852" y="79466"/>
                </a:lnTo>
                <a:lnTo>
                  <a:pt x="132648" y="79568"/>
                </a:lnTo>
                <a:lnTo>
                  <a:pt x="133261" y="79875"/>
                </a:lnTo>
                <a:lnTo>
                  <a:pt x="133057" y="79977"/>
                </a:lnTo>
                <a:lnTo>
                  <a:pt x="132648" y="79670"/>
                </a:lnTo>
                <a:lnTo>
                  <a:pt x="132443" y="80591"/>
                </a:lnTo>
                <a:lnTo>
                  <a:pt x="132034" y="80693"/>
                </a:lnTo>
                <a:lnTo>
                  <a:pt x="132852" y="81716"/>
                </a:lnTo>
                <a:lnTo>
                  <a:pt x="132852" y="81716"/>
                </a:lnTo>
                <a:lnTo>
                  <a:pt x="132341" y="81409"/>
                </a:lnTo>
                <a:lnTo>
                  <a:pt x="132750" y="82023"/>
                </a:lnTo>
                <a:lnTo>
                  <a:pt x="132648" y="82023"/>
                </a:lnTo>
                <a:lnTo>
                  <a:pt x="133261" y="82636"/>
                </a:lnTo>
                <a:lnTo>
                  <a:pt x="132955" y="82534"/>
                </a:lnTo>
                <a:lnTo>
                  <a:pt x="135205" y="85909"/>
                </a:lnTo>
                <a:lnTo>
                  <a:pt x="136023" y="86114"/>
                </a:lnTo>
                <a:lnTo>
                  <a:pt x="135307" y="86318"/>
                </a:lnTo>
                <a:lnTo>
                  <a:pt x="135920" y="89284"/>
                </a:lnTo>
                <a:lnTo>
                  <a:pt x="136023" y="89182"/>
                </a:lnTo>
                <a:lnTo>
                  <a:pt x="136432" y="92557"/>
                </a:lnTo>
                <a:lnTo>
                  <a:pt x="134795" y="96648"/>
                </a:lnTo>
                <a:lnTo>
                  <a:pt x="137045" y="103602"/>
                </a:lnTo>
                <a:lnTo>
                  <a:pt x="136943" y="103602"/>
                </a:lnTo>
                <a:lnTo>
                  <a:pt x="140011" y="115364"/>
                </a:lnTo>
                <a:lnTo>
                  <a:pt x="146148" y="114955"/>
                </a:lnTo>
                <a:lnTo>
                  <a:pt x="146557" y="114648"/>
                </a:lnTo>
                <a:lnTo>
                  <a:pt x="147068" y="114648"/>
                </a:lnTo>
                <a:lnTo>
                  <a:pt x="152693" y="109125"/>
                </a:lnTo>
                <a:lnTo>
                  <a:pt x="153205" y="106977"/>
                </a:lnTo>
                <a:lnTo>
                  <a:pt x="153102" y="107080"/>
                </a:lnTo>
                <a:lnTo>
                  <a:pt x="153205" y="106875"/>
                </a:lnTo>
                <a:lnTo>
                  <a:pt x="153205" y="106977"/>
                </a:lnTo>
                <a:lnTo>
                  <a:pt x="155659" y="104523"/>
                </a:lnTo>
                <a:lnTo>
                  <a:pt x="155659" y="102784"/>
                </a:lnTo>
                <a:lnTo>
                  <a:pt x="155557" y="103091"/>
                </a:lnTo>
                <a:lnTo>
                  <a:pt x="155045" y="100330"/>
                </a:lnTo>
                <a:lnTo>
                  <a:pt x="160670" y="95932"/>
                </a:lnTo>
                <a:lnTo>
                  <a:pt x="160875" y="91125"/>
                </a:lnTo>
                <a:lnTo>
                  <a:pt x="160057" y="90307"/>
                </a:lnTo>
                <a:lnTo>
                  <a:pt x="159955" y="87136"/>
                </a:lnTo>
                <a:lnTo>
                  <a:pt x="159341" y="86523"/>
                </a:lnTo>
                <a:lnTo>
                  <a:pt x="161284" y="82125"/>
                </a:lnTo>
                <a:lnTo>
                  <a:pt x="161693" y="82023"/>
                </a:lnTo>
                <a:lnTo>
                  <a:pt x="170591" y="69341"/>
                </a:lnTo>
                <a:lnTo>
                  <a:pt x="170386" y="69136"/>
                </a:lnTo>
                <a:lnTo>
                  <a:pt x="170284" y="69341"/>
                </a:lnTo>
                <a:lnTo>
                  <a:pt x="170182" y="67807"/>
                </a:lnTo>
                <a:lnTo>
                  <a:pt x="164557" y="69341"/>
                </a:lnTo>
                <a:lnTo>
                  <a:pt x="162511" y="68114"/>
                </a:lnTo>
                <a:lnTo>
                  <a:pt x="163330" y="67602"/>
                </a:lnTo>
                <a:lnTo>
                  <a:pt x="162920" y="66784"/>
                </a:lnTo>
                <a:lnTo>
                  <a:pt x="162920" y="66886"/>
                </a:lnTo>
                <a:lnTo>
                  <a:pt x="159955" y="64125"/>
                </a:lnTo>
                <a:lnTo>
                  <a:pt x="159955" y="64534"/>
                </a:lnTo>
                <a:lnTo>
                  <a:pt x="157193" y="58295"/>
                </a:lnTo>
                <a:lnTo>
                  <a:pt x="157193" y="58295"/>
                </a:lnTo>
                <a:lnTo>
                  <a:pt x="157295" y="58398"/>
                </a:lnTo>
                <a:lnTo>
                  <a:pt x="156375" y="56761"/>
                </a:lnTo>
                <a:lnTo>
                  <a:pt x="155966" y="56557"/>
                </a:lnTo>
                <a:lnTo>
                  <a:pt x="155659" y="56148"/>
                </a:lnTo>
                <a:lnTo>
                  <a:pt x="155864" y="55432"/>
                </a:lnTo>
                <a:lnTo>
                  <a:pt x="152591" y="49193"/>
                </a:lnTo>
                <a:lnTo>
                  <a:pt x="152591" y="49193"/>
                </a:lnTo>
                <a:lnTo>
                  <a:pt x="153716" y="51136"/>
                </a:lnTo>
                <a:lnTo>
                  <a:pt x="154330" y="50830"/>
                </a:lnTo>
                <a:lnTo>
                  <a:pt x="154739" y="49602"/>
                </a:lnTo>
                <a:lnTo>
                  <a:pt x="154534" y="51136"/>
                </a:lnTo>
                <a:lnTo>
                  <a:pt x="158727" y="56557"/>
                </a:lnTo>
                <a:lnTo>
                  <a:pt x="158625" y="56557"/>
                </a:lnTo>
                <a:lnTo>
                  <a:pt x="162614" y="64330"/>
                </a:lnTo>
                <a:lnTo>
                  <a:pt x="162511" y="64227"/>
                </a:lnTo>
                <a:lnTo>
                  <a:pt x="162511" y="64227"/>
                </a:lnTo>
                <a:lnTo>
                  <a:pt x="163330" y="66989"/>
                </a:lnTo>
                <a:lnTo>
                  <a:pt x="171102" y="63818"/>
                </a:lnTo>
                <a:lnTo>
                  <a:pt x="171102" y="63409"/>
                </a:lnTo>
                <a:lnTo>
                  <a:pt x="173557" y="62489"/>
                </a:lnTo>
                <a:lnTo>
                  <a:pt x="173659" y="61977"/>
                </a:lnTo>
                <a:lnTo>
                  <a:pt x="174580" y="61568"/>
                </a:lnTo>
                <a:lnTo>
                  <a:pt x="174989" y="60750"/>
                </a:lnTo>
                <a:lnTo>
                  <a:pt x="175807" y="60443"/>
                </a:lnTo>
                <a:lnTo>
                  <a:pt x="175705" y="59625"/>
                </a:lnTo>
                <a:lnTo>
                  <a:pt x="176114" y="58807"/>
                </a:lnTo>
                <a:lnTo>
                  <a:pt x="176216" y="59114"/>
                </a:lnTo>
                <a:lnTo>
                  <a:pt x="177341" y="57170"/>
                </a:lnTo>
                <a:lnTo>
                  <a:pt x="174273" y="54920"/>
                </a:lnTo>
                <a:lnTo>
                  <a:pt x="173864" y="52977"/>
                </a:lnTo>
                <a:lnTo>
                  <a:pt x="172330" y="55023"/>
                </a:lnTo>
                <a:lnTo>
                  <a:pt x="170080" y="55330"/>
                </a:lnTo>
                <a:lnTo>
                  <a:pt x="169875" y="55023"/>
                </a:lnTo>
                <a:lnTo>
                  <a:pt x="169568" y="55023"/>
                </a:lnTo>
                <a:lnTo>
                  <a:pt x="169670" y="54818"/>
                </a:lnTo>
                <a:lnTo>
                  <a:pt x="169466" y="54716"/>
                </a:lnTo>
                <a:lnTo>
                  <a:pt x="169670" y="54000"/>
                </a:lnTo>
                <a:lnTo>
                  <a:pt x="169466" y="53284"/>
                </a:lnTo>
                <a:lnTo>
                  <a:pt x="169057" y="53795"/>
                </a:lnTo>
                <a:lnTo>
                  <a:pt x="169057" y="54511"/>
                </a:lnTo>
                <a:lnTo>
                  <a:pt x="168239" y="53182"/>
                </a:lnTo>
                <a:lnTo>
                  <a:pt x="168341" y="53182"/>
                </a:lnTo>
                <a:lnTo>
                  <a:pt x="168239" y="52568"/>
                </a:lnTo>
                <a:lnTo>
                  <a:pt x="168341" y="52568"/>
                </a:lnTo>
                <a:lnTo>
                  <a:pt x="165886" y="49807"/>
                </a:lnTo>
                <a:lnTo>
                  <a:pt x="166193" y="49602"/>
                </a:lnTo>
                <a:lnTo>
                  <a:pt x="165989" y="49193"/>
                </a:lnTo>
                <a:lnTo>
                  <a:pt x="166398" y="49295"/>
                </a:lnTo>
                <a:lnTo>
                  <a:pt x="166807" y="48682"/>
                </a:lnTo>
                <a:lnTo>
                  <a:pt x="166807" y="48784"/>
                </a:lnTo>
                <a:lnTo>
                  <a:pt x="171409" y="52568"/>
                </a:lnTo>
                <a:lnTo>
                  <a:pt x="172943" y="52466"/>
                </a:lnTo>
                <a:lnTo>
                  <a:pt x="173557" y="52057"/>
                </a:lnTo>
                <a:lnTo>
                  <a:pt x="174273" y="52364"/>
                </a:lnTo>
                <a:lnTo>
                  <a:pt x="174580" y="53182"/>
                </a:lnTo>
                <a:lnTo>
                  <a:pt x="177545" y="54000"/>
                </a:lnTo>
                <a:lnTo>
                  <a:pt x="177648" y="53898"/>
                </a:lnTo>
                <a:lnTo>
                  <a:pt x="177750" y="54000"/>
                </a:lnTo>
                <a:lnTo>
                  <a:pt x="182761" y="53898"/>
                </a:lnTo>
                <a:lnTo>
                  <a:pt x="182557" y="53795"/>
                </a:lnTo>
                <a:lnTo>
                  <a:pt x="182557" y="53795"/>
                </a:lnTo>
                <a:lnTo>
                  <a:pt x="182864" y="53898"/>
                </a:lnTo>
                <a:lnTo>
                  <a:pt x="182966" y="53898"/>
                </a:lnTo>
                <a:lnTo>
                  <a:pt x="184091" y="55432"/>
                </a:lnTo>
                <a:lnTo>
                  <a:pt x="184500" y="55636"/>
                </a:lnTo>
                <a:lnTo>
                  <a:pt x="184500" y="55534"/>
                </a:lnTo>
                <a:lnTo>
                  <a:pt x="185114" y="55534"/>
                </a:lnTo>
                <a:lnTo>
                  <a:pt x="184909" y="56045"/>
                </a:lnTo>
                <a:lnTo>
                  <a:pt x="185727" y="56557"/>
                </a:lnTo>
                <a:lnTo>
                  <a:pt x="186750" y="56250"/>
                </a:lnTo>
                <a:lnTo>
                  <a:pt x="185727" y="57068"/>
                </a:lnTo>
                <a:lnTo>
                  <a:pt x="185420" y="57068"/>
                </a:lnTo>
                <a:lnTo>
                  <a:pt x="187568" y="58602"/>
                </a:lnTo>
                <a:lnTo>
                  <a:pt x="188386" y="58193"/>
                </a:lnTo>
                <a:lnTo>
                  <a:pt x="188284" y="57170"/>
                </a:lnTo>
                <a:lnTo>
                  <a:pt x="188898" y="57170"/>
                </a:lnTo>
                <a:lnTo>
                  <a:pt x="188693" y="57682"/>
                </a:lnTo>
                <a:lnTo>
                  <a:pt x="189205" y="57682"/>
                </a:lnTo>
                <a:lnTo>
                  <a:pt x="188795" y="57989"/>
                </a:lnTo>
                <a:lnTo>
                  <a:pt x="188898" y="57989"/>
                </a:lnTo>
                <a:lnTo>
                  <a:pt x="189307" y="60239"/>
                </a:lnTo>
                <a:lnTo>
                  <a:pt x="189205" y="60239"/>
                </a:lnTo>
                <a:lnTo>
                  <a:pt x="189205" y="60545"/>
                </a:lnTo>
                <a:lnTo>
                  <a:pt x="189307" y="60341"/>
                </a:lnTo>
                <a:lnTo>
                  <a:pt x="190636" y="64227"/>
                </a:lnTo>
                <a:lnTo>
                  <a:pt x="190534" y="64227"/>
                </a:lnTo>
                <a:lnTo>
                  <a:pt x="193160" y="69965"/>
                </a:lnTo>
                <a:lnTo>
                  <a:pt x="194216" y="71693"/>
                </a:lnTo>
                <a:lnTo>
                  <a:pt x="195955" y="70568"/>
                </a:lnTo>
                <a:lnTo>
                  <a:pt x="195545" y="70261"/>
                </a:lnTo>
                <a:lnTo>
                  <a:pt x="195852" y="69443"/>
                </a:lnTo>
                <a:lnTo>
                  <a:pt x="196364" y="69239"/>
                </a:lnTo>
                <a:lnTo>
                  <a:pt x="196568" y="66375"/>
                </a:lnTo>
                <a:lnTo>
                  <a:pt x="196466" y="66170"/>
                </a:lnTo>
                <a:lnTo>
                  <a:pt x="196261" y="63920"/>
                </a:lnTo>
                <a:lnTo>
                  <a:pt x="196875" y="63818"/>
                </a:lnTo>
                <a:lnTo>
                  <a:pt x="200455" y="59830"/>
                </a:lnTo>
                <a:lnTo>
                  <a:pt x="200250" y="59932"/>
                </a:lnTo>
                <a:lnTo>
                  <a:pt x="200250" y="59932"/>
                </a:lnTo>
                <a:lnTo>
                  <a:pt x="201580" y="58705"/>
                </a:lnTo>
                <a:lnTo>
                  <a:pt x="201477" y="58091"/>
                </a:lnTo>
                <a:lnTo>
                  <a:pt x="202398" y="57580"/>
                </a:lnTo>
                <a:lnTo>
                  <a:pt x="202295" y="57068"/>
                </a:lnTo>
                <a:lnTo>
                  <a:pt x="202500" y="57580"/>
                </a:lnTo>
                <a:lnTo>
                  <a:pt x="202705" y="57682"/>
                </a:lnTo>
                <a:lnTo>
                  <a:pt x="202909" y="57273"/>
                </a:lnTo>
                <a:lnTo>
                  <a:pt x="203114" y="57886"/>
                </a:lnTo>
                <a:lnTo>
                  <a:pt x="203216" y="57682"/>
                </a:lnTo>
                <a:lnTo>
                  <a:pt x="203420" y="57784"/>
                </a:lnTo>
                <a:lnTo>
                  <a:pt x="203420" y="57784"/>
                </a:lnTo>
                <a:lnTo>
                  <a:pt x="203216" y="57477"/>
                </a:lnTo>
                <a:lnTo>
                  <a:pt x="203318" y="57273"/>
                </a:lnTo>
                <a:lnTo>
                  <a:pt x="203625" y="57682"/>
                </a:lnTo>
                <a:lnTo>
                  <a:pt x="203625" y="57170"/>
                </a:lnTo>
                <a:lnTo>
                  <a:pt x="203830" y="57682"/>
                </a:lnTo>
                <a:lnTo>
                  <a:pt x="204136" y="56966"/>
                </a:lnTo>
                <a:lnTo>
                  <a:pt x="204136" y="57375"/>
                </a:lnTo>
                <a:lnTo>
                  <a:pt x="204341" y="57273"/>
                </a:lnTo>
                <a:lnTo>
                  <a:pt x="204341" y="57580"/>
                </a:lnTo>
                <a:lnTo>
                  <a:pt x="204648" y="57170"/>
                </a:lnTo>
                <a:lnTo>
                  <a:pt x="204545" y="56250"/>
                </a:lnTo>
                <a:lnTo>
                  <a:pt x="204239" y="55943"/>
                </a:lnTo>
                <a:lnTo>
                  <a:pt x="204443" y="55943"/>
                </a:lnTo>
                <a:lnTo>
                  <a:pt x="204443" y="55739"/>
                </a:lnTo>
                <a:lnTo>
                  <a:pt x="205773" y="57068"/>
                </a:lnTo>
                <a:lnTo>
                  <a:pt x="206795" y="59216"/>
                </a:lnTo>
                <a:lnTo>
                  <a:pt x="206795" y="58909"/>
                </a:lnTo>
                <a:lnTo>
                  <a:pt x="207102" y="59011"/>
                </a:lnTo>
                <a:lnTo>
                  <a:pt x="207307" y="59625"/>
                </a:lnTo>
                <a:lnTo>
                  <a:pt x="207307" y="59420"/>
                </a:lnTo>
                <a:lnTo>
                  <a:pt x="207818" y="59523"/>
                </a:lnTo>
                <a:lnTo>
                  <a:pt x="208125" y="60136"/>
                </a:lnTo>
                <a:lnTo>
                  <a:pt x="207716" y="60136"/>
                </a:lnTo>
                <a:lnTo>
                  <a:pt x="208125" y="60648"/>
                </a:lnTo>
                <a:lnTo>
                  <a:pt x="208125" y="60239"/>
                </a:lnTo>
                <a:lnTo>
                  <a:pt x="208432" y="60750"/>
                </a:lnTo>
                <a:lnTo>
                  <a:pt x="208330" y="60750"/>
                </a:lnTo>
                <a:lnTo>
                  <a:pt x="208739" y="63614"/>
                </a:lnTo>
                <a:lnTo>
                  <a:pt x="209148" y="63102"/>
                </a:lnTo>
                <a:lnTo>
                  <a:pt x="209148" y="63716"/>
                </a:lnTo>
                <a:lnTo>
                  <a:pt x="209352" y="63409"/>
                </a:lnTo>
                <a:lnTo>
                  <a:pt x="210170" y="63409"/>
                </a:lnTo>
                <a:lnTo>
                  <a:pt x="210477" y="63205"/>
                </a:lnTo>
                <a:lnTo>
                  <a:pt x="210477" y="62795"/>
                </a:lnTo>
                <a:lnTo>
                  <a:pt x="210886" y="62898"/>
                </a:lnTo>
                <a:lnTo>
                  <a:pt x="210989" y="62182"/>
                </a:lnTo>
                <a:lnTo>
                  <a:pt x="211807" y="63000"/>
                </a:lnTo>
                <a:lnTo>
                  <a:pt x="212318" y="64943"/>
                </a:lnTo>
                <a:lnTo>
                  <a:pt x="212216" y="64943"/>
                </a:lnTo>
                <a:lnTo>
                  <a:pt x="212523" y="65966"/>
                </a:lnTo>
                <a:lnTo>
                  <a:pt x="212625" y="65659"/>
                </a:lnTo>
                <a:lnTo>
                  <a:pt x="213239" y="69750"/>
                </a:lnTo>
                <a:lnTo>
                  <a:pt x="213341" y="69545"/>
                </a:lnTo>
                <a:lnTo>
                  <a:pt x="213136" y="71386"/>
                </a:lnTo>
                <a:lnTo>
                  <a:pt x="218045" y="78545"/>
                </a:lnTo>
                <a:lnTo>
                  <a:pt x="218455" y="78545"/>
                </a:lnTo>
                <a:lnTo>
                  <a:pt x="218557" y="78341"/>
                </a:lnTo>
                <a:lnTo>
                  <a:pt x="218864" y="78341"/>
                </a:lnTo>
                <a:lnTo>
                  <a:pt x="217739" y="74659"/>
                </a:lnTo>
                <a:lnTo>
                  <a:pt x="215182" y="72307"/>
                </a:lnTo>
                <a:lnTo>
                  <a:pt x="215284" y="72614"/>
                </a:lnTo>
                <a:lnTo>
                  <a:pt x="214875" y="72102"/>
                </a:lnTo>
                <a:lnTo>
                  <a:pt x="215182" y="72307"/>
                </a:lnTo>
                <a:lnTo>
                  <a:pt x="214875" y="71284"/>
                </a:lnTo>
                <a:lnTo>
                  <a:pt x="214773" y="71386"/>
                </a:lnTo>
                <a:lnTo>
                  <a:pt x="213852" y="69852"/>
                </a:lnTo>
                <a:lnTo>
                  <a:pt x="214364" y="66580"/>
                </a:lnTo>
                <a:lnTo>
                  <a:pt x="214261" y="66375"/>
                </a:lnTo>
                <a:lnTo>
                  <a:pt x="215080" y="66273"/>
                </a:lnTo>
                <a:lnTo>
                  <a:pt x="215080" y="66784"/>
                </a:lnTo>
                <a:lnTo>
                  <a:pt x="216409" y="67398"/>
                </a:lnTo>
                <a:lnTo>
                  <a:pt x="216409" y="67295"/>
                </a:lnTo>
                <a:lnTo>
                  <a:pt x="216716" y="67602"/>
                </a:lnTo>
                <a:lnTo>
                  <a:pt x="216716" y="67500"/>
                </a:lnTo>
                <a:lnTo>
                  <a:pt x="217023" y="68011"/>
                </a:lnTo>
                <a:lnTo>
                  <a:pt x="217125" y="67909"/>
                </a:lnTo>
                <a:lnTo>
                  <a:pt x="217330" y="68625"/>
                </a:lnTo>
                <a:lnTo>
                  <a:pt x="217636" y="68625"/>
                </a:lnTo>
                <a:lnTo>
                  <a:pt x="217739" y="69034"/>
                </a:lnTo>
                <a:lnTo>
                  <a:pt x="219068" y="69648"/>
                </a:lnTo>
                <a:lnTo>
                  <a:pt x="218966" y="71182"/>
                </a:lnTo>
                <a:lnTo>
                  <a:pt x="218966" y="71182"/>
                </a:lnTo>
                <a:lnTo>
                  <a:pt x="219886" y="70568"/>
                </a:lnTo>
                <a:lnTo>
                  <a:pt x="219886" y="69750"/>
                </a:lnTo>
                <a:lnTo>
                  <a:pt x="220500" y="70159"/>
                </a:lnTo>
                <a:lnTo>
                  <a:pt x="220091" y="69545"/>
                </a:lnTo>
                <a:lnTo>
                  <a:pt x="220602" y="69852"/>
                </a:lnTo>
                <a:lnTo>
                  <a:pt x="220398" y="69443"/>
                </a:lnTo>
                <a:lnTo>
                  <a:pt x="222545" y="68318"/>
                </a:lnTo>
                <a:lnTo>
                  <a:pt x="222737" y="67743"/>
                </a:lnTo>
                <a:lnTo>
                  <a:pt x="222648" y="67295"/>
                </a:lnTo>
                <a:lnTo>
                  <a:pt x="222750" y="67295"/>
                </a:lnTo>
                <a:lnTo>
                  <a:pt x="222750" y="66886"/>
                </a:lnTo>
                <a:lnTo>
                  <a:pt x="222852" y="67091"/>
                </a:lnTo>
                <a:lnTo>
                  <a:pt x="222545" y="65864"/>
                </a:lnTo>
                <a:lnTo>
                  <a:pt x="219375" y="61773"/>
                </a:lnTo>
                <a:lnTo>
                  <a:pt x="219477" y="61773"/>
                </a:lnTo>
                <a:lnTo>
                  <a:pt x="218659" y="60239"/>
                </a:lnTo>
                <a:lnTo>
                  <a:pt x="219170" y="58398"/>
                </a:lnTo>
                <a:lnTo>
                  <a:pt x="219682" y="58500"/>
                </a:lnTo>
                <a:lnTo>
                  <a:pt x="220602" y="57477"/>
                </a:lnTo>
                <a:lnTo>
                  <a:pt x="221216" y="57989"/>
                </a:lnTo>
                <a:lnTo>
                  <a:pt x="221625" y="57682"/>
                </a:lnTo>
                <a:lnTo>
                  <a:pt x="221830" y="57886"/>
                </a:lnTo>
                <a:lnTo>
                  <a:pt x="221830" y="58500"/>
                </a:lnTo>
                <a:lnTo>
                  <a:pt x="222239" y="59011"/>
                </a:lnTo>
                <a:lnTo>
                  <a:pt x="222136" y="59011"/>
                </a:lnTo>
                <a:lnTo>
                  <a:pt x="222545" y="59114"/>
                </a:lnTo>
                <a:lnTo>
                  <a:pt x="222239" y="58500"/>
                </a:lnTo>
                <a:lnTo>
                  <a:pt x="222443" y="58091"/>
                </a:lnTo>
                <a:lnTo>
                  <a:pt x="224080" y="57477"/>
                </a:lnTo>
                <a:lnTo>
                  <a:pt x="224591" y="57477"/>
                </a:lnTo>
                <a:lnTo>
                  <a:pt x="224693" y="57170"/>
                </a:lnTo>
                <a:lnTo>
                  <a:pt x="225102" y="57068"/>
                </a:lnTo>
                <a:lnTo>
                  <a:pt x="224795" y="56455"/>
                </a:lnTo>
                <a:lnTo>
                  <a:pt x="225000" y="56250"/>
                </a:lnTo>
                <a:lnTo>
                  <a:pt x="225716" y="57068"/>
                </a:lnTo>
                <a:lnTo>
                  <a:pt x="226023" y="56659"/>
                </a:lnTo>
                <a:lnTo>
                  <a:pt x="226125" y="56761"/>
                </a:lnTo>
                <a:lnTo>
                  <a:pt x="226534" y="56659"/>
                </a:lnTo>
                <a:lnTo>
                  <a:pt x="226739" y="56659"/>
                </a:lnTo>
                <a:lnTo>
                  <a:pt x="226739" y="56557"/>
                </a:lnTo>
                <a:lnTo>
                  <a:pt x="227352" y="56455"/>
                </a:lnTo>
                <a:lnTo>
                  <a:pt x="227761" y="55739"/>
                </a:lnTo>
                <a:lnTo>
                  <a:pt x="228170" y="55739"/>
                </a:lnTo>
                <a:lnTo>
                  <a:pt x="228375" y="55534"/>
                </a:lnTo>
                <a:lnTo>
                  <a:pt x="228477" y="54920"/>
                </a:lnTo>
                <a:lnTo>
                  <a:pt x="229807" y="54000"/>
                </a:lnTo>
                <a:lnTo>
                  <a:pt x="229705" y="53386"/>
                </a:lnTo>
                <a:lnTo>
                  <a:pt x="229193" y="53182"/>
                </a:lnTo>
                <a:lnTo>
                  <a:pt x="229807" y="52977"/>
                </a:lnTo>
                <a:lnTo>
                  <a:pt x="229398" y="52466"/>
                </a:lnTo>
                <a:lnTo>
                  <a:pt x="229602" y="52466"/>
                </a:lnTo>
                <a:lnTo>
                  <a:pt x="229807" y="52670"/>
                </a:lnTo>
                <a:lnTo>
                  <a:pt x="230318" y="50932"/>
                </a:lnTo>
                <a:lnTo>
                  <a:pt x="230727" y="50932"/>
                </a:lnTo>
                <a:lnTo>
                  <a:pt x="230523" y="50318"/>
                </a:lnTo>
                <a:lnTo>
                  <a:pt x="230625" y="50318"/>
                </a:lnTo>
                <a:lnTo>
                  <a:pt x="230318" y="50114"/>
                </a:lnTo>
                <a:lnTo>
                  <a:pt x="230727" y="50114"/>
                </a:lnTo>
                <a:lnTo>
                  <a:pt x="230625" y="49602"/>
                </a:lnTo>
                <a:lnTo>
                  <a:pt x="230318" y="49705"/>
                </a:lnTo>
                <a:lnTo>
                  <a:pt x="230625" y="49295"/>
                </a:lnTo>
                <a:lnTo>
                  <a:pt x="229807" y="48886"/>
                </a:lnTo>
                <a:lnTo>
                  <a:pt x="229295" y="49091"/>
                </a:lnTo>
                <a:lnTo>
                  <a:pt x="228886" y="48989"/>
                </a:lnTo>
                <a:lnTo>
                  <a:pt x="230011" y="48273"/>
                </a:lnTo>
                <a:lnTo>
                  <a:pt x="229909" y="47966"/>
                </a:lnTo>
                <a:lnTo>
                  <a:pt x="228682" y="47148"/>
                </a:lnTo>
                <a:lnTo>
                  <a:pt x="228170" y="47250"/>
                </a:lnTo>
                <a:lnTo>
                  <a:pt x="228477" y="47045"/>
                </a:lnTo>
                <a:lnTo>
                  <a:pt x="229807" y="47455"/>
                </a:lnTo>
                <a:lnTo>
                  <a:pt x="226227" y="44080"/>
                </a:lnTo>
                <a:lnTo>
                  <a:pt x="226739" y="43057"/>
                </a:lnTo>
                <a:lnTo>
                  <a:pt x="226534" y="42750"/>
                </a:lnTo>
                <a:lnTo>
                  <a:pt x="226534" y="42750"/>
                </a:lnTo>
                <a:lnTo>
                  <a:pt x="226739" y="42955"/>
                </a:lnTo>
                <a:lnTo>
                  <a:pt x="227045" y="42545"/>
                </a:lnTo>
                <a:lnTo>
                  <a:pt x="226943" y="42341"/>
                </a:lnTo>
                <a:lnTo>
                  <a:pt x="228170" y="41932"/>
                </a:lnTo>
                <a:lnTo>
                  <a:pt x="228170" y="41523"/>
                </a:lnTo>
                <a:lnTo>
                  <a:pt x="225920" y="41216"/>
                </a:lnTo>
                <a:lnTo>
                  <a:pt x="225511" y="41830"/>
                </a:lnTo>
                <a:lnTo>
                  <a:pt x="225000" y="41625"/>
                </a:lnTo>
                <a:lnTo>
                  <a:pt x="224898" y="41216"/>
                </a:lnTo>
                <a:lnTo>
                  <a:pt x="223159" y="39989"/>
                </a:lnTo>
                <a:lnTo>
                  <a:pt x="224182" y="39580"/>
                </a:lnTo>
                <a:lnTo>
                  <a:pt x="224284" y="38966"/>
                </a:lnTo>
                <a:lnTo>
                  <a:pt x="224898" y="38659"/>
                </a:lnTo>
                <a:lnTo>
                  <a:pt x="225000" y="38250"/>
                </a:lnTo>
                <a:lnTo>
                  <a:pt x="225614" y="37943"/>
                </a:lnTo>
                <a:lnTo>
                  <a:pt x="226227" y="38557"/>
                </a:lnTo>
                <a:lnTo>
                  <a:pt x="226023" y="39477"/>
                </a:lnTo>
                <a:lnTo>
                  <a:pt x="226432" y="39477"/>
                </a:lnTo>
                <a:lnTo>
                  <a:pt x="226432" y="39784"/>
                </a:lnTo>
                <a:lnTo>
                  <a:pt x="226125" y="39989"/>
                </a:lnTo>
                <a:lnTo>
                  <a:pt x="226534" y="39989"/>
                </a:lnTo>
                <a:lnTo>
                  <a:pt x="226636" y="39886"/>
                </a:lnTo>
                <a:lnTo>
                  <a:pt x="228273" y="38864"/>
                </a:lnTo>
                <a:lnTo>
                  <a:pt x="228682" y="39273"/>
                </a:lnTo>
                <a:lnTo>
                  <a:pt x="228784" y="39068"/>
                </a:lnTo>
                <a:lnTo>
                  <a:pt x="229500" y="39580"/>
                </a:lnTo>
                <a:lnTo>
                  <a:pt x="229602" y="40091"/>
                </a:lnTo>
                <a:lnTo>
                  <a:pt x="229909" y="40193"/>
                </a:lnTo>
                <a:lnTo>
                  <a:pt x="229500" y="40807"/>
                </a:lnTo>
                <a:lnTo>
                  <a:pt x="230011" y="40807"/>
                </a:lnTo>
                <a:lnTo>
                  <a:pt x="229807" y="41011"/>
                </a:lnTo>
                <a:lnTo>
                  <a:pt x="230114" y="41114"/>
                </a:lnTo>
                <a:lnTo>
                  <a:pt x="230216" y="41216"/>
                </a:lnTo>
                <a:lnTo>
                  <a:pt x="230420" y="41114"/>
                </a:lnTo>
                <a:lnTo>
                  <a:pt x="230523" y="40909"/>
                </a:lnTo>
                <a:lnTo>
                  <a:pt x="231955" y="42136"/>
                </a:lnTo>
                <a:lnTo>
                  <a:pt x="231341" y="42136"/>
                </a:lnTo>
                <a:lnTo>
                  <a:pt x="232670" y="44182"/>
                </a:lnTo>
                <a:lnTo>
                  <a:pt x="232568" y="44284"/>
                </a:lnTo>
                <a:lnTo>
                  <a:pt x="232670" y="44386"/>
                </a:lnTo>
                <a:lnTo>
                  <a:pt x="232466" y="44386"/>
                </a:lnTo>
                <a:lnTo>
                  <a:pt x="232875" y="44795"/>
                </a:lnTo>
                <a:lnTo>
                  <a:pt x="233080" y="44591"/>
                </a:lnTo>
                <a:lnTo>
                  <a:pt x="233182" y="44284"/>
                </a:lnTo>
                <a:lnTo>
                  <a:pt x="233489" y="44489"/>
                </a:lnTo>
                <a:lnTo>
                  <a:pt x="233386" y="44284"/>
                </a:lnTo>
                <a:lnTo>
                  <a:pt x="233591" y="44284"/>
                </a:lnTo>
                <a:lnTo>
                  <a:pt x="233693" y="44080"/>
                </a:lnTo>
                <a:lnTo>
                  <a:pt x="234205" y="44182"/>
                </a:lnTo>
                <a:lnTo>
                  <a:pt x="234614" y="43875"/>
                </a:lnTo>
                <a:lnTo>
                  <a:pt x="234614" y="42955"/>
                </a:lnTo>
                <a:lnTo>
                  <a:pt x="231034" y="39170"/>
                </a:lnTo>
                <a:lnTo>
                  <a:pt x="232261" y="38045"/>
                </a:lnTo>
                <a:lnTo>
                  <a:pt x="232057" y="36205"/>
                </a:lnTo>
                <a:lnTo>
                  <a:pt x="232057" y="36205"/>
                </a:lnTo>
                <a:lnTo>
                  <a:pt x="232364" y="36307"/>
                </a:lnTo>
                <a:lnTo>
                  <a:pt x="232670" y="35591"/>
                </a:lnTo>
                <a:lnTo>
                  <a:pt x="232977" y="35591"/>
                </a:lnTo>
                <a:lnTo>
                  <a:pt x="234102" y="36102"/>
                </a:lnTo>
                <a:lnTo>
                  <a:pt x="235739" y="30273"/>
                </a:lnTo>
                <a:lnTo>
                  <a:pt x="232670" y="25773"/>
                </a:lnTo>
                <a:lnTo>
                  <a:pt x="232670" y="25466"/>
                </a:lnTo>
                <a:lnTo>
                  <a:pt x="229909" y="24545"/>
                </a:lnTo>
                <a:lnTo>
                  <a:pt x="230420" y="25159"/>
                </a:lnTo>
                <a:lnTo>
                  <a:pt x="230318" y="25364"/>
                </a:lnTo>
                <a:lnTo>
                  <a:pt x="230114" y="24955"/>
                </a:lnTo>
                <a:lnTo>
                  <a:pt x="230114" y="25159"/>
                </a:lnTo>
                <a:lnTo>
                  <a:pt x="229500" y="25261"/>
                </a:lnTo>
                <a:lnTo>
                  <a:pt x="229602" y="24955"/>
                </a:lnTo>
                <a:lnTo>
                  <a:pt x="228886" y="24648"/>
                </a:lnTo>
                <a:lnTo>
                  <a:pt x="229193" y="25057"/>
                </a:lnTo>
                <a:lnTo>
                  <a:pt x="226841" y="23830"/>
                </a:lnTo>
                <a:lnTo>
                  <a:pt x="228068" y="21068"/>
                </a:lnTo>
                <a:lnTo>
                  <a:pt x="227864" y="20761"/>
                </a:lnTo>
                <a:lnTo>
                  <a:pt x="228170" y="20455"/>
                </a:lnTo>
                <a:lnTo>
                  <a:pt x="228170" y="20045"/>
                </a:lnTo>
                <a:lnTo>
                  <a:pt x="231034" y="19841"/>
                </a:lnTo>
                <a:lnTo>
                  <a:pt x="231034" y="19636"/>
                </a:lnTo>
                <a:lnTo>
                  <a:pt x="232875" y="19841"/>
                </a:lnTo>
                <a:lnTo>
                  <a:pt x="232568" y="19534"/>
                </a:lnTo>
                <a:lnTo>
                  <a:pt x="232875" y="19636"/>
                </a:lnTo>
                <a:lnTo>
                  <a:pt x="232670" y="19432"/>
                </a:lnTo>
                <a:lnTo>
                  <a:pt x="233898" y="19534"/>
                </a:lnTo>
                <a:lnTo>
                  <a:pt x="233795" y="19636"/>
                </a:lnTo>
                <a:lnTo>
                  <a:pt x="235432" y="19841"/>
                </a:lnTo>
                <a:lnTo>
                  <a:pt x="234716" y="19943"/>
                </a:lnTo>
                <a:lnTo>
                  <a:pt x="236250" y="19943"/>
                </a:lnTo>
                <a:lnTo>
                  <a:pt x="236250" y="19841"/>
                </a:lnTo>
                <a:lnTo>
                  <a:pt x="236966" y="19943"/>
                </a:lnTo>
                <a:lnTo>
                  <a:pt x="237068" y="19841"/>
                </a:lnTo>
                <a:lnTo>
                  <a:pt x="237580" y="19841"/>
                </a:lnTo>
                <a:lnTo>
                  <a:pt x="236557" y="19636"/>
                </a:lnTo>
                <a:lnTo>
                  <a:pt x="236148" y="18818"/>
                </a:lnTo>
                <a:lnTo>
                  <a:pt x="236352" y="17489"/>
                </a:lnTo>
                <a:lnTo>
                  <a:pt x="238602" y="17693"/>
                </a:lnTo>
                <a:lnTo>
                  <a:pt x="239011" y="18205"/>
                </a:lnTo>
                <a:lnTo>
                  <a:pt x="239216" y="18102"/>
                </a:lnTo>
                <a:lnTo>
                  <a:pt x="239625" y="18511"/>
                </a:lnTo>
                <a:lnTo>
                  <a:pt x="239932" y="18409"/>
                </a:lnTo>
                <a:lnTo>
                  <a:pt x="240341" y="17591"/>
                </a:lnTo>
                <a:lnTo>
                  <a:pt x="240239" y="17489"/>
                </a:lnTo>
                <a:lnTo>
                  <a:pt x="240648" y="17693"/>
                </a:lnTo>
                <a:lnTo>
                  <a:pt x="239727" y="16773"/>
                </a:lnTo>
                <a:lnTo>
                  <a:pt x="241364" y="16875"/>
                </a:lnTo>
                <a:lnTo>
                  <a:pt x="240648" y="16875"/>
                </a:lnTo>
                <a:lnTo>
                  <a:pt x="241875" y="18307"/>
                </a:lnTo>
                <a:lnTo>
                  <a:pt x="241261" y="18614"/>
                </a:lnTo>
                <a:lnTo>
                  <a:pt x="241261" y="19432"/>
                </a:lnTo>
                <a:lnTo>
                  <a:pt x="241159" y="19534"/>
                </a:lnTo>
                <a:lnTo>
                  <a:pt x="241057" y="20966"/>
                </a:lnTo>
                <a:lnTo>
                  <a:pt x="240648" y="20966"/>
                </a:lnTo>
                <a:lnTo>
                  <a:pt x="240750" y="21170"/>
                </a:lnTo>
                <a:lnTo>
                  <a:pt x="240443" y="21273"/>
                </a:lnTo>
                <a:lnTo>
                  <a:pt x="240852" y="21784"/>
                </a:lnTo>
                <a:lnTo>
                  <a:pt x="240852" y="22398"/>
                </a:lnTo>
                <a:lnTo>
                  <a:pt x="246784" y="27716"/>
                </a:lnTo>
                <a:lnTo>
                  <a:pt x="247091" y="26898"/>
                </a:lnTo>
                <a:lnTo>
                  <a:pt x="246273" y="25773"/>
                </a:lnTo>
                <a:lnTo>
                  <a:pt x="246273" y="25773"/>
                </a:lnTo>
                <a:lnTo>
                  <a:pt x="246580" y="25977"/>
                </a:lnTo>
                <a:lnTo>
                  <a:pt x="247398" y="25773"/>
                </a:lnTo>
                <a:lnTo>
                  <a:pt x="246477" y="24852"/>
                </a:lnTo>
                <a:lnTo>
                  <a:pt x="246580" y="24341"/>
                </a:lnTo>
                <a:lnTo>
                  <a:pt x="247193" y="24341"/>
                </a:lnTo>
                <a:lnTo>
                  <a:pt x="246068" y="22705"/>
                </a:lnTo>
                <a:lnTo>
                  <a:pt x="246170" y="22398"/>
                </a:lnTo>
                <a:lnTo>
                  <a:pt x="246375" y="22807"/>
                </a:lnTo>
                <a:lnTo>
                  <a:pt x="246784" y="22705"/>
                </a:lnTo>
                <a:lnTo>
                  <a:pt x="245045" y="21170"/>
                </a:lnTo>
                <a:lnTo>
                  <a:pt x="244330" y="21068"/>
                </a:lnTo>
                <a:lnTo>
                  <a:pt x="244432" y="21273"/>
                </a:lnTo>
                <a:lnTo>
                  <a:pt x="243614" y="20761"/>
                </a:lnTo>
                <a:lnTo>
                  <a:pt x="243307" y="19943"/>
                </a:lnTo>
                <a:lnTo>
                  <a:pt x="243409" y="19943"/>
                </a:lnTo>
                <a:lnTo>
                  <a:pt x="242898" y="19227"/>
                </a:lnTo>
                <a:lnTo>
                  <a:pt x="244023" y="19227"/>
                </a:lnTo>
                <a:lnTo>
                  <a:pt x="243818" y="19023"/>
                </a:lnTo>
                <a:lnTo>
                  <a:pt x="244330" y="18716"/>
                </a:lnTo>
                <a:lnTo>
                  <a:pt x="244943" y="19227"/>
                </a:lnTo>
                <a:lnTo>
                  <a:pt x="244943" y="18920"/>
                </a:lnTo>
                <a:lnTo>
                  <a:pt x="245250" y="18716"/>
                </a:lnTo>
                <a:lnTo>
                  <a:pt x="247807" y="19125"/>
                </a:lnTo>
                <a:lnTo>
                  <a:pt x="247398" y="18716"/>
                </a:lnTo>
                <a:lnTo>
                  <a:pt x="247909" y="18102"/>
                </a:lnTo>
                <a:lnTo>
                  <a:pt x="247807" y="18000"/>
                </a:lnTo>
                <a:lnTo>
                  <a:pt x="247909" y="17898"/>
                </a:lnTo>
                <a:lnTo>
                  <a:pt x="248011" y="17898"/>
                </a:lnTo>
                <a:lnTo>
                  <a:pt x="247807" y="17693"/>
                </a:lnTo>
                <a:lnTo>
                  <a:pt x="248011" y="17795"/>
                </a:lnTo>
                <a:lnTo>
                  <a:pt x="248011" y="17489"/>
                </a:lnTo>
                <a:lnTo>
                  <a:pt x="249545" y="16773"/>
                </a:lnTo>
                <a:lnTo>
                  <a:pt x="249136" y="16568"/>
                </a:lnTo>
                <a:lnTo>
                  <a:pt x="251182" y="16977"/>
                </a:lnTo>
                <a:lnTo>
                  <a:pt x="251080" y="16670"/>
                </a:lnTo>
                <a:lnTo>
                  <a:pt x="249443" y="15852"/>
                </a:lnTo>
                <a:lnTo>
                  <a:pt x="249443" y="15852"/>
                </a:lnTo>
                <a:lnTo>
                  <a:pt x="249545" y="15955"/>
                </a:lnTo>
                <a:lnTo>
                  <a:pt x="249545" y="15955"/>
                </a:lnTo>
                <a:lnTo>
                  <a:pt x="249136" y="15750"/>
                </a:lnTo>
                <a:lnTo>
                  <a:pt x="249239" y="15750"/>
                </a:lnTo>
                <a:lnTo>
                  <a:pt x="248011" y="15034"/>
                </a:lnTo>
                <a:lnTo>
                  <a:pt x="248114" y="15239"/>
                </a:lnTo>
                <a:lnTo>
                  <a:pt x="245045" y="14830"/>
                </a:lnTo>
                <a:lnTo>
                  <a:pt x="246682" y="14625"/>
                </a:lnTo>
                <a:lnTo>
                  <a:pt x="245761" y="14420"/>
                </a:lnTo>
                <a:lnTo>
                  <a:pt x="248318" y="14420"/>
                </a:lnTo>
                <a:lnTo>
                  <a:pt x="237375" y="10125"/>
                </a:lnTo>
                <a:lnTo>
                  <a:pt x="237477" y="10227"/>
                </a:lnTo>
                <a:lnTo>
                  <a:pt x="235330" y="10023"/>
                </a:lnTo>
                <a:lnTo>
                  <a:pt x="236864" y="11148"/>
                </a:lnTo>
                <a:lnTo>
                  <a:pt x="236864" y="11148"/>
                </a:lnTo>
                <a:lnTo>
                  <a:pt x="234000" y="10330"/>
                </a:lnTo>
                <a:lnTo>
                  <a:pt x="233795" y="10432"/>
                </a:lnTo>
                <a:lnTo>
                  <a:pt x="230523" y="10432"/>
                </a:lnTo>
                <a:lnTo>
                  <a:pt x="231136" y="11352"/>
                </a:lnTo>
                <a:lnTo>
                  <a:pt x="231136" y="11352"/>
                </a:lnTo>
                <a:lnTo>
                  <a:pt x="222034" y="9205"/>
                </a:lnTo>
                <a:lnTo>
                  <a:pt x="222239" y="9205"/>
                </a:lnTo>
                <a:lnTo>
                  <a:pt x="219375" y="8591"/>
                </a:lnTo>
                <a:lnTo>
                  <a:pt x="219886" y="8489"/>
                </a:lnTo>
                <a:lnTo>
                  <a:pt x="217636" y="8080"/>
                </a:lnTo>
                <a:lnTo>
                  <a:pt x="217330" y="8591"/>
                </a:lnTo>
                <a:lnTo>
                  <a:pt x="216614" y="8489"/>
                </a:lnTo>
                <a:lnTo>
                  <a:pt x="217023" y="8489"/>
                </a:lnTo>
                <a:lnTo>
                  <a:pt x="216716" y="8182"/>
                </a:lnTo>
                <a:lnTo>
                  <a:pt x="215693" y="8182"/>
                </a:lnTo>
                <a:lnTo>
                  <a:pt x="216920" y="8080"/>
                </a:lnTo>
                <a:lnTo>
                  <a:pt x="212727" y="7670"/>
                </a:lnTo>
                <a:lnTo>
                  <a:pt x="213341" y="7875"/>
                </a:lnTo>
                <a:lnTo>
                  <a:pt x="212420" y="8080"/>
                </a:lnTo>
                <a:lnTo>
                  <a:pt x="213239" y="8182"/>
                </a:lnTo>
                <a:lnTo>
                  <a:pt x="213034" y="8284"/>
                </a:lnTo>
                <a:lnTo>
                  <a:pt x="212932" y="8386"/>
                </a:lnTo>
                <a:lnTo>
                  <a:pt x="213852" y="8795"/>
                </a:lnTo>
                <a:lnTo>
                  <a:pt x="212830" y="8795"/>
                </a:lnTo>
                <a:lnTo>
                  <a:pt x="213034" y="9000"/>
                </a:lnTo>
                <a:lnTo>
                  <a:pt x="212830" y="9000"/>
                </a:lnTo>
                <a:lnTo>
                  <a:pt x="213034" y="9102"/>
                </a:lnTo>
                <a:lnTo>
                  <a:pt x="210886" y="8693"/>
                </a:lnTo>
                <a:lnTo>
                  <a:pt x="210580" y="8898"/>
                </a:lnTo>
                <a:lnTo>
                  <a:pt x="208739" y="8591"/>
                </a:lnTo>
                <a:lnTo>
                  <a:pt x="209045" y="9000"/>
                </a:lnTo>
                <a:lnTo>
                  <a:pt x="209045" y="9409"/>
                </a:lnTo>
                <a:lnTo>
                  <a:pt x="208534" y="9307"/>
                </a:lnTo>
                <a:lnTo>
                  <a:pt x="206591" y="8693"/>
                </a:lnTo>
                <a:lnTo>
                  <a:pt x="206898" y="8591"/>
                </a:lnTo>
                <a:lnTo>
                  <a:pt x="205057" y="8080"/>
                </a:lnTo>
                <a:lnTo>
                  <a:pt x="206386" y="8284"/>
                </a:lnTo>
                <a:lnTo>
                  <a:pt x="205364" y="7977"/>
                </a:lnTo>
                <a:lnTo>
                  <a:pt x="205773" y="7773"/>
                </a:lnTo>
                <a:lnTo>
                  <a:pt x="201068" y="7057"/>
                </a:lnTo>
                <a:lnTo>
                  <a:pt x="201682" y="7364"/>
                </a:lnTo>
                <a:lnTo>
                  <a:pt x="201170" y="7568"/>
                </a:lnTo>
                <a:lnTo>
                  <a:pt x="201477" y="7670"/>
                </a:lnTo>
                <a:lnTo>
                  <a:pt x="198205" y="7159"/>
                </a:lnTo>
                <a:lnTo>
                  <a:pt x="195034" y="7159"/>
                </a:lnTo>
                <a:lnTo>
                  <a:pt x="195443" y="7261"/>
                </a:lnTo>
                <a:lnTo>
                  <a:pt x="195545" y="7568"/>
                </a:lnTo>
                <a:lnTo>
                  <a:pt x="195955" y="7875"/>
                </a:lnTo>
                <a:lnTo>
                  <a:pt x="195545" y="7670"/>
                </a:lnTo>
                <a:lnTo>
                  <a:pt x="195545" y="7568"/>
                </a:lnTo>
                <a:lnTo>
                  <a:pt x="194830" y="7159"/>
                </a:lnTo>
                <a:lnTo>
                  <a:pt x="194830" y="6955"/>
                </a:lnTo>
                <a:lnTo>
                  <a:pt x="194216" y="6750"/>
                </a:lnTo>
                <a:lnTo>
                  <a:pt x="194011" y="6955"/>
                </a:lnTo>
                <a:lnTo>
                  <a:pt x="193193" y="6750"/>
                </a:lnTo>
                <a:lnTo>
                  <a:pt x="193295" y="6750"/>
                </a:lnTo>
                <a:lnTo>
                  <a:pt x="192989" y="6648"/>
                </a:lnTo>
                <a:lnTo>
                  <a:pt x="193091" y="6750"/>
                </a:lnTo>
                <a:lnTo>
                  <a:pt x="192375" y="6955"/>
                </a:lnTo>
                <a:lnTo>
                  <a:pt x="193193" y="6955"/>
                </a:lnTo>
                <a:lnTo>
                  <a:pt x="190432" y="7773"/>
                </a:lnTo>
                <a:lnTo>
                  <a:pt x="191966" y="6648"/>
                </a:lnTo>
                <a:lnTo>
                  <a:pt x="191966" y="6443"/>
                </a:lnTo>
                <a:lnTo>
                  <a:pt x="193193" y="5830"/>
                </a:lnTo>
                <a:lnTo>
                  <a:pt x="192068" y="5216"/>
                </a:lnTo>
                <a:lnTo>
                  <a:pt x="192068" y="5216"/>
                </a:lnTo>
                <a:lnTo>
                  <a:pt x="192989" y="5523"/>
                </a:lnTo>
                <a:lnTo>
                  <a:pt x="191966" y="4909"/>
                </a:lnTo>
                <a:lnTo>
                  <a:pt x="191966" y="5114"/>
                </a:lnTo>
                <a:lnTo>
                  <a:pt x="188489" y="4602"/>
                </a:lnTo>
                <a:lnTo>
                  <a:pt x="188489" y="4602"/>
                </a:lnTo>
                <a:lnTo>
                  <a:pt x="188591" y="4705"/>
                </a:lnTo>
                <a:lnTo>
                  <a:pt x="187670" y="4705"/>
                </a:lnTo>
                <a:lnTo>
                  <a:pt x="187977" y="4398"/>
                </a:lnTo>
                <a:lnTo>
                  <a:pt x="185830" y="4295"/>
                </a:lnTo>
                <a:lnTo>
                  <a:pt x="186648" y="4091"/>
                </a:lnTo>
                <a:lnTo>
                  <a:pt x="185114" y="3784"/>
                </a:lnTo>
                <a:close/>
                <a:moveTo>
                  <a:pt x="252818" y="91125"/>
                </a:moveTo>
                <a:lnTo>
                  <a:pt x="252307" y="92455"/>
                </a:lnTo>
                <a:lnTo>
                  <a:pt x="252205" y="92352"/>
                </a:lnTo>
                <a:lnTo>
                  <a:pt x="252000" y="92966"/>
                </a:lnTo>
                <a:lnTo>
                  <a:pt x="252102" y="93170"/>
                </a:lnTo>
                <a:lnTo>
                  <a:pt x="250364" y="97875"/>
                </a:lnTo>
                <a:lnTo>
                  <a:pt x="249341" y="98080"/>
                </a:lnTo>
                <a:lnTo>
                  <a:pt x="246375" y="95727"/>
                </a:lnTo>
                <a:lnTo>
                  <a:pt x="246170" y="95011"/>
                </a:lnTo>
                <a:lnTo>
                  <a:pt x="246886" y="93580"/>
                </a:lnTo>
                <a:lnTo>
                  <a:pt x="247091" y="93682"/>
                </a:lnTo>
                <a:lnTo>
                  <a:pt x="247705" y="92761"/>
                </a:lnTo>
                <a:lnTo>
                  <a:pt x="247193" y="92455"/>
                </a:lnTo>
                <a:lnTo>
                  <a:pt x="247091" y="92864"/>
                </a:lnTo>
                <a:lnTo>
                  <a:pt x="246784" y="92352"/>
                </a:lnTo>
                <a:lnTo>
                  <a:pt x="246886" y="92148"/>
                </a:lnTo>
                <a:lnTo>
                  <a:pt x="246886" y="92148"/>
                </a:lnTo>
                <a:lnTo>
                  <a:pt x="246170" y="92557"/>
                </a:lnTo>
                <a:lnTo>
                  <a:pt x="244227" y="91841"/>
                </a:lnTo>
                <a:lnTo>
                  <a:pt x="244023" y="91841"/>
                </a:lnTo>
                <a:lnTo>
                  <a:pt x="243716" y="91534"/>
                </a:lnTo>
                <a:lnTo>
                  <a:pt x="243307" y="91534"/>
                </a:lnTo>
                <a:lnTo>
                  <a:pt x="243818" y="91841"/>
                </a:lnTo>
                <a:lnTo>
                  <a:pt x="243920" y="92455"/>
                </a:lnTo>
                <a:lnTo>
                  <a:pt x="243614" y="92659"/>
                </a:lnTo>
                <a:lnTo>
                  <a:pt x="242591" y="92455"/>
                </a:lnTo>
                <a:lnTo>
                  <a:pt x="242182" y="92966"/>
                </a:lnTo>
                <a:lnTo>
                  <a:pt x="241977" y="92864"/>
                </a:lnTo>
                <a:lnTo>
                  <a:pt x="241977" y="93068"/>
                </a:lnTo>
                <a:lnTo>
                  <a:pt x="241773" y="93068"/>
                </a:lnTo>
                <a:lnTo>
                  <a:pt x="241466" y="93375"/>
                </a:lnTo>
                <a:lnTo>
                  <a:pt x="241466" y="93784"/>
                </a:lnTo>
                <a:lnTo>
                  <a:pt x="241159" y="93989"/>
                </a:lnTo>
                <a:lnTo>
                  <a:pt x="240852" y="95011"/>
                </a:lnTo>
                <a:lnTo>
                  <a:pt x="240955" y="95318"/>
                </a:lnTo>
                <a:lnTo>
                  <a:pt x="240750" y="95625"/>
                </a:lnTo>
                <a:lnTo>
                  <a:pt x="239420" y="95727"/>
                </a:lnTo>
                <a:lnTo>
                  <a:pt x="239318" y="95727"/>
                </a:lnTo>
                <a:lnTo>
                  <a:pt x="239318" y="95011"/>
                </a:lnTo>
                <a:lnTo>
                  <a:pt x="238500" y="94193"/>
                </a:lnTo>
                <a:lnTo>
                  <a:pt x="238295" y="94500"/>
                </a:lnTo>
                <a:lnTo>
                  <a:pt x="237784" y="94602"/>
                </a:lnTo>
                <a:lnTo>
                  <a:pt x="237375" y="95114"/>
                </a:lnTo>
                <a:lnTo>
                  <a:pt x="237273" y="95011"/>
                </a:lnTo>
                <a:lnTo>
                  <a:pt x="237273" y="94705"/>
                </a:lnTo>
                <a:lnTo>
                  <a:pt x="236557" y="95932"/>
                </a:lnTo>
                <a:lnTo>
                  <a:pt x="236250" y="95727"/>
                </a:lnTo>
                <a:lnTo>
                  <a:pt x="235943" y="96443"/>
                </a:lnTo>
                <a:lnTo>
                  <a:pt x="236148" y="96341"/>
                </a:lnTo>
                <a:lnTo>
                  <a:pt x="236045" y="96545"/>
                </a:lnTo>
                <a:lnTo>
                  <a:pt x="235841" y="96648"/>
                </a:lnTo>
                <a:lnTo>
                  <a:pt x="236148" y="96955"/>
                </a:lnTo>
                <a:lnTo>
                  <a:pt x="235023" y="97057"/>
                </a:lnTo>
                <a:lnTo>
                  <a:pt x="235125" y="97670"/>
                </a:lnTo>
                <a:lnTo>
                  <a:pt x="234818" y="98080"/>
                </a:lnTo>
                <a:lnTo>
                  <a:pt x="234614" y="97364"/>
                </a:lnTo>
                <a:lnTo>
                  <a:pt x="234307" y="97159"/>
                </a:lnTo>
                <a:lnTo>
                  <a:pt x="233795" y="97568"/>
                </a:lnTo>
                <a:lnTo>
                  <a:pt x="233489" y="98795"/>
                </a:lnTo>
                <a:lnTo>
                  <a:pt x="225511" y="103193"/>
                </a:lnTo>
                <a:lnTo>
                  <a:pt x="225614" y="102477"/>
                </a:lnTo>
                <a:lnTo>
                  <a:pt x="224591" y="105034"/>
                </a:lnTo>
                <a:lnTo>
                  <a:pt x="224795" y="106466"/>
                </a:lnTo>
                <a:lnTo>
                  <a:pt x="224386" y="106977"/>
                </a:lnTo>
                <a:lnTo>
                  <a:pt x="224386" y="107386"/>
                </a:lnTo>
                <a:lnTo>
                  <a:pt x="224080" y="106875"/>
                </a:lnTo>
                <a:lnTo>
                  <a:pt x="223977" y="106977"/>
                </a:lnTo>
                <a:lnTo>
                  <a:pt x="223875" y="106977"/>
                </a:lnTo>
                <a:lnTo>
                  <a:pt x="224284" y="113318"/>
                </a:lnTo>
                <a:lnTo>
                  <a:pt x="222955" y="115261"/>
                </a:lnTo>
                <a:lnTo>
                  <a:pt x="223159" y="115364"/>
                </a:lnTo>
                <a:lnTo>
                  <a:pt x="223568" y="115773"/>
                </a:lnTo>
                <a:lnTo>
                  <a:pt x="228989" y="114852"/>
                </a:lnTo>
                <a:lnTo>
                  <a:pt x="229193" y="114955"/>
                </a:lnTo>
                <a:lnTo>
                  <a:pt x="237068" y="112500"/>
                </a:lnTo>
                <a:lnTo>
                  <a:pt x="239932" y="113216"/>
                </a:lnTo>
                <a:lnTo>
                  <a:pt x="240136" y="113523"/>
                </a:lnTo>
                <a:lnTo>
                  <a:pt x="240034" y="113727"/>
                </a:lnTo>
                <a:lnTo>
                  <a:pt x="240341" y="115364"/>
                </a:lnTo>
                <a:lnTo>
                  <a:pt x="240034" y="115568"/>
                </a:lnTo>
                <a:lnTo>
                  <a:pt x="240341" y="115977"/>
                </a:lnTo>
                <a:lnTo>
                  <a:pt x="240648" y="115977"/>
                </a:lnTo>
                <a:lnTo>
                  <a:pt x="240648" y="115670"/>
                </a:lnTo>
                <a:lnTo>
                  <a:pt x="243205" y="113523"/>
                </a:lnTo>
                <a:lnTo>
                  <a:pt x="241261" y="116284"/>
                </a:lnTo>
                <a:lnTo>
                  <a:pt x="242795" y="115159"/>
                </a:lnTo>
                <a:lnTo>
                  <a:pt x="242795" y="115977"/>
                </a:lnTo>
                <a:lnTo>
                  <a:pt x="242182" y="116693"/>
                </a:lnTo>
                <a:lnTo>
                  <a:pt x="242182" y="116693"/>
                </a:lnTo>
                <a:lnTo>
                  <a:pt x="242898" y="116489"/>
                </a:lnTo>
                <a:lnTo>
                  <a:pt x="243000" y="116591"/>
                </a:lnTo>
                <a:lnTo>
                  <a:pt x="243102" y="116591"/>
                </a:lnTo>
                <a:lnTo>
                  <a:pt x="243102" y="116693"/>
                </a:lnTo>
                <a:lnTo>
                  <a:pt x="243000" y="116591"/>
                </a:lnTo>
                <a:lnTo>
                  <a:pt x="242898" y="116591"/>
                </a:lnTo>
                <a:lnTo>
                  <a:pt x="243000" y="119148"/>
                </a:lnTo>
                <a:lnTo>
                  <a:pt x="244739" y="119864"/>
                </a:lnTo>
                <a:lnTo>
                  <a:pt x="246273" y="119352"/>
                </a:lnTo>
                <a:lnTo>
                  <a:pt x="246170" y="119352"/>
                </a:lnTo>
                <a:lnTo>
                  <a:pt x="246784" y="119148"/>
                </a:lnTo>
                <a:lnTo>
                  <a:pt x="246784" y="119148"/>
                </a:lnTo>
                <a:lnTo>
                  <a:pt x="246273" y="119557"/>
                </a:lnTo>
                <a:lnTo>
                  <a:pt x="246989" y="119557"/>
                </a:lnTo>
                <a:lnTo>
                  <a:pt x="246784" y="119761"/>
                </a:lnTo>
                <a:lnTo>
                  <a:pt x="247193" y="120375"/>
                </a:lnTo>
                <a:lnTo>
                  <a:pt x="247500" y="120068"/>
                </a:lnTo>
                <a:lnTo>
                  <a:pt x="247295" y="120068"/>
                </a:lnTo>
                <a:lnTo>
                  <a:pt x="254148" y="115057"/>
                </a:lnTo>
                <a:lnTo>
                  <a:pt x="254045" y="114955"/>
                </a:lnTo>
                <a:lnTo>
                  <a:pt x="258648" y="109432"/>
                </a:lnTo>
                <a:lnTo>
                  <a:pt x="259261" y="106773"/>
                </a:lnTo>
                <a:lnTo>
                  <a:pt x="258648" y="104932"/>
                </a:lnTo>
                <a:lnTo>
                  <a:pt x="258034" y="104420"/>
                </a:lnTo>
                <a:lnTo>
                  <a:pt x="257932" y="103193"/>
                </a:lnTo>
                <a:lnTo>
                  <a:pt x="257318" y="103193"/>
                </a:lnTo>
                <a:lnTo>
                  <a:pt x="257318" y="103091"/>
                </a:lnTo>
                <a:lnTo>
                  <a:pt x="257114" y="103091"/>
                </a:lnTo>
                <a:lnTo>
                  <a:pt x="256909" y="101148"/>
                </a:lnTo>
                <a:lnTo>
                  <a:pt x="254966" y="99614"/>
                </a:lnTo>
                <a:lnTo>
                  <a:pt x="254761" y="95318"/>
                </a:lnTo>
                <a:lnTo>
                  <a:pt x="254250" y="94807"/>
                </a:lnTo>
                <a:lnTo>
                  <a:pt x="253739" y="94909"/>
                </a:lnTo>
                <a:lnTo>
                  <a:pt x="252920" y="91227"/>
                </a:lnTo>
                <a:lnTo>
                  <a:pt x="252818" y="91125"/>
                </a:lnTo>
                <a:close/>
                <a:moveTo>
                  <a:pt x="272352" y="115466"/>
                </a:moveTo>
                <a:lnTo>
                  <a:pt x="272352" y="116591"/>
                </a:lnTo>
                <a:lnTo>
                  <a:pt x="272659" y="116386"/>
                </a:lnTo>
                <a:lnTo>
                  <a:pt x="272352" y="116693"/>
                </a:lnTo>
                <a:lnTo>
                  <a:pt x="272352" y="117511"/>
                </a:lnTo>
                <a:lnTo>
                  <a:pt x="272557" y="117000"/>
                </a:lnTo>
                <a:lnTo>
                  <a:pt x="272557" y="117307"/>
                </a:lnTo>
                <a:lnTo>
                  <a:pt x="272659" y="117205"/>
                </a:lnTo>
                <a:lnTo>
                  <a:pt x="272455" y="117716"/>
                </a:lnTo>
                <a:lnTo>
                  <a:pt x="272352" y="117614"/>
                </a:lnTo>
                <a:lnTo>
                  <a:pt x="272352" y="118125"/>
                </a:lnTo>
                <a:lnTo>
                  <a:pt x="272659" y="118227"/>
                </a:lnTo>
                <a:lnTo>
                  <a:pt x="272352" y="118330"/>
                </a:lnTo>
                <a:lnTo>
                  <a:pt x="272352" y="118227"/>
                </a:lnTo>
                <a:lnTo>
                  <a:pt x="270920" y="120170"/>
                </a:lnTo>
                <a:lnTo>
                  <a:pt x="270205" y="120477"/>
                </a:lnTo>
                <a:lnTo>
                  <a:pt x="270716" y="121398"/>
                </a:lnTo>
                <a:lnTo>
                  <a:pt x="269386" y="122523"/>
                </a:lnTo>
                <a:lnTo>
                  <a:pt x="269591" y="122420"/>
                </a:lnTo>
                <a:lnTo>
                  <a:pt x="269489" y="122625"/>
                </a:lnTo>
                <a:lnTo>
                  <a:pt x="270102" y="122625"/>
                </a:lnTo>
                <a:lnTo>
                  <a:pt x="275216" y="118739"/>
                </a:lnTo>
                <a:lnTo>
                  <a:pt x="274091" y="119148"/>
                </a:lnTo>
                <a:lnTo>
                  <a:pt x="273273" y="118739"/>
                </a:lnTo>
                <a:lnTo>
                  <a:pt x="273580" y="117818"/>
                </a:lnTo>
                <a:lnTo>
                  <a:pt x="273477" y="117818"/>
                </a:lnTo>
                <a:lnTo>
                  <a:pt x="273477" y="117614"/>
                </a:lnTo>
                <a:lnTo>
                  <a:pt x="273170" y="118330"/>
                </a:lnTo>
                <a:lnTo>
                  <a:pt x="272659" y="117920"/>
                </a:lnTo>
                <a:lnTo>
                  <a:pt x="273273" y="116284"/>
                </a:lnTo>
                <a:lnTo>
                  <a:pt x="273068" y="116386"/>
                </a:lnTo>
                <a:lnTo>
                  <a:pt x="272761" y="115875"/>
                </a:lnTo>
                <a:lnTo>
                  <a:pt x="272557" y="115977"/>
                </a:lnTo>
                <a:lnTo>
                  <a:pt x="272557" y="115977"/>
                </a:lnTo>
                <a:lnTo>
                  <a:pt x="272659" y="115466"/>
                </a:lnTo>
                <a:close/>
                <a:moveTo>
                  <a:pt x="246959" y="123166"/>
                </a:moveTo>
                <a:lnTo>
                  <a:pt x="246901" y="123224"/>
                </a:lnTo>
                <a:lnTo>
                  <a:pt x="246901" y="123224"/>
                </a:lnTo>
                <a:lnTo>
                  <a:pt x="246959" y="123166"/>
                </a:lnTo>
                <a:close/>
                <a:moveTo>
                  <a:pt x="246901" y="123224"/>
                </a:moveTo>
                <a:lnTo>
                  <a:pt x="246886" y="123239"/>
                </a:lnTo>
                <a:lnTo>
                  <a:pt x="246784" y="123443"/>
                </a:lnTo>
                <a:lnTo>
                  <a:pt x="246784" y="123443"/>
                </a:lnTo>
                <a:lnTo>
                  <a:pt x="246901" y="123224"/>
                </a:lnTo>
                <a:close/>
                <a:moveTo>
                  <a:pt x="244841" y="121807"/>
                </a:moveTo>
                <a:lnTo>
                  <a:pt x="244330" y="123341"/>
                </a:lnTo>
                <a:lnTo>
                  <a:pt x="244432" y="123341"/>
                </a:lnTo>
                <a:lnTo>
                  <a:pt x="244330" y="123648"/>
                </a:lnTo>
                <a:lnTo>
                  <a:pt x="244227" y="123443"/>
                </a:lnTo>
                <a:lnTo>
                  <a:pt x="244330" y="124466"/>
                </a:lnTo>
                <a:lnTo>
                  <a:pt x="244023" y="124670"/>
                </a:lnTo>
                <a:lnTo>
                  <a:pt x="244739" y="124670"/>
                </a:lnTo>
                <a:lnTo>
                  <a:pt x="245659" y="123955"/>
                </a:lnTo>
                <a:lnTo>
                  <a:pt x="245557" y="124159"/>
                </a:lnTo>
                <a:lnTo>
                  <a:pt x="245557" y="124159"/>
                </a:lnTo>
                <a:lnTo>
                  <a:pt x="245966" y="124057"/>
                </a:lnTo>
                <a:lnTo>
                  <a:pt x="245761" y="124364"/>
                </a:lnTo>
                <a:lnTo>
                  <a:pt x="246901" y="123224"/>
                </a:lnTo>
                <a:lnTo>
                  <a:pt x="247602" y="121909"/>
                </a:lnTo>
                <a:lnTo>
                  <a:pt x="246375" y="122318"/>
                </a:lnTo>
                <a:lnTo>
                  <a:pt x="244841" y="121807"/>
                </a:lnTo>
                <a:close/>
                <a:moveTo>
                  <a:pt x="265623" y="124957"/>
                </a:moveTo>
                <a:lnTo>
                  <a:pt x="265500" y="124977"/>
                </a:lnTo>
                <a:lnTo>
                  <a:pt x="265705" y="124977"/>
                </a:lnTo>
                <a:lnTo>
                  <a:pt x="265623" y="124957"/>
                </a:lnTo>
                <a:close/>
                <a:moveTo>
                  <a:pt x="268568" y="121705"/>
                </a:moveTo>
                <a:lnTo>
                  <a:pt x="265091" y="124057"/>
                </a:lnTo>
                <a:lnTo>
                  <a:pt x="265193" y="123852"/>
                </a:lnTo>
                <a:lnTo>
                  <a:pt x="265193" y="123852"/>
                </a:lnTo>
                <a:lnTo>
                  <a:pt x="264784" y="124159"/>
                </a:lnTo>
                <a:lnTo>
                  <a:pt x="264580" y="124261"/>
                </a:lnTo>
                <a:lnTo>
                  <a:pt x="264375" y="124261"/>
                </a:lnTo>
                <a:lnTo>
                  <a:pt x="264375" y="124364"/>
                </a:lnTo>
                <a:lnTo>
                  <a:pt x="260489" y="126102"/>
                </a:lnTo>
                <a:lnTo>
                  <a:pt x="260489" y="126102"/>
                </a:lnTo>
                <a:lnTo>
                  <a:pt x="260591" y="126000"/>
                </a:lnTo>
                <a:lnTo>
                  <a:pt x="259466" y="126818"/>
                </a:lnTo>
                <a:lnTo>
                  <a:pt x="259670" y="126818"/>
                </a:lnTo>
                <a:lnTo>
                  <a:pt x="259364" y="126920"/>
                </a:lnTo>
                <a:lnTo>
                  <a:pt x="259568" y="126920"/>
                </a:lnTo>
                <a:lnTo>
                  <a:pt x="259063" y="127173"/>
                </a:lnTo>
                <a:lnTo>
                  <a:pt x="259063" y="127173"/>
                </a:lnTo>
                <a:lnTo>
                  <a:pt x="259159" y="127125"/>
                </a:lnTo>
                <a:lnTo>
                  <a:pt x="258955" y="127330"/>
                </a:lnTo>
                <a:lnTo>
                  <a:pt x="259261" y="127227"/>
                </a:lnTo>
                <a:lnTo>
                  <a:pt x="258955" y="127432"/>
                </a:lnTo>
                <a:lnTo>
                  <a:pt x="259670" y="127636"/>
                </a:lnTo>
                <a:lnTo>
                  <a:pt x="259875" y="127841"/>
                </a:lnTo>
                <a:lnTo>
                  <a:pt x="265295" y="124875"/>
                </a:lnTo>
                <a:lnTo>
                  <a:pt x="265623" y="124957"/>
                </a:lnTo>
                <a:lnTo>
                  <a:pt x="265623" y="124957"/>
                </a:lnTo>
                <a:lnTo>
                  <a:pt x="266114" y="124875"/>
                </a:lnTo>
                <a:lnTo>
                  <a:pt x="266011" y="124670"/>
                </a:lnTo>
                <a:lnTo>
                  <a:pt x="265909" y="124670"/>
                </a:lnTo>
                <a:lnTo>
                  <a:pt x="269284" y="122318"/>
                </a:lnTo>
                <a:lnTo>
                  <a:pt x="268875" y="122420"/>
                </a:lnTo>
                <a:lnTo>
                  <a:pt x="268875" y="122420"/>
                </a:lnTo>
                <a:lnTo>
                  <a:pt x="269080" y="122318"/>
                </a:lnTo>
                <a:lnTo>
                  <a:pt x="269284" y="122216"/>
                </a:lnTo>
                <a:lnTo>
                  <a:pt x="269284" y="122216"/>
                </a:lnTo>
                <a:lnTo>
                  <a:pt x="268670" y="122420"/>
                </a:lnTo>
                <a:lnTo>
                  <a:pt x="269080" y="122114"/>
                </a:lnTo>
                <a:lnTo>
                  <a:pt x="268159" y="122420"/>
                </a:lnTo>
                <a:lnTo>
                  <a:pt x="268261" y="122011"/>
                </a:lnTo>
                <a:lnTo>
                  <a:pt x="268568" y="121705"/>
                </a:lnTo>
                <a:close/>
                <a:moveTo>
                  <a:pt x="76909" y="132648"/>
                </a:moveTo>
                <a:lnTo>
                  <a:pt x="77216" y="132852"/>
                </a:lnTo>
                <a:lnTo>
                  <a:pt x="77011" y="132955"/>
                </a:lnTo>
                <a:lnTo>
                  <a:pt x="77216" y="133057"/>
                </a:lnTo>
                <a:lnTo>
                  <a:pt x="76807" y="133261"/>
                </a:lnTo>
                <a:lnTo>
                  <a:pt x="77625" y="133057"/>
                </a:lnTo>
                <a:lnTo>
                  <a:pt x="77830" y="132750"/>
                </a:lnTo>
                <a:lnTo>
                  <a:pt x="76909" y="132648"/>
                </a:lnTo>
                <a:close/>
                <a:moveTo>
                  <a:pt x="78136" y="132545"/>
                </a:moveTo>
                <a:lnTo>
                  <a:pt x="78136" y="133261"/>
                </a:lnTo>
                <a:lnTo>
                  <a:pt x="78648" y="133364"/>
                </a:lnTo>
                <a:lnTo>
                  <a:pt x="78545" y="133159"/>
                </a:lnTo>
                <a:lnTo>
                  <a:pt x="78852" y="133057"/>
                </a:lnTo>
                <a:lnTo>
                  <a:pt x="78955" y="132852"/>
                </a:lnTo>
                <a:lnTo>
                  <a:pt x="79057" y="132750"/>
                </a:lnTo>
                <a:lnTo>
                  <a:pt x="78750" y="132852"/>
                </a:lnTo>
                <a:lnTo>
                  <a:pt x="78443" y="132648"/>
                </a:lnTo>
                <a:lnTo>
                  <a:pt x="78545" y="132648"/>
                </a:lnTo>
                <a:lnTo>
                  <a:pt x="78136" y="132545"/>
                </a:lnTo>
                <a:close/>
                <a:moveTo>
                  <a:pt x="78136" y="133261"/>
                </a:moveTo>
                <a:lnTo>
                  <a:pt x="78136" y="133568"/>
                </a:lnTo>
                <a:lnTo>
                  <a:pt x="78341" y="133364"/>
                </a:lnTo>
                <a:lnTo>
                  <a:pt x="78136" y="133261"/>
                </a:lnTo>
                <a:close/>
                <a:moveTo>
                  <a:pt x="68830" y="133875"/>
                </a:moveTo>
                <a:lnTo>
                  <a:pt x="67970" y="133970"/>
                </a:lnTo>
                <a:lnTo>
                  <a:pt x="67970" y="133970"/>
                </a:lnTo>
                <a:lnTo>
                  <a:pt x="68114" y="133875"/>
                </a:lnTo>
                <a:close/>
                <a:moveTo>
                  <a:pt x="63920" y="8386"/>
                </a:moveTo>
                <a:lnTo>
                  <a:pt x="62795" y="8795"/>
                </a:lnTo>
                <a:lnTo>
                  <a:pt x="63000" y="8795"/>
                </a:lnTo>
                <a:lnTo>
                  <a:pt x="62182" y="9000"/>
                </a:lnTo>
                <a:lnTo>
                  <a:pt x="61568" y="10330"/>
                </a:lnTo>
                <a:lnTo>
                  <a:pt x="62693" y="10534"/>
                </a:lnTo>
                <a:lnTo>
                  <a:pt x="62693" y="10636"/>
                </a:lnTo>
                <a:lnTo>
                  <a:pt x="62386" y="10739"/>
                </a:lnTo>
                <a:lnTo>
                  <a:pt x="62591" y="10636"/>
                </a:lnTo>
                <a:lnTo>
                  <a:pt x="61977" y="10841"/>
                </a:lnTo>
                <a:lnTo>
                  <a:pt x="62080" y="10841"/>
                </a:lnTo>
                <a:lnTo>
                  <a:pt x="61568" y="11148"/>
                </a:lnTo>
                <a:lnTo>
                  <a:pt x="62182" y="11250"/>
                </a:lnTo>
                <a:lnTo>
                  <a:pt x="60136" y="12068"/>
                </a:lnTo>
                <a:lnTo>
                  <a:pt x="59727" y="12784"/>
                </a:lnTo>
                <a:lnTo>
                  <a:pt x="59216" y="12784"/>
                </a:lnTo>
                <a:lnTo>
                  <a:pt x="59216" y="13091"/>
                </a:lnTo>
                <a:lnTo>
                  <a:pt x="59114" y="12682"/>
                </a:lnTo>
                <a:lnTo>
                  <a:pt x="59420" y="12682"/>
                </a:lnTo>
                <a:lnTo>
                  <a:pt x="59727" y="12477"/>
                </a:lnTo>
                <a:lnTo>
                  <a:pt x="59420" y="12477"/>
                </a:lnTo>
                <a:lnTo>
                  <a:pt x="60239" y="11557"/>
                </a:lnTo>
                <a:lnTo>
                  <a:pt x="59523" y="11761"/>
                </a:lnTo>
                <a:lnTo>
                  <a:pt x="59523" y="11761"/>
                </a:lnTo>
                <a:lnTo>
                  <a:pt x="59932" y="11557"/>
                </a:lnTo>
                <a:lnTo>
                  <a:pt x="59523" y="11557"/>
                </a:lnTo>
                <a:lnTo>
                  <a:pt x="59420" y="11352"/>
                </a:lnTo>
                <a:lnTo>
                  <a:pt x="58602" y="11455"/>
                </a:lnTo>
                <a:lnTo>
                  <a:pt x="58500" y="11864"/>
                </a:lnTo>
                <a:lnTo>
                  <a:pt x="59114" y="11966"/>
                </a:lnTo>
                <a:lnTo>
                  <a:pt x="58500" y="12068"/>
                </a:lnTo>
                <a:lnTo>
                  <a:pt x="58295" y="11761"/>
                </a:lnTo>
                <a:lnTo>
                  <a:pt x="58295" y="11966"/>
                </a:lnTo>
                <a:lnTo>
                  <a:pt x="54307" y="11557"/>
                </a:lnTo>
                <a:lnTo>
                  <a:pt x="53795" y="11045"/>
                </a:lnTo>
                <a:lnTo>
                  <a:pt x="51750" y="11557"/>
                </a:lnTo>
                <a:lnTo>
                  <a:pt x="54000" y="11250"/>
                </a:lnTo>
                <a:lnTo>
                  <a:pt x="54000" y="11250"/>
                </a:lnTo>
                <a:lnTo>
                  <a:pt x="52057" y="11966"/>
                </a:lnTo>
                <a:lnTo>
                  <a:pt x="51239" y="13193"/>
                </a:lnTo>
                <a:lnTo>
                  <a:pt x="50932" y="12068"/>
                </a:lnTo>
                <a:lnTo>
                  <a:pt x="50727" y="11966"/>
                </a:lnTo>
                <a:lnTo>
                  <a:pt x="50625" y="11864"/>
                </a:lnTo>
                <a:lnTo>
                  <a:pt x="46943" y="11864"/>
                </a:lnTo>
                <a:lnTo>
                  <a:pt x="48375" y="11455"/>
                </a:lnTo>
                <a:lnTo>
                  <a:pt x="42341" y="10636"/>
                </a:lnTo>
                <a:lnTo>
                  <a:pt x="42852" y="10330"/>
                </a:lnTo>
                <a:lnTo>
                  <a:pt x="43057" y="9920"/>
                </a:lnTo>
                <a:lnTo>
                  <a:pt x="42545" y="10023"/>
                </a:lnTo>
                <a:lnTo>
                  <a:pt x="42750" y="10125"/>
                </a:lnTo>
                <a:lnTo>
                  <a:pt x="41420" y="10636"/>
                </a:lnTo>
                <a:lnTo>
                  <a:pt x="41420" y="9920"/>
                </a:lnTo>
                <a:lnTo>
                  <a:pt x="40909" y="9716"/>
                </a:lnTo>
                <a:lnTo>
                  <a:pt x="40909" y="9716"/>
                </a:lnTo>
                <a:lnTo>
                  <a:pt x="41011" y="9818"/>
                </a:lnTo>
                <a:lnTo>
                  <a:pt x="41114" y="9818"/>
                </a:lnTo>
                <a:lnTo>
                  <a:pt x="39580" y="10330"/>
                </a:lnTo>
                <a:lnTo>
                  <a:pt x="39989" y="10125"/>
                </a:lnTo>
                <a:lnTo>
                  <a:pt x="37841" y="10739"/>
                </a:lnTo>
                <a:lnTo>
                  <a:pt x="38045" y="10534"/>
                </a:lnTo>
                <a:lnTo>
                  <a:pt x="37739" y="10636"/>
                </a:lnTo>
                <a:lnTo>
                  <a:pt x="37841" y="10636"/>
                </a:lnTo>
                <a:lnTo>
                  <a:pt x="36409" y="11045"/>
                </a:lnTo>
                <a:lnTo>
                  <a:pt x="36102" y="11045"/>
                </a:lnTo>
                <a:lnTo>
                  <a:pt x="35898" y="11148"/>
                </a:lnTo>
                <a:lnTo>
                  <a:pt x="35898" y="11045"/>
                </a:lnTo>
                <a:lnTo>
                  <a:pt x="36102" y="11045"/>
                </a:lnTo>
                <a:lnTo>
                  <a:pt x="39682" y="9920"/>
                </a:lnTo>
                <a:lnTo>
                  <a:pt x="37330" y="10330"/>
                </a:lnTo>
                <a:lnTo>
                  <a:pt x="37432" y="10330"/>
                </a:lnTo>
                <a:lnTo>
                  <a:pt x="35795" y="10739"/>
                </a:lnTo>
                <a:lnTo>
                  <a:pt x="36307" y="10534"/>
                </a:lnTo>
                <a:lnTo>
                  <a:pt x="34466" y="10841"/>
                </a:lnTo>
                <a:lnTo>
                  <a:pt x="34670" y="10943"/>
                </a:lnTo>
                <a:lnTo>
                  <a:pt x="34364" y="11045"/>
                </a:lnTo>
                <a:lnTo>
                  <a:pt x="34568" y="11148"/>
                </a:lnTo>
                <a:lnTo>
                  <a:pt x="25466" y="9716"/>
                </a:lnTo>
                <a:lnTo>
                  <a:pt x="25773" y="9614"/>
                </a:lnTo>
                <a:lnTo>
                  <a:pt x="25466" y="9614"/>
                </a:lnTo>
                <a:lnTo>
                  <a:pt x="25466" y="9511"/>
                </a:lnTo>
                <a:lnTo>
                  <a:pt x="25364" y="9511"/>
                </a:lnTo>
                <a:lnTo>
                  <a:pt x="25773" y="9409"/>
                </a:lnTo>
                <a:lnTo>
                  <a:pt x="24239" y="9307"/>
                </a:lnTo>
                <a:lnTo>
                  <a:pt x="24341" y="9205"/>
                </a:lnTo>
                <a:lnTo>
                  <a:pt x="23318" y="9409"/>
                </a:lnTo>
                <a:lnTo>
                  <a:pt x="23318" y="9307"/>
                </a:lnTo>
                <a:lnTo>
                  <a:pt x="24034" y="9102"/>
                </a:lnTo>
                <a:lnTo>
                  <a:pt x="23625" y="9000"/>
                </a:lnTo>
                <a:lnTo>
                  <a:pt x="23727" y="8898"/>
                </a:lnTo>
                <a:lnTo>
                  <a:pt x="23727" y="8898"/>
                </a:lnTo>
                <a:lnTo>
                  <a:pt x="21068" y="9409"/>
                </a:lnTo>
                <a:lnTo>
                  <a:pt x="21068" y="9409"/>
                </a:lnTo>
                <a:lnTo>
                  <a:pt x="21273" y="9307"/>
                </a:lnTo>
                <a:lnTo>
                  <a:pt x="20455" y="9511"/>
                </a:lnTo>
                <a:lnTo>
                  <a:pt x="20761" y="9614"/>
                </a:lnTo>
                <a:lnTo>
                  <a:pt x="20148" y="9818"/>
                </a:lnTo>
                <a:lnTo>
                  <a:pt x="20045" y="9818"/>
                </a:lnTo>
                <a:lnTo>
                  <a:pt x="20455" y="9614"/>
                </a:lnTo>
                <a:lnTo>
                  <a:pt x="18637" y="9901"/>
                </a:lnTo>
                <a:lnTo>
                  <a:pt x="18637" y="9901"/>
                </a:lnTo>
                <a:lnTo>
                  <a:pt x="13295" y="11455"/>
                </a:lnTo>
                <a:lnTo>
                  <a:pt x="13398" y="11455"/>
                </a:lnTo>
                <a:lnTo>
                  <a:pt x="13193" y="11557"/>
                </a:lnTo>
                <a:lnTo>
                  <a:pt x="14011" y="12273"/>
                </a:lnTo>
                <a:lnTo>
                  <a:pt x="13909" y="12682"/>
                </a:lnTo>
                <a:lnTo>
                  <a:pt x="14625" y="12580"/>
                </a:lnTo>
                <a:lnTo>
                  <a:pt x="14625" y="12580"/>
                </a:lnTo>
                <a:lnTo>
                  <a:pt x="14523" y="12682"/>
                </a:lnTo>
                <a:lnTo>
                  <a:pt x="14932" y="12682"/>
                </a:lnTo>
                <a:lnTo>
                  <a:pt x="14523" y="12989"/>
                </a:lnTo>
                <a:lnTo>
                  <a:pt x="15341" y="13091"/>
                </a:lnTo>
                <a:lnTo>
                  <a:pt x="14727" y="13193"/>
                </a:lnTo>
                <a:lnTo>
                  <a:pt x="14523" y="12989"/>
                </a:lnTo>
                <a:lnTo>
                  <a:pt x="14420" y="12886"/>
                </a:lnTo>
                <a:lnTo>
                  <a:pt x="14420" y="12784"/>
                </a:lnTo>
                <a:lnTo>
                  <a:pt x="14114" y="12989"/>
                </a:lnTo>
                <a:lnTo>
                  <a:pt x="14114" y="13295"/>
                </a:lnTo>
                <a:lnTo>
                  <a:pt x="14523" y="13295"/>
                </a:lnTo>
                <a:lnTo>
                  <a:pt x="14420" y="13398"/>
                </a:lnTo>
                <a:lnTo>
                  <a:pt x="12375" y="13398"/>
                </a:lnTo>
                <a:lnTo>
                  <a:pt x="12886" y="13091"/>
                </a:lnTo>
                <a:lnTo>
                  <a:pt x="11250" y="13398"/>
                </a:lnTo>
                <a:lnTo>
                  <a:pt x="11352" y="13398"/>
                </a:lnTo>
                <a:lnTo>
                  <a:pt x="9205" y="13909"/>
                </a:lnTo>
                <a:lnTo>
                  <a:pt x="9818" y="14216"/>
                </a:lnTo>
                <a:lnTo>
                  <a:pt x="9102" y="14318"/>
                </a:lnTo>
                <a:lnTo>
                  <a:pt x="9205" y="14523"/>
                </a:lnTo>
                <a:lnTo>
                  <a:pt x="9102" y="14932"/>
                </a:lnTo>
                <a:lnTo>
                  <a:pt x="11045" y="14932"/>
                </a:lnTo>
                <a:lnTo>
                  <a:pt x="11045" y="15034"/>
                </a:lnTo>
                <a:lnTo>
                  <a:pt x="12580" y="14625"/>
                </a:lnTo>
                <a:lnTo>
                  <a:pt x="12784" y="14830"/>
                </a:lnTo>
                <a:lnTo>
                  <a:pt x="12068" y="15034"/>
                </a:lnTo>
                <a:lnTo>
                  <a:pt x="11659" y="15648"/>
                </a:lnTo>
                <a:lnTo>
                  <a:pt x="10534" y="15852"/>
                </a:lnTo>
                <a:lnTo>
                  <a:pt x="8795" y="16261"/>
                </a:lnTo>
                <a:lnTo>
                  <a:pt x="8489" y="16159"/>
                </a:lnTo>
                <a:lnTo>
                  <a:pt x="7745" y="16624"/>
                </a:lnTo>
                <a:lnTo>
                  <a:pt x="7745" y="16624"/>
                </a:lnTo>
                <a:lnTo>
                  <a:pt x="5727" y="17489"/>
                </a:lnTo>
                <a:lnTo>
                  <a:pt x="5830" y="17489"/>
                </a:lnTo>
                <a:lnTo>
                  <a:pt x="5420" y="17693"/>
                </a:lnTo>
                <a:lnTo>
                  <a:pt x="5625" y="17693"/>
                </a:lnTo>
                <a:lnTo>
                  <a:pt x="5318" y="17898"/>
                </a:lnTo>
                <a:lnTo>
                  <a:pt x="5420" y="17898"/>
                </a:lnTo>
                <a:lnTo>
                  <a:pt x="5318" y="18102"/>
                </a:lnTo>
                <a:lnTo>
                  <a:pt x="5318" y="18102"/>
                </a:lnTo>
                <a:lnTo>
                  <a:pt x="5727" y="17898"/>
                </a:lnTo>
                <a:lnTo>
                  <a:pt x="5625" y="18000"/>
                </a:lnTo>
                <a:lnTo>
                  <a:pt x="5727" y="18000"/>
                </a:lnTo>
                <a:lnTo>
                  <a:pt x="5625" y="18102"/>
                </a:lnTo>
                <a:lnTo>
                  <a:pt x="5830" y="18102"/>
                </a:lnTo>
                <a:lnTo>
                  <a:pt x="5420" y="18205"/>
                </a:lnTo>
                <a:lnTo>
                  <a:pt x="6545" y="18307"/>
                </a:lnTo>
                <a:lnTo>
                  <a:pt x="6239" y="18307"/>
                </a:lnTo>
                <a:lnTo>
                  <a:pt x="6443" y="18409"/>
                </a:lnTo>
                <a:lnTo>
                  <a:pt x="6034" y="18614"/>
                </a:lnTo>
                <a:lnTo>
                  <a:pt x="6034" y="18614"/>
                </a:lnTo>
                <a:lnTo>
                  <a:pt x="6136" y="18409"/>
                </a:lnTo>
                <a:lnTo>
                  <a:pt x="5625" y="18511"/>
                </a:lnTo>
                <a:lnTo>
                  <a:pt x="5625" y="18307"/>
                </a:lnTo>
                <a:lnTo>
                  <a:pt x="4807" y="18614"/>
                </a:lnTo>
                <a:lnTo>
                  <a:pt x="5011" y="18614"/>
                </a:lnTo>
                <a:lnTo>
                  <a:pt x="5011" y="19227"/>
                </a:lnTo>
                <a:lnTo>
                  <a:pt x="7466" y="18511"/>
                </a:lnTo>
                <a:lnTo>
                  <a:pt x="7466" y="18511"/>
                </a:lnTo>
                <a:lnTo>
                  <a:pt x="5727" y="19943"/>
                </a:lnTo>
                <a:lnTo>
                  <a:pt x="5932" y="19943"/>
                </a:lnTo>
                <a:lnTo>
                  <a:pt x="5011" y="20352"/>
                </a:lnTo>
                <a:lnTo>
                  <a:pt x="6750" y="20045"/>
                </a:lnTo>
                <a:lnTo>
                  <a:pt x="7159" y="20352"/>
                </a:lnTo>
                <a:lnTo>
                  <a:pt x="8386" y="20045"/>
                </a:lnTo>
                <a:lnTo>
                  <a:pt x="8386" y="20045"/>
                </a:lnTo>
                <a:lnTo>
                  <a:pt x="7875" y="20352"/>
                </a:lnTo>
                <a:lnTo>
                  <a:pt x="7875" y="20352"/>
                </a:lnTo>
                <a:lnTo>
                  <a:pt x="9511" y="19943"/>
                </a:lnTo>
                <a:lnTo>
                  <a:pt x="8080" y="20761"/>
                </a:lnTo>
                <a:lnTo>
                  <a:pt x="8182" y="20864"/>
                </a:lnTo>
                <a:lnTo>
                  <a:pt x="5523" y="22193"/>
                </a:lnTo>
                <a:lnTo>
                  <a:pt x="5523" y="22091"/>
                </a:lnTo>
                <a:lnTo>
                  <a:pt x="3375" y="22909"/>
                </a:lnTo>
                <a:lnTo>
                  <a:pt x="3375" y="23114"/>
                </a:lnTo>
                <a:lnTo>
                  <a:pt x="3170" y="23011"/>
                </a:lnTo>
                <a:lnTo>
                  <a:pt x="2966" y="23114"/>
                </a:lnTo>
                <a:lnTo>
                  <a:pt x="2966" y="23114"/>
                </a:lnTo>
                <a:lnTo>
                  <a:pt x="3170" y="22909"/>
                </a:lnTo>
                <a:lnTo>
                  <a:pt x="2864" y="23011"/>
                </a:lnTo>
                <a:lnTo>
                  <a:pt x="2864" y="23011"/>
                </a:lnTo>
                <a:lnTo>
                  <a:pt x="2966" y="22909"/>
                </a:lnTo>
                <a:lnTo>
                  <a:pt x="1120" y="23634"/>
                </a:lnTo>
                <a:lnTo>
                  <a:pt x="1120" y="23634"/>
                </a:lnTo>
                <a:lnTo>
                  <a:pt x="1023" y="23830"/>
                </a:lnTo>
                <a:lnTo>
                  <a:pt x="2276" y="23472"/>
                </a:lnTo>
                <a:lnTo>
                  <a:pt x="2276" y="23472"/>
                </a:lnTo>
                <a:lnTo>
                  <a:pt x="3886" y="23114"/>
                </a:lnTo>
                <a:lnTo>
                  <a:pt x="3682" y="23318"/>
                </a:lnTo>
                <a:lnTo>
                  <a:pt x="5069" y="22823"/>
                </a:lnTo>
                <a:lnTo>
                  <a:pt x="5069" y="22823"/>
                </a:lnTo>
                <a:lnTo>
                  <a:pt x="5216" y="22602"/>
                </a:lnTo>
                <a:lnTo>
                  <a:pt x="5932" y="22398"/>
                </a:lnTo>
                <a:lnTo>
                  <a:pt x="5830" y="22398"/>
                </a:lnTo>
                <a:lnTo>
                  <a:pt x="10534" y="20761"/>
                </a:lnTo>
                <a:lnTo>
                  <a:pt x="10432" y="20761"/>
                </a:lnTo>
                <a:lnTo>
                  <a:pt x="11352" y="20352"/>
                </a:lnTo>
                <a:lnTo>
                  <a:pt x="11455" y="19943"/>
                </a:lnTo>
                <a:lnTo>
                  <a:pt x="12580" y="19330"/>
                </a:lnTo>
                <a:lnTo>
                  <a:pt x="12580" y="19432"/>
                </a:lnTo>
                <a:lnTo>
                  <a:pt x="12886" y="19330"/>
                </a:lnTo>
                <a:lnTo>
                  <a:pt x="12886" y="19227"/>
                </a:lnTo>
                <a:lnTo>
                  <a:pt x="17386" y="17693"/>
                </a:lnTo>
                <a:lnTo>
                  <a:pt x="16568" y="18102"/>
                </a:lnTo>
                <a:lnTo>
                  <a:pt x="16875" y="18205"/>
                </a:lnTo>
                <a:lnTo>
                  <a:pt x="16875" y="18307"/>
                </a:lnTo>
                <a:lnTo>
                  <a:pt x="14011" y="19125"/>
                </a:lnTo>
                <a:lnTo>
                  <a:pt x="14318" y="19330"/>
                </a:lnTo>
                <a:lnTo>
                  <a:pt x="13193" y="19841"/>
                </a:lnTo>
                <a:lnTo>
                  <a:pt x="15443" y="19227"/>
                </a:lnTo>
                <a:lnTo>
                  <a:pt x="15443" y="19227"/>
                </a:lnTo>
                <a:lnTo>
                  <a:pt x="15341" y="19330"/>
                </a:lnTo>
                <a:lnTo>
                  <a:pt x="15852" y="19023"/>
                </a:lnTo>
                <a:lnTo>
                  <a:pt x="15852" y="19125"/>
                </a:lnTo>
                <a:lnTo>
                  <a:pt x="17284" y="18614"/>
                </a:lnTo>
                <a:lnTo>
                  <a:pt x="16875" y="18614"/>
                </a:lnTo>
                <a:lnTo>
                  <a:pt x="17284" y="18409"/>
                </a:lnTo>
                <a:lnTo>
                  <a:pt x="17182" y="18409"/>
                </a:lnTo>
                <a:lnTo>
                  <a:pt x="17554" y="18186"/>
                </a:lnTo>
                <a:lnTo>
                  <a:pt x="17554" y="18186"/>
                </a:lnTo>
                <a:lnTo>
                  <a:pt x="18205" y="18000"/>
                </a:lnTo>
                <a:lnTo>
                  <a:pt x="18205" y="18000"/>
                </a:lnTo>
                <a:lnTo>
                  <a:pt x="17795" y="18307"/>
                </a:lnTo>
                <a:lnTo>
                  <a:pt x="19125" y="18102"/>
                </a:lnTo>
                <a:lnTo>
                  <a:pt x="18614" y="18409"/>
                </a:lnTo>
                <a:lnTo>
                  <a:pt x="18818" y="18409"/>
                </a:lnTo>
                <a:lnTo>
                  <a:pt x="18818" y="18511"/>
                </a:lnTo>
                <a:lnTo>
                  <a:pt x="19125" y="18511"/>
                </a:lnTo>
                <a:lnTo>
                  <a:pt x="18818" y="18716"/>
                </a:lnTo>
                <a:lnTo>
                  <a:pt x="19227" y="18716"/>
                </a:lnTo>
                <a:lnTo>
                  <a:pt x="19841" y="18511"/>
                </a:lnTo>
                <a:lnTo>
                  <a:pt x="19432" y="18920"/>
                </a:lnTo>
                <a:lnTo>
                  <a:pt x="19636" y="19125"/>
                </a:lnTo>
                <a:lnTo>
                  <a:pt x="21682" y="19023"/>
                </a:lnTo>
                <a:lnTo>
                  <a:pt x="21682" y="19023"/>
                </a:lnTo>
                <a:lnTo>
                  <a:pt x="21477" y="19227"/>
                </a:lnTo>
                <a:lnTo>
                  <a:pt x="23216" y="19227"/>
                </a:lnTo>
                <a:lnTo>
                  <a:pt x="22295" y="19534"/>
                </a:lnTo>
                <a:lnTo>
                  <a:pt x="22909" y="19943"/>
                </a:lnTo>
                <a:lnTo>
                  <a:pt x="22807" y="19943"/>
                </a:lnTo>
                <a:lnTo>
                  <a:pt x="23216" y="20659"/>
                </a:lnTo>
                <a:lnTo>
                  <a:pt x="23830" y="20659"/>
                </a:lnTo>
                <a:lnTo>
                  <a:pt x="23830" y="20455"/>
                </a:lnTo>
                <a:lnTo>
                  <a:pt x="24034" y="20352"/>
                </a:lnTo>
                <a:lnTo>
                  <a:pt x="23625" y="20148"/>
                </a:lnTo>
                <a:lnTo>
                  <a:pt x="24545" y="20045"/>
                </a:lnTo>
                <a:lnTo>
                  <a:pt x="24443" y="20148"/>
                </a:lnTo>
                <a:lnTo>
                  <a:pt x="24648" y="20148"/>
                </a:lnTo>
                <a:lnTo>
                  <a:pt x="24136" y="20659"/>
                </a:lnTo>
                <a:lnTo>
                  <a:pt x="24545" y="20761"/>
                </a:lnTo>
                <a:lnTo>
                  <a:pt x="25466" y="19636"/>
                </a:lnTo>
                <a:lnTo>
                  <a:pt x="24955" y="20557"/>
                </a:lnTo>
                <a:lnTo>
                  <a:pt x="25159" y="20761"/>
                </a:lnTo>
                <a:lnTo>
                  <a:pt x="25670" y="20557"/>
                </a:lnTo>
                <a:lnTo>
                  <a:pt x="25159" y="20966"/>
                </a:lnTo>
                <a:lnTo>
                  <a:pt x="25568" y="21170"/>
                </a:lnTo>
                <a:lnTo>
                  <a:pt x="24750" y="21784"/>
                </a:lnTo>
                <a:lnTo>
                  <a:pt x="25159" y="21886"/>
                </a:lnTo>
                <a:lnTo>
                  <a:pt x="25159" y="22193"/>
                </a:lnTo>
                <a:lnTo>
                  <a:pt x="25057" y="22295"/>
                </a:lnTo>
                <a:lnTo>
                  <a:pt x="25364" y="22705"/>
                </a:lnTo>
                <a:lnTo>
                  <a:pt x="24648" y="23114"/>
                </a:lnTo>
                <a:lnTo>
                  <a:pt x="24545" y="23420"/>
                </a:lnTo>
                <a:lnTo>
                  <a:pt x="25670" y="22807"/>
                </a:lnTo>
                <a:lnTo>
                  <a:pt x="24750" y="24136"/>
                </a:lnTo>
                <a:lnTo>
                  <a:pt x="26284" y="23011"/>
                </a:lnTo>
                <a:lnTo>
                  <a:pt x="26284" y="23011"/>
                </a:lnTo>
                <a:lnTo>
                  <a:pt x="25568" y="23830"/>
                </a:lnTo>
                <a:lnTo>
                  <a:pt x="25568" y="23830"/>
                </a:lnTo>
                <a:lnTo>
                  <a:pt x="26182" y="23318"/>
                </a:lnTo>
                <a:lnTo>
                  <a:pt x="26182" y="23495"/>
                </a:lnTo>
                <a:lnTo>
                  <a:pt x="26182" y="23495"/>
                </a:lnTo>
                <a:lnTo>
                  <a:pt x="24750" y="24545"/>
                </a:lnTo>
                <a:lnTo>
                  <a:pt x="25159" y="24648"/>
                </a:lnTo>
                <a:lnTo>
                  <a:pt x="24443" y="25364"/>
                </a:lnTo>
                <a:lnTo>
                  <a:pt x="24443" y="25568"/>
                </a:lnTo>
                <a:lnTo>
                  <a:pt x="25261" y="25261"/>
                </a:lnTo>
                <a:lnTo>
                  <a:pt x="25364" y="25159"/>
                </a:lnTo>
                <a:lnTo>
                  <a:pt x="25773" y="25057"/>
                </a:lnTo>
                <a:lnTo>
                  <a:pt x="25364" y="25261"/>
                </a:lnTo>
                <a:lnTo>
                  <a:pt x="25773" y="25568"/>
                </a:lnTo>
                <a:lnTo>
                  <a:pt x="25261" y="25261"/>
                </a:lnTo>
                <a:lnTo>
                  <a:pt x="24955" y="25466"/>
                </a:lnTo>
                <a:lnTo>
                  <a:pt x="25364" y="25977"/>
                </a:lnTo>
                <a:lnTo>
                  <a:pt x="24750" y="26489"/>
                </a:lnTo>
                <a:lnTo>
                  <a:pt x="24750" y="26489"/>
                </a:lnTo>
                <a:lnTo>
                  <a:pt x="25159" y="26284"/>
                </a:lnTo>
                <a:lnTo>
                  <a:pt x="24545" y="26693"/>
                </a:lnTo>
                <a:lnTo>
                  <a:pt x="24443" y="27000"/>
                </a:lnTo>
                <a:lnTo>
                  <a:pt x="26080" y="25977"/>
                </a:lnTo>
                <a:lnTo>
                  <a:pt x="25670" y="26386"/>
                </a:lnTo>
                <a:lnTo>
                  <a:pt x="25773" y="26795"/>
                </a:lnTo>
                <a:lnTo>
                  <a:pt x="25568" y="26489"/>
                </a:lnTo>
                <a:lnTo>
                  <a:pt x="24852" y="26795"/>
                </a:lnTo>
                <a:lnTo>
                  <a:pt x="24955" y="26795"/>
                </a:lnTo>
                <a:lnTo>
                  <a:pt x="24545" y="27307"/>
                </a:lnTo>
                <a:lnTo>
                  <a:pt x="25466" y="27102"/>
                </a:lnTo>
                <a:lnTo>
                  <a:pt x="24341" y="27614"/>
                </a:lnTo>
                <a:lnTo>
                  <a:pt x="25159" y="27818"/>
                </a:lnTo>
                <a:lnTo>
                  <a:pt x="25057" y="27920"/>
                </a:lnTo>
                <a:lnTo>
                  <a:pt x="25159" y="28023"/>
                </a:lnTo>
                <a:lnTo>
                  <a:pt x="24852" y="28125"/>
                </a:lnTo>
                <a:lnTo>
                  <a:pt x="25364" y="28125"/>
                </a:lnTo>
                <a:lnTo>
                  <a:pt x="24852" y="28227"/>
                </a:lnTo>
                <a:lnTo>
                  <a:pt x="25977" y="28227"/>
                </a:lnTo>
                <a:lnTo>
                  <a:pt x="26284" y="27920"/>
                </a:lnTo>
                <a:lnTo>
                  <a:pt x="25773" y="28841"/>
                </a:lnTo>
                <a:lnTo>
                  <a:pt x="26591" y="28636"/>
                </a:lnTo>
                <a:lnTo>
                  <a:pt x="26489" y="29148"/>
                </a:lnTo>
                <a:lnTo>
                  <a:pt x="26182" y="29352"/>
                </a:lnTo>
                <a:lnTo>
                  <a:pt x="26182" y="29352"/>
                </a:lnTo>
                <a:lnTo>
                  <a:pt x="26795" y="29148"/>
                </a:lnTo>
                <a:lnTo>
                  <a:pt x="26489" y="29455"/>
                </a:lnTo>
                <a:lnTo>
                  <a:pt x="26898" y="29455"/>
                </a:lnTo>
                <a:lnTo>
                  <a:pt x="26489" y="29659"/>
                </a:lnTo>
                <a:lnTo>
                  <a:pt x="26489" y="29864"/>
                </a:lnTo>
                <a:lnTo>
                  <a:pt x="26591" y="30068"/>
                </a:lnTo>
                <a:lnTo>
                  <a:pt x="26693" y="30068"/>
                </a:lnTo>
                <a:lnTo>
                  <a:pt x="26386" y="30375"/>
                </a:lnTo>
                <a:lnTo>
                  <a:pt x="26386" y="30682"/>
                </a:lnTo>
                <a:lnTo>
                  <a:pt x="26489" y="30682"/>
                </a:lnTo>
                <a:lnTo>
                  <a:pt x="26386" y="30784"/>
                </a:lnTo>
                <a:lnTo>
                  <a:pt x="26386" y="30682"/>
                </a:lnTo>
                <a:lnTo>
                  <a:pt x="26080" y="31295"/>
                </a:lnTo>
                <a:lnTo>
                  <a:pt x="25670" y="31500"/>
                </a:lnTo>
                <a:lnTo>
                  <a:pt x="25568" y="31602"/>
                </a:lnTo>
                <a:lnTo>
                  <a:pt x="25568" y="31500"/>
                </a:lnTo>
                <a:lnTo>
                  <a:pt x="25670" y="31500"/>
                </a:lnTo>
                <a:lnTo>
                  <a:pt x="26182" y="30886"/>
                </a:lnTo>
                <a:lnTo>
                  <a:pt x="26182" y="30886"/>
                </a:lnTo>
                <a:lnTo>
                  <a:pt x="25466" y="31398"/>
                </a:lnTo>
                <a:lnTo>
                  <a:pt x="25875" y="30989"/>
                </a:lnTo>
                <a:lnTo>
                  <a:pt x="25875" y="31091"/>
                </a:lnTo>
                <a:lnTo>
                  <a:pt x="26182" y="30682"/>
                </a:lnTo>
                <a:lnTo>
                  <a:pt x="24852" y="30477"/>
                </a:lnTo>
                <a:lnTo>
                  <a:pt x="24341" y="31909"/>
                </a:lnTo>
                <a:lnTo>
                  <a:pt x="24545" y="31909"/>
                </a:lnTo>
                <a:lnTo>
                  <a:pt x="24136" y="32420"/>
                </a:lnTo>
                <a:lnTo>
                  <a:pt x="24136" y="32216"/>
                </a:lnTo>
                <a:lnTo>
                  <a:pt x="23932" y="32523"/>
                </a:lnTo>
                <a:lnTo>
                  <a:pt x="24545" y="32727"/>
                </a:lnTo>
                <a:lnTo>
                  <a:pt x="24034" y="32625"/>
                </a:lnTo>
                <a:lnTo>
                  <a:pt x="21989" y="35489"/>
                </a:lnTo>
                <a:lnTo>
                  <a:pt x="22091" y="35489"/>
                </a:lnTo>
                <a:lnTo>
                  <a:pt x="20557" y="38250"/>
                </a:lnTo>
                <a:lnTo>
                  <a:pt x="20557" y="38148"/>
                </a:lnTo>
                <a:lnTo>
                  <a:pt x="20250" y="38659"/>
                </a:lnTo>
                <a:lnTo>
                  <a:pt x="20348" y="40709"/>
                </a:lnTo>
                <a:lnTo>
                  <a:pt x="20348" y="40709"/>
                </a:lnTo>
                <a:lnTo>
                  <a:pt x="20148" y="40909"/>
                </a:lnTo>
                <a:lnTo>
                  <a:pt x="20455" y="41011"/>
                </a:lnTo>
                <a:lnTo>
                  <a:pt x="20761" y="40807"/>
                </a:lnTo>
                <a:lnTo>
                  <a:pt x="21477" y="40807"/>
                </a:lnTo>
                <a:lnTo>
                  <a:pt x="20761" y="40909"/>
                </a:lnTo>
                <a:lnTo>
                  <a:pt x="20761" y="41420"/>
                </a:lnTo>
                <a:lnTo>
                  <a:pt x="20557" y="41114"/>
                </a:lnTo>
                <a:lnTo>
                  <a:pt x="20352" y="41727"/>
                </a:lnTo>
                <a:lnTo>
                  <a:pt x="20557" y="42341"/>
                </a:lnTo>
                <a:lnTo>
                  <a:pt x="20352" y="42648"/>
                </a:lnTo>
                <a:lnTo>
                  <a:pt x="20864" y="43875"/>
                </a:lnTo>
                <a:lnTo>
                  <a:pt x="20761" y="44284"/>
                </a:lnTo>
                <a:lnTo>
                  <a:pt x="21068" y="44591"/>
                </a:lnTo>
                <a:lnTo>
                  <a:pt x="21477" y="44693"/>
                </a:lnTo>
                <a:lnTo>
                  <a:pt x="23011" y="47250"/>
                </a:lnTo>
                <a:lnTo>
                  <a:pt x="22909" y="47455"/>
                </a:lnTo>
                <a:lnTo>
                  <a:pt x="23216" y="49295"/>
                </a:lnTo>
                <a:lnTo>
                  <a:pt x="23932" y="50114"/>
                </a:lnTo>
                <a:lnTo>
                  <a:pt x="23932" y="51341"/>
                </a:lnTo>
                <a:lnTo>
                  <a:pt x="24034" y="51341"/>
                </a:lnTo>
                <a:lnTo>
                  <a:pt x="24034" y="51545"/>
                </a:lnTo>
                <a:lnTo>
                  <a:pt x="23830" y="51341"/>
                </a:lnTo>
                <a:lnTo>
                  <a:pt x="23216" y="51443"/>
                </a:lnTo>
                <a:lnTo>
                  <a:pt x="23830" y="52159"/>
                </a:lnTo>
                <a:lnTo>
                  <a:pt x="24648" y="52364"/>
                </a:lnTo>
                <a:lnTo>
                  <a:pt x="25261" y="54818"/>
                </a:lnTo>
                <a:lnTo>
                  <a:pt x="26795" y="56455"/>
                </a:lnTo>
                <a:lnTo>
                  <a:pt x="26898" y="55432"/>
                </a:lnTo>
                <a:lnTo>
                  <a:pt x="26386" y="55227"/>
                </a:lnTo>
                <a:lnTo>
                  <a:pt x="25773" y="52364"/>
                </a:lnTo>
                <a:lnTo>
                  <a:pt x="25773" y="52670"/>
                </a:lnTo>
                <a:lnTo>
                  <a:pt x="25261" y="50830"/>
                </a:lnTo>
                <a:lnTo>
                  <a:pt x="25057" y="50727"/>
                </a:lnTo>
                <a:lnTo>
                  <a:pt x="24341" y="48068"/>
                </a:lnTo>
                <a:lnTo>
                  <a:pt x="24545" y="47250"/>
                </a:lnTo>
                <a:lnTo>
                  <a:pt x="25159" y="47659"/>
                </a:lnTo>
                <a:lnTo>
                  <a:pt x="25364" y="47557"/>
                </a:lnTo>
                <a:lnTo>
                  <a:pt x="25466" y="47761"/>
                </a:lnTo>
                <a:lnTo>
                  <a:pt x="25875" y="47966"/>
                </a:lnTo>
                <a:lnTo>
                  <a:pt x="26591" y="51034"/>
                </a:lnTo>
                <a:lnTo>
                  <a:pt x="27205" y="51341"/>
                </a:lnTo>
                <a:lnTo>
                  <a:pt x="27000" y="51852"/>
                </a:lnTo>
                <a:lnTo>
                  <a:pt x="28023" y="53080"/>
                </a:lnTo>
                <a:lnTo>
                  <a:pt x="27920" y="52977"/>
                </a:lnTo>
                <a:lnTo>
                  <a:pt x="28125" y="53591"/>
                </a:lnTo>
                <a:lnTo>
                  <a:pt x="27920" y="53795"/>
                </a:lnTo>
                <a:lnTo>
                  <a:pt x="28636" y="54307"/>
                </a:lnTo>
                <a:lnTo>
                  <a:pt x="28432" y="54205"/>
                </a:lnTo>
                <a:lnTo>
                  <a:pt x="29045" y="54920"/>
                </a:lnTo>
                <a:lnTo>
                  <a:pt x="28841" y="54920"/>
                </a:lnTo>
                <a:lnTo>
                  <a:pt x="29761" y="56148"/>
                </a:lnTo>
                <a:lnTo>
                  <a:pt x="30477" y="58091"/>
                </a:lnTo>
                <a:lnTo>
                  <a:pt x="29966" y="59216"/>
                </a:lnTo>
                <a:lnTo>
                  <a:pt x="37534" y="63920"/>
                </a:lnTo>
                <a:lnTo>
                  <a:pt x="39068" y="63307"/>
                </a:lnTo>
                <a:lnTo>
                  <a:pt x="39170" y="63307"/>
                </a:lnTo>
                <a:lnTo>
                  <a:pt x="39784" y="63614"/>
                </a:lnTo>
                <a:lnTo>
                  <a:pt x="39784" y="63614"/>
                </a:lnTo>
                <a:lnTo>
                  <a:pt x="39375" y="63307"/>
                </a:lnTo>
                <a:lnTo>
                  <a:pt x="39375" y="63307"/>
                </a:lnTo>
                <a:lnTo>
                  <a:pt x="44284" y="66375"/>
                </a:lnTo>
                <a:lnTo>
                  <a:pt x="45000" y="66273"/>
                </a:lnTo>
                <a:lnTo>
                  <a:pt x="45409" y="66682"/>
                </a:lnTo>
                <a:lnTo>
                  <a:pt x="45307" y="66989"/>
                </a:lnTo>
                <a:lnTo>
                  <a:pt x="46534" y="68830"/>
                </a:lnTo>
                <a:lnTo>
                  <a:pt x="46534" y="69443"/>
                </a:lnTo>
                <a:lnTo>
                  <a:pt x="47148" y="70159"/>
                </a:lnTo>
                <a:lnTo>
                  <a:pt x="47352" y="69852"/>
                </a:lnTo>
                <a:lnTo>
                  <a:pt x="47045" y="69443"/>
                </a:lnTo>
                <a:lnTo>
                  <a:pt x="47045" y="69443"/>
                </a:lnTo>
                <a:lnTo>
                  <a:pt x="48784" y="71386"/>
                </a:lnTo>
                <a:lnTo>
                  <a:pt x="48784" y="71386"/>
                </a:lnTo>
                <a:lnTo>
                  <a:pt x="48580" y="71080"/>
                </a:lnTo>
                <a:lnTo>
                  <a:pt x="49091" y="71693"/>
                </a:lnTo>
                <a:lnTo>
                  <a:pt x="49705" y="71489"/>
                </a:lnTo>
                <a:lnTo>
                  <a:pt x="50625" y="72205"/>
                </a:lnTo>
                <a:lnTo>
                  <a:pt x="50727" y="71898"/>
                </a:lnTo>
                <a:lnTo>
                  <a:pt x="51136" y="72614"/>
                </a:lnTo>
                <a:lnTo>
                  <a:pt x="51648" y="72307"/>
                </a:lnTo>
                <a:lnTo>
                  <a:pt x="51341" y="71693"/>
                </a:lnTo>
                <a:lnTo>
                  <a:pt x="52670" y="70773"/>
                </a:lnTo>
                <a:lnTo>
                  <a:pt x="53182" y="71489"/>
                </a:lnTo>
                <a:lnTo>
                  <a:pt x="53182" y="71284"/>
                </a:lnTo>
                <a:lnTo>
                  <a:pt x="53386" y="71386"/>
                </a:lnTo>
                <a:lnTo>
                  <a:pt x="53489" y="71284"/>
                </a:lnTo>
                <a:lnTo>
                  <a:pt x="53693" y="71693"/>
                </a:lnTo>
                <a:lnTo>
                  <a:pt x="53386" y="71386"/>
                </a:lnTo>
                <a:lnTo>
                  <a:pt x="53182" y="71795"/>
                </a:lnTo>
                <a:lnTo>
                  <a:pt x="53795" y="75682"/>
                </a:lnTo>
                <a:lnTo>
                  <a:pt x="53898" y="75682"/>
                </a:lnTo>
                <a:lnTo>
                  <a:pt x="53898" y="75989"/>
                </a:lnTo>
                <a:lnTo>
                  <a:pt x="54000" y="75886"/>
                </a:lnTo>
                <a:lnTo>
                  <a:pt x="54205" y="75989"/>
                </a:lnTo>
                <a:lnTo>
                  <a:pt x="53489" y="77216"/>
                </a:lnTo>
                <a:lnTo>
                  <a:pt x="52977" y="77523"/>
                </a:lnTo>
                <a:lnTo>
                  <a:pt x="52773" y="78239"/>
                </a:lnTo>
                <a:lnTo>
                  <a:pt x="52364" y="78341"/>
                </a:lnTo>
                <a:lnTo>
                  <a:pt x="52568" y="78750"/>
                </a:lnTo>
                <a:lnTo>
                  <a:pt x="51648" y="79159"/>
                </a:lnTo>
                <a:lnTo>
                  <a:pt x="51239" y="80693"/>
                </a:lnTo>
                <a:lnTo>
                  <a:pt x="51034" y="80591"/>
                </a:lnTo>
                <a:lnTo>
                  <a:pt x="50727" y="81307"/>
                </a:lnTo>
                <a:lnTo>
                  <a:pt x="50727" y="82227"/>
                </a:lnTo>
                <a:lnTo>
                  <a:pt x="51034" y="82739"/>
                </a:lnTo>
                <a:lnTo>
                  <a:pt x="51545" y="82432"/>
                </a:lnTo>
                <a:lnTo>
                  <a:pt x="51648" y="82125"/>
                </a:lnTo>
                <a:lnTo>
                  <a:pt x="51750" y="82841"/>
                </a:lnTo>
                <a:lnTo>
                  <a:pt x="50318" y="84886"/>
                </a:lnTo>
                <a:lnTo>
                  <a:pt x="50830" y="85909"/>
                </a:lnTo>
                <a:lnTo>
                  <a:pt x="50625" y="86011"/>
                </a:lnTo>
                <a:lnTo>
                  <a:pt x="60852" y="98693"/>
                </a:lnTo>
                <a:lnTo>
                  <a:pt x="61977" y="118125"/>
                </a:lnTo>
                <a:lnTo>
                  <a:pt x="61670" y="118330"/>
                </a:lnTo>
                <a:lnTo>
                  <a:pt x="63102" y="122932"/>
                </a:lnTo>
                <a:lnTo>
                  <a:pt x="64125" y="122625"/>
                </a:lnTo>
                <a:lnTo>
                  <a:pt x="63818" y="123136"/>
                </a:lnTo>
                <a:lnTo>
                  <a:pt x="64125" y="123136"/>
                </a:lnTo>
                <a:lnTo>
                  <a:pt x="64330" y="123648"/>
                </a:lnTo>
                <a:lnTo>
                  <a:pt x="64023" y="123648"/>
                </a:lnTo>
                <a:lnTo>
                  <a:pt x="64227" y="125284"/>
                </a:lnTo>
                <a:lnTo>
                  <a:pt x="64636" y="125489"/>
                </a:lnTo>
                <a:lnTo>
                  <a:pt x="64534" y="126511"/>
                </a:lnTo>
                <a:lnTo>
                  <a:pt x="64943" y="126716"/>
                </a:lnTo>
                <a:lnTo>
                  <a:pt x="64330" y="126716"/>
                </a:lnTo>
                <a:lnTo>
                  <a:pt x="64636" y="127432"/>
                </a:lnTo>
                <a:lnTo>
                  <a:pt x="64534" y="127739"/>
                </a:lnTo>
                <a:lnTo>
                  <a:pt x="64330" y="127023"/>
                </a:lnTo>
                <a:lnTo>
                  <a:pt x="64023" y="127432"/>
                </a:lnTo>
                <a:lnTo>
                  <a:pt x="64023" y="127432"/>
                </a:lnTo>
                <a:lnTo>
                  <a:pt x="64227" y="127023"/>
                </a:lnTo>
                <a:lnTo>
                  <a:pt x="64023" y="126614"/>
                </a:lnTo>
                <a:lnTo>
                  <a:pt x="64023" y="127023"/>
                </a:lnTo>
                <a:lnTo>
                  <a:pt x="63409" y="127125"/>
                </a:lnTo>
                <a:lnTo>
                  <a:pt x="63614" y="127432"/>
                </a:lnTo>
                <a:lnTo>
                  <a:pt x="63205" y="127943"/>
                </a:lnTo>
                <a:lnTo>
                  <a:pt x="63205" y="127943"/>
                </a:lnTo>
                <a:lnTo>
                  <a:pt x="63716" y="127739"/>
                </a:lnTo>
                <a:lnTo>
                  <a:pt x="64227" y="128148"/>
                </a:lnTo>
                <a:lnTo>
                  <a:pt x="64227" y="128045"/>
                </a:lnTo>
                <a:lnTo>
                  <a:pt x="64534" y="128250"/>
                </a:lnTo>
                <a:lnTo>
                  <a:pt x="64534" y="128455"/>
                </a:lnTo>
                <a:lnTo>
                  <a:pt x="64432" y="128659"/>
                </a:lnTo>
                <a:lnTo>
                  <a:pt x="64636" y="129068"/>
                </a:lnTo>
                <a:lnTo>
                  <a:pt x="65148" y="128864"/>
                </a:lnTo>
                <a:lnTo>
                  <a:pt x="65557" y="129477"/>
                </a:lnTo>
                <a:lnTo>
                  <a:pt x="64534" y="129273"/>
                </a:lnTo>
                <a:lnTo>
                  <a:pt x="65148" y="129682"/>
                </a:lnTo>
                <a:lnTo>
                  <a:pt x="65455" y="130705"/>
                </a:lnTo>
                <a:lnTo>
                  <a:pt x="65352" y="130295"/>
                </a:lnTo>
                <a:lnTo>
                  <a:pt x="65455" y="130295"/>
                </a:lnTo>
                <a:lnTo>
                  <a:pt x="65864" y="131216"/>
                </a:lnTo>
                <a:lnTo>
                  <a:pt x="65352" y="131420"/>
                </a:lnTo>
                <a:lnTo>
                  <a:pt x="66068" y="131727"/>
                </a:lnTo>
                <a:lnTo>
                  <a:pt x="65864" y="131727"/>
                </a:lnTo>
                <a:lnTo>
                  <a:pt x="66170" y="132034"/>
                </a:lnTo>
                <a:lnTo>
                  <a:pt x="66273" y="131727"/>
                </a:lnTo>
                <a:lnTo>
                  <a:pt x="66375" y="131932"/>
                </a:lnTo>
                <a:lnTo>
                  <a:pt x="66375" y="132239"/>
                </a:lnTo>
                <a:lnTo>
                  <a:pt x="66170" y="132034"/>
                </a:lnTo>
                <a:lnTo>
                  <a:pt x="65557" y="131625"/>
                </a:lnTo>
                <a:lnTo>
                  <a:pt x="65250" y="131932"/>
                </a:lnTo>
                <a:lnTo>
                  <a:pt x="67193" y="133261"/>
                </a:lnTo>
                <a:lnTo>
                  <a:pt x="67398" y="133159"/>
                </a:lnTo>
                <a:lnTo>
                  <a:pt x="67091" y="132750"/>
                </a:lnTo>
                <a:lnTo>
                  <a:pt x="67705" y="133057"/>
                </a:lnTo>
                <a:lnTo>
                  <a:pt x="67398" y="133159"/>
                </a:lnTo>
                <a:lnTo>
                  <a:pt x="67500" y="133261"/>
                </a:lnTo>
                <a:lnTo>
                  <a:pt x="67602" y="133159"/>
                </a:lnTo>
                <a:lnTo>
                  <a:pt x="67807" y="133568"/>
                </a:lnTo>
                <a:lnTo>
                  <a:pt x="67807" y="133568"/>
                </a:lnTo>
                <a:lnTo>
                  <a:pt x="67500" y="133261"/>
                </a:lnTo>
                <a:lnTo>
                  <a:pt x="67295" y="133364"/>
                </a:lnTo>
                <a:lnTo>
                  <a:pt x="66477" y="133364"/>
                </a:lnTo>
                <a:lnTo>
                  <a:pt x="66886" y="133773"/>
                </a:lnTo>
                <a:lnTo>
                  <a:pt x="67500" y="133670"/>
                </a:lnTo>
                <a:lnTo>
                  <a:pt x="67295" y="134080"/>
                </a:lnTo>
                <a:lnTo>
                  <a:pt x="67705" y="134284"/>
                </a:lnTo>
                <a:lnTo>
                  <a:pt x="67807" y="134080"/>
                </a:lnTo>
                <a:lnTo>
                  <a:pt x="67926" y="134000"/>
                </a:lnTo>
                <a:lnTo>
                  <a:pt x="67926" y="134000"/>
                </a:lnTo>
                <a:lnTo>
                  <a:pt x="68420" y="134693"/>
                </a:lnTo>
                <a:lnTo>
                  <a:pt x="69136" y="133977"/>
                </a:lnTo>
                <a:lnTo>
                  <a:pt x="69136" y="134284"/>
                </a:lnTo>
                <a:lnTo>
                  <a:pt x="68932" y="134489"/>
                </a:lnTo>
                <a:lnTo>
                  <a:pt x="68932" y="134693"/>
                </a:lnTo>
                <a:lnTo>
                  <a:pt x="68727" y="134795"/>
                </a:lnTo>
                <a:lnTo>
                  <a:pt x="69750" y="134795"/>
                </a:lnTo>
                <a:lnTo>
                  <a:pt x="69545" y="134182"/>
                </a:lnTo>
                <a:lnTo>
                  <a:pt x="69767" y="133988"/>
                </a:lnTo>
                <a:lnTo>
                  <a:pt x="69767" y="133988"/>
                </a:lnTo>
                <a:lnTo>
                  <a:pt x="70057" y="134182"/>
                </a:lnTo>
                <a:lnTo>
                  <a:pt x="69852" y="134284"/>
                </a:lnTo>
                <a:lnTo>
                  <a:pt x="70568" y="134591"/>
                </a:lnTo>
                <a:lnTo>
                  <a:pt x="70364" y="135000"/>
                </a:lnTo>
                <a:lnTo>
                  <a:pt x="71489" y="135614"/>
                </a:lnTo>
                <a:lnTo>
                  <a:pt x="71386" y="135716"/>
                </a:lnTo>
                <a:lnTo>
                  <a:pt x="70159" y="135205"/>
                </a:lnTo>
                <a:lnTo>
                  <a:pt x="70364" y="135205"/>
                </a:lnTo>
                <a:lnTo>
                  <a:pt x="70057" y="135000"/>
                </a:lnTo>
                <a:lnTo>
                  <a:pt x="69955" y="135102"/>
                </a:lnTo>
                <a:lnTo>
                  <a:pt x="70568" y="135716"/>
                </a:lnTo>
                <a:lnTo>
                  <a:pt x="70057" y="135511"/>
                </a:lnTo>
                <a:lnTo>
                  <a:pt x="69443" y="135716"/>
                </a:lnTo>
                <a:lnTo>
                  <a:pt x="69545" y="135818"/>
                </a:lnTo>
                <a:lnTo>
                  <a:pt x="73943" y="136125"/>
                </a:lnTo>
                <a:lnTo>
                  <a:pt x="74557" y="135818"/>
                </a:lnTo>
                <a:lnTo>
                  <a:pt x="71489" y="134489"/>
                </a:lnTo>
                <a:lnTo>
                  <a:pt x="71591" y="134284"/>
                </a:lnTo>
                <a:lnTo>
                  <a:pt x="71080" y="133875"/>
                </a:lnTo>
                <a:lnTo>
                  <a:pt x="69782" y="133975"/>
                </a:lnTo>
                <a:lnTo>
                  <a:pt x="69782" y="133975"/>
                </a:lnTo>
                <a:lnTo>
                  <a:pt x="70364" y="133466"/>
                </a:lnTo>
                <a:lnTo>
                  <a:pt x="71080" y="133568"/>
                </a:lnTo>
                <a:lnTo>
                  <a:pt x="71080" y="133568"/>
                </a:lnTo>
                <a:lnTo>
                  <a:pt x="70057" y="132852"/>
                </a:lnTo>
                <a:lnTo>
                  <a:pt x="70364" y="132750"/>
                </a:lnTo>
                <a:lnTo>
                  <a:pt x="69852" y="132341"/>
                </a:lnTo>
                <a:lnTo>
                  <a:pt x="70159" y="131318"/>
                </a:lnTo>
                <a:lnTo>
                  <a:pt x="69750" y="131216"/>
                </a:lnTo>
                <a:lnTo>
                  <a:pt x="69955" y="131216"/>
                </a:lnTo>
                <a:lnTo>
                  <a:pt x="69955" y="131011"/>
                </a:lnTo>
                <a:lnTo>
                  <a:pt x="70670" y="131216"/>
                </a:lnTo>
                <a:lnTo>
                  <a:pt x="70670" y="131216"/>
                </a:lnTo>
                <a:lnTo>
                  <a:pt x="70466" y="130500"/>
                </a:lnTo>
                <a:lnTo>
                  <a:pt x="71591" y="129170"/>
                </a:lnTo>
                <a:lnTo>
                  <a:pt x="71182" y="129068"/>
                </a:lnTo>
                <a:lnTo>
                  <a:pt x="71284" y="128455"/>
                </a:lnTo>
                <a:lnTo>
                  <a:pt x="69443" y="127330"/>
                </a:lnTo>
                <a:lnTo>
                  <a:pt x="69852" y="126409"/>
                </a:lnTo>
                <a:lnTo>
                  <a:pt x="70159" y="126205"/>
                </a:lnTo>
                <a:lnTo>
                  <a:pt x="70670" y="126205"/>
                </a:lnTo>
                <a:lnTo>
                  <a:pt x="70568" y="124670"/>
                </a:lnTo>
                <a:lnTo>
                  <a:pt x="71182" y="124159"/>
                </a:lnTo>
                <a:lnTo>
                  <a:pt x="70568" y="123852"/>
                </a:lnTo>
                <a:lnTo>
                  <a:pt x="70977" y="123750"/>
                </a:lnTo>
                <a:lnTo>
                  <a:pt x="71284" y="124057"/>
                </a:lnTo>
                <a:lnTo>
                  <a:pt x="71284" y="124057"/>
                </a:lnTo>
                <a:lnTo>
                  <a:pt x="70977" y="123443"/>
                </a:lnTo>
                <a:lnTo>
                  <a:pt x="70773" y="123545"/>
                </a:lnTo>
                <a:lnTo>
                  <a:pt x="70364" y="123239"/>
                </a:lnTo>
                <a:lnTo>
                  <a:pt x="69955" y="122318"/>
                </a:lnTo>
                <a:lnTo>
                  <a:pt x="70057" y="122011"/>
                </a:lnTo>
                <a:lnTo>
                  <a:pt x="71182" y="122318"/>
                </a:lnTo>
                <a:lnTo>
                  <a:pt x="72205" y="122011"/>
                </a:lnTo>
                <a:lnTo>
                  <a:pt x="72000" y="121193"/>
                </a:lnTo>
                <a:lnTo>
                  <a:pt x="72102" y="120886"/>
                </a:lnTo>
                <a:lnTo>
                  <a:pt x="71898" y="120580"/>
                </a:lnTo>
                <a:lnTo>
                  <a:pt x="72000" y="120580"/>
                </a:lnTo>
                <a:lnTo>
                  <a:pt x="71693" y="120170"/>
                </a:lnTo>
                <a:lnTo>
                  <a:pt x="75477" y="119250"/>
                </a:lnTo>
                <a:lnTo>
                  <a:pt x="75886" y="117716"/>
                </a:lnTo>
                <a:lnTo>
                  <a:pt x="73739" y="114545"/>
                </a:lnTo>
                <a:lnTo>
                  <a:pt x="73739" y="114034"/>
                </a:lnTo>
                <a:lnTo>
                  <a:pt x="73943" y="114034"/>
                </a:lnTo>
                <a:lnTo>
                  <a:pt x="73841" y="113420"/>
                </a:lnTo>
                <a:lnTo>
                  <a:pt x="74045" y="113932"/>
                </a:lnTo>
                <a:lnTo>
                  <a:pt x="73841" y="114341"/>
                </a:lnTo>
                <a:lnTo>
                  <a:pt x="74557" y="115466"/>
                </a:lnTo>
                <a:lnTo>
                  <a:pt x="77216" y="115875"/>
                </a:lnTo>
                <a:lnTo>
                  <a:pt x="79466" y="111580"/>
                </a:lnTo>
                <a:lnTo>
                  <a:pt x="79568" y="111682"/>
                </a:lnTo>
                <a:lnTo>
                  <a:pt x="79568" y="111273"/>
                </a:lnTo>
                <a:lnTo>
                  <a:pt x="79466" y="110966"/>
                </a:lnTo>
                <a:lnTo>
                  <a:pt x="79773" y="111273"/>
                </a:lnTo>
                <a:lnTo>
                  <a:pt x="79875" y="111273"/>
                </a:lnTo>
                <a:lnTo>
                  <a:pt x="79364" y="112500"/>
                </a:lnTo>
                <a:lnTo>
                  <a:pt x="79773" y="112193"/>
                </a:lnTo>
                <a:lnTo>
                  <a:pt x="80080" y="111170"/>
                </a:lnTo>
                <a:lnTo>
                  <a:pt x="79875" y="111273"/>
                </a:lnTo>
                <a:lnTo>
                  <a:pt x="79875" y="111273"/>
                </a:lnTo>
                <a:lnTo>
                  <a:pt x="81409" y="107898"/>
                </a:lnTo>
                <a:lnTo>
                  <a:pt x="81102" y="106159"/>
                </a:lnTo>
                <a:lnTo>
                  <a:pt x="81614" y="106057"/>
                </a:lnTo>
                <a:lnTo>
                  <a:pt x="81511" y="106159"/>
                </a:lnTo>
                <a:lnTo>
                  <a:pt x="85398" y="103705"/>
                </a:lnTo>
                <a:lnTo>
                  <a:pt x="85807" y="103602"/>
                </a:lnTo>
                <a:lnTo>
                  <a:pt x="85909" y="103398"/>
                </a:lnTo>
                <a:lnTo>
                  <a:pt x="86114" y="103705"/>
                </a:lnTo>
                <a:lnTo>
                  <a:pt x="86830" y="103602"/>
                </a:lnTo>
                <a:lnTo>
                  <a:pt x="86932" y="103091"/>
                </a:lnTo>
                <a:lnTo>
                  <a:pt x="87750" y="102580"/>
                </a:lnTo>
                <a:lnTo>
                  <a:pt x="89080" y="94398"/>
                </a:lnTo>
                <a:lnTo>
                  <a:pt x="89080" y="93170"/>
                </a:lnTo>
                <a:lnTo>
                  <a:pt x="89284" y="93068"/>
                </a:lnTo>
                <a:lnTo>
                  <a:pt x="89489" y="93375"/>
                </a:lnTo>
                <a:lnTo>
                  <a:pt x="90409" y="91534"/>
                </a:lnTo>
                <a:lnTo>
                  <a:pt x="90409" y="91739"/>
                </a:lnTo>
                <a:lnTo>
                  <a:pt x="92557" y="87136"/>
                </a:lnTo>
                <a:lnTo>
                  <a:pt x="91943" y="85398"/>
                </a:lnTo>
                <a:lnTo>
                  <a:pt x="84273" y="82739"/>
                </a:lnTo>
                <a:lnTo>
                  <a:pt x="84068" y="82943"/>
                </a:lnTo>
                <a:lnTo>
                  <a:pt x="83966" y="82534"/>
                </a:lnTo>
                <a:lnTo>
                  <a:pt x="83557" y="83352"/>
                </a:lnTo>
                <a:lnTo>
                  <a:pt x="83557" y="83352"/>
                </a:lnTo>
                <a:lnTo>
                  <a:pt x="83659" y="82636"/>
                </a:lnTo>
                <a:lnTo>
                  <a:pt x="83557" y="82330"/>
                </a:lnTo>
                <a:lnTo>
                  <a:pt x="83557" y="81818"/>
                </a:lnTo>
                <a:lnTo>
                  <a:pt x="80591" y="80795"/>
                </a:lnTo>
                <a:lnTo>
                  <a:pt x="79057" y="82739"/>
                </a:lnTo>
                <a:lnTo>
                  <a:pt x="79364" y="81818"/>
                </a:lnTo>
                <a:lnTo>
                  <a:pt x="78341" y="82125"/>
                </a:lnTo>
                <a:lnTo>
                  <a:pt x="77932" y="81307"/>
                </a:lnTo>
                <a:lnTo>
                  <a:pt x="77625" y="81205"/>
                </a:lnTo>
                <a:lnTo>
                  <a:pt x="77011" y="81614"/>
                </a:lnTo>
                <a:lnTo>
                  <a:pt x="76295" y="81614"/>
                </a:lnTo>
                <a:lnTo>
                  <a:pt x="78852" y="78750"/>
                </a:lnTo>
                <a:lnTo>
                  <a:pt x="77216" y="75375"/>
                </a:lnTo>
                <a:lnTo>
                  <a:pt x="77011" y="75580"/>
                </a:lnTo>
                <a:lnTo>
                  <a:pt x="76807" y="75068"/>
                </a:lnTo>
                <a:lnTo>
                  <a:pt x="76705" y="75170"/>
                </a:lnTo>
                <a:lnTo>
                  <a:pt x="75273" y="74148"/>
                </a:lnTo>
                <a:lnTo>
                  <a:pt x="75068" y="74557"/>
                </a:lnTo>
                <a:lnTo>
                  <a:pt x="74455" y="73841"/>
                </a:lnTo>
                <a:lnTo>
                  <a:pt x="73432" y="74148"/>
                </a:lnTo>
                <a:lnTo>
                  <a:pt x="72614" y="73943"/>
                </a:lnTo>
                <a:lnTo>
                  <a:pt x="72307" y="74352"/>
                </a:lnTo>
                <a:lnTo>
                  <a:pt x="72307" y="73739"/>
                </a:lnTo>
                <a:lnTo>
                  <a:pt x="71284" y="72920"/>
                </a:lnTo>
                <a:lnTo>
                  <a:pt x="70977" y="73432"/>
                </a:lnTo>
                <a:lnTo>
                  <a:pt x="70977" y="73432"/>
                </a:lnTo>
                <a:lnTo>
                  <a:pt x="71080" y="72307"/>
                </a:lnTo>
                <a:lnTo>
                  <a:pt x="69852" y="71284"/>
                </a:lnTo>
                <a:lnTo>
                  <a:pt x="68420" y="71182"/>
                </a:lnTo>
                <a:lnTo>
                  <a:pt x="68830" y="70875"/>
                </a:lnTo>
                <a:lnTo>
                  <a:pt x="69034" y="70568"/>
                </a:lnTo>
                <a:lnTo>
                  <a:pt x="68932" y="70159"/>
                </a:lnTo>
                <a:lnTo>
                  <a:pt x="68420" y="69852"/>
                </a:lnTo>
                <a:lnTo>
                  <a:pt x="68318" y="69955"/>
                </a:lnTo>
                <a:lnTo>
                  <a:pt x="68318" y="70159"/>
                </a:lnTo>
                <a:lnTo>
                  <a:pt x="67909" y="69852"/>
                </a:lnTo>
                <a:lnTo>
                  <a:pt x="67807" y="69955"/>
                </a:lnTo>
                <a:lnTo>
                  <a:pt x="67602" y="69545"/>
                </a:lnTo>
                <a:lnTo>
                  <a:pt x="67398" y="69648"/>
                </a:lnTo>
                <a:lnTo>
                  <a:pt x="67295" y="69239"/>
                </a:lnTo>
                <a:lnTo>
                  <a:pt x="68216" y="69034"/>
                </a:lnTo>
                <a:lnTo>
                  <a:pt x="66068" y="69136"/>
                </a:lnTo>
                <a:lnTo>
                  <a:pt x="66068" y="69239"/>
                </a:lnTo>
                <a:lnTo>
                  <a:pt x="66580" y="69239"/>
                </a:lnTo>
                <a:lnTo>
                  <a:pt x="65045" y="69648"/>
                </a:lnTo>
                <a:lnTo>
                  <a:pt x="64636" y="69443"/>
                </a:lnTo>
                <a:lnTo>
                  <a:pt x="64432" y="69136"/>
                </a:lnTo>
                <a:lnTo>
                  <a:pt x="62489" y="69136"/>
                </a:lnTo>
                <a:lnTo>
                  <a:pt x="62284" y="68523"/>
                </a:lnTo>
                <a:lnTo>
                  <a:pt x="61466" y="68216"/>
                </a:lnTo>
                <a:lnTo>
                  <a:pt x="61159" y="67705"/>
                </a:lnTo>
                <a:lnTo>
                  <a:pt x="60750" y="67705"/>
                </a:lnTo>
                <a:lnTo>
                  <a:pt x="61159" y="68114"/>
                </a:lnTo>
                <a:lnTo>
                  <a:pt x="59727" y="68727"/>
                </a:lnTo>
                <a:lnTo>
                  <a:pt x="59523" y="69239"/>
                </a:lnTo>
                <a:lnTo>
                  <a:pt x="59932" y="70057"/>
                </a:lnTo>
                <a:lnTo>
                  <a:pt x="59625" y="70670"/>
                </a:lnTo>
                <a:lnTo>
                  <a:pt x="59216" y="70364"/>
                </a:lnTo>
                <a:lnTo>
                  <a:pt x="59114" y="69648"/>
                </a:lnTo>
                <a:lnTo>
                  <a:pt x="59420" y="69239"/>
                </a:lnTo>
                <a:lnTo>
                  <a:pt x="59318" y="68727"/>
                </a:lnTo>
                <a:lnTo>
                  <a:pt x="59420" y="68727"/>
                </a:lnTo>
                <a:lnTo>
                  <a:pt x="59216" y="68114"/>
                </a:lnTo>
                <a:lnTo>
                  <a:pt x="59830" y="67807"/>
                </a:lnTo>
                <a:lnTo>
                  <a:pt x="59625" y="67295"/>
                </a:lnTo>
                <a:lnTo>
                  <a:pt x="56966" y="68932"/>
                </a:lnTo>
                <a:lnTo>
                  <a:pt x="56966" y="68727"/>
                </a:lnTo>
                <a:lnTo>
                  <a:pt x="56557" y="68625"/>
                </a:lnTo>
                <a:lnTo>
                  <a:pt x="55739" y="69648"/>
                </a:lnTo>
                <a:lnTo>
                  <a:pt x="55841" y="69545"/>
                </a:lnTo>
                <a:lnTo>
                  <a:pt x="55534" y="70364"/>
                </a:lnTo>
                <a:lnTo>
                  <a:pt x="54614" y="71182"/>
                </a:lnTo>
                <a:lnTo>
                  <a:pt x="54511" y="71898"/>
                </a:lnTo>
                <a:lnTo>
                  <a:pt x="52977" y="70364"/>
                </a:lnTo>
                <a:lnTo>
                  <a:pt x="52057" y="70261"/>
                </a:lnTo>
                <a:lnTo>
                  <a:pt x="51034" y="70875"/>
                </a:lnTo>
                <a:lnTo>
                  <a:pt x="50011" y="70670"/>
                </a:lnTo>
                <a:lnTo>
                  <a:pt x="50011" y="70670"/>
                </a:lnTo>
                <a:lnTo>
                  <a:pt x="50114" y="70875"/>
                </a:lnTo>
                <a:lnTo>
                  <a:pt x="48375" y="68420"/>
                </a:lnTo>
                <a:lnTo>
                  <a:pt x="48580" y="67602"/>
                </a:lnTo>
                <a:lnTo>
                  <a:pt x="48682" y="67705"/>
                </a:lnTo>
                <a:lnTo>
                  <a:pt x="48784" y="66989"/>
                </a:lnTo>
                <a:lnTo>
                  <a:pt x="48784" y="67193"/>
                </a:lnTo>
                <a:lnTo>
                  <a:pt x="49193" y="64739"/>
                </a:lnTo>
                <a:lnTo>
                  <a:pt x="48989" y="64330"/>
                </a:lnTo>
                <a:lnTo>
                  <a:pt x="48580" y="64125"/>
                </a:lnTo>
                <a:lnTo>
                  <a:pt x="48886" y="64227"/>
                </a:lnTo>
                <a:lnTo>
                  <a:pt x="48273" y="63716"/>
                </a:lnTo>
                <a:lnTo>
                  <a:pt x="44284" y="63614"/>
                </a:lnTo>
                <a:lnTo>
                  <a:pt x="45000" y="62795"/>
                </a:lnTo>
                <a:lnTo>
                  <a:pt x="45102" y="61159"/>
                </a:lnTo>
                <a:lnTo>
                  <a:pt x="45409" y="60648"/>
                </a:lnTo>
                <a:lnTo>
                  <a:pt x="45511" y="61261"/>
                </a:lnTo>
                <a:lnTo>
                  <a:pt x="46023" y="60136"/>
                </a:lnTo>
                <a:lnTo>
                  <a:pt x="45818" y="60239"/>
                </a:lnTo>
                <a:lnTo>
                  <a:pt x="46125" y="59932"/>
                </a:lnTo>
                <a:lnTo>
                  <a:pt x="46125" y="59625"/>
                </a:lnTo>
                <a:lnTo>
                  <a:pt x="46534" y="58807"/>
                </a:lnTo>
                <a:lnTo>
                  <a:pt x="46432" y="57989"/>
                </a:lnTo>
                <a:lnTo>
                  <a:pt x="43875" y="58295"/>
                </a:lnTo>
                <a:lnTo>
                  <a:pt x="42955" y="60239"/>
                </a:lnTo>
                <a:lnTo>
                  <a:pt x="42341" y="60648"/>
                </a:lnTo>
                <a:lnTo>
                  <a:pt x="42545" y="60648"/>
                </a:lnTo>
                <a:lnTo>
                  <a:pt x="42443" y="60955"/>
                </a:lnTo>
                <a:lnTo>
                  <a:pt x="39477" y="61261"/>
                </a:lnTo>
                <a:lnTo>
                  <a:pt x="38557" y="60750"/>
                </a:lnTo>
                <a:lnTo>
                  <a:pt x="38557" y="60750"/>
                </a:lnTo>
                <a:lnTo>
                  <a:pt x="38659" y="60852"/>
                </a:lnTo>
                <a:lnTo>
                  <a:pt x="38659" y="60852"/>
                </a:lnTo>
                <a:lnTo>
                  <a:pt x="38352" y="60648"/>
                </a:lnTo>
                <a:lnTo>
                  <a:pt x="38352" y="60648"/>
                </a:lnTo>
                <a:lnTo>
                  <a:pt x="38557" y="60750"/>
                </a:lnTo>
                <a:lnTo>
                  <a:pt x="37432" y="57989"/>
                </a:lnTo>
                <a:lnTo>
                  <a:pt x="37432" y="58193"/>
                </a:lnTo>
                <a:lnTo>
                  <a:pt x="37227" y="57375"/>
                </a:lnTo>
                <a:lnTo>
                  <a:pt x="37432" y="57989"/>
                </a:lnTo>
                <a:lnTo>
                  <a:pt x="38455" y="52159"/>
                </a:lnTo>
                <a:lnTo>
                  <a:pt x="38250" y="51750"/>
                </a:lnTo>
                <a:lnTo>
                  <a:pt x="38761" y="51545"/>
                </a:lnTo>
                <a:lnTo>
                  <a:pt x="38761" y="51341"/>
                </a:lnTo>
                <a:lnTo>
                  <a:pt x="39068" y="51136"/>
                </a:lnTo>
                <a:lnTo>
                  <a:pt x="38966" y="51136"/>
                </a:lnTo>
                <a:lnTo>
                  <a:pt x="39170" y="51034"/>
                </a:lnTo>
                <a:lnTo>
                  <a:pt x="39375" y="50830"/>
                </a:lnTo>
                <a:lnTo>
                  <a:pt x="39682" y="50727"/>
                </a:lnTo>
                <a:lnTo>
                  <a:pt x="39580" y="50523"/>
                </a:lnTo>
                <a:lnTo>
                  <a:pt x="40091" y="50625"/>
                </a:lnTo>
                <a:lnTo>
                  <a:pt x="41216" y="49909"/>
                </a:lnTo>
                <a:lnTo>
                  <a:pt x="41216" y="49705"/>
                </a:lnTo>
                <a:lnTo>
                  <a:pt x="41420" y="49398"/>
                </a:lnTo>
                <a:lnTo>
                  <a:pt x="41420" y="49602"/>
                </a:lnTo>
                <a:lnTo>
                  <a:pt x="41625" y="49602"/>
                </a:lnTo>
                <a:lnTo>
                  <a:pt x="41318" y="49807"/>
                </a:lnTo>
                <a:lnTo>
                  <a:pt x="42341" y="49193"/>
                </a:lnTo>
                <a:lnTo>
                  <a:pt x="43773" y="49602"/>
                </a:lnTo>
                <a:lnTo>
                  <a:pt x="43977" y="49398"/>
                </a:lnTo>
                <a:lnTo>
                  <a:pt x="44489" y="49602"/>
                </a:lnTo>
                <a:lnTo>
                  <a:pt x="44489" y="49909"/>
                </a:lnTo>
                <a:lnTo>
                  <a:pt x="44386" y="49909"/>
                </a:lnTo>
                <a:lnTo>
                  <a:pt x="45205" y="50114"/>
                </a:lnTo>
                <a:lnTo>
                  <a:pt x="45409" y="49705"/>
                </a:lnTo>
                <a:lnTo>
                  <a:pt x="45920" y="50216"/>
                </a:lnTo>
                <a:lnTo>
                  <a:pt x="46125" y="50216"/>
                </a:lnTo>
                <a:lnTo>
                  <a:pt x="45818" y="49705"/>
                </a:lnTo>
                <a:lnTo>
                  <a:pt x="46227" y="49091"/>
                </a:lnTo>
                <a:lnTo>
                  <a:pt x="46227" y="49091"/>
                </a:lnTo>
                <a:lnTo>
                  <a:pt x="45920" y="49295"/>
                </a:lnTo>
                <a:lnTo>
                  <a:pt x="46023" y="48989"/>
                </a:lnTo>
                <a:lnTo>
                  <a:pt x="45307" y="49091"/>
                </a:lnTo>
                <a:lnTo>
                  <a:pt x="47557" y="48477"/>
                </a:lnTo>
                <a:lnTo>
                  <a:pt x="47557" y="48477"/>
                </a:lnTo>
                <a:lnTo>
                  <a:pt x="47455" y="48989"/>
                </a:lnTo>
                <a:lnTo>
                  <a:pt x="47966" y="48784"/>
                </a:lnTo>
                <a:lnTo>
                  <a:pt x="47966" y="48886"/>
                </a:lnTo>
                <a:lnTo>
                  <a:pt x="48477" y="48580"/>
                </a:lnTo>
                <a:lnTo>
                  <a:pt x="48477" y="48580"/>
                </a:lnTo>
                <a:lnTo>
                  <a:pt x="48170" y="48886"/>
                </a:lnTo>
                <a:lnTo>
                  <a:pt x="48886" y="48784"/>
                </a:lnTo>
                <a:lnTo>
                  <a:pt x="49602" y="48886"/>
                </a:lnTo>
                <a:lnTo>
                  <a:pt x="49500" y="49091"/>
                </a:lnTo>
                <a:lnTo>
                  <a:pt x="49655" y="49401"/>
                </a:lnTo>
                <a:lnTo>
                  <a:pt x="49655" y="49401"/>
                </a:lnTo>
                <a:lnTo>
                  <a:pt x="51239" y="49500"/>
                </a:lnTo>
                <a:lnTo>
                  <a:pt x="51750" y="50216"/>
                </a:lnTo>
                <a:lnTo>
                  <a:pt x="51443" y="51545"/>
                </a:lnTo>
                <a:lnTo>
                  <a:pt x="51648" y="51239"/>
                </a:lnTo>
                <a:lnTo>
                  <a:pt x="51852" y="51341"/>
                </a:lnTo>
                <a:lnTo>
                  <a:pt x="51443" y="51750"/>
                </a:lnTo>
                <a:lnTo>
                  <a:pt x="52670" y="54102"/>
                </a:lnTo>
                <a:lnTo>
                  <a:pt x="52875" y="54102"/>
                </a:lnTo>
                <a:lnTo>
                  <a:pt x="53485" y="53390"/>
                </a:lnTo>
                <a:lnTo>
                  <a:pt x="53485" y="53390"/>
                </a:lnTo>
                <a:lnTo>
                  <a:pt x="53403" y="50915"/>
                </a:lnTo>
                <a:lnTo>
                  <a:pt x="53591" y="50727"/>
                </a:lnTo>
                <a:lnTo>
                  <a:pt x="53489" y="47761"/>
                </a:lnTo>
                <a:lnTo>
                  <a:pt x="53693" y="47659"/>
                </a:lnTo>
                <a:lnTo>
                  <a:pt x="54307" y="46636"/>
                </a:lnTo>
                <a:lnTo>
                  <a:pt x="54307" y="46841"/>
                </a:lnTo>
                <a:lnTo>
                  <a:pt x="54409" y="46739"/>
                </a:lnTo>
                <a:lnTo>
                  <a:pt x="54409" y="46636"/>
                </a:lnTo>
                <a:lnTo>
                  <a:pt x="55841" y="45716"/>
                </a:lnTo>
                <a:lnTo>
                  <a:pt x="55841" y="45818"/>
                </a:lnTo>
                <a:lnTo>
                  <a:pt x="57170" y="44898"/>
                </a:lnTo>
                <a:lnTo>
                  <a:pt x="57170" y="45102"/>
                </a:lnTo>
                <a:lnTo>
                  <a:pt x="57784" y="44284"/>
                </a:lnTo>
                <a:lnTo>
                  <a:pt x="58705" y="44080"/>
                </a:lnTo>
                <a:lnTo>
                  <a:pt x="58193" y="43875"/>
                </a:lnTo>
                <a:lnTo>
                  <a:pt x="58602" y="43875"/>
                </a:lnTo>
                <a:lnTo>
                  <a:pt x="58295" y="43466"/>
                </a:lnTo>
                <a:lnTo>
                  <a:pt x="59420" y="43364"/>
                </a:lnTo>
                <a:lnTo>
                  <a:pt x="59523" y="43057"/>
                </a:lnTo>
                <a:lnTo>
                  <a:pt x="59523" y="43057"/>
                </a:lnTo>
                <a:lnTo>
                  <a:pt x="59216" y="43364"/>
                </a:lnTo>
                <a:lnTo>
                  <a:pt x="58705" y="43057"/>
                </a:lnTo>
                <a:lnTo>
                  <a:pt x="58807" y="42750"/>
                </a:lnTo>
                <a:lnTo>
                  <a:pt x="59216" y="42852"/>
                </a:lnTo>
                <a:lnTo>
                  <a:pt x="59318" y="42750"/>
                </a:lnTo>
                <a:lnTo>
                  <a:pt x="59523" y="42852"/>
                </a:lnTo>
                <a:lnTo>
                  <a:pt x="59523" y="42545"/>
                </a:lnTo>
                <a:lnTo>
                  <a:pt x="59420" y="42034"/>
                </a:lnTo>
                <a:lnTo>
                  <a:pt x="59216" y="41932"/>
                </a:lnTo>
                <a:lnTo>
                  <a:pt x="58705" y="41625"/>
                </a:lnTo>
                <a:lnTo>
                  <a:pt x="59114" y="41727"/>
                </a:lnTo>
                <a:lnTo>
                  <a:pt x="59216" y="41932"/>
                </a:lnTo>
                <a:lnTo>
                  <a:pt x="59216" y="41932"/>
                </a:lnTo>
                <a:lnTo>
                  <a:pt x="59114" y="41420"/>
                </a:lnTo>
                <a:lnTo>
                  <a:pt x="59420" y="41420"/>
                </a:lnTo>
                <a:lnTo>
                  <a:pt x="59523" y="41318"/>
                </a:lnTo>
                <a:lnTo>
                  <a:pt x="59011" y="40705"/>
                </a:lnTo>
                <a:lnTo>
                  <a:pt x="59523" y="41216"/>
                </a:lnTo>
                <a:lnTo>
                  <a:pt x="59523" y="40807"/>
                </a:lnTo>
                <a:lnTo>
                  <a:pt x="58909" y="40500"/>
                </a:lnTo>
                <a:lnTo>
                  <a:pt x="59318" y="39989"/>
                </a:lnTo>
                <a:lnTo>
                  <a:pt x="59011" y="40500"/>
                </a:lnTo>
                <a:lnTo>
                  <a:pt x="59216" y="40398"/>
                </a:lnTo>
                <a:lnTo>
                  <a:pt x="59216" y="40602"/>
                </a:lnTo>
                <a:lnTo>
                  <a:pt x="59318" y="40500"/>
                </a:lnTo>
                <a:lnTo>
                  <a:pt x="59625" y="40807"/>
                </a:lnTo>
                <a:lnTo>
                  <a:pt x="59523" y="40295"/>
                </a:lnTo>
                <a:lnTo>
                  <a:pt x="59727" y="40500"/>
                </a:lnTo>
                <a:lnTo>
                  <a:pt x="59830" y="39580"/>
                </a:lnTo>
                <a:lnTo>
                  <a:pt x="60034" y="39477"/>
                </a:lnTo>
                <a:lnTo>
                  <a:pt x="60034" y="39580"/>
                </a:lnTo>
                <a:lnTo>
                  <a:pt x="60136" y="39375"/>
                </a:lnTo>
                <a:lnTo>
                  <a:pt x="60136" y="39477"/>
                </a:lnTo>
                <a:lnTo>
                  <a:pt x="60443" y="39273"/>
                </a:lnTo>
                <a:lnTo>
                  <a:pt x="60443" y="39375"/>
                </a:lnTo>
                <a:lnTo>
                  <a:pt x="60341" y="39477"/>
                </a:lnTo>
                <a:lnTo>
                  <a:pt x="60443" y="39477"/>
                </a:lnTo>
                <a:lnTo>
                  <a:pt x="60034" y="39784"/>
                </a:lnTo>
                <a:lnTo>
                  <a:pt x="60136" y="39784"/>
                </a:lnTo>
                <a:lnTo>
                  <a:pt x="59830" y="40193"/>
                </a:lnTo>
                <a:lnTo>
                  <a:pt x="60136" y="40295"/>
                </a:lnTo>
                <a:lnTo>
                  <a:pt x="60136" y="40500"/>
                </a:lnTo>
                <a:lnTo>
                  <a:pt x="60034" y="40705"/>
                </a:lnTo>
                <a:lnTo>
                  <a:pt x="60034" y="40909"/>
                </a:lnTo>
                <a:lnTo>
                  <a:pt x="60136" y="40909"/>
                </a:lnTo>
                <a:lnTo>
                  <a:pt x="59727" y="41830"/>
                </a:lnTo>
                <a:lnTo>
                  <a:pt x="60750" y="40500"/>
                </a:lnTo>
                <a:lnTo>
                  <a:pt x="60750" y="39375"/>
                </a:lnTo>
                <a:lnTo>
                  <a:pt x="61057" y="39886"/>
                </a:lnTo>
                <a:lnTo>
                  <a:pt x="62182" y="38864"/>
                </a:lnTo>
                <a:lnTo>
                  <a:pt x="62386" y="38455"/>
                </a:lnTo>
                <a:lnTo>
                  <a:pt x="62284" y="38250"/>
                </a:lnTo>
                <a:lnTo>
                  <a:pt x="62591" y="37636"/>
                </a:lnTo>
                <a:lnTo>
                  <a:pt x="62489" y="38148"/>
                </a:lnTo>
                <a:lnTo>
                  <a:pt x="64943" y="37125"/>
                </a:lnTo>
                <a:lnTo>
                  <a:pt x="65045" y="37227"/>
                </a:lnTo>
                <a:lnTo>
                  <a:pt x="65148" y="37125"/>
                </a:lnTo>
                <a:lnTo>
                  <a:pt x="65148" y="37125"/>
                </a:lnTo>
                <a:lnTo>
                  <a:pt x="65045" y="37432"/>
                </a:lnTo>
                <a:lnTo>
                  <a:pt x="65557" y="37227"/>
                </a:lnTo>
                <a:lnTo>
                  <a:pt x="65557" y="37227"/>
                </a:lnTo>
                <a:lnTo>
                  <a:pt x="65455" y="37330"/>
                </a:lnTo>
                <a:lnTo>
                  <a:pt x="66068" y="37227"/>
                </a:lnTo>
                <a:lnTo>
                  <a:pt x="65966" y="36818"/>
                </a:lnTo>
                <a:lnTo>
                  <a:pt x="65761" y="37125"/>
                </a:lnTo>
                <a:lnTo>
                  <a:pt x="65455" y="36614"/>
                </a:lnTo>
                <a:lnTo>
                  <a:pt x="66784" y="35080"/>
                </a:lnTo>
                <a:lnTo>
                  <a:pt x="66886" y="35182"/>
                </a:lnTo>
                <a:lnTo>
                  <a:pt x="66989" y="34977"/>
                </a:lnTo>
                <a:lnTo>
                  <a:pt x="66989" y="35080"/>
                </a:lnTo>
                <a:lnTo>
                  <a:pt x="67091" y="34875"/>
                </a:lnTo>
                <a:lnTo>
                  <a:pt x="67091" y="35080"/>
                </a:lnTo>
                <a:lnTo>
                  <a:pt x="67193" y="34977"/>
                </a:lnTo>
                <a:lnTo>
                  <a:pt x="68011" y="34364"/>
                </a:lnTo>
                <a:lnTo>
                  <a:pt x="68011" y="34466"/>
                </a:lnTo>
                <a:lnTo>
                  <a:pt x="67909" y="34568"/>
                </a:lnTo>
                <a:lnTo>
                  <a:pt x="68114" y="34670"/>
                </a:lnTo>
                <a:lnTo>
                  <a:pt x="68216" y="34364"/>
                </a:lnTo>
                <a:lnTo>
                  <a:pt x="68523" y="34568"/>
                </a:lnTo>
                <a:lnTo>
                  <a:pt x="69136" y="34261"/>
                </a:lnTo>
                <a:lnTo>
                  <a:pt x="69545" y="33648"/>
                </a:lnTo>
                <a:lnTo>
                  <a:pt x="70568" y="33443"/>
                </a:lnTo>
                <a:lnTo>
                  <a:pt x="70466" y="33545"/>
                </a:lnTo>
                <a:lnTo>
                  <a:pt x="71795" y="32932"/>
                </a:lnTo>
                <a:lnTo>
                  <a:pt x="72102" y="33034"/>
                </a:lnTo>
                <a:lnTo>
                  <a:pt x="71386" y="33443"/>
                </a:lnTo>
                <a:lnTo>
                  <a:pt x="72716" y="33443"/>
                </a:lnTo>
                <a:lnTo>
                  <a:pt x="71898" y="33852"/>
                </a:lnTo>
                <a:lnTo>
                  <a:pt x="71898" y="33545"/>
                </a:lnTo>
                <a:lnTo>
                  <a:pt x="71795" y="33545"/>
                </a:lnTo>
                <a:lnTo>
                  <a:pt x="70568" y="34261"/>
                </a:lnTo>
                <a:lnTo>
                  <a:pt x="70568" y="34261"/>
                </a:lnTo>
                <a:lnTo>
                  <a:pt x="70364" y="34364"/>
                </a:lnTo>
                <a:lnTo>
                  <a:pt x="69955" y="35182"/>
                </a:lnTo>
                <a:lnTo>
                  <a:pt x="70261" y="35386"/>
                </a:lnTo>
                <a:lnTo>
                  <a:pt x="71795" y="34364"/>
                </a:lnTo>
                <a:lnTo>
                  <a:pt x="71795" y="34466"/>
                </a:lnTo>
                <a:lnTo>
                  <a:pt x="71898" y="34261"/>
                </a:lnTo>
                <a:lnTo>
                  <a:pt x="74250" y="33648"/>
                </a:lnTo>
                <a:lnTo>
                  <a:pt x="74250" y="33443"/>
                </a:lnTo>
                <a:lnTo>
                  <a:pt x="74250" y="33136"/>
                </a:lnTo>
                <a:lnTo>
                  <a:pt x="73943" y="32932"/>
                </a:lnTo>
                <a:lnTo>
                  <a:pt x="73227" y="33239"/>
                </a:lnTo>
                <a:lnTo>
                  <a:pt x="73330" y="33136"/>
                </a:lnTo>
                <a:lnTo>
                  <a:pt x="72307" y="32830"/>
                </a:lnTo>
                <a:lnTo>
                  <a:pt x="72511" y="32727"/>
                </a:lnTo>
                <a:lnTo>
                  <a:pt x="72000" y="32420"/>
                </a:lnTo>
                <a:lnTo>
                  <a:pt x="72000" y="31807"/>
                </a:lnTo>
                <a:lnTo>
                  <a:pt x="71693" y="31705"/>
                </a:lnTo>
                <a:lnTo>
                  <a:pt x="72409" y="31091"/>
                </a:lnTo>
                <a:lnTo>
                  <a:pt x="72146" y="31003"/>
                </a:lnTo>
                <a:lnTo>
                  <a:pt x="72146" y="31003"/>
                </a:lnTo>
                <a:lnTo>
                  <a:pt x="71795" y="31091"/>
                </a:lnTo>
                <a:lnTo>
                  <a:pt x="70875" y="30784"/>
                </a:lnTo>
                <a:lnTo>
                  <a:pt x="72102" y="30784"/>
                </a:lnTo>
                <a:lnTo>
                  <a:pt x="72818" y="29966"/>
                </a:lnTo>
                <a:lnTo>
                  <a:pt x="70568" y="29966"/>
                </a:lnTo>
                <a:lnTo>
                  <a:pt x="63307" y="33852"/>
                </a:lnTo>
                <a:lnTo>
                  <a:pt x="63307" y="33852"/>
                </a:lnTo>
                <a:lnTo>
                  <a:pt x="68114" y="31091"/>
                </a:lnTo>
                <a:lnTo>
                  <a:pt x="67602" y="30375"/>
                </a:lnTo>
                <a:lnTo>
                  <a:pt x="79977" y="27205"/>
                </a:lnTo>
                <a:lnTo>
                  <a:pt x="80795" y="26489"/>
                </a:lnTo>
                <a:lnTo>
                  <a:pt x="80591" y="26284"/>
                </a:lnTo>
                <a:lnTo>
                  <a:pt x="81000" y="26080"/>
                </a:lnTo>
                <a:lnTo>
                  <a:pt x="81205" y="25466"/>
                </a:lnTo>
                <a:lnTo>
                  <a:pt x="80898" y="25159"/>
                </a:lnTo>
                <a:lnTo>
                  <a:pt x="80080" y="25364"/>
                </a:lnTo>
                <a:lnTo>
                  <a:pt x="79977" y="25261"/>
                </a:lnTo>
                <a:lnTo>
                  <a:pt x="80386" y="24852"/>
                </a:lnTo>
                <a:lnTo>
                  <a:pt x="79875" y="24750"/>
                </a:lnTo>
                <a:lnTo>
                  <a:pt x="77727" y="25568"/>
                </a:lnTo>
                <a:lnTo>
                  <a:pt x="78034" y="25364"/>
                </a:lnTo>
                <a:lnTo>
                  <a:pt x="77830" y="25261"/>
                </a:lnTo>
                <a:lnTo>
                  <a:pt x="80182" y="24545"/>
                </a:lnTo>
                <a:lnTo>
                  <a:pt x="80182" y="24034"/>
                </a:lnTo>
                <a:lnTo>
                  <a:pt x="79773" y="24136"/>
                </a:lnTo>
                <a:lnTo>
                  <a:pt x="79261" y="23727"/>
                </a:lnTo>
                <a:lnTo>
                  <a:pt x="78648" y="24034"/>
                </a:lnTo>
                <a:lnTo>
                  <a:pt x="79159" y="23727"/>
                </a:lnTo>
                <a:lnTo>
                  <a:pt x="78852" y="23625"/>
                </a:lnTo>
                <a:lnTo>
                  <a:pt x="78239" y="23830"/>
                </a:lnTo>
                <a:lnTo>
                  <a:pt x="78648" y="23523"/>
                </a:lnTo>
                <a:lnTo>
                  <a:pt x="78648" y="23114"/>
                </a:lnTo>
                <a:lnTo>
                  <a:pt x="78545" y="23216"/>
                </a:lnTo>
                <a:lnTo>
                  <a:pt x="78443" y="23011"/>
                </a:lnTo>
                <a:lnTo>
                  <a:pt x="77932" y="22909"/>
                </a:lnTo>
                <a:lnTo>
                  <a:pt x="78136" y="22705"/>
                </a:lnTo>
                <a:lnTo>
                  <a:pt x="77830" y="22705"/>
                </a:lnTo>
                <a:lnTo>
                  <a:pt x="78136" y="22602"/>
                </a:lnTo>
                <a:lnTo>
                  <a:pt x="77727" y="22500"/>
                </a:lnTo>
                <a:lnTo>
                  <a:pt x="77932" y="22398"/>
                </a:lnTo>
                <a:lnTo>
                  <a:pt x="77523" y="22193"/>
                </a:lnTo>
                <a:lnTo>
                  <a:pt x="78341" y="22091"/>
                </a:lnTo>
                <a:lnTo>
                  <a:pt x="77727" y="21477"/>
                </a:lnTo>
                <a:lnTo>
                  <a:pt x="78341" y="21170"/>
                </a:lnTo>
                <a:lnTo>
                  <a:pt x="78034" y="20864"/>
                </a:lnTo>
                <a:lnTo>
                  <a:pt x="77420" y="20966"/>
                </a:lnTo>
                <a:lnTo>
                  <a:pt x="77420" y="20966"/>
                </a:lnTo>
                <a:lnTo>
                  <a:pt x="78136" y="20557"/>
                </a:lnTo>
                <a:lnTo>
                  <a:pt x="77318" y="20659"/>
                </a:lnTo>
                <a:lnTo>
                  <a:pt x="77318" y="20659"/>
                </a:lnTo>
                <a:lnTo>
                  <a:pt x="77932" y="20455"/>
                </a:lnTo>
                <a:lnTo>
                  <a:pt x="77727" y="20148"/>
                </a:lnTo>
                <a:lnTo>
                  <a:pt x="77932" y="20045"/>
                </a:lnTo>
                <a:lnTo>
                  <a:pt x="77318" y="20045"/>
                </a:lnTo>
                <a:lnTo>
                  <a:pt x="77727" y="19943"/>
                </a:lnTo>
                <a:lnTo>
                  <a:pt x="77523" y="19636"/>
                </a:lnTo>
                <a:lnTo>
                  <a:pt x="77727" y="19534"/>
                </a:lnTo>
                <a:lnTo>
                  <a:pt x="77625" y="19330"/>
                </a:lnTo>
                <a:lnTo>
                  <a:pt x="77420" y="19330"/>
                </a:lnTo>
                <a:lnTo>
                  <a:pt x="77216" y="19125"/>
                </a:lnTo>
                <a:lnTo>
                  <a:pt x="77216" y="18818"/>
                </a:lnTo>
                <a:lnTo>
                  <a:pt x="76705" y="19739"/>
                </a:lnTo>
                <a:lnTo>
                  <a:pt x="76398" y="19739"/>
                </a:lnTo>
                <a:lnTo>
                  <a:pt x="76295" y="20045"/>
                </a:lnTo>
                <a:lnTo>
                  <a:pt x="75580" y="20557"/>
                </a:lnTo>
                <a:lnTo>
                  <a:pt x="75477" y="20250"/>
                </a:lnTo>
                <a:lnTo>
                  <a:pt x="74148" y="21068"/>
                </a:lnTo>
                <a:lnTo>
                  <a:pt x="74250" y="20659"/>
                </a:lnTo>
                <a:lnTo>
                  <a:pt x="73943" y="20864"/>
                </a:lnTo>
                <a:lnTo>
                  <a:pt x="73841" y="20761"/>
                </a:lnTo>
                <a:lnTo>
                  <a:pt x="73739" y="20761"/>
                </a:lnTo>
                <a:lnTo>
                  <a:pt x="73943" y="20250"/>
                </a:lnTo>
                <a:lnTo>
                  <a:pt x="72716" y="20250"/>
                </a:lnTo>
                <a:lnTo>
                  <a:pt x="73534" y="19739"/>
                </a:lnTo>
                <a:lnTo>
                  <a:pt x="73330" y="19739"/>
                </a:lnTo>
                <a:lnTo>
                  <a:pt x="73534" y="19330"/>
                </a:lnTo>
                <a:lnTo>
                  <a:pt x="72920" y="19125"/>
                </a:lnTo>
                <a:lnTo>
                  <a:pt x="73636" y="19023"/>
                </a:lnTo>
                <a:lnTo>
                  <a:pt x="74148" y="18102"/>
                </a:lnTo>
                <a:lnTo>
                  <a:pt x="74148" y="18102"/>
                </a:lnTo>
                <a:lnTo>
                  <a:pt x="73841" y="18307"/>
                </a:lnTo>
                <a:lnTo>
                  <a:pt x="72716" y="17795"/>
                </a:lnTo>
                <a:lnTo>
                  <a:pt x="73023" y="17591"/>
                </a:lnTo>
                <a:lnTo>
                  <a:pt x="72511" y="17591"/>
                </a:lnTo>
                <a:lnTo>
                  <a:pt x="72000" y="16875"/>
                </a:lnTo>
                <a:lnTo>
                  <a:pt x="70364" y="17080"/>
                </a:lnTo>
                <a:lnTo>
                  <a:pt x="70466" y="16977"/>
                </a:lnTo>
                <a:lnTo>
                  <a:pt x="68932" y="16875"/>
                </a:lnTo>
                <a:lnTo>
                  <a:pt x="68727" y="17693"/>
                </a:lnTo>
                <a:lnTo>
                  <a:pt x="67909" y="18307"/>
                </a:lnTo>
                <a:lnTo>
                  <a:pt x="68318" y="18307"/>
                </a:lnTo>
                <a:lnTo>
                  <a:pt x="67909" y="19023"/>
                </a:lnTo>
                <a:lnTo>
                  <a:pt x="68114" y="19125"/>
                </a:lnTo>
                <a:lnTo>
                  <a:pt x="66580" y="20250"/>
                </a:lnTo>
                <a:lnTo>
                  <a:pt x="67193" y="21784"/>
                </a:lnTo>
                <a:lnTo>
                  <a:pt x="63511" y="24239"/>
                </a:lnTo>
                <a:lnTo>
                  <a:pt x="63716" y="24750"/>
                </a:lnTo>
                <a:lnTo>
                  <a:pt x="63614" y="24750"/>
                </a:lnTo>
                <a:lnTo>
                  <a:pt x="63716" y="25057"/>
                </a:lnTo>
                <a:lnTo>
                  <a:pt x="63307" y="26591"/>
                </a:lnTo>
                <a:lnTo>
                  <a:pt x="62693" y="27000"/>
                </a:lnTo>
                <a:lnTo>
                  <a:pt x="62795" y="27307"/>
                </a:lnTo>
                <a:lnTo>
                  <a:pt x="62489" y="27614"/>
                </a:lnTo>
                <a:lnTo>
                  <a:pt x="62386" y="27205"/>
                </a:lnTo>
                <a:lnTo>
                  <a:pt x="61977" y="27511"/>
                </a:lnTo>
                <a:lnTo>
                  <a:pt x="61977" y="28023"/>
                </a:lnTo>
                <a:lnTo>
                  <a:pt x="60955" y="27716"/>
                </a:lnTo>
                <a:lnTo>
                  <a:pt x="61364" y="27000"/>
                </a:lnTo>
                <a:lnTo>
                  <a:pt x="60648" y="26591"/>
                </a:lnTo>
                <a:lnTo>
                  <a:pt x="61466" y="24341"/>
                </a:lnTo>
                <a:lnTo>
                  <a:pt x="60852" y="23625"/>
                </a:lnTo>
                <a:lnTo>
                  <a:pt x="59420" y="23830"/>
                </a:lnTo>
                <a:lnTo>
                  <a:pt x="59216" y="23216"/>
                </a:lnTo>
                <a:lnTo>
                  <a:pt x="57682" y="22091"/>
                </a:lnTo>
                <a:lnTo>
                  <a:pt x="55227" y="21989"/>
                </a:lnTo>
                <a:lnTo>
                  <a:pt x="55330" y="21886"/>
                </a:lnTo>
                <a:lnTo>
                  <a:pt x="54920" y="22091"/>
                </a:lnTo>
                <a:lnTo>
                  <a:pt x="55636" y="20761"/>
                </a:lnTo>
                <a:lnTo>
                  <a:pt x="55534" y="20250"/>
                </a:lnTo>
                <a:lnTo>
                  <a:pt x="54614" y="20761"/>
                </a:lnTo>
                <a:lnTo>
                  <a:pt x="54920" y="20352"/>
                </a:lnTo>
                <a:lnTo>
                  <a:pt x="54716" y="20045"/>
                </a:lnTo>
                <a:lnTo>
                  <a:pt x="57580" y="17489"/>
                </a:lnTo>
                <a:lnTo>
                  <a:pt x="57580" y="17284"/>
                </a:lnTo>
                <a:lnTo>
                  <a:pt x="58091" y="16875"/>
                </a:lnTo>
                <a:lnTo>
                  <a:pt x="58398" y="17080"/>
                </a:lnTo>
                <a:lnTo>
                  <a:pt x="58398" y="16875"/>
                </a:lnTo>
                <a:lnTo>
                  <a:pt x="59114" y="16670"/>
                </a:lnTo>
                <a:lnTo>
                  <a:pt x="59216" y="16466"/>
                </a:lnTo>
                <a:lnTo>
                  <a:pt x="60136" y="16364"/>
                </a:lnTo>
                <a:lnTo>
                  <a:pt x="60239" y="15852"/>
                </a:lnTo>
                <a:lnTo>
                  <a:pt x="59830" y="15648"/>
                </a:lnTo>
                <a:lnTo>
                  <a:pt x="59420" y="15852"/>
                </a:lnTo>
                <a:lnTo>
                  <a:pt x="59727" y="15648"/>
                </a:lnTo>
                <a:lnTo>
                  <a:pt x="59011" y="15443"/>
                </a:lnTo>
                <a:lnTo>
                  <a:pt x="58909" y="15239"/>
                </a:lnTo>
                <a:lnTo>
                  <a:pt x="59932" y="15545"/>
                </a:lnTo>
                <a:lnTo>
                  <a:pt x="59932" y="15648"/>
                </a:lnTo>
                <a:lnTo>
                  <a:pt x="64227" y="14318"/>
                </a:lnTo>
                <a:lnTo>
                  <a:pt x="61670" y="13602"/>
                </a:lnTo>
                <a:lnTo>
                  <a:pt x="62693" y="13705"/>
                </a:lnTo>
                <a:lnTo>
                  <a:pt x="64330" y="14114"/>
                </a:lnTo>
                <a:lnTo>
                  <a:pt x="65455" y="13602"/>
                </a:lnTo>
                <a:lnTo>
                  <a:pt x="65250" y="13193"/>
                </a:lnTo>
                <a:lnTo>
                  <a:pt x="66170" y="13091"/>
                </a:lnTo>
                <a:lnTo>
                  <a:pt x="66375" y="13398"/>
                </a:lnTo>
                <a:lnTo>
                  <a:pt x="66784" y="13295"/>
                </a:lnTo>
                <a:lnTo>
                  <a:pt x="67091" y="13091"/>
                </a:lnTo>
                <a:lnTo>
                  <a:pt x="66580" y="12784"/>
                </a:lnTo>
                <a:lnTo>
                  <a:pt x="66580" y="12784"/>
                </a:lnTo>
                <a:lnTo>
                  <a:pt x="67091" y="12886"/>
                </a:lnTo>
                <a:lnTo>
                  <a:pt x="67398" y="13295"/>
                </a:lnTo>
                <a:lnTo>
                  <a:pt x="69545" y="12273"/>
                </a:lnTo>
                <a:lnTo>
                  <a:pt x="69443" y="11659"/>
                </a:lnTo>
                <a:lnTo>
                  <a:pt x="69955" y="11045"/>
                </a:lnTo>
                <a:lnTo>
                  <a:pt x="70568" y="10841"/>
                </a:lnTo>
                <a:lnTo>
                  <a:pt x="69955" y="10739"/>
                </a:lnTo>
                <a:lnTo>
                  <a:pt x="69852" y="10534"/>
                </a:lnTo>
                <a:lnTo>
                  <a:pt x="70159" y="10432"/>
                </a:lnTo>
                <a:lnTo>
                  <a:pt x="68216" y="10227"/>
                </a:lnTo>
                <a:lnTo>
                  <a:pt x="67909" y="10739"/>
                </a:lnTo>
                <a:lnTo>
                  <a:pt x="68114" y="10943"/>
                </a:lnTo>
                <a:lnTo>
                  <a:pt x="67807" y="11045"/>
                </a:lnTo>
                <a:lnTo>
                  <a:pt x="68011" y="11148"/>
                </a:lnTo>
                <a:lnTo>
                  <a:pt x="65352" y="12580"/>
                </a:lnTo>
                <a:lnTo>
                  <a:pt x="65148" y="11761"/>
                </a:lnTo>
                <a:lnTo>
                  <a:pt x="65352" y="11557"/>
                </a:lnTo>
                <a:lnTo>
                  <a:pt x="65455" y="11557"/>
                </a:lnTo>
                <a:lnTo>
                  <a:pt x="65864" y="11045"/>
                </a:lnTo>
                <a:lnTo>
                  <a:pt x="64841" y="11045"/>
                </a:lnTo>
                <a:lnTo>
                  <a:pt x="64023" y="11557"/>
                </a:lnTo>
                <a:lnTo>
                  <a:pt x="64023" y="11557"/>
                </a:lnTo>
                <a:lnTo>
                  <a:pt x="64125" y="10739"/>
                </a:lnTo>
                <a:lnTo>
                  <a:pt x="64739" y="10534"/>
                </a:lnTo>
                <a:lnTo>
                  <a:pt x="64125" y="10534"/>
                </a:lnTo>
                <a:lnTo>
                  <a:pt x="64432" y="10432"/>
                </a:lnTo>
                <a:lnTo>
                  <a:pt x="63307" y="10330"/>
                </a:lnTo>
                <a:lnTo>
                  <a:pt x="64125" y="10023"/>
                </a:lnTo>
                <a:lnTo>
                  <a:pt x="63818" y="10023"/>
                </a:lnTo>
                <a:lnTo>
                  <a:pt x="64330" y="9920"/>
                </a:lnTo>
                <a:lnTo>
                  <a:pt x="64125" y="9409"/>
                </a:lnTo>
                <a:lnTo>
                  <a:pt x="64432" y="9000"/>
                </a:lnTo>
                <a:lnTo>
                  <a:pt x="64227" y="8591"/>
                </a:lnTo>
                <a:lnTo>
                  <a:pt x="63920" y="8386"/>
                </a:lnTo>
                <a:close/>
              </a:path>
            </a:pathLst>
          </a:custGeom>
          <a:solidFill>
            <a:schemeClr val="lt1"/>
          </a:solidFill>
          <a:ln>
            <a:noFill/>
          </a:ln>
          <a:effectLst>
            <a:outerShdw blurRad="57150" rotWithShape="0" algn="bl" dir="5400000" dist="19050">
              <a:schemeClr val="dk1">
                <a:alpha val="49803"/>
              </a:schemeClr>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640" name="Google Shape;640;p21"/>
          <p:cNvSpPr/>
          <p:nvPr/>
        </p:nvSpPr>
        <p:spPr>
          <a:xfrm>
            <a:off x="1846885" y="2915724"/>
            <a:ext cx="422882" cy="560322"/>
          </a:xfrm>
          <a:custGeom>
            <a:rect b="b" l="l" r="r" t="t"/>
            <a:pathLst>
              <a:path extrusionOk="0" h="15924" w="12018">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rgbClr val="9E2A4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641" name="Google Shape;641;p21"/>
          <p:cNvSpPr/>
          <p:nvPr/>
        </p:nvSpPr>
        <p:spPr>
          <a:xfrm>
            <a:off x="3213521" y="5037020"/>
            <a:ext cx="422882" cy="560322"/>
          </a:xfrm>
          <a:custGeom>
            <a:rect b="b" l="l" r="r" t="t"/>
            <a:pathLst>
              <a:path extrusionOk="0" h="15924" w="12018">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rgbClr val="9E2A4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642" name="Google Shape;642;p21"/>
          <p:cNvSpPr/>
          <p:nvPr/>
        </p:nvSpPr>
        <p:spPr>
          <a:xfrm>
            <a:off x="8241645" y="3069026"/>
            <a:ext cx="422882" cy="560322"/>
          </a:xfrm>
          <a:custGeom>
            <a:rect b="b" l="l" r="r" t="t"/>
            <a:pathLst>
              <a:path extrusionOk="0" h="15924" w="12018">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rgbClr val="9E2A4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643" name="Google Shape;643;p21"/>
          <p:cNvSpPr/>
          <p:nvPr/>
        </p:nvSpPr>
        <p:spPr>
          <a:xfrm>
            <a:off x="9122458" y="5037020"/>
            <a:ext cx="422882" cy="560322"/>
          </a:xfrm>
          <a:custGeom>
            <a:rect b="b" l="l" r="r" t="t"/>
            <a:pathLst>
              <a:path extrusionOk="0" h="15924" w="12018">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rgbClr val="9E2A4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644" name="Google Shape;644;p21"/>
          <p:cNvSpPr/>
          <p:nvPr/>
        </p:nvSpPr>
        <p:spPr>
          <a:xfrm>
            <a:off x="5676837" y="4902814"/>
            <a:ext cx="422882" cy="560322"/>
          </a:xfrm>
          <a:custGeom>
            <a:rect b="b" l="l" r="r" t="t"/>
            <a:pathLst>
              <a:path extrusionOk="0" h="15924" w="12018">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rgbClr val="9E2A4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645" name="Google Shape;645;p21"/>
          <p:cNvSpPr/>
          <p:nvPr/>
        </p:nvSpPr>
        <p:spPr>
          <a:xfrm>
            <a:off x="5591502" y="2355402"/>
            <a:ext cx="422882" cy="560322"/>
          </a:xfrm>
          <a:custGeom>
            <a:rect b="b" l="l" r="r" t="t"/>
            <a:pathLst>
              <a:path extrusionOk="0" h="15924" w="12018">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rgbClr val="9E2A4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descr="A black and white logo with white text&#10;&#10;Description automatically generated" id="646" name="Google Shape;646;p21"/>
          <p:cNvPicPr preferRelativeResize="0"/>
          <p:nvPr/>
        </p:nvPicPr>
        <p:blipFill rotWithShape="1">
          <a:blip r:embed="rId3">
            <a:alphaModFix/>
          </a:blip>
          <a:srcRect b="0" l="0" r="0" t="0"/>
          <a:stretch/>
        </p:blipFill>
        <p:spPr>
          <a:xfrm>
            <a:off x="10243841" y="401648"/>
            <a:ext cx="1554459" cy="504215"/>
          </a:xfrm>
          <a:prstGeom prst="rect">
            <a:avLst/>
          </a:prstGeom>
          <a:noFill/>
          <a:ln>
            <a:noFill/>
          </a:ln>
        </p:spPr>
      </p:pic>
      <p:sp>
        <p:nvSpPr>
          <p:cNvPr id="647" name="Google Shape;647;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Font typeface="Calibri"/>
              <a:buNone/>
            </a:pPr>
            <a:r>
              <a:t/>
            </a:r>
            <a:endParaRPr/>
          </a:p>
        </p:txBody>
      </p:sp>
      <p:pic>
        <p:nvPicPr>
          <p:cNvPr id="648" name="Google Shape;648;p21"/>
          <p:cNvPicPr preferRelativeResize="0"/>
          <p:nvPr/>
        </p:nvPicPr>
        <p:blipFill rotWithShape="1">
          <a:blip r:embed="rId4">
            <a:alphaModFix/>
          </a:blip>
          <a:srcRect b="0" l="0" r="0" t="0"/>
          <a:stretch/>
        </p:blipFill>
        <p:spPr>
          <a:xfrm>
            <a:off x="5124448" y="6560382"/>
            <a:ext cx="1943103" cy="14623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2" name="Shape 652"/>
        <p:cNvGrpSpPr/>
        <p:nvPr/>
      </p:nvGrpSpPr>
      <p:grpSpPr>
        <a:xfrm>
          <a:off x="0" y="0"/>
          <a:ext cx="0" cy="0"/>
          <a:chOff x="0" y="0"/>
          <a:chExt cx="0" cy="0"/>
        </a:xfrm>
      </p:grpSpPr>
      <p:grpSp>
        <p:nvGrpSpPr>
          <p:cNvPr id="653" name="Google Shape;653;p22"/>
          <p:cNvGrpSpPr/>
          <p:nvPr/>
        </p:nvGrpSpPr>
        <p:grpSpPr>
          <a:xfrm>
            <a:off x="1445534" y="1547740"/>
            <a:ext cx="9159875" cy="4392722"/>
            <a:chOff x="1311072" y="1527797"/>
            <a:chExt cx="9551983" cy="4717770"/>
          </a:xfrm>
        </p:grpSpPr>
        <p:sp>
          <p:nvSpPr>
            <p:cNvPr id="654" name="Google Shape;654;p22"/>
            <p:cNvSpPr/>
            <p:nvPr/>
          </p:nvSpPr>
          <p:spPr>
            <a:xfrm>
              <a:off x="6110077" y="5031784"/>
              <a:ext cx="340376" cy="327769"/>
            </a:xfrm>
            <a:custGeom>
              <a:rect b="b" l="l" r="r" t="t"/>
              <a:pathLst>
                <a:path extrusionOk="0" h="327769" w="340375">
                  <a:moveTo>
                    <a:pt x="126738" y="324334"/>
                  </a:moveTo>
                  <a:cubicBezTo>
                    <a:pt x="126738" y="318787"/>
                    <a:pt x="136192" y="308702"/>
                    <a:pt x="141613" y="316518"/>
                  </a:cubicBezTo>
                  <a:cubicBezTo>
                    <a:pt x="147160" y="324334"/>
                    <a:pt x="144765" y="335302"/>
                    <a:pt x="155732" y="335302"/>
                  </a:cubicBezTo>
                  <a:cubicBezTo>
                    <a:pt x="166700" y="335302"/>
                    <a:pt x="186366" y="339210"/>
                    <a:pt x="189518" y="334545"/>
                  </a:cubicBezTo>
                  <a:cubicBezTo>
                    <a:pt x="192669" y="329755"/>
                    <a:pt x="206789" y="325847"/>
                    <a:pt x="206789" y="317274"/>
                  </a:cubicBezTo>
                  <a:cubicBezTo>
                    <a:pt x="206789" y="308702"/>
                    <a:pt x="206789" y="148599"/>
                    <a:pt x="206789" y="142296"/>
                  </a:cubicBezTo>
                  <a:cubicBezTo>
                    <a:pt x="206789" y="135993"/>
                    <a:pt x="233515" y="142296"/>
                    <a:pt x="233515" y="132085"/>
                  </a:cubicBezTo>
                  <a:cubicBezTo>
                    <a:pt x="233515" y="121874"/>
                    <a:pt x="233515" y="41066"/>
                    <a:pt x="233515" y="41066"/>
                  </a:cubicBezTo>
                  <a:cubicBezTo>
                    <a:pt x="233515" y="41066"/>
                    <a:pt x="253181" y="39553"/>
                    <a:pt x="258601" y="37914"/>
                  </a:cubicBezTo>
                  <a:cubicBezTo>
                    <a:pt x="264148" y="36401"/>
                    <a:pt x="283688" y="26190"/>
                    <a:pt x="288479" y="29342"/>
                  </a:cubicBezTo>
                  <a:cubicBezTo>
                    <a:pt x="293143" y="32493"/>
                    <a:pt x="299446" y="43461"/>
                    <a:pt x="302598" y="39553"/>
                  </a:cubicBezTo>
                  <a:cubicBezTo>
                    <a:pt x="305750" y="35645"/>
                    <a:pt x="313566" y="27829"/>
                    <a:pt x="321508" y="27829"/>
                  </a:cubicBezTo>
                  <a:cubicBezTo>
                    <a:pt x="325794" y="27829"/>
                    <a:pt x="332854" y="25938"/>
                    <a:pt x="339283" y="24425"/>
                  </a:cubicBezTo>
                  <a:cubicBezTo>
                    <a:pt x="338022" y="22156"/>
                    <a:pt x="337140" y="20013"/>
                    <a:pt x="337140" y="18248"/>
                  </a:cubicBezTo>
                  <a:cubicBezTo>
                    <a:pt x="337140" y="11567"/>
                    <a:pt x="289361" y="19509"/>
                    <a:pt x="281419" y="22282"/>
                  </a:cubicBezTo>
                  <a:cubicBezTo>
                    <a:pt x="273477" y="24929"/>
                    <a:pt x="248264" y="28964"/>
                    <a:pt x="240322" y="24929"/>
                  </a:cubicBezTo>
                  <a:cubicBezTo>
                    <a:pt x="232380" y="20895"/>
                    <a:pt x="181954" y="24929"/>
                    <a:pt x="181954" y="24929"/>
                  </a:cubicBezTo>
                  <a:lnTo>
                    <a:pt x="172625" y="15600"/>
                  </a:lnTo>
                  <a:cubicBezTo>
                    <a:pt x="172625" y="15600"/>
                    <a:pt x="90305" y="15600"/>
                    <a:pt x="81102" y="15600"/>
                  </a:cubicBezTo>
                  <a:cubicBezTo>
                    <a:pt x="71899" y="15600"/>
                    <a:pt x="65218" y="14340"/>
                    <a:pt x="57276" y="9045"/>
                  </a:cubicBezTo>
                  <a:cubicBezTo>
                    <a:pt x="49333" y="3751"/>
                    <a:pt x="41391" y="3751"/>
                    <a:pt x="32063" y="7659"/>
                  </a:cubicBezTo>
                  <a:cubicBezTo>
                    <a:pt x="22734" y="11692"/>
                    <a:pt x="26768" y="2364"/>
                    <a:pt x="20086" y="2364"/>
                  </a:cubicBezTo>
                  <a:cubicBezTo>
                    <a:pt x="13405" y="2364"/>
                    <a:pt x="10758" y="9045"/>
                    <a:pt x="10758" y="9045"/>
                  </a:cubicBezTo>
                  <a:lnTo>
                    <a:pt x="2437" y="11188"/>
                  </a:lnTo>
                  <a:cubicBezTo>
                    <a:pt x="1555" y="19256"/>
                    <a:pt x="8740" y="34132"/>
                    <a:pt x="17439" y="45856"/>
                  </a:cubicBezTo>
                  <a:cubicBezTo>
                    <a:pt x="26516" y="57958"/>
                    <a:pt x="37483" y="80776"/>
                    <a:pt x="43282" y="99938"/>
                  </a:cubicBezTo>
                  <a:cubicBezTo>
                    <a:pt x="49207" y="119226"/>
                    <a:pt x="66100" y="140783"/>
                    <a:pt x="70386" y="155281"/>
                  </a:cubicBezTo>
                  <a:cubicBezTo>
                    <a:pt x="74673" y="169778"/>
                    <a:pt x="67235" y="190579"/>
                    <a:pt x="71521" y="200034"/>
                  </a:cubicBezTo>
                  <a:cubicBezTo>
                    <a:pt x="75807" y="209488"/>
                    <a:pt x="78581" y="225499"/>
                    <a:pt x="80976" y="241635"/>
                  </a:cubicBezTo>
                  <a:cubicBezTo>
                    <a:pt x="83371" y="257772"/>
                    <a:pt x="84506" y="291809"/>
                    <a:pt x="99003" y="305929"/>
                  </a:cubicBezTo>
                  <a:cubicBezTo>
                    <a:pt x="104550" y="311349"/>
                    <a:pt x="110223" y="318787"/>
                    <a:pt x="115518" y="327107"/>
                  </a:cubicBezTo>
                  <a:cubicBezTo>
                    <a:pt x="121821" y="327611"/>
                    <a:pt x="126738" y="328494"/>
                    <a:pt x="126738" y="32433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5" name="Google Shape;655;p22"/>
            <p:cNvSpPr/>
            <p:nvPr/>
          </p:nvSpPr>
          <p:spPr>
            <a:xfrm>
              <a:off x="6446870" y="4994343"/>
              <a:ext cx="201704" cy="189098"/>
            </a:xfrm>
            <a:custGeom>
              <a:rect b="b" l="l" r="r" t="t"/>
              <a:pathLst>
                <a:path extrusionOk="0" h="189097" w="201704">
                  <a:moveTo>
                    <a:pt x="143052" y="10936"/>
                  </a:moveTo>
                  <a:lnTo>
                    <a:pt x="139144" y="2364"/>
                  </a:lnTo>
                  <a:lnTo>
                    <a:pt x="116327" y="3120"/>
                  </a:lnTo>
                  <a:cubicBezTo>
                    <a:pt x="101451" y="7028"/>
                    <a:pt x="101451" y="11819"/>
                    <a:pt x="101451" y="16483"/>
                  </a:cubicBezTo>
                  <a:cubicBezTo>
                    <a:pt x="101451" y="21147"/>
                    <a:pt x="87332" y="32115"/>
                    <a:pt x="77121" y="35267"/>
                  </a:cubicBezTo>
                  <a:cubicBezTo>
                    <a:pt x="66909" y="38419"/>
                    <a:pt x="55941" y="61993"/>
                    <a:pt x="49638" y="65018"/>
                  </a:cubicBezTo>
                  <a:cubicBezTo>
                    <a:pt x="43335" y="68170"/>
                    <a:pt x="22156" y="60354"/>
                    <a:pt x="15853" y="59597"/>
                  </a:cubicBezTo>
                  <a:cubicBezTo>
                    <a:pt x="12953" y="59219"/>
                    <a:pt x="7785" y="60354"/>
                    <a:pt x="2364" y="61614"/>
                  </a:cubicBezTo>
                  <a:cubicBezTo>
                    <a:pt x="6272" y="68548"/>
                    <a:pt x="14466" y="76742"/>
                    <a:pt x="17492" y="76742"/>
                  </a:cubicBezTo>
                  <a:cubicBezTo>
                    <a:pt x="21400" y="76742"/>
                    <a:pt x="22787" y="104603"/>
                    <a:pt x="32115" y="108636"/>
                  </a:cubicBezTo>
                  <a:cubicBezTo>
                    <a:pt x="41444" y="112544"/>
                    <a:pt x="58715" y="121874"/>
                    <a:pt x="58715" y="127168"/>
                  </a:cubicBezTo>
                  <a:cubicBezTo>
                    <a:pt x="58715" y="132463"/>
                    <a:pt x="69304" y="139144"/>
                    <a:pt x="69304" y="147087"/>
                  </a:cubicBezTo>
                  <a:cubicBezTo>
                    <a:pt x="69304" y="155029"/>
                    <a:pt x="79768" y="165996"/>
                    <a:pt x="87836" y="165618"/>
                  </a:cubicBezTo>
                  <a:cubicBezTo>
                    <a:pt x="104855" y="165114"/>
                    <a:pt x="106620" y="172173"/>
                    <a:pt x="106620" y="176838"/>
                  </a:cubicBezTo>
                  <a:cubicBezTo>
                    <a:pt x="106620" y="181502"/>
                    <a:pt x="128933" y="176838"/>
                    <a:pt x="131959" y="181502"/>
                  </a:cubicBezTo>
                  <a:cubicBezTo>
                    <a:pt x="134732" y="185914"/>
                    <a:pt x="156793" y="184150"/>
                    <a:pt x="162088" y="187175"/>
                  </a:cubicBezTo>
                  <a:cubicBezTo>
                    <a:pt x="171291" y="178225"/>
                    <a:pt x="184528" y="166374"/>
                    <a:pt x="189066" y="160323"/>
                  </a:cubicBezTo>
                  <a:cubicBezTo>
                    <a:pt x="196126" y="150995"/>
                    <a:pt x="190201" y="138010"/>
                    <a:pt x="196126" y="134480"/>
                  </a:cubicBezTo>
                  <a:cubicBezTo>
                    <a:pt x="202051" y="130950"/>
                    <a:pt x="215036" y="115696"/>
                    <a:pt x="210245" y="114436"/>
                  </a:cubicBezTo>
                  <a:cubicBezTo>
                    <a:pt x="205455" y="113301"/>
                    <a:pt x="209111" y="101451"/>
                    <a:pt x="202051" y="94391"/>
                  </a:cubicBezTo>
                  <a:cubicBezTo>
                    <a:pt x="194991" y="87331"/>
                    <a:pt x="210245" y="83802"/>
                    <a:pt x="209111" y="70817"/>
                  </a:cubicBezTo>
                  <a:cubicBezTo>
                    <a:pt x="207976" y="57832"/>
                    <a:pt x="211506" y="31989"/>
                    <a:pt x="207976" y="29594"/>
                  </a:cubicBezTo>
                  <a:cubicBezTo>
                    <a:pt x="204446" y="27199"/>
                    <a:pt x="187931" y="26064"/>
                    <a:pt x="177342" y="19004"/>
                  </a:cubicBezTo>
                  <a:cubicBezTo>
                    <a:pt x="166501" y="12197"/>
                    <a:pt x="143052" y="10936"/>
                    <a:pt x="143052" y="1093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22"/>
            <p:cNvSpPr/>
            <p:nvPr/>
          </p:nvSpPr>
          <p:spPr>
            <a:xfrm>
              <a:off x="6314376" y="5053720"/>
              <a:ext cx="239524" cy="252130"/>
            </a:xfrm>
            <a:custGeom>
              <a:rect b="b" l="l" r="r" t="t"/>
              <a:pathLst>
                <a:path extrusionOk="0" h="252130" w="239523">
                  <a:moveTo>
                    <a:pt x="220330" y="106367"/>
                  </a:moveTo>
                  <a:cubicBezTo>
                    <a:pt x="212262" y="106620"/>
                    <a:pt x="201798" y="95778"/>
                    <a:pt x="201798" y="87836"/>
                  </a:cubicBezTo>
                  <a:cubicBezTo>
                    <a:pt x="201798" y="79894"/>
                    <a:pt x="191209" y="73213"/>
                    <a:pt x="191209" y="67918"/>
                  </a:cubicBezTo>
                  <a:cubicBezTo>
                    <a:pt x="191209" y="62623"/>
                    <a:pt x="173938" y="53294"/>
                    <a:pt x="164609" y="49386"/>
                  </a:cubicBezTo>
                  <a:cubicBezTo>
                    <a:pt x="155281" y="45352"/>
                    <a:pt x="154020" y="17492"/>
                    <a:pt x="149986" y="17492"/>
                  </a:cubicBezTo>
                  <a:cubicBezTo>
                    <a:pt x="146960" y="17492"/>
                    <a:pt x="138766" y="9298"/>
                    <a:pt x="134858" y="2364"/>
                  </a:cubicBezTo>
                  <a:cubicBezTo>
                    <a:pt x="128303" y="3877"/>
                    <a:pt x="121243" y="5768"/>
                    <a:pt x="117083" y="5768"/>
                  </a:cubicBezTo>
                  <a:cubicBezTo>
                    <a:pt x="109267" y="5768"/>
                    <a:pt x="101324" y="13584"/>
                    <a:pt x="98173" y="17492"/>
                  </a:cubicBezTo>
                  <a:cubicBezTo>
                    <a:pt x="95021" y="21400"/>
                    <a:pt x="88718" y="10432"/>
                    <a:pt x="84054" y="7280"/>
                  </a:cubicBezTo>
                  <a:cubicBezTo>
                    <a:pt x="79389" y="4129"/>
                    <a:pt x="59723" y="14340"/>
                    <a:pt x="54176" y="15853"/>
                  </a:cubicBezTo>
                  <a:cubicBezTo>
                    <a:pt x="48629" y="17492"/>
                    <a:pt x="29089" y="19004"/>
                    <a:pt x="29089" y="19004"/>
                  </a:cubicBezTo>
                  <a:cubicBezTo>
                    <a:pt x="29089" y="19004"/>
                    <a:pt x="29089" y="99812"/>
                    <a:pt x="29089" y="110023"/>
                  </a:cubicBezTo>
                  <a:cubicBezTo>
                    <a:pt x="29089" y="120235"/>
                    <a:pt x="2364" y="113931"/>
                    <a:pt x="2364" y="120235"/>
                  </a:cubicBezTo>
                  <a:cubicBezTo>
                    <a:pt x="2364" y="123134"/>
                    <a:pt x="2364" y="159441"/>
                    <a:pt x="2364" y="198269"/>
                  </a:cubicBezTo>
                  <a:cubicBezTo>
                    <a:pt x="8163" y="200412"/>
                    <a:pt x="13583" y="203186"/>
                    <a:pt x="14970" y="206589"/>
                  </a:cubicBezTo>
                  <a:cubicBezTo>
                    <a:pt x="18122" y="214405"/>
                    <a:pt x="25181" y="231676"/>
                    <a:pt x="23543" y="236340"/>
                  </a:cubicBezTo>
                  <a:cubicBezTo>
                    <a:pt x="22030" y="241131"/>
                    <a:pt x="18122" y="237979"/>
                    <a:pt x="18122" y="242644"/>
                  </a:cubicBezTo>
                  <a:cubicBezTo>
                    <a:pt x="18122" y="247308"/>
                    <a:pt x="14970" y="254368"/>
                    <a:pt x="22786" y="254368"/>
                  </a:cubicBezTo>
                  <a:cubicBezTo>
                    <a:pt x="30602" y="254368"/>
                    <a:pt x="43965" y="259032"/>
                    <a:pt x="49512" y="252729"/>
                  </a:cubicBezTo>
                  <a:cubicBezTo>
                    <a:pt x="55059" y="246426"/>
                    <a:pt x="73086" y="232307"/>
                    <a:pt x="73842" y="225247"/>
                  </a:cubicBezTo>
                  <a:cubicBezTo>
                    <a:pt x="74599" y="218187"/>
                    <a:pt x="78507" y="202555"/>
                    <a:pt x="91870" y="211127"/>
                  </a:cubicBezTo>
                  <a:cubicBezTo>
                    <a:pt x="105233" y="219700"/>
                    <a:pt x="105989" y="221339"/>
                    <a:pt x="123260" y="221339"/>
                  </a:cubicBezTo>
                  <a:cubicBezTo>
                    <a:pt x="140531" y="221339"/>
                    <a:pt x="145195" y="220582"/>
                    <a:pt x="148347" y="209615"/>
                  </a:cubicBezTo>
                  <a:cubicBezTo>
                    <a:pt x="151498" y="198647"/>
                    <a:pt x="148347" y="189949"/>
                    <a:pt x="158558" y="189949"/>
                  </a:cubicBezTo>
                  <a:cubicBezTo>
                    <a:pt x="168769" y="189949"/>
                    <a:pt x="181250" y="180494"/>
                    <a:pt x="181250" y="173434"/>
                  </a:cubicBezTo>
                  <a:cubicBezTo>
                    <a:pt x="181250" y="166374"/>
                    <a:pt x="185914" y="155407"/>
                    <a:pt x="192218" y="155407"/>
                  </a:cubicBezTo>
                  <a:cubicBezTo>
                    <a:pt x="198521" y="155407"/>
                    <a:pt x="211758" y="147591"/>
                    <a:pt x="213396" y="139649"/>
                  </a:cubicBezTo>
                  <a:cubicBezTo>
                    <a:pt x="214909" y="131833"/>
                    <a:pt x="226003" y="134984"/>
                    <a:pt x="229911" y="130194"/>
                  </a:cubicBezTo>
                  <a:cubicBezTo>
                    <a:pt x="231802" y="127925"/>
                    <a:pt x="235584" y="122378"/>
                    <a:pt x="238988" y="117335"/>
                  </a:cubicBezTo>
                  <a:cubicBezTo>
                    <a:pt x="238988" y="117335"/>
                    <a:pt x="238861" y="117209"/>
                    <a:pt x="238861" y="117209"/>
                  </a:cubicBezTo>
                  <a:cubicBezTo>
                    <a:pt x="238988" y="112797"/>
                    <a:pt x="237223" y="105737"/>
                    <a:pt x="220330" y="10636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7" name="Google Shape;657;p22"/>
            <p:cNvSpPr/>
            <p:nvPr/>
          </p:nvSpPr>
          <p:spPr>
            <a:xfrm>
              <a:off x="6593358" y="5274964"/>
              <a:ext cx="37820" cy="37820"/>
            </a:xfrm>
            <a:custGeom>
              <a:rect b="b" l="l" r="r" t="t"/>
              <a:pathLst>
                <a:path extrusionOk="0" h="37819" w="37819">
                  <a:moveTo>
                    <a:pt x="20391" y="2364"/>
                  </a:moveTo>
                  <a:cubicBezTo>
                    <a:pt x="13835" y="2364"/>
                    <a:pt x="2364" y="18248"/>
                    <a:pt x="2364" y="21525"/>
                  </a:cubicBezTo>
                  <a:cubicBezTo>
                    <a:pt x="2364" y="24803"/>
                    <a:pt x="10558" y="45604"/>
                    <a:pt x="18752" y="46108"/>
                  </a:cubicBezTo>
                  <a:cubicBezTo>
                    <a:pt x="26946" y="46612"/>
                    <a:pt x="32997" y="46108"/>
                    <a:pt x="33501" y="40057"/>
                  </a:cubicBezTo>
                  <a:cubicBezTo>
                    <a:pt x="33754" y="37032"/>
                    <a:pt x="35897" y="34636"/>
                    <a:pt x="37914" y="32997"/>
                  </a:cubicBezTo>
                  <a:cubicBezTo>
                    <a:pt x="37284" y="27829"/>
                    <a:pt x="35897" y="16861"/>
                    <a:pt x="35393" y="10180"/>
                  </a:cubicBezTo>
                  <a:cubicBezTo>
                    <a:pt x="30728" y="6902"/>
                    <a:pt x="24551" y="2364"/>
                    <a:pt x="20391" y="236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22"/>
            <p:cNvSpPr/>
            <p:nvPr/>
          </p:nvSpPr>
          <p:spPr>
            <a:xfrm>
              <a:off x="6497296" y="5355017"/>
              <a:ext cx="63033" cy="63033"/>
            </a:xfrm>
            <a:custGeom>
              <a:rect b="b" l="l" r="r" t="t"/>
              <a:pathLst>
                <a:path extrusionOk="0" h="63032" w="63032">
                  <a:moveTo>
                    <a:pt x="44722" y="4253"/>
                  </a:moveTo>
                  <a:cubicBezTo>
                    <a:pt x="41570" y="-2050"/>
                    <a:pt x="21148" y="8917"/>
                    <a:pt x="17996" y="15221"/>
                  </a:cubicBezTo>
                  <a:cubicBezTo>
                    <a:pt x="14844" y="21524"/>
                    <a:pt x="2364" y="38795"/>
                    <a:pt x="2364" y="38795"/>
                  </a:cubicBezTo>
                  <a:lnTo>
                    <a:pt x="17996" y="60730"/>
                  </a:lnTo>
                  <a:lnTo>
                    <a:pt x="28964" y="62243"/>
                  </a:lnTo>
                  <a:cubicBezTo>
                    <a:pt x="28964" y="62243"/>
                    <a:pt x="32115" y="54427"/>
                    <a:pt x="35267" y="48123"/>
                  </a:cubicBezTo>
                  <a:cubicBezTo>
                    <a:pt x="38419" y="41820"/>
                    <a:pt x="52538" y="49762"/>
                    <a:pt x="52538" y="43459"/>
                  </a:cubicBezTo>
                  <a:cubicBezTo>
                    <a:pt x="52538" y="37156"/>
                    <a:pt x="61993" y="30853"/>
                    <a:pt x="61993" y="24549"/>
                  </a:cubicBezTo>
                  <a:cubicBezTo>
                    <a:pt x="61993" y="18372"/>
                    <a:pt x="47873" y="10430"/>
                    <a:pt x="44722" y="425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9" name="Google Shape;659;p22"/>
            <p:cNvSpPr/>
            <p:nvPr/>
          </p:nvSpPr>
          <p:spPr>
            <a:xfrm>
              <a:off x="6223105" y="5169195"/>
              <a:ext cx="428621" cy="365589"/>
            </a:xfrm>
            <a:custGeom>
              <a:rect b="b" l="l" r="r" t="t"/>
              <a:pathLst>
                <a:path extrusionOk="0" h="365588" w="428621">
                  <a:moveTo>
                    <a:pt x="408545" y="141540"/>
                  </a:moveTo>
                  <a:cubicBezTo>
                    <a:pt x="408545" y="141540"/>
                    <a:pt x="408419" y="140405"/>
                    <a:pt x="408167" y="138766"/>
                  </a:cubicBezTo>
                  <a:cubicBezTo>
                    <a:pt x="406024" y="140405"/>
                    <a:pt x="404007" y="142926"/>
                    <a:pt x="403755" y="145826"/>
                  </a:cubicBezTo>
                  <a:cubicBezTo>
                    <a:pt x="403251" y="151877"/>
                    <a:pt x="397200" y="152381"/>
                    <a:pt x="389005" y="151877"/>
                  </a:cubicBezTo>
                  <a:cubicBezTo>
                    <a:pt x="380811" y="151373"/>
                    <a:pt x="372617" y="130572"/>
                    <a:pt x="372617" y="127294"/>
                  </a:cubicBezTo>
                  <a:cubicBezTo>
                    <a:pt x="372617" y="124016"/>
                    <a:pt x="384089" y="108132"/>
                    <a:pt x="390644" y="108132"/>
                  </a:cubicBezTo>
                  <a:cubicBezTo>
                    <a:pt x="394930" y="108132"/>
                    <a:pt x="400982" y="112671"/>
                    <a:pt x="405772" y="115948"/>
                  </a:cubicBezTo>
                  <a:cubicBezTo>
                    <a:pt x="405520" y="113553"/>
                    <a:pt x="405520" y="111788"/>
                    <a:pt x="405646" y="111032"/>
                  </a:cubicBezTo>
                  <a:cubicBezTo>
                    <a:pt x="406276" y="107502"/>
                    <a:pt x="410310" y="66909"/>
                    <a:pt x="403251" y="62749"/>
                  </a:cubicBezTo>
                  <a:cubicBezTo>
                    <a:pt x="396191" y="58589"/>
                    <a:pt x="389132" y="17492"/>
                    <a:pt x="386736" y="13331"/>
                  </a:cubicBezTo>
                  <a:cubicBezTo>
                    <a:pt x="384341" y="9171"/>
                    <a:pt x="358497" y="11567"/>
                    <a:pt x="355598" y="6902"/>
                  </a:cubicBezTo>
                  <a:cubicBezTo>
                    <a:pt x="352699" y="2238"/>
                    <a:pt x="330889" y="6776"/>
                    <a:pt x="330385" y="2364"/>
                  </a:cubicBezTo>
                  <a:cubicBezTo>
                    <a:pt x="326981" y="7406"/>
                    <a:pt x="323199" y="12827"/>
                    <a:pt x="321308" y="15223"/>
                  </a:cubicBezTo>
                  <a:cubicBezTo>
                    <a:pt x="317401" y="19887"/>
                    <a:pt x="306433" y="16735"/>
                    <a:pt x="304794" y="24677"/>
                  </a:cubicBezTo>
                  <a:cubicBezTo>
                    <a:pt x="303155" y="32493"/>
                    <a:pt x="289918" y="40436"/>
                    <a:pt x="283615" y="40436"/>
                  </a:cubicBezTo>
                  <a:cubicBezTo>
                    <a:pt x="277312" y="40436"/>
                    <a:pt x="272647" y="51403"/>
                    <a:pt x="272647" y="58463"/>
                  </a:cubicBezTo>
                  <a:cubicBezTo>
                    <a:pt x="272647" y="65522"/>
                    <a:pt x="260041" y="74977"/>
                    <a:pt x="249956" y="74977"/>
                  </a:cubicBezTo>
                  <a:cubicBezTo>
                    <a:pt x="239744" y="74977"/>
                    <a:pt x="242896" y="83550"/>
                    <a:pt x="239744" y="94643"/>
                  </a:cubicBezTo>
                  <a:cubicBezTo>
                    <a:pt x="236593" y="105611"/>
                    <a:pt x="231928" y="106367"/>
                    <a:pt x="214657" y="106367"/>
                  </a:cubicBezTo>
                  <a:cubicBezTo>
                    <a:pt x="197386" y="106367"/>
                    <a:pt x="196630" y="104728"/>
                    <a:pt x="183267" y="96156"/>
                  </a:cubicBezTo>
                  <a:cubicBezTo>
                    <a:pt x="169904" y="87584"/>
                    <a:pt x="165996" y="103216"/>
                    <a:pt x="165240" y="110275"/>
                  </a:cubicBezTo>
                  <a:cubicBezTo>
                    <a:pt x="164484" y="117335"/>
                    <a:pt x="146330" y="131455"/>
                    <a:pt x="140909" y="137758"/>
                  </a:cubicBezTo>
                  <a:cubicBezTo>
                    <a:pt x="135363" y="144061"/>
                    <a:pt x="122126" y="139396"/>
                    <a:pt x="114184" y="139396"/>
                  </a:cubicBezTo>
                  <a:cubicBezTo>
                    <a:pt x="106367" y="139396"/>
                    <a:pt x="109519" y="132337"/>
                    <a:pt x="109519" y="127672"/>
                  </a:cubicBezTo>
                  <a:cubicBezTo>
                    <a:pt x="109519" y="123008"/>
                    <a:pt x="113427" y="126160"/>
                    <a:pt x="114940" y="121369"/>
                  </a:cubicBezTo>
                  <a:cubicBezTo>
                    <a:pt x="116579" y="116705"/>
                    <a:pt x="109519" y="99434"/>
                    <a:pt x="106367" y="91618"/>
                  </a:cubicBezTo>
                  <a:cubicBezTo>
                    <a:pt x="104981" y="88214"/>
                    <a:pt x="99560" y="85441"/>
                    <a:pt x="93761" y="83298"/>
                  </a:cubicBezTo>
                  <a:cubicBezTo>
                    <a:pt x="93761" y="127799"/>
                    <a:pt x="93761" y="175577"/>
                    <a:pt x="93761" y="180242"/>
                  </a:cubicBezTo>
                  <a:cubicBezTo>
                    <a:pt x="93761" y="188814"/>
                    <a:pt x="79642" y="192848"/>
                    <a:pt x="76490" y="197513"/>
                  </a:cubicBezTo>
                  <a:cubicBezTo>
                    <a:pt x="73338" y="202177"/>
                    <a:pt x="53672" y="198269"/>
                    <a:pt x="42705" y="198269"/>
                  </a:cubicBezTo>
                  <a:cubicBezTo>
                    <a:pt x="31737" y="198269"/>
                    <a:pt x="34132" y="187301"/>
                    <a:pt x="28585" y="179485"/>
                  </a:cubicBezTo>
                  <a:cubicBezTo>
                    <a:pt x="23165" y="171669"/>
                    <a:pt x="13710" y="181881"/>
                    <a:pt x="13710" y="187301"/>
                  </a:cubicBezTo>
                  <a:cubicBezTo>
                    <a:pt x="13710" y="191461"/>
                    <a:pt x="8793" y="190705"/>
                    <a:pt x="2364" y="190075"/>
                  </a:cubicBezTo>
                  <a:cubicBezTo>
                    <a:pt x="10936" y="203690"/>
                    <a:pt x="18500" y="219574"/>
                    <a:pt x="22408" y="232432"/>
                  </a:cubicBezTo>
                  <a:cubicBezTo>
                    <a:pt x="28711" y="253233"/>
                    <a:pt x="43965" y="272773"/>
                    <a:pt x="47873" y="285002"/>
                  </a:cubicBezTo>
                  <a:cubicBezTo>
                    <a:pt x="51781" y="297230"/>
                    <a:pt x="56068" y="308576"/>
                    <a:pt x="47873" y="309710"/>
                  </a:cubicBezTo>
                  <a:cubicBezTo>
                    <a:pt x="39679" y="310845"/>
                    <a:pt x="39679" y="317904"/>
                    <a:pt x="48252" y="331267"/>
                  </a:cubicBezTo>
                  <a:cubicBezTo>
                    <a:pt x="56950" y="344630"/>
                    <a:pt x="49386" y="352447"/>
                    <a:pt x="56950" y="353959"/>
                  </a:cubicBezTo>
                  <a:cubicBezTo>
                    <a:pt x="64388" y="355472"/>
                    <a:pt x="61993" y="360263"/>
                    <a:pt x="67918" y="360641"/>
                  </a:cubicBezTo>
                  <a:cubicBezTo>
                    <a:pt x="73843" y="361019"/>
                    <a:pt x="78129" y="366944"/>
                    <a:pt x="82037" y="371986"/>
                  </a:cubicBezTo>
                  <a:cubicBezTo>
                    <a:pt x="85945" y="377155"/>
                    <a:pt x="95022" y="377155"/>
                    <a:pt x="99308" y="370852"/>
                  </a:cubicBezTo>
                  <a:cubicBezTo>
                    <a:pt x="103594" y="364549"/>
                    <a:pt x="116957" y="362658"/>
                    <a:pt x="130698" y="362658"/>
                  </a:cubicBezTo>
                  <a:cubicBezTo>
                    <a:pt x="144439" y="362658"/>
                    <a:pt x="141666" y="356733"/>
                    <a:pt x="155029" y="352825"/>
                  </a:cubicBezTo>
                  <a:cubicBezTo>
                    <a:pt x="168392" y="348917"/>
                    <a:pt x="184402" y="348539"/>
                    <a:pt x="195874" y="352447"/>
                  </a:cubicBezTo>
                  <a:cubicBezTo>
                    <a:pt x="207219" y="356355"/>
                    <a:pt x="215918" y="352825"/>
                    <a:pt x="221339" y="349295"/>
                  </a:cubicBezTo>
                  <a:cubicBezTo>
                    <a:pt x="226886" y="345765"/>
                    <a:pt x="237475" y="354842"/>
                    <a:pt x="238232" y="345765"/>
                  </a:cubicBezTo>
                  <a:cubicBezTo>
                    <a:pt x="238988" y="336688"/>
                    <a:pt x="249956" y="338327"/>
                    <a:pt x="260167" y="338327"/>
                  </a:cubicBezTo>
                  <a:cubicBezTo>
                    <a:pt x="270378" y="338327"/>
                    <a:pt x="295087" y="322191"/>
                    <a:pt x="314753" y="303785"/>
                  </a:cubicBezTo>
                  <a:cubicBezTo>
                    <a:pt x="334419" y="285380"/>
                    <a:pt x="366944" y="244913"/>
                    <a:pt x="377912" y="226507"/>
                  </a:cubicBezTo>
                  <a:cubicBezTo>
                    <a:pt x="388879" y="208102"/>
                    <a:pt x="406906" y="192344"/>
                    <a:pt x="415983" y="184150"/>
                  </a:cubicBezTo>
                  <a:cubicBezTo>
                    <a:pt x="422665" y="177973"/>
                    <a:pt x="426573" y="156289"/>
                    <a:pt x="428464" y="140531"/>
                  </a:cubicBezTo>
                  <a:cubicBezTo>
                    <a:pt x="419009" y="139901"/>
                    <a:pt x="408545" y="141540"/>
                    <a:pt x="408545" y="141540"/>
                  </a:cubicBezTo>
                  <a:close/>
                  <a:moveTo>
                    <a:pt x="326729" y="229281"/>
                  </a:moveTo>
                  <a:cubicBezTo>
                    <a:pt x="326729" y="235584"/>
                    <a:pt x="312610" y="227642"/>
                    <a:pt x="309458" y="233945"/>
                  </a:cubicBezTo>
                  <a:cubicBezTo>
                    <a:pt x="306307" y="240248"/>
                    <a:pt x="303155" y="248065"/>
                    <a:pt x="303155" y="248065"/>
                  </a:cubicBezTo>
                  <a:lnTo>
                    <a:pt x="292188" y="246552"/>
                  </a:lnTo>
                  <a:lnTo>
                    <a:pt x="276555" y="224616"/>
                  </a:lnTo>
                  <a:cubicBezTo>
                    <a:pt x="276555" y="224616"/>
                    <a:pt x="289162" y="207346"/>
                    <a:pt x="292188" y="201042"/>
                  </a:cubicBezTo>
                  <a:cubicBezTo>
                    <a:pt x="295339" y="194739"/>
                    <a:pt x="315762" y="183771"/>
                    <a:pt x="318913" y="190075"/>
                  </a:cubicBezTo>
                  <a:cubicBezTo>
                    <a:pt x="322065" y="196378"/>
                    <a:pt x="336184" y="204194"/>
                    <a:pt x="336184" y="210497"/>
                  </a:cubicBezTo>
                  <a:cubicBezTo>
                    <a:pt x="336184" y="216674"/>
                    <a:pt x="326729" y="222978"/>
                    <a:pt x="326729" y="229281"/>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 name="Google Shape;660;p22"/>
            <p:cNvSpPr/>
            <p:nvPr/>
          </p:nvSpPr>
          <p:spPr>
            <a:xfrm>
              <a:off x="6110277" y="4729354"/>
              <a:ext cx="302556" cy="327769"/>
            </a:xfrm>
            <a:custGeom>
              <a:rect b="b" l="l" r="r" t="t"/>
              <a:pathLst>
                <a:path extrusionOk="0" h="327769" w="302556">
                  <a:moveTo>
                    <a:pt x="19761" y="304667"/>
                  </a:moveTo>
                  <a:cubicBezTo>
                    <a:pt x="26442" y="304667"/>
                    <a:pt x="22408" y="313997"/>
                    <a:pt x="31737" y="309962"/>
                  </a:cubicBezTo>
                  <a:cubicBezTo>
                    <a:pt x="41066" y="306054"/>
                    <a:pt x="49008" y="306054"/>
                    <a:pt x="56950" y="311349"/>
                  </a:cubicBezTo>
                  <a:cubicBezTo>
                    <a:pt x="64892" y="316644"/>
                    <a:pt x="71573" y="317905"/>
                    <a:pt x="80776" y="317905"/>
                  </a:cubicBezTo>
                  <a:cubicBezTo>
                    <a:pt x="89979" y="317905"/>
                    <a:pt x="172299" y="317905"/>
                    <a:pt x="172299" y="317905"/>
                  </a:cubicBezTo>
                  <a:lnTo>
                    <a:pt x="181628" y="327233"/>
                  </a:lnTo>
                  <a:cubicBezTo>
                    <a:pt x="181628" y="327233"/>
                    <a:pt x="232054" y="323199"/>
                    <a:pt x="239996" y="327233"/>
                  </a:cubicBezTo>
                  <a:cubicBezTo>
                    <a:pt x="247938" y="331141"/>
                    <a:pt x="273151" y="327233"/>
                    <a:pt x="281093" y="324586"/>
                  </a:cubicBezTo>
                  <a:cubicBezTo>
                    <a:pt x="282480" y="324082"/>
                    <a:pt x="285128" y="323451"/>
                    <a:pt x="288405" y="322821"/>
                  </a:cubicBezTo>
                  <a:lnTo>
                    <a:pt x="258149" y="281472"/>
                  </a:lnTo>
                  <a:lnTo>
                    <a:pt x="260923" y="193226"/>
                  </a:lnTo>
                  <a:lnTo>
                    <a:pt x="300255" y="194613"/>
                  </a:lnTo>
                  <a:lnTo>
                    <a:pt x="307063" y="187805"/>
                  </a:lnTo>
                  <a:lnTo>
                    <a:pt x="312736" y="135110"/>
                  </a:lnTo>
                  <a:cubicBezTo>
                    <a:pt x="310719" y="134102"/>
                    <a:pt x="308323" y="133723"/>
                    <a:pt x="305550" y="134858"/>
                  </a:cubicBezTo>
                  <a:cubicBezTo>
                    <a:pt x="297356" y="138388"/>
                    <a:pt x="290296" y="137253"/>
                    <a:pt x="281976" y="137253"/>
                  </a:cubicBezTo>
                  <a:cubicBezTo>
                    <a:pt x="273782" y="137253"/>
                    <a:pt x="272521" y="145448"/>
                    <a:pt x="267857" y="144313"/>
                  </a:cubicBezTo>
                  <a:cubicBezTo>
                    <a:pt x="263192" y="143178"/>
                    <a:pt x="266722" y="129059"/>
                    <a:pt x="267857" y="123134"/>
                  </a:cubicBezTo>
                  <a:cubicBezTo>
                    <a:pt x="268991" y="117209"/>
                    <a:pt x="260797" y="106619"/>
                    <a:pt x="254872" y="101955"/>
                  </a:cubicBezTo>
                  <a:cubicBezTo>
                    <a:pt x="248947" y="97165"/>
                    <a:pt x="261932" y="67792"/>
                    <a:pt x="258402" y="64262"/>
                  </a:cubicBezTo>
                  <a:cubicBezTo>
                    <a:pt x="254872" y="60732"/>
                    <a:pt x="253737" y="51277"/>
                    <a:pt x="253737" y="43083"/>
                  </a:cubicBezTo>
                  <a:cubicBezTo>
                    <a:pt x="253737" y="34888"/>
                    <a:pt x="247812" y="39553"/>
                    <a:pt x="236088" y="39553"/>
                  </a:cubicBezTo>
                  <a:cubicBezTo>
                    <a:pt x="224364" y="39553"/>
                    <a:pt x="223103" y="33628"/>
                    <a:pt x="223103" y="33628"/>
                  </a:cubicBezTo>
                  <a:cubicBezTo>
                    <a:pt x="223103" y="33628"/>
                    <a:pt x="208984" y="30098"/>
                    <a:pt x="201925" y="33628"/>
                  </a:cubicBezTo>
                  <a:cubicBezTo>
                    <a:pt x="194865" y="37157"/>
                    <a:pt x="195999" y="58337"/>
                    <a:pt x="191335" y="57202"/>
                  </a:cubicBezTo>
                  <a:cubicBezTo>
                    <a:pt x="186671" y="56067"/>
                    <a:pt x="172425" y="58337"/>
                    <a:pt x="160701" y="61866"/>
                  </a:cubicBezTo>
                  <a:cubicBezTo>
                    <a:pt x="148977" y="65396"/>
                    <a:pt x="144187" y="59471"/>
                    <a:pt x="138388" y="45352"/>
                  </a:cubicBezTo>
                  <a:cubicBezTo>
                    <a:pt x="132463" y="31232"/>
                    <a:pt x="125403" y="35897"/>
                    <a:pt x="127798" y="25308"/>
                  </a:cubicBezTo>
                  <a:cubicBezTo>
                    <a:pt x="130193" y="14718"/>
                    <a:pt x="123134" y="2868"/>
                    <a:pt x="123134" y="2868"/>
                  </a:cubicBezTo>
                  <a:cubicBezTo>
                    <a:pt x="123134" y="2868"/>
                    <a:pt x="45478" y="1733"/>
                    <a:pt x="37157" y="2868"/>
                  </a:cubicBezTo>
                  <a:cubicBezTo>
                    <a:pt x="33880" y="3372"/>
                    <a:pt x="27955" y="6902"/>
                    <a:pt x="22156" y="11062"/>
                  </a:cubicBezTo>
                  <a:cubicBezTo>
                    <a:pt x="26946" y="29216"/>
                    <a:pt x="42074" y="59345"/>
                    <a:pt x="45352" y="66405"/>
                  </a:cubicBezTo>
                  <a:cubicBezTo>
                    <a:pt x="48882" y="73842"/>
                    <a:pt x="41066" y="80524"/>
                    <a:pt x="41066" y="94265"/>
                  </a:cubicBezTo>
                  <a:cubicBezTo>
                    <a:pt x="41066" y="108006"/>
                    <a:pt x="55941" y="133093"/>
                    <a:pt x="57580" y="149986"/>
                  </a:cubicBezTo>
                  <a:cubicBezTo>
                    <a:pt x="59219" y="166878"/>
                    <a:pt x="48125" y="177468"/>
                    <a:pt x="38796" y="188436"/>
                  </a:cubicBezTo>
                  <a:cubicBezTo>
                    <a:pt x="29341" y="199403"/>
                    <a:pt x="19635" y="224112"/>
                    <a:pt x="19635" y="239366"/>
                  </a:cubicBezTo>
                  <a:cubicBezTo>
                    <a:pt x="19635" y="254620"/>
                    <a:pt x="5515" y="269621"/>
                    <a:pt x="5894" y="276681"/>
                  </a:cubicBezTo>
                  <a:cubicBezTo>
                    <a:pt x="6272" y="283741"/>
                    <a:pt x="4003" y="304542"/>
                    <a:pt x="2364" y="312358"/>
                  </a:cubicBezTo>
                  <a:cubicBezTo>
                    <a:pt x="2364" y="312736"/>
                    <a:pt x="2364" y="313114"/>
                    <a:pt x="2364" y="313366"/>
                  </a:cubicBezTo>
                  <a:lnTo>
                    <a:pt x="10684" y="311223"/>
                  </a:lnTo>
                  <a:cubicBezTo>
                    <a:pt x="10432" y="311349"/>
                    <a:pt x="13079" y="304667"/>
                    <a:pt x="19761" y="30466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1" name="Google Shape;661;p22"/>
            <p:cNvSpPr/>
            <p:nvPr/>
          </p:nvSpPr>
          <p:spPr>
            <a:xfrm>
              <a:off x="6366063" y="4791000"/>
              <a:ext cx="302556" cy="264737"/>
            </a:xfrm>
            <a:custGeom>
              <a:rect b="b" l="l" r="r" t="t"/>
              <a:pathLst>
                <a:path extrusionOk="0" h="264736" w="302556">
                  <a:moveTo>
                    <a:pt x="237223" y="13331"/>
                  </a:moveTo>
                  <a:cubicBezTo>
                    <a:pt x="233693" y="13331"/>
                    <a:pt x="225247" y="7785"/>
                    <a:pt x="218061" y="2364"/>
                  </a:cubicBezTo>
                  <a:cubicBezTo>
                    <a:pt x="212892" y="8037"/>
                    <a:pt x="194991" y="7154"/>
                    <a:pt x="186167" y="7154"/>
                  </a:cubicBezTo>
                  <a:cubicBezTo>
                    <a:pt x="176712" y="7154"/>
                    <a:pt x="185032" y="20139"/>
                    <a:pt x="179107" y="24803"/>
                  </a:cubicBezTo>
                  <a:cubicBezTo>
                    <a:pt x="173182" y="29468"/>
                    <a:pt x="170913" y="36528"/>
                    <a:pt x="175577" y="38923"/>
                  </a:cubicBezTo>
                  <a:cubicBezTo>
                    <a:pt x="180368" y="41318"/>
                    <a:pt x="174443" y="61362"/>
                    <a:pt x="174443" y="68296"/>
                  </a:cubicBezTo>
                  <a:cubicBezTo>
                    <a:pt x="174443" y="75355"/>
                    <a:pt x="164988" y="90609"/>
                    <a:pt x="168518" y="93005"/>
                  </a:cubicBezTo>
                  <a:cubicBezTo>
                    <a:pt x="172048" y="95400"/>
                    <a:pt x="177973" y="111914"/>
                    <a:pt x="186167" y="114183"/>
                  </a:cubicBezTo>
                  <a:cubicBezTo>
                    <a:pt x="194361" y="116579"/>
                    <a:pt x="200286" y="108258"/>
                    <a:pt x="203816" y="108258"/>
                  </a:cubicBezTo>
                  <a:cubicBezTo>
                    <a:pt x="207346" y="108258"/>
                    <a:pt x="207346" y="118848"/>
                    <a:pt x="207346" y="127168"/>
                  </a:cubicBezTo>
                  <a:cubicBezTo>
                    <a:pt x="207346" y="135363"/>
                    <a:pt x="202681" y="138892"/>
                    <a:pt x="202681" y="138892"/>
                  </a:cubicBezTo>
                  <a:cubicBezTo>
                    <a:pt x="202681" y="138892"/>
                    <a:pt x="189697" y="143557"/>
                    <a:pt x="183898" y="138892"/>
                  </a:cubicBezTo>
                  <a:cubicBezTo>
                    <a:pt x="177973" y="134228"/>
                    <a:pt x="173308" y="121243"/>
                    <a:pt x="173308" y="116579"/>
                  </a:cubicBezTo>
                  <a:cubicBezTo>
                    <a:pt x="173308" y="111914"/>
                    <a:pt x="159189" y="111914"/>
                    <a:pt x="153264" y="111914"/>
                  </a:cubicBezTo>
                  <a:cubicBezTo>
                    <a:pt x="147339" y="111914"/>
                    <a:pt x="141540" y="101325"/>
                    <a:pt x="139144" y="96661"/>
                  </a:cubicBezTo>
                  <a:cubicBezTo>
                    <a:pt x="136749" y="91996"/>
                    <a:pt x="129689" y="97795"/>
                    <a:pt x="129689" y="101325"/>
                  </a:cubicBezTo>
                  <a:cubicBezTo>
                    <a:pt x="129689" y="104855"/>
                    <a:pt x="123764" y="104855"/>
                    <a:pt x="117966" y="104855"/>
                  </a:cubicBezTo>
                  <a:cubicBezTo>
                    <a:pt x="112167" y="104855"/>
                    <a:pt x="100317" y="95400"/>
                    <a:pt x="95652" y="97795"/>
                  </a:cubicBezTo>
                  <a:cubicBezTo>
                    <a:pt x="90988" y="100190"/>
                    <a:pt x="86197" y="89601"/>
                    <a:pt x="87458" y="84810"/>
                  </a:cubicBezTo>
                  <a:cubicBezTo>
                    <a:pt x="88593" y="80146"/>
                    <a:pt x="75734" y="83676"/>
                    <a:pt x="70943" y="85945"/>
                  </a:cubicBezTo>
                  <a:cubicBezTo>
                    <a:pt x="66279" y="88340"/>
                    <a:pt x="63884" y="80020"/>
                    <a:pt x="63884" y="80020"/>
                  </a:cubicBezTo>
                  <a:cubicBezTo>
                    <a:pt x="63884" y="80020"/>
                    <a:pt x="61110" y="75355"/>
                    <a:pt x="56950" y="73212"/>
                  </a:cubicBezTo>
                  <a:lnTo>
                    <a:pt x="51277" y="125908"/>
                  </a:lnTo>
                  <a:lnTo>
                    <a:pt x="44470" y="132715"/>
                  </a:lnTo>
                  <a:lnTo>
                    <a:pt x="5137" y="131328"/>
                  </a:lnTo>
                  <a:lnTo>
                    <a:pt x="2364" y="219574"/>
                  </a:lnTo>
                  <a:lnTo>
                    <a:pt x="32620" y="260923"/>
                  </a:lnTo>
                  <a:cubicBezTo>
                    <a:pt x="48378" y="257772"/>
                    <a:pt x="81029" y="253233"/>
                    <a:pt x="81029" y="258654"/>
                  </a:cubicBezTo>
                  <a:cubicBezTo>
                    <a:pt x="81029" y="260293"/>
                    <a:pt x="81911" y="262436"/>
                    <a:pt x="83171" y="264831"/>
                  </a:cubicBezTo>
                  <a:cubicBezTo>
                    <a:pt x="88718" y="263570"/>
                    <a:pt x="93887" y="262436"/>
                    <a:pt x="96661" y="262814"/>
                  </a:cubicBezTo>
                  <a:cubicBezTo>
                    <a:pt x="102964" y="263570"/>
                    <a:pt x="124143" y="271386"/>
                    <a:pt x="130446" y="268235"/>
                  </a:cubicBezTo>
                  <a:cubicBezTo>
                    <a:pt x="136749" y="265083"/>
                    <a:pt x="147717" y="241635"/>
                    <a:pt x="157928" y="238484"/>
                  </a:cubicBezTo>
                  <a:cubicBezTo>
                    <a:pt x="168140" y="235332"/>
                    <a:pt x="182259" y="224364"/>
                    <a:pt x="182259" y="219700"/>
                  </a:cubicBezTo>
                  <a:cubicBezTo>
                    <a:pt x="182259" y="215035"/>
                    <a:pt x="182259" y="210245"/>
                    <a:pt x="197134" y="206337"/>
                  </a:cubicBezTo>
                  <a:lnTo>
                    <a:pt x="219952" y="205580"/>
                  </a:lnTo>
                  <a:lnTo>
                    <a:pt x="221465" y="205580"/>
                  </a:lnTo>
                  <a:lnTo>
                    <a:pt x="216044" y="185914"/>
                  </a:lnTo>
                  <a:cubicBezTo>
                    <a:pt x="216044" y="185914"/>
                    <a:pt x="285506" y="159945"/>
                    <a:pt x="289540" y="159315"/>
                  </a:cubicBezTo>
                  <a:cubicBezTo>
                    <a:pt x="286514" y="153012"/>
                    <a:pt x="283363" y="148347"/>
                    <a:pt x="284876" y="147717"/>
                  </a:cubicBezTo>
                  <a:cubicBezTo>
                    <a:pt x="287649" y="146330"/>
                    <a:pt x="288910" y="127294"/>
                    <a:pt x="288910" y="121874"/>
                  </a:cubicBezTo>
                  <a:cubicBezTo>
                    <a:pt x="288910" y="116453"/>
                    <a:pt x="305172" y="120487"/>
                    <a:pt x="299751" y="115066"/>
                  </a:cubicBezTo>
                  <a:cubicBezTo>
                    <a:pt x="294330" y="109645"/>
                    <a:pt x="295717" y="78381"/>
                    <a:pt x="298365" y="71574"/>
                  </a:cubicBezTo>
                  <a:cubicBezTo>
                    <a:pt x="301138" y="64766"/>
                    <a:pt x="307819" y="71574"/>
                    <a:pt x="307819" y="66153"/>
                  </a:cubicBezTo>
                  <a:cubicBezTo>
                    <a:pt x="307819" y="60732"/>
                    <a:pt x="299625" y="43083"/>
                    <a:pt x="295591" y="37662"/>
                  </a:cubicBezTo>
                  <a:cubicBezTo>
                    <a:pt x="292692" y="33754"/>
                    <a:pt x="268361" y="24047"/>
                    <a:pt x="261680" y="22786"/>
                  </a:cubicBezTo>
                  <a:cubicBezTo>
                    <a:pt x="254872" y="21526"/>
                    <a:pt x="244031" y="13331"/>
                    <a:pt x="237223" y="13331"/>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22"/>
            <p:cNvSpPr/>
            <p:nvPr/>
          </p:nvSpPr>
          <p:spPr>
            <a:xfrm>
              <a:off x="6547470" y="4600264"/>
              <a:ext cx="50426" cy="37820"/>
            </a:xfrm>
            <a:custGeom>
              <a:rect b="b" l="l" r="r" t="t"/>
              <a:pathLst>
                <a:path extrusionOk="0" h="37819" w="50426">
                  <a:moveTo>
                    <a:pt x="44721" y="2364"/>
                  </a:moveTo>
                  <a:cubicBezTo>
                    <a:pt x="38923" y="4003"/>
                    <a:pt x="32619" y="5894"/>
                    <a:pt x="30098" y="7154"/>
                  </a:cubicBezTo>
                  <a:cubicBezTo>
                    <a:pt x="26316" y="9045"/>
                    <a:pt x="24425" y="10306"/>
                    <a:pt x="16861" y="9423"/>
                  </a:cubicBezTo>
                  <a:cubicBezTo>
                    <a:pt x="15979" y="10558"/>
                    <a:pt x="14970" y="11440"/>
                    <a:pt x="13584" y="11945"/>
                  </a:cubicBezTo>
                  <a:cubicBezTo>
                    <a:pt x="7154" y="14340"/>
                    <a:pt x="8289" y="28963"/>
                    <a:pt x="8289" y="28963"/>
                  </a:cubicBezTo>
                  <a:cubicBezTo>
                    <a:pt x="8289" y="28963"/>
                    <a:pt x="2364" y="29594"/>
                    <a:pt x="2364" y="36653"/>
                  </a:cubicBezTo>
                  <a:cubicBezTo>
                    <a:pt x="2364" y="41444"/>
                    <a:pt x="5642" y="43461"/>
                    <a:pt x="7659" y="44343"/>
                  </a:cubicBezTo>
                  <a:cubicBezTo>
                    <a:pt x="10936" y="44469"/>
                    <a:pt x="14088" y="44722"/>
                    <a:pt x="16483" y="45226"/>
                  </a:cubicBezTo>
                  <a:cubicBezTo>
                    <a:pt x="31359" y="47873"/>
                    <a:pt x="30098" y="37032"/>
                    <a:pt x="30098" y="37032"/>
                  </a:cubicBezTo>
                  <a:cubicBezTo>
                    <a:pt x="30098" y="37032"/>
                    <a:pt x="51781" y="38418"/>
                    <a:pt x="53168" y="31611"/>
                  </a:cubicBezTo>
                  <a:cubicBezTo>
                    <a:pt x="54555" y="24803"/>
                    <a:pt x="49134" y="13962"/>
                    <a:pt x="49134" y="13962"/>
                  </a:cubicBezTo>
                  <a:lnTo>
                    <a:pt x="44721" y="2364"/>
                  </a:ln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3" name="Google Shape;663;p22"/>
            <p:cNvSpPr/>
            <p:nvPr/>
          </p:nvSpPr>
          <p:spPr>
            <a:xfrm>
              <a:off x="6867297" y="4247380"/>
              <a:ext cx="277343" cy="365589"/>
            </a:xfrm>
            <a:custGeom>
              <a:rect b="b" l="l" r="r" t="t"/>
              <a:pathLst>
                <a:path extrusionOk="0" h="365588" w="277343">
                  <a:moveTo>
                    <a:pt x="66279" y="68828"/>
                  </a:moveTo>
                  <a:cubicBezTo>
                    <a:pt x="70943" y="71223"/>
                    <a:pt x="78633" y="83577"/>
                    <a:pt x="83928" y="84712"/>
                  </a:cubicBezTo>
                  <a:cubicBezTo>
                    <a:pt x="89223" y="85846"/>
                    <a:pt x="118596" y="95931"/>
                    <a:pt x="137505" y="103495"/>
                  </a:cubicBezTo>
                  <a:cubicBezTo>
                    <a:pt x="156289" y="111185"/>
                    <a:pt x="168139" y="111690"/>
                    <a:pt x="173938" y="111690"/>
                  </a:cubicBezTo>
                  <a:cubicBezTo>
                    <a:pt x="179864" y="111690"/>
                    <a:pt x="188688" y="113454"/>
                    <a:pt x="183393" y="117615"/>
                  </a:cubicBezTo>
                  <a:cubicBezTo>
                    <a:pt x="178098" y="121775"/>
                    <a:pt x="120487" y="180017"/>
                    <a:pt x="112797" y="188211"/>
                  </a:cubicBezTo>
                  <a:cubicBezTo>
                    <a:pt x="105107" y="196405"/>
                    <a:pt x="100442" y="193506"/>
                    <a:pt x="83423" y="193506"/>
                  </a:cubicBezTo>
                  <a:cubicBezTo>
                    <a:pt x="66405" y="193506"/>
                    <a:pt x="53420" y="212290"/>
                    <a:pt x="48756" y="211785"/>
                  </a:cubicBezTo>
                  <a:cubicBezTo>
                    <a:pt x="45982" y="211407"/>
                    <a:pt x="35897" y="213172"/>
                    <a:pt x="27199" y="215063"/>
                  </a:cubicBezTo>
                  <a:lnTo>
                    <a:pt x="14592" y="233594"/>
                  </a:lnTo>
                  <a:lnTo>
                    <a:pt x="2364" y="252630"/>
                  </a:lnTo>
                  <a:lnTo>
                    <a:pt x="3751" y="347683"/>
                  </a:lnTo>
                  <a:lnTo>
                    <a:pt x="16861" y="368484"/>
                  </a:lnTo>
                  <a:cubicBezTo>
                    <a:pt x="27199" y="354617"/>
                    <a:pt x="55185" y="327891"/>
                    <a:pt x="75734" y="306208"/>
                  </a:cubicBezTo>
                  <a:cubicBezTo>
                    <a:pt x="98173" y="282634"/>
                    <a:pt x="109519" y="277213"/>
                    <a:pt x="121999" y="270910"/>
                  </a:cubicBezTo>
                  <a:cubicBezTo>
                    <a:pt x="134606" y="264607"/>
                    <a:pt x="166374" y="233594"/>
                    <a:pt x="187931" y="206238"/>
                  </a:cubicBezTo>
                  <a:cubicBezTo>
                    <a:pt x="201547" y="188967"/>
                    <a:pt x="216548" y="169680"/>
                    <a:pt x="218565" y="157199"/>
                  </a:cubicBezTo>
                  <a:cubicBezTo>
                    <a:pt x="220456" y="144593"/>
                    <a:pt x="233063" y="128204"/>
                    <a:pt x="242518" y="115976"/>
                  </a:cubicBezTo>
                  <a:cubicBezTo>
                    <a:pt x="251973" y="103874"/>
                    <a:pt x="267605" y="72862"/>
                    <a:pt x="267226" y="63407"/>
                  </a:cubicBezTo>
                  <a:cubicBezTo>
                    <a:pt x="266848" y="53952"/>
                    <a:pt x="275042" y="34034"/>
                    <a:pt x="276303" y="17141"/>
                  </a:cubicBezTo>
                  <a:cubicBezTo>
                    <a:pt x="277438" y="248"/>
                    <a:pt x="263319" y="-1265"/>
                    <a:pt x="259032" y="8064"/>
                  </a:cubicBezTo>
                  <a:cubicBezTo>
                    <a:pt x="254746" y="17519"/>
                    <a:pt x="220960" y="23822"/>
                    <a:pt x="199403" y="24201"/>
                  </a:cubicBezTo>
                  <a:cubicBezTo>
                    <a:pt x="177846" y="24579"/>
                    <a:pt x="164862" y="26596"/>
                    <a:pt x="157046" y="34034"/>
                  </a:cubicBezTo>
                  <a:cubicBezTo>
                    <a:pt x="149229" y="41471"/>
                    <a:pt x="129563" y="32143"/>
                    <a:pt x="122504" y="40337"/>
                  </a:cubicBezTo>
                  <a:cubicBezTo>
                    <a:pt x="115444" y="48531"/>
                    <a:pt x="87584" y="55591"/>
                    <a:pt x="78507" y="36807"/>
                  </a:cubicBezTo>
                  <a:cubicBezTo>
                    <a:pt x="74725" y="28865"/>
                    <a:pt x="69682" y="24453"/>
                    <a:pt x="64892" y="21679"/>
                  </a:cubicBezTo>
                  <a:cubicBezTo>
                    <a:pt x="57328" y="29495"/>
                    <a:pt x="48252" y="40967"/>
                    <a:pt x="49890" y="44623"/>
                  </a:cubicBezTo>
                  <a:cubicBezTo>
                    <a:pt x="52160" y="50044"/>
                    <a:pt x="61488" y="66558"/>
                    <a:pt x="66279" y="68828"/>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22"/>
            <p:cNvSpPr/>
            <p:nvPr/>
          </p:nvSpPr>
          <p:spPr>
            <a:xfrm>
              <a:off x="5449444" y="3570513"/>
              <a:ext cx="315163" cy="252130"/>
            </a:xfrm>
            <a:custGeom>
              <a:rect b="b" l="l" r="r" t="t"/>
              <a:pathLst>
                <a:path extrusionOk="0" h="252130" w="315162">
                  <a:moveTo>
                    <a:pt x="120108" y="254671"/>
                  </a:moveTo>
                  <a:cubicBezTo>
                    <a:pt x="119730" y="237274"/>
                    <a:pt x="119100" y="220129"/>
                    <a:pt x="119478" y="218491"/>
                  </a:cubicBezTo>
                  <a:cubicBezTo>
                    <a:pt x="120361" y="214961"/>
                    <a:pt x="155785" y="194286"/>
                    <a:pt x="161836" y="190756"/>
                  </a:cubicBezTo>
                  <a:cubicBezTo>
                    <a:pt x="167887" y="187353"/>
                    <a:pt x="179107" y="192521"/>
                    <a:pt x="179107" y="185588"/>
                  </a:cubicBezTo>
                  <a:cubicBezTo>
                    <a:pt x="179107" y="178654"/>
                    <a:pt x="193857" y="182184"/>
                    <a:pt x="202429" y="180419"/>
                  </a:cubicBezTo>
                  <a:cubicBezTo>
                    <a:pt x="211127" y="178654"/>
                    <a:pt x="216296" y="172603"/>
                    <a:pt x="216296" y="164787"/>
                  </a:cubicBezTo>
                  <a:cubicBezTo>
                    <a:pt x="216296" y="156971"/>
                    <a:pt x="228398" y="158736"/>
                    <a:pt x="236215" y="157853"/>
                  </a:cubicBezTo>
                  <a:cubicBezTo>
                    <a:pt x="244031" y="156971"/>
                    <a:pt x="243148" y="150037"/>
                    <a:pt x="248317" y="150037"/>
                  </a:cubicBezTo>
                  <a:cubicBezTo>
                    <a:pt x="253485" y="150037"/>
                    <a:pt x="250964" y="142221"/>
                    <a:pt x="251720" y="133649"/>
                  </a:cubicBezTo>
                  <a:cubicBezTo>
                    <a:pt x="252603" y="124950"/>
                    <a:pt x="252603" y="126715"/>
                    <a:pt x="260293" y="126715"/>
                  </a:cubicBezTo>
                  <a:cubicBezTo>
                    <a:pt x="268109" y="126715"/>
                    <a:pt x="275925" y="122429"/>
                    <a:pt x="275925" y="117260"/>
                  </a:cubicBezTo>
                  <a:cubicBezTo>
                    <a:pt x="275925" y="112092"/>
                    <a:pt x="309584" y="115495"/>
                    <a:pt x="314879" y="115495"/>
                  </a:cubicBezTo>
                  <a:cubicBezTo>
                    <a:pt x="320048" y="115495"/>
                    <a:pt x="321812" y="109444"/>
                    <a:pt x="320930" y="105158"/>
                  </a:cubicBezTo>
                  <a:cubicBezTo>
                    <a:pt x="320048" y="100872"/>
                    <a:pt x="315762" y="87887"/>
                    <a:pt x="310593" y="87005"/>
                  </a:cubicBezTo>
                  <a:cubicBezTo>
                    <a:pt x="305424" y="86122"/>
                    <a:pt x="308828" y="73138"/>
                    <a:pt x="308828" y="62800"/>
                  </a:cubicBezTo>
                  <a:cubicBezTo>
                    <a:pt x="308828" y="52463"/>
                    <a:pt x="307063" y="42882"/>
                    <a:pt x="301012" y="35066"/>
                  </a:cubicBezTo>
                  <a:cubicBezTo>
                    <a:pt x="299751" y="33427"/>
                    <a:pt x="298238" y="30402"/>
                    <a:pt x="296599" y="26872"/>
                  </a:cubicBezTo>
                  <a:cubicBezTo>
                    <a:pt x="287145" y="27124"/>
                    <a:pt x="275673" y="19938"/>
                    <a:pt x="265840" y="19686"/>
                  </a:cubicBezTo>
                  <a:cubicBezTo>
                    <a:pt x="252099" y="19308"/>
                    <a:pt x="230920" y="26368"/>
                    <a:pt x="220708" y="15022"/>
                  </a:cubicBezTo>
                  <a:cubicBezTo>
                    <a:pt x="210497" y="3676"/>
                    <a:pt x="203438" y="146"/>
                    <a:pt x="196000" y="3676"/>
                  </a:cubicBezTo>
                  <a:cubicBezTo>
                    <a:pt x="188562" y="7206"/>
                    <a:pt x="174821" y="46412"/>
                    <a:pt x="167005" y="57758"/>
                  </a:cubicBezTo>
                  <a:cubicBezTo>
                    <a:pt x="159189" y="69104"/>
                    <a:pt x="137253" y="77046"/>
                    <a:pt x="126664" y="77046"/>
                  </a:cubicBezTo>
                  <a:cubicBezTo>
                    <a:pt x="116075" y="77046"/>
                    <a:pt x="114940" y="93182"/>
                    <a:pt x="106620" y="99737"/>
                  </a:cubicBezTo>
                  <a:cubicBezTo>
                    <a:pt x="98425" y="106419"/>
                    <a:pt x="101577" y="117008"/>
                    <a:pt x="91744" y="124824"/>
                  </a:cubicBezTo>
                  <a:cubicBezTo>
                    <a:pt x="81911" y="132640"/>
                    <a:pt x="86701" y="156593"/>
                    <a:pt x="91744" y="165291"/>
                  </a:cubicBezTo>
                  <a:cubicBezTo>
                    <a:pt x="96787" y="173864"/>
                    <a:pt x="73717" y="200968"/>
                    <a:pt x="60354" y="208784"/>
                  </a:cubicBezTo>
                  <a:cubicBezTo>
                    <a:pt x="46991" y="216600"/>
                    <a:pt x="42705" y="231475"/>
                    <a:pt x="21526" y="235005"/>
                  </a:cubicBezTo>
                  <a:cubicBezTo>
                    <a:pt x="13331" y="236392"/>
                    <a:pt x="7154" y="239922"/>
                    <a:pt x="2364" y="244460"/>
                  </a:cubicBezTo>
                  <a:cubicBezTo>
                    <a:pt x="35393" y="244460"/>
                    <a:pt x="84306" y="244460"/>
                    <a:pt x="101073" y="244460"/>
                  </a:cubicBezTo>
                  <a:cubicBezTo>
                    <a:pt x="121495" y="244586"/>
                    <a:pt x="116831" y="249124"/>
                    <a:pt x="120108" y="254671"/>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p22"/>
            <p:cNvSpPr/>
            <p:nvPr/>
          </p:nvSpPr>
          <p:spPr>
            <a:xfrm>
              <a:off x="5997339" y="3526158"/>
              <a:ext cx="113459" cy="214311"/>
            </a:xfrm>
            <a:custGeom>
              <a:rect b="b" l="l" r="r" t="t"/>
              <a:pathLst>
                <a:path extrusionOk="0" h="214310" w="113458">
                  <a:moveTo>
                    <a:pt x="29956" y="53578"/>
                  </a:moveTo>
                  <a:cubicBezTo>
                    <a:pt x="36259" y="63033"/>
                    <a:pt x="28443" y="78665"/>
                    <a:pt x="22140" y="81816"/>
                  </a:cubicBezTo>
                  <a:cubicBezTo>
                    <a:pt x="15837" y="84968"/>
                    <a:pt x="11172" y="99087"/>
                    <a:pt x="4869" y="99087"/>
                  </a:cubicBezTo>
                  <a:cubicBezTo>
                    <a:pt x="-1434" y="99087"/>
                    <a:pt x="4869" y="122661"/>
                    <a:pt x="15837" y="127326"/>
                  </a:cubicBezTo>
                  <a:cubicBezTo>
                    <a:pt x="26804" y="131990"/>
                    <a:pt x="26804" y="139806"/>
                    <a:pt x="26804" y="144597"/>
                  </a:cubicBezTo>
                  <a:cubicBezTo>
                    <a:pt x="26804" y="149261"/>
                    <a:pt x="42562" y="154052"/>
                    <a:pt x="47227" y="160229"/>
                  </a:cubicBezTo>
                  <a:cubicBezTo>
                    <a:pt x="51891" y="166532"/>
                    <a:pt x="59834" y="196283"/>
                    <a:pt x="59834" y="207377"/>
                  </a:cubicBezTo>
                  <a:cubicBezTo>
                    <a:pt x="59834" y="210151"/>
                    <a:pt x="60842" y="212546"/>
                    <a:pt x="62228" y="214311"/>
                  </a:cubicBezTo>
                  <a:cubicBezTo>
                    <a:pt x="66263" y="211537"/>
                    <a:pt x="71179" y="208386"/>
                    <a:pt x="73196" y="204604"/>
                  </a:cubicBezTo>
                  <a:cubicBezTo>
                    <a:pt x="76726" y="197922"/>
                    <a:pt x="79500" y="186576"/>
                    <a:pt x="77861" y="183425"/>
                  </a:cubicBezTo>
                  <a:cubicBezTo>
                    <a:pt x="76348" y="180273"/>
                    <a:pt x="76726" y="174852"/>
                    <a:pt x="80256" y="171701"/>
                  </a:cubicBezTo>
                  <a:cubicBezTo>
                    <a:pt x="83786" y="168549"/>
                    <a:pt x="97905" y="153674"/>
                    <a:pt x="100679" y="152539"/>
                  </a:cubicBezTo>
                  <a:cubicBezTo>
                    <a:pt x="103452" y="151404"/>
                    <a:pt x="112402" y="152917"/>
                    <a:pt x="112024" y="144345"/>
                  </a:cubicBezTo>
                  <a:cubicBezTo>
                    <a:pt x="111898" y="140941"/>
                    <a:pt x="112276" y="135646"/>
                    <a:pt x="112781" y="130477"/>
                  </a:cubicBezTo>
                  <a:cubicBezTo>
                    <a:pt x="106351" y="126443"/>
                    <a:pt x="102569" y="121527"/>
                    <a:pt x="102569" y="119258"/>
                  </a:cubicBezTo>
                  <a:cubicBezTo>
                    <a:pt x="102569" y="114215"/>
                    <a:pt x="95510" y="105517"/>
                    <a:pt x="91602" y="110307"/>
                  </a:cubicBezTo>
                  <a:cubicBezTo>
                    <a:pt x="87694" y="114971"/>
                    <a:pt x="72818" y="111063"/>
                    <a:pt x="70801" y="101230"/>
                  </a:cubicBezTo>
                  <a:cubicBezTo>
                    <a:pt x="68784" y="91397"/>
                    <a:pt x="80634" y="91776"/>
                    <a:pt x="91602" y="82825"/>
                  </a:cubicBezTo>
                  <a:cubicBezTo>
                    <a:pt x="102569" y="73748"/>
                    <a:pt x="104208" y="56477"/>
                    <a:pt x="92358" y="47148"/>
                  </a:cubicBezTo>
                  <a:cubicBezTo>
                    <a:pt x="80634" y="37694"/>
                    <a:pt x="88828" y="32651"/>
                    <a:pt x="97023" y="24079"/>
                  </a:cubicBezTo>
                  <a:cubicBezTo>
                    <a:pt x="105217" y="15506"/>
                    <a:pt x="97779" y="10716"/>
                    <a:pt x="93493" y="14624"/>
                  </a:cubicBezTo>
                  <a:cubicBezTo>
                    <a:pt x="89207" y="18532"/>
                    <a:pt x="82147" y="19666"/>
                    <a:pt x="80886" y="10337"/>
                  </a:cubicBezTo>
                  <a:cubicBezTo>
                    <a:pt x="79752" y="883"/>
                    <a:pt x="54161" y="-630"/>
                    <a:pt x="44454" y="8321"/>
                  </a:cubicBezTo>
                  <a:cubicBezTo>
                    <a:pt x="41050" y="11472"/>
                    <a:pt x="35755" y="12481"/>
                    <a:pt x="30208" y="12355"/>
                  </a:cubicBezTo>
                  <a:cubicBezTo>
                    <a:pt x="27939" y="27734"/>
                    <a:pt x="25796" y="47275"/>
                    <a:pt x="29956" y="53578"/>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22"/>
            <p:cNvSpPr/>
            <p:nvPr/>
          </p:nvSpPr>
          <p:spPr>
            <a:xfrm>
              <a:off x="5566553" y="3530716"/>
              <a:ext cx="554686" cy="529473"/>
            </a:xfrm>
            <a:custGeom>
              <a:rect b="b" l="l" r="r" t="t"/>
              <a:pathLst>
                <a:path extrusionOk="0" h="529473" w="554686">
                  <a:moveTo>
                    <a:pt x="191845" y="102597"/>
                  </a:moveTo>
                  <a:cubicBezTo>
                    <a:pt x="191845" y="112934"/>
                    <a:pt x="188442" y="125919"/>
                    <a:pt x="193610" y="126802"/>
                  </a:cubicBezTo>
                  <a:cubicBezTo>
                    <a:pt x="198779" y="127684"/>
                    <a:pt x="203191" y="140669"/>
                    <a:pt x="203947" y="144955"/>
                  </a:cubicBezTo>
                  <a:cubicBezTo>
                    <a:pt x="204830" y="149241"/>
                    <a:pt x="203065" y="155292"/>
                    <a:pt x="197897" y="155292"/>
                  </a:cubicBezTo>
                  <a:cubicBezTo>
                    <a:pt x="192728" y="155292"/>
                    <a:pt x="158942" y="151889"/>
                    <a:pt x="158942" y="157057"/>
                  </a:cubicBezTo>
                  <a:cubicBezTo>
                    <a:pt x="158942" y="162226"/>
                    <a:pt x="151126" y="166512"/>
                    <a:pt x="143310" y="166512"/>
                  </a:cubicBezTo>
                  <a:cubicBezTo>
                    <a:pt x="135494" y="166512"/>
                    <a:pt x="135494" y="164747"/>
                    <a:pt x="134738" y="173446"/>
                  </a:cubicBezTo>
                  <a:cubicBezTo>
                    <a:pt x="133855" y="182144"/>
                    <a:pt x="136503" y="189834"/>
                    <a:pt x="131334" y="189834"/>
                  </a:cubicBezTo>
                  <a:cubicBezTo>
                    <a:pt x="126166" y="189834"/>
                    <a:pt x="127048" y="196768"/>
                    <a:pt x="119232" y="197650"/>
                  </a:cubicBezTo>
                  <a:cubicBezTo>
                    <a:pt x="111416" y="198533"/>
                    <a:pt x="99314" y="196768"/>
                    <a:pt x="99314" y="204584"/>
                  </a:cubicBezTo>
                  <a:cubicBezTo>
                    <a:pt x="99314" y="212400"/>
                    <a:pt x="94145" y="218451"/>
                    <a:pt x="85446" y="220216"/>
                  </a:cubicBezTo>
                  <a:cubicBezTo>
                    <a:pt x="76748" y="221981"/>
                    <a:pt x="62124" y="218451"/>
                    <a:pt x="62124" y="225384"/>
                  </a:cubicBezTo>
                  <a:cubicBezTo>
                    <a:pt x="62124" y="232318"/>
                    <a:pt x="50905" y="227149"/>
                    <a:pt x="44853" y="230553"/>
                  </a:cubicBezTo>
                  <a:cubicBezTo>
                    <a:pt x="38802" y="234083"/>
                    <a:pt x="3378" y="254757"/>
                    <a:pt x="2496" y="258287"/>
                  </a:cubicBezTo>
                  <a:cubicBezTo>
                    <a:pt x="2118" y="259926"/>
                    <a:pt x="2622" y="277071"/>
                    <a:pt x="3126" y="294468"/>
                  </a:cubicBezTo>
                  <a:cubicBezTo>
                    <a:pt x="4009" y="295981"/>
                    <a:pt x="5521" y="297620"/>
                    <a:pt x="8295" y="299258"/>
                  </a:cubicBezTo>
                  <a:cubicBezTo>
                    <a:pt x="21406" y="306696"/>
                    <a:pt x="258281" y="463395"/>
                    <a:pt x="265719" y="470959"/>
                  </a:cubicBezTo>
                  <a:cubicBezTo>
                    <a:pt x="273157" y="478397"/>
                    <a:pt x="282486" y="495164"/>
                    <a:pt x="282486" y="495164"/>
                  </a:cubicBezTo>
                  <a:cubicBezTo>
                    <a:pt x="282486" y="495164"/>
                    <a:pt x="299253" y="497054"/>
                    <a:pt x="312363" y="504492"/>
                  </a:cubicBezTo>
                  <a:cubicBezTo>
                    <a:pt x="325474" y="511930"/>
                    <a:pt x="325474" y="532479"/>
                    <a:pt x="325474" y="532479"/>
                  </a:cubicBezTo>
                  <a:cubicBezTo>
                    <a:pt x="325474" y="532479"/>
                    <a:pt x="342241" y="528697"/>
                    <a:pt x="351570" y="526932"/>
                  </a:cubicBezTo>
                  <a:cubicBezTo>
                    <a:pt x="360899" y="525041"/>
                    <a:pt x="392667" y="513821"/>
                    <a:pt x="392667" y="513821"/>
                  </a:cubicBezTo>
                  <a:lnTo>
                    <a:pt x="441202" y="474615"/>
                  </a:lnTo>
                  <a:lnTo>
                    <a:pt x="555039" y="403640"/>
                  </a:lnTo>
                  <a:cubicBezTo>
                    <a:pt x="555039" y="403640"/>
                    <a:pt x="555165" y="403640"/>
                    <a:pt x="555291" y="403640"/>
                  </a:cubicBezTo>
                  <a:cubicBezTo>
                    <a:pt x="551761" y="391034"/>
                    <a:pt x="547979" y="381075"/>
                    <a:pt x="541928" y="381075"/>
                  </a:cubicBezTo>
                  <a:cubicBezTo>
                    <a:pt x="535121" y="381075"/>
                    <a:pt x="530204" y="375276"/>
                    <a:pt x="522388" y="375276"/>
                  </a:cubicBezTo>
                  <a:cubicBezTo>
                    <a:pt x="514572" y="375276"/>
                    <a:pt x="504739" y="371368"/>
                    <a:pt x="503730" y="364434"/>
                  </a:cubicBezTo>
                  <a:cubicBezTo>
                    <a:pt x="502722" y="357627"/>
                    <a:pt x="506630" y="352710"/>
                    <a:pt x="500831" y="343886"/>
                  </a:cubicBezTo>
                  <a:cubicBezTo>
                    <a:pt x="495032" y="335061"/>
                    <a:pt x="489107" y="331153"/>
                    <a:pt x="489107" y="327245"/>
                  </a:cubicBezTo>
                  <a:cubicBezTo>
                    <a:pt x="489107" y="323337"/>
                    <a:pt x="499066" y="315647"/>
                    <a:pt x="500578" y="314134"/>
                  </a:cubicBezTo>
                  <a:cubicBezTo>
                    <a:pt x="502091" y="312621"/>
                    <a:pt x="496671" y="306318"/>
                    <a:pt x="496671" y="302032"/>
                  </a:cubicBezTo>
                  <a:cubicBezTo>
                    <a:pt x="496671" y="297746"/>
                    <a:pt x="492763" y="290308"/>
                    <a:pt x="496671" y="285517"/>
                  </a:cubicBezTo>
                  <a:cubicBezTo>
                    <a:pt x="500578" y="280853"/>
                    <a:pt x="502974" y="276063"/>
                    <a:pt x="498688" y="267490"/>
                  </a:cubicBezTo>
                  <a:cubicBezTo>
                    <a:pt x="494401" y="258918"/>
                    <a:pt x="504613" y="250976"/>
                    <a:pt x="499444" y="239630"/>
                  </a:cubicBezTo>
                  <a:cubicBezTo>
                    <a:pt x="494401" y="228284"/>
                    <a:pt x="486459" y="219207"/>
                    <a:pt x="487342" y="215299"/>
                  </a:cubicBezTo>
                  <a:cubicBezTo>
                    <a:pt x="487720" y="213660"/>
                    <a:pt x="490241" y="211769"/>
                    <a:pt x="493267" y="209752"/>
                  </a:cubicBezTo>
                  <a:cubicBezTo>
                    <a:pt x="491880" y="207861"/>
                    <a:pt x="490872" y="205592"/>
                    <a:pt x="490872" y="202819"/>
                  </a:cubicBezTo>
                  <a:cubicBezTo>
                    <a:pt x="490872" y="191851"/>
                    <a:pt x="483056" y="161974"/>
                    <a:pt x="478265" y="155670"/>
                  </a:cubicBezTo>
                  <a:cubicBezTo>
                    <a:pt x="473601" y="149367"/>
                    <a:pt x="457843" y="144703"/>
                    <a:pt x="457843" y="140038"/>
                  </a:cubicBezTo>
                  <a:cubicBezTo>
                    <a:pt x="457843" y="135248"/>
                    <a:pt x="457843" y="127432"/>
                    <a:pt x="446875" y="122767"/>
                  </a:cubicBezTo>
                  <a:cubicBezTo>
                    <a:pt x="435907" y="118103"/>
                    <a:pt x="429604" y="94529"/>
                    <a:pt x="435907" y="94529"/>
                  </a:cubicBezTo>
                  <a:cubicBezTo>
                    <a:pt x="442210" y="94529"/>
                    <a:pt x="446875" y="80410"/>
                    <a:pt x="453178" y="77258"/>
                  </a:cubicBezTo>
                  <a:cubicBezTo>
                    <a:pt x="459482" y="74106"/>
                    <a:pt x="467298" y="58474"/>
                    <a:pt x="460994" y="49019"/>
                  </a:cubicBezTo>
                  <a:cubicBezTo>
                    <a:pt x="456834" y="42716"/>
                    <a:pt x="458977" y="23176"/>
                    <a:pt x="461246" y="7544"/>
                  </a:cubicBezTo>
                  <a:cubicBezTo>
                    <a:pt x="450909" y="7418"/>
                    <a:pt x="439311" y="3636"/>
                    <a:pt x="436285" y="2754"/>
                  </a:cubicBezTo>
                  <a:cubicBezTo>
                    <a:pt x="431621" y="1115"/>
                    <a:pt x="417880" y="5149"/>
                    <a:pt x="409181" y="5527"/>
                  </a:cubicBezTo>
                  <a:cubicBezTo>
                    <a:pt x="400609" y="5905"/>
                    <a:pt x="379430" y="19646"/>
                    <a:pt x="372371" y="12965"/>
                  </a:cubicBezTo>
                  <a:cubicBezTo>
                    <a:pt x="365311" y="6283"/>
                    <a:pt x="293076" y="18134"/>
                    <a:pt x="272779" y="18890"/>
                  </a:cubicBezTo>
                  <a:cubicBezTo>
                    <a:pt x="252356" y="19646"/>
                    <a:pt x="243784" y="40825"/>
                    <a:pt x="231556" y="40825"/>
                  </a:cubicBezTo>
                  <a:cubicBezTo>
                    <a:pt x="219454" y="40825"/>
                    <a:pt x="200166" y="51037"/>
                    <a:pt x="189954" y="62382"/>
                  </a:cubicBezTo>
                  <a:cubicBezTo>
                    <a:pt x="187055" y="65534"/>
                    <a:pt x="183651" y="66795"/>
                    <a:pt x="179995" y="66795"/>
                  </a:cubicBezTo>
                  <a:cubicBezTo>
                    <a:pt x="181634" y="70324"/>
                    <a:pt x="183147" y="73350"/>
                    <a:pt x="184408" y="74989"/>
                  </a:cubicBezTo>
                  <a:cubicBezTo>
                    <a:pt x="190080" y="82679"/>
                    <a:pt x="191845" y="92260"/>
                    <a:pt x="191845" y="10259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 name="Google Shape;667;p22"/>
            <p:cNvSpPr/>
            <p:nvPr/>
          </p:nvSpPr>
          <p:spPr>
            <a:xfrm>
              <a:off x="6051101" y="3653894"/>
              <a:ext cx="403408" cy="390802"/>
            </a:xfrm>
            <a:custGeom>
              <a:rect b="b" l="l" r="r" t="t"/>
              <a:pathLst>
                <a:path extrusionOk="0" h="390801" w="403408">
                  <a:moveTo>
                    <a:pt x="46790" y="24677"/>
                  </a:moveTo>
                  <a:cubicBezTo>
                    <a:pt x="44016" y="25812"/>
                    <a:pt x="29897" y="40814"/>
                    <a:pt x="26367" y="43839"/>
                  </a:cubicBezTo>
                  <a:cubicBezTo>
                    <a:pt x="22837" y="46991"/>
                    <a:pt x="22459" y="52538"/>
                    <a:pt x="23972" y="55563"/>
                  </a:cubicBezTo>
                  <a:cubicBezTo>
                    <a:pt x="25485" y="58715"/>
                    <a:pt x="22837" y="70061"/>
                    <a:pt x="19307" y="76742"/>
                  </a:cubicBezTo>
                  <a:cubicBezTo>
                    <a:pt x="15778" y="83424"/>
                    <a:pt x="3171" y="88088"/>
                    <a:pt x="2415" y="91996"/>
                  </a:cubicBezTo>
                  <a:cubicBezTo>
                    <a:pt x="1658" y="95904"/>
                    <a:pt x="9474" y="104981"/>
                    <a:pt x="14517" y="116327"/>
                  </a:cubicBezTo>
                  <a:cubicBezTo>
                    <a:pt x="19686" y="127672"/>
                    <a:pt x="9474" y="135615"/>
                    <a:pt x="13761" y="144187"/>
                  </a:cubicBezTo>
                  <a:cubicBezTo>
                    <a:pt x="18047" y="152759"/>
                    <a:pt x="15778" y="157550"/>
                    <a:pt x="11743" y="162214"/>
                  </a:cubicBezTo>
                  <a:cubicBezTo>
                    <a:pt x="7835" y="166879"/>
                    <a:pt x="11743" y="174316"/>
                    <a:pt x="11743" y="178729"/>
                  </a:cubicBezTo>
                  <a:cubicBezTo>
                    <a:pt x="11743" y="183015"/>
                    <a:pt x="17290" y="189318"/>
                    <a:pt x="15651" y="190831"/>
                  </a:cubicBezTo>
                  <a:cubicBezTo>
                    <a:pt x="14139" y="192470"/>
                    <a:pt x="4180" y="200034"/>
                    <a:pt x="4180" y="203942"/>
                  </a:cubicBezTo>
                  <a:cubicBezTo>
                    <a:pt x="4180" y="207850"/>
                    <a:pt x="10105" y="211758"/>
                    <a:pt x="15904" y="220582"/>
                  </a:cubicBezTo>
                  <a:cubicBezTo>
                    <a:pt x="21829" y="229407"/>
                    <a:pt x="17921" y="234323"/>
                    <a:pt x="18803" y="241131"/>
                  </a:cubicBezTo>
                  <a:cubicBezTo>
                    <a:pt x="19812" y="247939"/>
                    <a:pt x="29519" y="251973"/>
                    <a:pt x="37461" y="251973"/>
                  </a:cubicBezTo>
                  <a:cubicBezTo>
                    <a:pt x="45277" y="251973"/>
                    <a:pt x="50194" y="257772"/>
                    <a:pt x="57001" y="257772"/>
                  </a:cubicBezTo>
                  <a:cubicBezTo>
                    <a:pt x="63052" y="257772"/>
                    <a:pt x="66834" y="267857"/>
                    <a:pt x="70364" y="280337"/>
                  </a:cubicBezTo>
                  <a:cubicBezTo>
                    <a:pt x="73263" y="280337"/>
                    <a:pt x="98728" y="280715"/>
                    <a:pt x="109192" y="287775"/>
                  </a:cubicBezTo>
                  <a:cubicBezTo>
                    <a:pt x="120411" y="295213"/>
                    <a:pt x="125958" y="304542"/>
                    <a:pt x="125958" y="304542"/>
                  </a:cubicBezTo>
                  <a:lnTo>
                    <a:pt x="170712" y="280337"/>
                  </a:lnTo>
                  <a:lnTo>
                    <a:pt x="373298" y="389257"/>
                  </a:lnTo>
                  <a:lnTo>
                    <a:pt x="373298" y="375264"/>
                  </a:lnTo>
                  <a:lnTo>
                    <a:pt x="397881" y="375264"/>
                  </a:lnTo>
                  <a:cubicBezTo>
                    <a:pt x="397881" y="375264"/>
                    <a:pt x="397881" y="133093"/>
                    <a:pt x="397881" y="115066"/>
                  </a:cubicBezTo>
                  <a:cubicBezTo>
                    <a:pt x="397881" y="97039"/>
                    <a:pt x="389687" y="85567"/>
                    <a:pt x="397881" y="75734"/>
                  </a:cubicBezTo>
                  <a:cubicBezTo>
                    <a:pt x="406075" y="65901"/>
                    <a:pt x="394603" y="60984"/>
                    <a:pt x="401159" y="42957"/>
                  </a:cubicBezTo>
                  <a:cubicBezTo>
                    <a:pt x="401915" y="40814"/>
                    <a:pt x="402671" y="38671"/>
                    <a:pt x="403554" y="36401"/>
                  </a:cubicBezTo>
                  <a:cubicBezTo>
                    <a:pt x="403301" y="36023"/>
                    <a:pt x="402923" y="35771"/>
                    <a:pt x="402797" y="35393"/>
                  </a:cubicBezTo>
                  <a:cubicBezTo>
                    <a:pt x="400780" y="29972"/>
                    <a:pt x="390191" y="29468"/>
                    <a:pt x="367121" y="25938"/>
                  </a:cubicBezTo>
                  <a:cubicBezTo>
                    <a:pt x="343925" y="22408"/>
                    <a:pt x="352623" y="6650"/>
                    <a:pt x="326654" y="5137"/>
                  </a:cubicBezTo>
                  <a:cubicBezTo>
                    <a:pt x="300811" y="3498"/>
                    <a:pt x="267782" y="24299"/>
                    <a:pt x="267403" y="35393"/>
                  </a:cubicBezTo>
                  <a:cubicBezTo>
                    <a:pt x="267025" y="46360"/>
                    <a:pt x="279506" y="58589"/>
                    <a:pt x="270933" y="69935"/>
                  </a:cubicBezTo>
                  <a:cubicBezTo>
                    <a:pt x="262361" y="81281"/>
                    <a:pt x="243451" y="82415"/>
                    <a:pt x="230088" y="70313"/>
                  </a:cubicBezTo>
                  <a:cubicBezTo>
                    <a:pt x="216725" y="58211"/>
                    <a:pt x="197185" y="52664"/>
                    <a:pt x="181049" y="52664"/>
                  </a:cubicBezTo>
                  <a:cubicBezTo>
                    <a:pt x="164912" y="52664"/>
                    <a:pt x="153567" y="42452"/>
                    <a:pt x="154701" y="33880"/>
                  </a:cubicBezTo>
                  <a:cubicBezTo>
                    <a:pt x="155836" y="25308"/>
                    <a:pt x="150793" y="21273"/>
                    <a:pt x="137430" y="18626"/>
                  </a:cubicBezTo>
                  <a:cubicBezTo>
                    <a:pt x="124067" y="15853"/>
                    <a:pt x="112722" y="4885"/>
                    <a:pt x="89148" y="8793"/>
                  </a:cubicBezTo>
                  <a:cubicBezTo>
                    <a:pt x="76541" y="10936"/>
                    <a:pt x="65825" y="7154"/>
                    <a:pt x="58514" y="2364"/>
                  </a:cubicBezTo>
                  <a:cubicBezTo>
                    <a:pt x="58010" y="7532"/>
                    <a:pt x="57505" y="12701"/>
                    <a:pt x="57757" y="16231"/>
                  </a:cubicBezTo>
                  <a:cubicBezTo>
                    <a:pt x="58640" y="25055"/>
                    <a:pt x="49563" y="23417"/>
                    <a:pt x="46790" y="2467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22"/>
            <p:cNvSpPr/>
            <p:nvPr/>
          </p:nvSpPr>
          <p:spPr>
            <a:xfrm>
              <a:off x="5354643" y="4198601"/>
              <a:ext cx="75639" cy="25213"/>
            </a:xfrm>
            <a:custGeom>
              <a:rect b="b" l="l" r="r" t="t"/>
              <a:pathLst>
                <a:path extrusionOk="0" h="25213" w="75639">
                  <a:moveTo>
                    <a:pt x="40309" y="14990"/>
                  </a:moveTo>
                  <a:cubicBezTo>
                    <a:pt x="45730" y="10073"/>
                    <a:pt x="54681" y="19906"/>
                    <a:pt x="62623" y="20915"/>
                  </a:cubicBezTo>
                  <a:cubicBezTo>
                    <a:pt x="70565" y="21923"/>
                    <a:pt x="79011" y="16502"/>
                    <a:pt x="79011" y="16502"/>
                  </a:cubicBezTo>
                  <a:cubicBezTo>
                    <a:pt x="79011" y="16502"/>
                    <a:pt x="77498" y="15494"/>
                    <a:pt x="64640" y="14485"/>
                  </a:cubicBezTo>
                  <a:cubicBezTo>
                    <a:pt x="51781" y="13477"/>
                    <a:pt x="50773" y="-1903"/>
                    <a:pt x="39301" y="3518"/>
                  </a:cubicBezTo>
                  <a:cubicBezTo>
                    <a:pt x="27955" y="8939"/>
                    <a:pt x="20013" y="10451"/>
                    <a:pt x="5767" y="9065"/>
                  </a:cubicBezTo>
                  <a:cubicBezTo>
                    <a:pt x="5515" y="13477"/>
                    <a:pt x="3120" y="19276"/>
                    <a:pt x="2364" y="25075"/>
                  </a:cubicBezTo>
                  <a:cubicBezTo>
                    <a:pt x="6020" y="24192"/>
                    <a:pt x="8793" y="23562"/>
                    <a:pt x="10180" y="23436"/>
                  </a:cubicBezTo>
                  <a:cubicBezTo>
                    <a:pt x="17996" y="22932"/>
                    <a:pt x="34888" y="19906"/>
                    <a:pt x="40309" y="1499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9" name="Google Shape;669;p22"/>
            <p:cNvSpPr/>
            <p:nvPr/>
          </p:nvSpPr>
          <p:spPr>
            <a:xfrm>
              <a:off x="5343734" y="4124833"/>
              <a:ext cx="151278" cy="113459"/>
            </a:xfrm>
            <a:custGeom>
              <a:rect b="b" l="l" r="r" t="t"/>
              <a:pathLst>
                <a:path extrusionOk="0" h="113458" w="151278">
                  <a:moveTo>
                    <a:pt x="32435" y="118005"/>
                  </a:moveTo>
                  <a:cubicBezTo>
                    <a:pt x="37351" y="118509"/>
                    <a:pt x="47310" y="112080"/>
                    <a:pt x="47310" y="112080"/>
                  </a:cubicBezTo>
                  <a:cubicBezTo>
                    <a:pt x="47310" y="112080"/>
                    <a:pt x="80592" y="109558"/>
                    <a:pt x="86012" y="109054"/>
                  </a:cubicBezTo>
                  <a:cubicBezTo>
                    <a:pt x="87903" y="108928"/>
                    <a:pt x="90425" y="109685"/>
                    <a:pt x="92694" y="110819"/>
                  </a:cubicBezTo>
                  <a:cubicBezTo>
                    <a:pt x="92820" y="109432"/>
                    <a:pt x="92820" y="108424"/>
                    <a:pt x="92820" y="108424"/>
                  </a:cubicBezTo>
                  <a:cubicBezTo>
                    <a:pt x="92820" y="108424"/>
                    <a:pt x="110469" y="111954"/>
                    <a:pt x="111604" y="116114"/>
                  </a:cubicBezTo>
                  <a:cubicBezTo>
                    <a:pt x="112738" y="120274"/>
                    <a:pt x="136943" y="123173"/>
                    <a:pt x="150432" y="118509"/>
                  </a:cubicBezTo>
                  <a:cubicBezTo>
                    <a:pt x="151440" y="118131"/>
                    <a:pt x="152449" y="117879"/>
                    <a:pt x="153331" y="117501"/>
                  </a:cubicBezTo>
                  <a:cubicBezTo>
                    <a:pt x="153457" y="112080"/>
                    <a:pt x="153709" y="103381"/>
                    <a:pt x="153205" y="100734"/>
                  </a:cubicBezTo>
                  <a:cubicBezTo>
                    <a:pt x="152449" y="96826"/>
                    <a:pt x="143750" y="88253"/>
                    <a:pt x="139086" y="83463"/>
                  </a:cubicBezTo>
                  <a:cubicBezTo>
                    <a:pt x="134421" y="78672"/>
                    <a:pt x="135178" y="66948"/>
                    <a:pt x="135178" y="66948"/>
                  </a:cubicBezTo>
                  <a:lnTo>
                    <a:pt x="130261" y="59637"/>
                  </a:lnTo>
                  <a:cubicBezTo>
                    <a:pt x="130261" y="59637"/>
                    <a:pt x="126479" y="44761"/>
                    <a:pt x="115386" y="40979"/>
                  </a:cubicBezTo>
                  <a:cubicBezTo>
                    <a:pt x="104166" y="37323"/>
                    <a:pt x="96728" y="16774"/>
                    <a:pt x="96728" y="16774"/>
                  </a:cubicBezTo>
                  <a:lnTo>
                    <a:pt x="87399" y="16774"/>
                  </a:lnTo>
                  <a:cubicBezTo>
                    <a:pt x="87399" y="16774"/>
                    <a:pt x="79961" y="7446"/>
                    <a:pt x="72523" y="3664"/>
                  </a:cubicBezTo>
                  <a:cubicBezTo>
                    <a:pt x="65086" y="-118"/>
                    <a:pt x="51975" y="5555"/>
                    <a:pt x="51975" y="5555"/>
                  </a:cubicBezTo>
                  <a:cubicBezTo>
                    <a:pt x="51975" y="5555"/>
                    <a:pt x="36973" y="7446"/>
                    <a:pt x="27770" y="5555"/>
                  </a:cubicBezTo>
                  <a:cubicBezTo>
                    <a:pt x="18442" y="3664"/>
                    <a:pt x="20333" y="16774"/>
                    <a:pt x="12769" y="18666"/>
                  </a:cubicBezTo>
                  <a:cubicBezTo>
                    <a:pt x="12517" y="18792"/>
                    <a:pt x="11886" y="18918"/>
                    <a:pt x="11382" y="19044"/>
                  </a:cubicBezTo>
                  <a:cubicBezTo>
                    <a:pt x="10500" y="26608"/>
                    <a:pt x="9239" y="34424"/>
                    <a:pt x="5331" y="40223"/>
                  </a:cubicBezTo>
                  <a:cubicBezTo>
                    <a:pt x="-3242" y="53207"/>
                    <a:pt x="8861" y="71991"/>
                    <a:pt x="15164" y="77916"/>
                  </a:cubicBezTo>
                  <a:cubicBezTo>
                    <a:pt x="16425" y="79177"/>
                    <a:pt x="16803" y="80942"/>
                    <a:pt x="16803" y="82959"/>
                  </a:cubicBezTo>
                  <a:cubicBezTo>
                    <a:pt x="31048" y="84345"/>
                    <a:pt x="38990" y="82959"/>
                    <a:pt x="50336" y="77412"/>
                  </a:cubicBezTo>
                  <a:cubicBezTo>
                    <a:pt x="61808" y="71991"/>
                    <a:pt x="62816" y="87371"/>
                    <a:pt x="75675" y="88380"/>
                  </a:cubicBezTo>
                  <a:cubicBezTo>
                    <a:pt x="88534" y="89388"/>
                    <a:pt x="90047" y="90397"/>
                    <a:pt x="90047" y="90397"/>
                  </a:cubicBezTo>
                  <a:cubicBezTo>
                    <a:pt x="90047" y="90397"/>
                    <a:pt x="81600" y="95817"/>
                    <a:pt x="73658" y="94809"/>
                  </a:cubicBezTo>
                  <a:cubicBezTo>
                    <a:pt x="65716" y="93800"/>
                    <a:pt x="56765" y="83841"/>
                    <a:pt x="51344" y="88884"/>
                  </a:cubicBezTo>
                  <a:cubicBezTo>
                    <a:pt x="45924" y="93800"/>
                    <a:pt x="29031" y="96826"/>
                    <a:pt x="21089" y="97330"/>
                  </a:cubicBezTo>
                  <a:cubicBezTo>
                    <a:pt x="19828" y="97456"/>
                    <a:pt x="16929" y="98087"/>
                    <a:pt x="13273" y="98969"/>
                  </a:cubicBezTo>
                  <a:cubicBezTo>
                    <a:pt x="12642" y="103381"/>
                    <a:pt x="13021" y="107667"/>
                    <a:pt x="16298" y="111323"/>
                  </a:cubicBezTo>
                  <a:cubicBezTo>
                    <a:pt x="17307" y="112458"/>
                    <a:pt x="18189" y="113466"/>
                    <a:pt x="18946" y="114475"/>
                  </a:cubicBezTo>
                  <a:cubicBezTo>
                    <a:pt x="32309" y="110945"/>
                    <a:pt x="28275" y="117626"/>
                    <a:pt x="32435" y="11800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22"/>
            <p:cNvSpPr/>
            <p:nvPr/>
          </p:nvSpPr>
          <p:spPr>
            <a:xfrm>
              <a:off x="5360316" y="4231354"/>
              <a:ext cx="75639" cy="37820"/>
            </a:xfrm>
            <a:custGeom>
              <a:rect b="b" l="l" r="r" t="t"/>
              <a:pathLst>
                <a:path extrusionOk="0" h="37819" w="75639">
                  <a:moveTo>
                    <a:pt x="40814" y="43630"/>
                  </a:moveTo>
                  <a:cubicBezTo>
                    <a:pt x="46739" y="39470"/>
                    <a:pt x="58463" y="28881"/>
                    <a:pt x="62623" y="30646"/>
                  </a:cubicBezTo>
                  <a:cubicBezTo>
                    <a:pt x="66783" y="32410"/>
                    <a:pt x="72078" y="28881"/>
                    <a:pt x="72078" y="26485"/>
                  </a:cubicBezTo>
                  <a:cubicBezTo>
                    <a:pt x="72078" y="24090"/>
                    <a:pt x="63884" y="16526"/>
                    <a:pt x="70313" y="14131"/>
                  </a:cubicBezTo>
                  <a:cubicBezTo>
                    <a:pt x="74725" y="12492"/>
                    <a:pt x="75860" y="7324"/>
                    <a:pt x="76112" y="4172"/>
                  </a:cubicBezTo>
                  <a:cubicBezTo>
                    <a:pt x="73717" y="3037"/>
                    <a:pt x="71321" y="2155"/>
                    <a:pt x="69430" y="2407"/>
                  </a:cubicBezTo>
                  <a:cubicBezTo>
                    <a:pt x="64010" y="2911"/>
                    <a:pt x="30728" y="5432"/>
                    <a:pt x="30728" y="5432"/>
                  </a:cubicBezTo>
                  <a:cubicBezTo>
                    <a:pt x="30728" y="5432"/>
                    <a:pt x="20769" y="11862"/>
                    <a:pt x="15853" y="11358"/>
                  </a:cubicBezTo>
                  <a:cubicBezTo>
                    <a:pt x="11693" y="10853"/>
                    <a:pt x="15853" y="4298"/>
                    <a:pt x="2364" y="7702"/>
                  </a:cubicBezTo>
                  <a:cubicBezTo>
                    <a:pt x="9045" y="16022"/>
                    <a:pt x="9928" y="20308"/>
                    <a:pt x="23669" y="24090"/>
                  </a:cubicBezTo>
                  <a:cubicBezTo>
                    <a:pt x="38923" y="28376"/>
                    <a:pt x="22534" y="36318"/>
                    <a:pt x="35015" y="44135"/>
                  </a:cubicBezTo>
                  <a:cubicBezTo>
                    <a:pt x="36149" y="44891"/>
                    <a:pt x="37158" y="45647"/>
                    <a:pt x="38040" y="46404"/>
                  </a:cubicBezTo>
                  <a:cubicBezTo>
                    <a:pt x="39175" y="45269"/>
                    <a:pt x="40183" y="44135"/>
                    <a:pt x="40814" y="4363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1" name="Google Shape;671;p22"/>
            <p:cNvSpPr/>
            <p:nvPr/>
          </p:nvSpPr>
          <p:spPr>
            <a:xfrm>
              <a:off x="6181125" y="4273038"/>
              <a:ext cx="327769" cy="226917"/>
            </a:xfrm>
            <a:custGeom>
              <a:rect b="b" l="l" r="r" t="t"/>
              <a:pathLst>
                <a:path extrusionOk="0" h="226917" w="327769">
                  <a:moveTo>
                    <a:pt x="304037" y="131037"/>
                  </a:moveTo>
                  <a:cubicBezTo>
                    <a:pt x="304037" y="126121"/>
                    <a:pt x="304037" y="121204"/>
                    <a:pt x="294204" y="113010"/>
                  </a:cubicBezTo>
                  <a:cubicBezTo>
                    <a:pt x="284371" y="104816"/>
                    <a:pt x="277816" y="103177"/>
                    <a:pt x="277816" y="98260"/>
                  </a:cubicBezTo>
                  <a:cubicBezTo>
                    <a:pt x="277816" y="93344"/>
                    <a:pt x="274538" y="91705"/>
                    <a:pt x="266344" y="81872"/>
                  </a:cubicBezTo>
                  <a:cubicBezTo>
                    <a:pt x="258150" y="72039"/>
                    <a:pt x="245039" y="72039"/>
                    <a:pt x="245039" y="72039"/>
                  </a:cubicBezTo>
                  <a:lnTo>
                    <a:pt x="241761" y="63845"/>
                  </a:lnTo>
                  <a:lnTo>
                    <a:pt x="230289" y="62206"/>
                  </a:lnTo>
                  <a:cubicBezTo>
                    <a:pt x="230289" y="62206"/>
                    <a:pt x="223734" y="57289"/>
                    <a:pt x="233567" y="52373"/>
                  </a:cubicBezTo>
                  <a:cubicBezTo>
                    <a:pt x="243400" y="47456"/>
                    <a:pt x="233567" y="34346"/>
                    <a:pt x="231928" y="29429"/>
                  </a:cubicBezTo>
                  <a:cubicBezTo>
                    <a:pt x="230542" y="25143"/>
                    <a:pt x="216674" y="8502"/>
                    <a:pt x="213144" y="4216"/>
                  </a:cubicBezTo>
                  <a:cubicBezTo>
                    <a:pt x="211379" y="4090"/>
                    <a:pt x="209741" y="3838"/>
                    <a:pt x="208480" y="3208"/>
                  </a:cubicBezTo>
                  <a:cubicBezTo>
                    <a:pt x="203059" y="56"/>
                    <a:pt x="191966" y="6359"/>
                    <a:pt x="186545" y="11780"/>
                  </a:cubicBezTo>
                  <a:cubicBezTo>
                    <a:pt x="180998" y="17327"/>
                    <a:pt x="184906" y="20478"/>
                    <a:pt x="180998" y="24386"/>
                  </a:cubicBezTo>
                  <a:cubicBezTo>
                    <a:pt x="177090" y="28294"/>
                    <a:pt x="163727" y="40019"/>
                    <a:pt x="155154" y="51112"/>
                  </a:cubicBezTo>
                  <a:cubicBezTo>
                    <a:pt x="146582" y="62080"/>
                    <a:pt x="124521" y="55020"/>
                    <a:pt x="117461" y="58928"/>
                  </a:cubicBezTo>
                  <a:cubicBezTo>
                    <a:pt x="110402" y="62836"/>
                    <a:pt x="120613" y="69140"/>
                    <a:pt x="115822" y="73047"/>
                  </a:cubicBezTo>
                  <a:cubicBezTo>
                    <a:pt x="111158" y="76955"/>
                    <a:pt x="97039" y="83259"/>
                    <a:pt x="92248" y="85654"/>
                  </a:cubicBezTo>
                  <a:cubicBezTo>
                    <a:pt x="87584" y="88049"/>
                    <a:pt x="68674" y="87167"/>
                    <a:pt x="63253" y="94353"/>
                  </a:cubicBezTo>
                  <a:cubicBezTo>
                    <a:pt x="57832" y="101412"/>
                    <a:pt x="51529" y="86537"/>
                    <a:pt x="45982" y="94353"/>
                  </a:cubicBezTo>
                  <a:cubicBezTo>
                    <a:pt x="40561" y="102168"/>
                    <a:pt x="34258" y="102925"/>
                    <a:pt x="31107" y="100656"/>
                  </a:cubicBezTo>
                  <a:cubicBezTo>
                    <a:pt x="30350" y="100152"/>
                    <a:pt x="29594" y="99143"/>
                    <a:pt x="28711" y="97882"/>
                  </a:cubicBezTo>
                  <a:cubicBezTo>
                    <a:pt x="23669" y="102673"/>
                    <a:pt x="17365" y="107842"/>
                    <a:pt x="15348" y="114397"/>
                  </a:cubicBezTo>
                  <a:cubicBezTo>
                    <a:pt x="11819" y="125617"/>
                    <a:pt x="2364" y="135576"/>
                    <a:pt x="2364" y="140871"/>
                  </a:cubicBezTo>
                  <a:cubicBezTo>
                    <a:pt x="2364" y="146165"/>
                    <a:pt x="5894" y="153225"/>
                    <a:pt x="5894" y="162680"/>
                  </a:cubicBezTo>
                  <a:cubicBezTo>
                    <a:pt x="5894" y="172135"/>
                    <a:pt x="8289" y="176799"/>
                    <a:pt x="13583" y="183859"/>
                  </a:cubicBezTo>
                  <a:cubicBezTo>
                    <a:pt x="18878" y="190918"/>
                    <a:pt x="17744" y="199743"/>
                    <a:pt x="17744" y="199743"/>
                  </a:cubicBezTo>
                  <a:cubicBezTo>
                    <a:pt x="17744" y="199743"/>
                    <a:pt x="19508" y="203273"/>
                    <a:pt x="23669" y="208567"/>
                  </a:cubicBezTo>
                  <a:cubicBezTo>
                    <a:pt x="27829" y="213862"/>
                    <a:pt x="39553" y="221552"/>
                    <a:pt x="40688" y="225586"/>
                  </a:cubicBezTo>
                  <a:cubicBezTo>
                    <a:pt x="41192" y="227477"/>
                    <a:pt x="43209" y="228990"/>
                    <a:pt x="45226" y="229998"/>
                  </a:cubicBezTo>
                  <a:cubicBezTo>
                    <a:pt x="45730" y="229116"/>
                    <a:pt x="46234" y="228234"/>
                    <a:pt x="46865" y="227477"/>
                  </a:cubicBezTo>
                  <a:cubicBezTo>
                    <a:pt x="53420" y="219283"/>
                    <a:pt x="51781" y="207811"/>
                    <a:pt x="51781" y="207811"/>
                  </a:cubicBezTo>
                  <a:lnTo>
                    <a:pt x="66531" y="204533"/>
                  </a:lnTo>
                  <a:lnTo>
                    <a:pt x="78003" y="201256"/>
                  </a:lnTo>
                  <a:lnTo>
                    <a:pt x="100947" y="204533"/>
                  </a:lnTo>
                  <a:lnTo>
                    <a:pt x="100947" y="186506"/>
                  </a:lnTo>
                  <a:cubicBezTo>
                    <a:pt x="100947" y="186506"/>
                    <a:pt x="117335" y="165201"/>
                    <a:pt x="128807" y="165201"/>
                  </a:cubicBezTo>
                  <a:cubicBezTo>
                    <a:pt x="140279" y="165201"/>
                    <a:pt x="150112" y="179951"/>
                    <a:pt x="150112" y="179951"/>
                  </a:cubicBezTo>
                  <a:lnTo>
                    <a:pt x="200790" y="189784"/>
                  </a:lnTo>
                  <a:cubicBezTo>
                    <a:pt x="200790" y="189784"/>
                    <a:pt x="204068" y="175034"/>
                    <a:pt x="208984" y="171756"/>
                  </a:cubicBezTo>
                  <a:cubicBezTo>
                    <a:pt x="213901" y="168479"/>
                    <a:pt x="223734" y="175034"/>
                    <a:pt x="230289" y="171756"/>
                  </a:cubicBezTo>
                  <a:cubicBezTo>
                    <a:pt x="236845" y="168479"/>
                    <a:pt x="246678" y="163562"/>
                    <a:pt x="258150" y="163562"/>
                  </a:cubicBezTo>
                  <a:cubicBezTo>
                    <a:pt x="269622" y="163562"/>
                    <a:pt x="274538" y="170118"/>
                    <a:pt x="279455" y="160284"/>
                  </a:cubicBezTo>
                  <a:cubicBezTo>
                    <a:pt x="284371" y="150451"/>
                    <a:pt x="308828" y="163562"/>
                    <a:pt x="308828" y="163562"/>
                  </a:cubicBezTo>
                  <a:lnTo>
                    <a:pt x="328494" y="160284"/>
                  </a:lnTo>
                  <a:lnTo>
                    <a:pt x="321939" y="143896"/>
                  </a:lnTo>
                  <a:cubicBezTo>
                    <a:pt x="322064" y="144148"/>
                    <a:pt x="304037" y="135954"/>
                    <a:pt x="304037" y="13103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2" name="Google Shape;672;p22"/>
            <p:cNvSpPr/>
            <p:nvPr/>
          </p:nvSpPr>
          <p:spPr>
            <a:xfrm>
              <a:off x="5872374" y="4199406"/>
              <a:ext cx="315163" cy="252130"/>
            </a:xfrm>
            <a:custGeom>
              <a:rect b="b" l="l" r="r" t="t"/>
              <a:pathLst>
                <a:path extrusionOk="0" h="252130" w="315162">
                  <a:moveTo>
                    <a:pt x="195766" y="190045"/>
                  </a:moveTo>
                  <a:cubicBezTo>
                    <a:pt x="198918" y="189289"/>
                    <a:pt x="205977" y="191558"/>
                    <a:pt x="211524" y="187650"/>
                  </a:cubicBezTo>
                  <a:cubicBezTo>
                    <a:pt x="217071" y="183742"/>
                    <a:pt x="228795" y="193197"/>
                    <a:pt x="230308" y="201013"/>
                  </a:cubicBezTo>
                  <a:cubicBezTo>
                    <a:pt x="231947" y="208829"/>
                    <a:pt x="236611" y="197861"/>
                    <a:pt x="241275" y="189289"/>
                  </a:cubicBezTo>
                  <a:cubicBezTo>
                    <a:pt x="245940" y="180590"/>
                    <a:pt x="260816" y="154747"/>
                    <a:pt x="260816" y="148444"/>
                  </a:cubicBezTo>
                  <a:cubicBezTo>
                    <a:pt x="260816" y="142140"/>
                    <a:pt x="273422" y="136720"/>
                    <a:pt x="273422" y="132686"/>
                  </a:cubicBezTo>
                  <a:cubicBezTo>
                    <a:pt x="273422" y="128778"/>
                    <a:pt x="272666" y="120079"/>
                    <a:pt x="276574" y="118566"/>
                  </a:cubicBezTo>
                  <a:cubicBezTo>
                    <a:pt x="280482" y="116927"/>
                    <a:pt x="283634" y="105203"/>
                    <a:pt x="282877" y="101296"/>
                  </a:cubicBezTo>
                  <a:cubicBezTo>
                    <a:pt x="282121" y="97388"/>
                    <a:pt x="296240" y="75452"/>
                    <a:pt x="298509" y="72301"/>
                  </a:cubicBezTo>
                  <a:cubicBezTo>
                    <a:pt x="300904" y="69149"/>
                    <a:pt x="313385" y="70788"/>
                    <a:pt x="314267" y="63602"/>
                  </a:cubicBezTo>
                  <a:cubicBezTo>
                    <a:pt x="315024" y="56542"/>
                    <a:pt x="317419" y="48726"/>
                    <a:pt x="312628" y="47088"/>
                  </a:cubicBezTo>
                  <a:cubicBezTo>
                    <a:pt x="307964" y="45575"/>
                    <a:pt x="301661" y="40028"/>
                    <a:pt x="301661" y="36120"/>
                  </a:cubicBezTo>
                  <a:cubicBezTo>
                    <a:pt x="301661" y="33851"/>
                    <a:pt x="301913" y="27421"/>
                    <a:pt x="303300" y="21748"/>
                  </a:cubicBezTo>
                  <a:cubicBezTo>
                    <a:pt x="296996" y="20866"/>
                    <a:pt x="296618" y="14563"/>
                    <a:pt x="292962" y="10907"/>
                  </a:cubicBezTo>
                  <a:cubicBezTo>
                    <a:pt x="289054" y="6999"/>
                    <a:pt x="289054" y="3847"/>
                    <a:pt x="283507" y="5360"/>
                  </a:cubicBezTo>
                  <a:cubicBezTo>
                    <a:pt x="277960" y="6999"/>
                    <a:pt x="271783" y="20236"/>
                    <a:pt x="264724" y="22631"/>
                  </a:cubicBezTo>
                  <a:cubicBezTo>
                    <a:pt x="257664" y="25026"/>
                    <a:pt x="247453" y="19479"/>
                    <a:pt x="242788" y="17084"/>
                  </a:cubicBezTo>
                  <a:cubicBezTo>
                    <a:pt x="238124" y="14689"/>
                    <a:pt x="216062" y="17084"/>
                    <a:pt x="209003" y="16328"/>
                  </a:cubicBezTo>
                  <a:cubicBezTo>
                    <a:pt x="201943" y="15571"/>
                    <a:pt x="194884" y="25782"/>
                    <a:pt x="189337" y="28934"/>
                  </a:cubicBezTo>
                  <a:cubicBezTo>
                    <a:pt x="183790" y="32086"/>
                    <a:pt x="168158" y="30573"/>
                    <a:pt x="163494" y="28934"/>
                  </a:cubicBezTo>
                  <a:cubicBezTo>
                    <a:pt x="158829" y="27295"/>
                    <a:pt x="147735" y="17967"/>
                    <a:pt x="143071" y="17967"/>
                  </a:cubicBezTo>
                  <a:cubicBezTo>
                    <a:pt x="138406" y="17967"/>
                    <a:pt x="128951" y="19479"/>
                    <a:pt x="121135" y="24270"/>
                  </a:cubicBezTo>
                  <a:cubicBezTo>
                    <a:pt x="113320" y="28934"/>
                    <a:pt x="110924" y="15697"/>
                    <a:pt x="106260" y="10150"/>
                  </a:cubicBezTo>
                  <a:cubicBezTo>
                    <a:pt x="101596" y="4604"/>
                    <a:pt x="91384" y="9394"/>
                    <a:pt x="85081" y="3847"/>
                  </a:cubicBezTo>
                  <a:cubicBezTo>
                    <a:pt x="78778" y="-1700"/>
                    <a:pt x="74870" y="10150"/>
                    <a:pt x="69323" y="9394"/>
                  </a:cubicBezTo>
                  <a:cubicBezTo>
                    <a:pt x="63776" y="8638"/>
                    <a:pt x="49657" y="5486"/>
                    <a:pt x="44992" y="9394"/>
                  </a:cubicBezTo>
                  <a:cubicBezTo>
                    <a:pt x="40328" y="13302"/>
                    <a:pt x="41084" y="28304"/>
                    <a:pt x="38689" y="30573"/>
                  </a:cubicBezTo>
                  <a:cubicBezTo>
                    <a:pt x="36294" y="32968"/>
                    <a:pt x="26965" y="43936"/>
                    <a:pt x="26965" y="49357"/>
                  </a:cubicBezTo>
                  <a:cubicBezTo>
                    <a:pt x="26965" y="51878"/>
                    <a:pt x="26082" y="53643"/>
                    <a:pt x="24444" y="54651"/>
                  </a:cubicBezTo>
                  <a:cubicBezTo>
                    <a:pt x="25452" y="61207"/>
                    <a:pt x="26839" y="69527"/>
                    <a:pt x="27091" y="72553"/>
                  </a:cubicBezTo>
                  <a:cubicBezTo>
                    <a:pt x="27721" y="77847"/>
                    <a:pt x="29991" y="104321"/>
                    <a:pt x="24191" y="110246"/>
                  </a:cubicBezTo>
                  <a:cubicBezTo>
                    <a:pt x="18266" y="116171"/>
                    <a:pt x="14233" y="125500"/>
                    <a:pt x="14233" y="125500"/>
                  </a:cubicBezTo>
                  <a:cubicBezTo>
                    <a:pt x="14233" y="125500"/>
                    <a:pt x="4778" y="131929"/>
                    <a:pt x="3013" y="144914"/>
                  </a:cubicBezTo>
                  <a:cubicBezTo>
                    <a:pt x="1248" y="157899"/>
                    <a:pt x="3643" y="166093"/>
                    <a:pt x="3643" y="176052"/>
                  </a:cubicBezTo>
                  <a:cubicBezTo>
                    <a:pt x="3643" y="183112"/>
                    <a:pt x="8938" y="188154"/>
                    <a:pt x="11837" y="196979"/>
                  </a:cubicBezTo>
                  <a:cubicBezTo>
                    <a:pt x="11963" y="197105"/>
                    <a:pt x="12089" y="197105"/>
                    <a:pt x="12089" y="197231"/>
                  </a:cubicBezTo>
                  <a:cubicBezTo>
                    <a:pt x="16754" y="203534"/>
                    <a:pt x="39193" y="204669"/>
                    <a:pt x="51674" y="207442"/>
                  </a:cubicBezTo>
                  <a:cubicBezTo>
                    <a:pt x="64280" y="210216"/>
                    <a:pt x="77139" y="227865"/>
                    <a:pt x="76761" y="234546"/>
                  </a:cubicBezTo>
                  <a:cubicBezTo>
                    <a:pt x="76383" y="241228"/>
                    <a:pt x="84955" y="254212"/>
                    <a:pt x="90880" y="257238"/>
                  </a:cubicBezTo>
                  <a:cubicBezTo>
                    <a:pt x="96805" y="260390"/>
                    <a:pt x="111302" y="251313"/>
                    <a:pt x="117984" y="251313"/>
                  </a:cubicBezTo>
                  <a:cubicBezTo>
                    <a:pt x="124665" y="251313"/>
                    <a:pt x="148618" y="251691"/>
                    <a:pt x="153282" y="247405"/>
                  </a:cubicBezTo>
                  <a:cubicBezTo>
                    <a:pt x="154669" y="246144"/>
                    <a:pt x="156056" y="246270"/>
                    <a:pt x="157568" y="247153"/>
                  </a:cubicBezTo>
                  <a:cubicBezTo>
                    <a:pt x="163241" y="232025"/>
                    <a:pt x="165258" y="218662"/>
                    <a:pt x="165258" y="218662"/>
                  </a:cubicBezTo>
                  <a:cubicBezTo>
                    <a:pt x="165258" y="218662"/>
                    <a:pt x="192615" y="190802"/>
                    <a:pt x="195766" y="19004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3" name="Google Shape;673;p22"/>
            <p:cNvSpPr/>
            <p:nvPr/>
          </p:nvSpPr>
          <p:spPr>
            <a:xfrm>
              <a:off x="5819949" y="4238303"/>
              <a:ext cx="75639" cy="163885"/>
            </a:xfrm>
            <a:custGeom>
              <a:rect b="b" l="l" r="r" t="t"/>
              <a:pathLst>
                <a:path extrusionOk="0" h="163884" w="75639">
                  <a:moveTo>
                    <a:pt x="55563" y="106144"/>
                  </a:moveTo>
                  <a:cubicBezTo>
                    <a:pt x="57328" y="93159"/>
                    <a:pt x="66783" y="86730"/>
                    <a:pt x="66783" y="86730"/>
                  </a:cubicBezTo>
                  <a:cubicBezTo>
                    <a:pt x="66783" y="86730"/>
                    <a:pt x="70943" y="77275"/>
                    <a:pt x="76742" y="71476"/>
                  </a:cubicBezTo>
                  <a:cubicBezTo>
                    <a:pt x="82667" y="65551"/>
                    <a:pt x="80272" y="39077"/>
                    <a:pt x="79642" y="33783"/>
                  </a:cubicBezTo>
                  <a:cubicBezTo>
                    <a:pt x="79263" y="30757"/>
                    <a:pt x="78003" y="22437"/>
                    <a:pt x="76994" y="15881"/>
                  </a:cubicBezTo>
                  <a:cubicBezTo>
                    <a:pt x="75103" y="17016"/>
                    <a:pt x="72330" y="17016"/>
                    <a:pt x="68548" y="15377"/>
                  </a:cubicBezTo>
                  <a:cubicBezTo>
                    <a:pt x="61488" y="12225"/>
                    <a:pt x="67792" y="5166"/>
                    <a:pt x="59975" y="2770"/>
                  </a:cubicBezTo>
                  <a:cubicBezTo>
                    <a:pt x="52159" y="375"/>
                    <a:pt x="49008" y="9074"/>
                    <a:pt x="50520" y="15377"/>
                  </a:cubicBezTo>
                  <a:cubicBezTo>
                    <a:pt x="52159" y="21680"/>
                    <a:pt x="46612" y="21680"/>
                    <a:pt x="43461" y="25588"/>
                  </a:cubicBezTo>
                  <a:cubicBezTo>
                    <a:pt x="40309" y="29496"/>
                    <a:pt x="26190" y="30253"/>
                    <a:pt x="21525" y="30253"/>
                  </a:cubicBezTo>
                  <a:cubicBezTo>
                    <a:pt x="16861" y="30253"/>
                    <a:pt x="11314" y="38951"/>
                    <a:pt x="6650" y="40464"/>
                  </a:cubicBezTo>
                  <a:cubicBezTo>
                    <a:pt x="5641" y="40842"/>
                    <a:pt x="4128" y="40842"/>
                    <a:pt x="2364" y="40716"/>
                  </a:cubicBezTo>
                  <a:cubicBezTo>
                    <a:pt x="3498" y="61391"/>
                    <a:pt x="6902" y="59752"/>
                    <a:pt x="16735" y="65551"/>
                  </a:cubicBezTo>
                  <a:cubicBezTo>
                    <a:pt x="27955" y="71980"/>
                    <a:pt x="17365" y="80805"/>
                    <a:pt x="22030" y="85595"/>
                  </a:cubicBezTo>
                  <a:cubicBezTo>
                    <a:pt x="26694" y="90260"/>
                    <a:pt x="24929" y="102110"/>
                    <a:pt x="26190" y="116733"/>
                  </a:cubicBezTo>
                  <a:cubicBezTo>
                    <a:pt x="26946" y="125684"/>
                    <a:pt x="27829" y="148754"/>
                    <a:pt x="28459" y="165647"/>
                  </a:cubicBezTo>
                  <a:cubicBezTo>
                    <a:pt x="34888" y="164386"/>
                    <a:pt x="41696" y="164008"/>
                    <a:pt x="46234" y="164008"/>
                  </a:cubicBezTo>
                  <a:cubicBezTo>
                    <a:pt x="54681" y="164008"/>
                    <a:pt x="59723" y="152788"/>
                    <a:pt x="64388" y="158209"/>
                  </a:cubicBezTo>
                  <a:cubicBezTo>
                    <a:pt x="61488" y="149384"/>
                    <a:pt x="56193" y="144342"/>
                    <a:pt x="56193" y="137282"/>
                  </a:cubicBezTo>
                  <a:cubicBezTo>
                    <a:pt x="56067" y="127323"/>
                    <a:pt x="53798" y="119129"/>
                    <a:pt x="55563" y="10614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4" name="Google Shape;674;p22"/>
            <p:cNvSpPr/>
            <p:nvPr/>
          </p:nvSpPr>
          <p:spPr>
            <a:xfrm>
              <a:off x="5796627" y="4273218"/>
              <a:ext cx="50426" cy="138672"/>
            </a:xfrm>
            <a:custGeom>
              <a:rect b="b" l="l" r="r" t="t"/>
              <a:pathLst>
                <a:path extrusionOk="0" h="138671" w="50426">
                  <a:moveTo>
                    <a:pt x="45352" y="50679"/>
                  </a:moveTo>
                  <a:cubicBezTo>
                    <a:pt x="40688" y="46015"/>
                    <a:pt x="51277" y="37190"/>
                    <a:pt x="40057" y="30635"/>
                  </a:cubicBezTo>
                  <a:cubicBezTo>
                    <a:pt x="30224" y="24962"/>
                    <a:pt x="26694" y="26475"/>
                    <a:pt x="25686" y="5800"/>
                  </a:cubicBezTo>
                  <a:cubicBezTo>
                    <a:pt x="20013" y="5422"/>
                    <a:pt x="11692" y="3027"/>
                    <a:pt x="5515" y="2396"/>
                  </a:cubicBezTo>
                  <a:cubicBezTo>
                    <a:pt x="4255" y="2270"/>
                    <a:pt x="3246" y="2522"/>
                    <a:pt x="2364" y="2901"/>
                  </a:cubicBezTo>
                  <a:cubicBezTo>
                    <a:pt x="3624" y="10465"/>
                    <a:pt x="5515" y="18785"/>
                    <a:pt x="7658" y="20046"/>
                  </a:cubicBezTo>
                  <a:cubicBezTo>
                    <a:pt x="11819" y="22441"/>
                    <a:pt x="14718" y="27105"/>
                    <a:pt x="14088" y="35930"/>
                  </a:cubicBezTo>
                  <a:cubicBezTo>
                    <a:pt x="13458" y="44754"/>
                    <a:pt x="11188" y="64168"/>
                    <a:pt x="14718" y="72993"/>
                  </a:cubicBezTo>
                  <a:cubicBezTo>
                    <a:pt x="18248" y="81818"/>
                    <a:pt x="21778" y="95937"/>
                    <a:pt x="21778" y="109426"/>
                  </a:cubicBezTo>
                  <a:cubicBezTo>
                    <a:pt x="21778" y="117872"/>
                    <a:pt x="26568" y="130479"/>
                    <a:pt x="31485" y="139933"/>
                  </a:cubicBezTo>
                  <a:cubicBezTo>
                    <a:pt x="33502" y="138799"/>
                    <a:pt x="35393" y="137664"/>
                    <a:pt x="36905" y="136404"/>
                  </a:cubicBezTo>
                  <a:cubicBezTo>
                    <a:pt x="40435" y="133378"/>
                    <a:pt x="45982" y="131613"/>
                    <a:pt x="51781" y="130605"/>
                  </a:cubicBezTo>
                  <a:cubicBezTo>
                    <a:pt x="51151" y="113712"/>
                    <a:pt x="50268" y="90642"/>
                    <a:pt x="49512" y="81691"/>
                  </a:cubicBezTo>
                  <a:cubicBezTo>
                    <a:pt x="48251" y="67194"/>
                    <a:pt x="50016" y="55344"/>
                    <a:pt x="45352" y="50679"/>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 name="Google Shape;675;p22"/>
            <p:cNvSpPr/>
            <p:nvPr/>
          </p:nvSpPr>
          <p:spPr>
            <a:xfrm>
              <a:off x="6027452" y="4219169"/>
              <a:ext cx="189098" cy="302556"/>
            </a:xfrm>
            <a:custGeom>
              <a:rect b="b" l="l" r="r" t="t"/>
              <a:pathLst>
                <a:path extrusionOk="0" h="302556" w="189097">
                  <a:moveTo>
                    <a:pt x="84684" y="292943"/>
                  </a:moveTo>
                  <a:cubicBezTo>
                    <a:pt x="84684" y="292943"/>
                    <a:pt x="146834" y="296221"/>
                    <a:pt x="155028" y="294582"/>
                  </a:cubicBezTo>
                  <a:cubicBezTo>
                    <a:pt x="163223" y="292943"/>
                    <a:pt x="192596" y="307693"/>
                    <a:pt x="192596" y="307693"/>
                  </a:cubicBezTo>
                  <a:cubicBezTo>
                    <a:pt x="192596" y="307693"/>
                    <a:pt x="193983" y="292817"/>
                    <a:pt x="199151" y="283993"/>
                  </a:cubicBezTo>
                  <a:cubicBezTo>
                    <a:pt x="197134" y="282858"/>
                    <a:pt x="195117" y="281472"/>
                    <a:pt x="194613" y="279581"/>
                  </a:cubicBezTo>
                  <a:cubicBezTo>
                    <a:pt x="193478" y="275420"/>
                    <a:pt x="181628" y="267857"/>
                    <a:pt x="177594" y="262562"/>
                  </a:cubicBezTo>
                  <a:cubicBezTo>
                    <a:pt x="173434" y="257267"/>
                    <a:pt x="171669" y="253737"/>
                    <a:pt x="171669" y="253737"/>
                  </a:cubicBezTo>
                  <a:cubicBezTo>
                    <a:pt x="171669" y="253737"/>
                    <a:pt x="172804" y="244913"/>
                    <a:pt x="167509" y="237853"/>
                  </a:cubicBezTo>
                  <a:cubicBezTo>
                    <a:pt x="162214" y="230793"/>
                    <a:pt x="159819" y="226129"/>
                    <a:pt x="159819" y="216674"/>
                  </a:cubicBezTo>
                  <a:cubicBezTo>
                    <a:pt x="159819" y="207219"/>
                    <a:pt x="156289" y="200160"/>
                    <a:pt x="156289" y="194865"/>
                  </a:cubicBezTo>
                  <a:cubicBezTo>
                    <a:pt x="156289" y="189570"/>
                    <a:pt x="165744" y="179611"/>
                    <a:pt x="169274" y="168391"/>
                  </a:cubicBezTo>
                  <a:cubicBezTo>
                    <a:pt x="171291" y="161836"/>
                    <a:pt x="177594" y="156541"/>
                    <a:pt x="182637" y="151877"/>
                  </a:cubicBezTo>
                  <a:cubicBezTo>
                    <a:pt x="179989" y="147843"/>
                    <a:pt x="177216" y="140531"/>
                    <a:pt x="174695" y="132715"/>
                  </a:cubicBezTo>
                  <a:cubicBezTo>
                    <a:pt x="171543" y="122504"/>
                    <a:pt x="162970" y="119352"/>
                    <a:pt x="152759" y="110023"/>
                  </a:cubicBezTo>
                  <a:cubicBezTo>
                    <a:pt x="142548" y="100568"/>
                    <a:pt x="146456" y="95148"/>
                    <a:pt x="146456" y="91113"/>
                  </a:cubicBezTo>
                  <a:cubicBezTo>
                    <a:pt x="146456" y="87205"/>
                    <a:pt x="159819" y="87205"/>
                    <a:pt x="169148" y="87962"/>
                  </a:cubicBezTo>
                  <a:cubicBezTo>
                    <a:pt x="178603" y="88718"/>
                    <a:pt x="184023" y="86323"/>
                    <a:pt x="180116" y="84054"/>
                  </a:cubicBezTo>
                  <a:cubicBezTo>
                    <a:pt x="176208" y="81659"/>
                    <a:pt x="168392" y="63631"/>
                    <a:pt x="169148" y="51151"/>
                  </a:cubicBezTo>
                  <a:cubicBezTo>
                    <a:pt x="169904" y="38544"/>
                    <a:pt x="165240" y="34636"/>
                    <a:pt x="165996" y="27577"/>
                  </a:cubicBezTo>
                  <a:cubicBezTo>
                    <a:pt x="166753" y="20517"/>
                    <a:pt x="157424" y="2490"/>
                    <a:pt x="149482" y="2490"/>
                  </a:cubicBezTo>
                  <a:cubicBezTo>
                    <a:pt x="148977" y="2490"/>
                    <a:pt x="148473" y="2364"/>
                    <a:pt x="147969" y="2364"/>
                  </a:cubicBezTo>
                  <a:cubicBezTo>
                    <a:pt x="146582" y="8037"/>
                    <a:pt x="146330" y="14466"/>
                    <a:pt x="146330" y="16735"/>
                  </a:cubicBezTo>
                  <a:cubicBezTo>
                    <a:pt x="146330" y="20643"/>
                    <a:pt x="152633" y="26190"/>
                    <a:pt x="157298" y="27703"/>
                  </a:cubicBezTo>
                  <a:cubicBezTo>
                    <a:pt x="161962" y="29342"/>
                    <a:pt x="159693" y="37158"/>
                    <a:pt x="158937" y="44217"/>
                  </a:cubicBezTo>
                  <a:cubicBezTo>
                    <a:pt x="158180" y="51277"/>
                    <a:pt x="145573" y="49764"/>
                    <a:pt x="143179" y="52916"/>
                  </a:cubicBezTo>
                  <a:cubicBezTo>
                    <a:pt x="140783" y="56067"/>
                    <a:pt x="126664" y="78003"/>
                    <a:pt x="127546" y="81911"/>
                  </a:cubicBezTo>
                  <a:cubicBezTo>
                    <a:pt x="128303" y="85819"/>
                    <a:pt x="125151" y="97669"/>
                    <a:pt x="121243" y="99182"/>
                  </a:cubicBezTo>
                  <a:cubicBezTo>
                    <a:pt x="117335" y="100694"/>
                    <a:pt x="118091" y="109393"/>
                    <a:pt x="118091" y="113301"/>
                  </a:cubicBezTo>
                  <a:cubicBezTo>
                    <a:pt x="118091" y="117209"/>
                    <a:pt x="105485" y="122756"/>
                    <a:pt x="105485" y="129059"/>
                  </a:cubicBezTo>
                  <a:cubicBezTo>
                    <a:pt x="105485" y="135362"/>
                    <a:pt x="90609" y="161206"/>
                    <a:pt x="85945" y="169904"/>
                  </a:cubicBezTo>
                  <a:cubicBezTo>
                    <a:pt x="81281" y="178477"/>
                    <a:pt x="76490" y="189570"/>
                    <a:pt x="74977" y="181628"/>
                  </a:cubicBezTo>
                  <a:cubicBezTo>
                    <a:pt x="73465" y="173812"/>
                    <a:pt x="61614" y="164357"/>
                    <a:pt x="56193" y="168265"/>
                  </a:cubicBezTo>
                  <a:cubicBezTo>
                    <a:pt x="50646" y="172173"/>
                    <a:pt x="43713" y="169778"/>
                    <a:pt x="40435" y="170660"/>
                  </a:cubicBezTo>
                  <a:cubicBezTo>
                    <a:pt x="37284" y="171417"/>
                    <a:pt x="10054" y="199655"/>
                    <a:pt x="10054" y="199655"/>
                  </a:cubicBezTo>
                  <a:cubicBezTo>
                    <a:pt x="10054" y="199655"/>
                    <a:pt x="8037" y="213018"/>
                    <a:pt x="2364" y="228146"/>
                  </a:cubicBezTo>
                  <a:cubicBezTo>
                    <a:pt x="5894" y="230289"/>
                    <a:pt x="9550" y="237349"/>
                    <a:pt x="13458" y="242896"/>
                  </a:cubicBezTo>
                  <a:cubicBezTo>
                    <a:pt x="19004" y="250712"/>
                    <a:pt x="29594" y="244913"/>
                    <a:pt x="33880" y="247182"/>
                  </a:cubicBezTo>
                  <a:cubicBezTo>
                    <a:pt x="38166" y="249577"/>
                    <a:pt x="42957" y="267983"/>
                    <a:pt x="41318" y="273025"/>
                  </a:cubicBezTo>
                  <a:cubicBezTo>
                    <a:pt x="39805" y="277942"/>
                    <a:pt x="33376" y="290422"/>
                    <a:pt x="36275" y="296599"/>
                  </a:cubicBezTo>
                  <a:lnTo>
                    <a:pt x="73086" y="296599"/>
                  </a:lnTo>
                  <a:lnTo>
                    <a:pt x="84684" y="292943"/>
                  </a:ln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6" name="Google Shape;676;p22"/>
            <p:cNvSpPr/>
            <p:nvPr/>
          </p:nvSpPr>
          <p:spPr>
            <a:xfrm>
              <a:off x="5570968" y="4286345"/>
              <a:ext cx="163885" cy="163885"/>
            </a:xfrm>
            <a:custGeom>
              <a:rect b="b" l="l" r="r" t="t"/>
              <a:pathLst>
                <a:path extrusionOk="0" h="163884" w="163884">
                  <a:moveTo>
                    <a:pt x="155662" y="140548"/>
                  </a:moveTo>
                  <a:cubicBezTo>
                    <a:pt x="152132" y="135884"/>
                    <a:pt x="143937" y="115839"/>
                    <a:pt x="144442" y="111175"/>
                  </a:cubicBezTo>
                  <a:cubicBezTo>
                    <a:pt x="145072" y="106511"/>
                    <a:pt x="155031" y="92265"/>
                    <a:pt x="154401" y="85332"/>
                  </a:cubicBezTo>
                  <a:cubicBezTo>
                    <a:pt x="153770" y="78272"/>
                    <a:pt x="164360" y="73608"/>
                    <a:pt x="164360" y="67683"/>
                  </a:cubicBezTo>
                  <a:cubicBezTo>
                    <a:pt x="164360" y="63144"/>
                    <a:pt x="161587" y="40957"/>
                    <a:pt x="155157" y="26459"/>
                  </a:cubicBezTo>
                  <a:cubicBezTo>
                    <a:pt x="153770" y="26586"/>
                    <a:pt x="152132" y="25829"/>
                    <a:pt x="150241" y="23938"/>
                  </a:cubicBezTo>
                  <a:cubicBezTo>
                    <a:pt x="145576" y="19274"/>
                    <a:pt x="125910" y="20030"/>
                    <a:pt x="118851" y="27846"/>
                  </a:cubicBezTo>
                  <a:cubicBezTo>
                    <a:pt x="111791" y="35662"/>
                    <a:pt x="97672" y="20787"/>
                    <a:pt x="95276" y="16879"/>
                  </a:cubicBezTo>
                  <a:cubicBezTo>
                    <a:pt x="92881" y="12971"/>
                    <a:pt x="82670" y="4272"/>
                    <a:pt x="74854" y="9819"/>
                  </a:cubicBezTo>
                  <a:cubicBezTo>
                    <a:pt x="67038" y="15366"/>
                    <a:pt x="64643" y="13727"/>
                    <a:pt x="65399" y="6667"/>
                  </a:cubicBezTo>
                  <a:cubicBezTo>
                    <a:pt x="66156" y="-392"/>
                    <a:pt x="53675" y="2003"/>
                    <a:pt x="52036" y="8306"/>
                  </a:cubicBezTo>
                  <a:cubicBezTo>
                    <a:pt x="50523" y="14609"/>
                    <a:pt x="40312" y="20030"/>
                    <a:pt x="37160" y="15366"/>
                  </a:cubicBezTo>
                  <a:cubicBezTo>
                    <a:pt x="34009" y="10575"/>
                    <a:pt x="26949" y="4398"/>
                    <a:pt x="23797" y="11458"/>
                  </a:cubicBezTo>
                  <a:cubicBezTo>
                    <a:pt x="21655" y="16374"/>
                    <a:pt x="17872" y="15870"/>
                    <a:pt x="14847" y="13601"/>
                  </a:cubicBezTo>
                  <a:cubicBezTo>
                    <a:pt x="12830" y="22299"/>
                    <a:pt x="10435" y="32384"/>
                    <a:pt x="14847" y="34780"/>
                  </a:cubicBezTo>
                  <a:cubicBezTo>
                    <a:pt x="20142" y="37679"/>
                    <a:pt x="20772" y="43604"/>
                    <a:pt x="19511" y="47134"/>
                  </a:cubicBezTo>
                  <a:cubicBezTo>
                    <a:pt x="18377" y="50664"/>
                    <a:pt x="28336" y="59489"/>
                    <a:pt x="24176" y="63649"/>
                  </a:cubicBezTo>
                  <a:cubicBezTo>
                    <a:pt x="20016" y="67809"/>
                    <a:pt x="14721" y="59489"/>
                    <a:pt x="11821" y="65413"/>
                  </a:cubicBezTo>
                  <a:cubicBezTo>
                    <a:pt x="8922" y="71339"/>
                    <a:pt x="17747" y="76633"/>
                    <a:pt x="14217" y="81298"/>
                  </a:cubicBezTo>
                  <a:cubicBezTo>
                    <a:pt x="10687" y="85962"/>
                    <a:pt x="5392" y="86592"/>
                    <a:pt x="6527" y="96047"/>
                  </a:cubicBezTo>
                  <a:cubicBezTo>
                    <a:pt x="7661" y="105502"/>
                    <a:pt x="7157" y="111931"/>
                    <a:pt x="3627" y="114957"/>
                  </a:cubicBezTo>
                  <a:cubicBezTo>
                    <a:pt x="97" y="117857"/>
                    <a:pt x="4258" y="117857"/>
                    <a:pt x="12452" y="123151"/>
                  </a:cubicBezTo>
                  <a:cubicBezTo>
                    <a:pt x="20646" y="128446"/>
                    <a:pt x="34261" y="134371"/>
                    <a:pt x="33000" y="143196"/>
                  </a:cubicBezTo>
                  <a:cubicBezTo>
                    <a:pt x="31992" y="151264"/>
                    <a:pt x="28462" y="153155"/>
                    <a:pt x="25184" y="167904"/>
                  </a:cubicBezTo>
                  <a:cubicBezTo>
                    <a:pt x="41194" y="168283"/>
                    <a:pt x="69811" y="156559"/>
                    <a:pt x="103471" y="150760"/>
                  </a:cubicBezTo>
                  <a:cubicBezTo>
                    <a:pt x="124524" y="147104"/>
                    <a:pt x="142299" y="150129"/>
                    <a:pt x="155031" y="153785"/>
                  </a:cubicBezTo>
                  <a:cubicBezTo>
                    <a:pt x="156544" y="148490"/>
                    <a:pt x="157426" y="142944"/>
                    <a:pt x="155662" y="140548"/>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7" name="Google Shape;677;p22"/>
            <p:cNvSpPr/>
            <p:nvPr/>
          </p:nvSpPr>
          <p:spPr>
            <a:xfrm>
              <a:off x="5713024" y="4273755"/>
              <a:ext cx="113459" cy="163885"/>
            </a:xfrm>
            <a:custGeom>
              <a:rect b="b" l="l" r="r" t="t"/>
              <a:pathLst>
                <a:path extrusionOk="0" h="163884" w="113458">
                  <a:moveTo>
                    <a:pt x="98322" y="72456"/>
                  </a:moveTo>
                  <a:cubicBezTo>
                    <a:pt x="94792" y="63631"/>
                    <a:pt x="97187" y="44217"/>
                    <a:pt x="97691" y="35393"/>
                  </a:cubicBezTo>
                  <a:cubicBezTo>
                    <a:pt x="98322" y="26568"/>
                    <a:pt x="95296" y="21904"/>
                    <a:pt x="91262" y="19509"/>
                  </a:cubicBezTo>
                  <a:cubicBezTo>
                    <a:pt x="89119" y="18248"/>
                    <a:pt x="87228" y="9928"/>
                    <a:pt x="85967" y="2364"/>
                  </a:cubicBezTo>
                  <a:cubicBezTo>
                    <a:pt x="81303" y="4507"/>
                    <a:pt x="80925" y="12197"/>
                    <a:pt x="78908" y="8919"/>
                  </a:cubicBezTo>
                  <a:cubicBezTo>
                    <a:pt x="76512" y="5011"/>
                    <a:pt x="15371" y="2616"/>
                    <a:pt x="12219" y="7280"/>
                  </a:cubicBezTo>
                  <a:cubicBezTo>
                    <a:pt x="9067" y="11945"/>
                    <a:pt x="17640" y="29216"/>
                    <a:pt x="16883" y="34006"/>
                  </a:cubicBezTo>
                  <a:cubicBezTo>
                    <a:pt x="16379" y="36780"/>
                    <a:pt x="15119" y="38797"/>
                    <a:pt x="13102" y="38923"/>
                  </a:cubicBezTo>
                  <a:cubicBezTo>
                    <a:pt x="19657" y="53420"/>
                    <a:pt x="22304" y="75608"/>
                    <a:pt x="22304" y="80146"/>
                  </a:cubicBezTo>
                  <a:cubicBezTo>
                    <a:pt x="22304" y="86071"/>
                    <a:pt x="11715" y="90735"/>
                    <a:pt x="12345" y="97795"/>
                  </a:cubicBezTo>
                  <a:cubicBezTo>
                    <a:pt x="12975" y="104855"/>
                    <a:pt x="2890" y="118974"/>
                    <a:pt x="2386" y="123638"/>
                  </a:cubicBezTo>
                  <a:cubicBezTo>
                    <a:pt x="1882" y="128303"/>
                    <a:pt x="10076" y="148347"/>
                    <a:pt x="13606" y="153012"/>
                  </a:cubicBezTo>
                  <a:cubicBezTo>
                    <a:pt x="15371" y="155407"/>
                    <a:pt x="14488" y="161080"/>
                    <a:pt x="13102" y="165996"/>
                  </a:cubicBezTo>
                  <a:cubicBezTo>
                    <a:pt x="23817" y="169148"/>
                    <a:pt x="30877" y="172678"/>
                    <a:pt x="33020" y="173182"/>
                  </a:cubicBezTo>
                  <a:cubicBezTo>
                    <a:pt x="37684" y="174317"/>
                    <a:pt x="71092" y="159063"/>
                    <a:pt x="84454" y="152381"/>
                  </a:cubicBezTo>
                  <a:cubicBezTo>
                    <a:pt x="95170" y="147087"/>
                    <a:pt x="107020" y="143683"/>
                    <a:pt x="115088" y="139397"/>
                  </a:cubicBezTo>
                  <a:cubicBezTo>
                    <a:pt x="110171" y="129815"/>
                    <a:pt x="105381" y="117335"/>
                    <a:pt x="105381" y="108889"/>
                  </a:cubicBezTo>
                  <a:cubicBezTo>
                    <a:pt x="105381" y="95400"/>
                    <a:pt x="101851" y="81281"/>
                    <a:pt x="98322" y="7245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8" name="Google Shape;678;p22"/>
            <p:cNvSpPr/>
            <p:nvPr/>
          </p:nvSpPr>
          <p:spPr>
            <a:xfrm>
              <a:off x="5396119" y="4230893"/>
              <a:ext cx="201704" cy="151278"/>
            </a:xfrm>
            <a:custGeom>
              <a:rect b="b" l="l" r="r" t="t"/>
              <a:pathLst>
                <a:path extrusionOk="0" h="151278" w="201704">
                  <a:moveTo>
                    <a:pt x="69178" y="83045"/>
                  </a:moveTo>
                  <a:cubicBezTo>
                    <a:pt x="69808" y="76616"/>
                    <a:pt x="75103" y="78885"/>
                    <a:pt x="81533" y="80146"/>
                  </a:cubicBezTo>
                  <a:cubicBezTo>
                    <a:pt x="87962" y="81280"/>
                    <a:pt x="95652" y="75986"/>
                    <a:pt x="101577" y="75986"/>
                  </a:cubicBezTo>
                  <a:cubicBezTo>
                    <a:pt x="107502" y="75986"/>
                    <a:pt x="122756" y="96534"/>
                    <a:pt x="122756" y="102459"/>
                  </a:cubicBezTo>
                  <a:cubicBezTo>
                    <a:pt x="122756" y="108384"/>
                    <a:pt x="123386" y="113679"/>
                    <a:pt x="126285" y="118344"/>
                  </a:cubicBezTo>
                  <a:cubicBezTo>
                    <a:pt x="126664" y="118974"/>
                    <a:pt x="126916" y="119604"/>
                    <a:pt x="127168" y="120235"/>
                  </a:cubicBezTo>
                  <a:cubicBezTo>
                    <a:pt x="136623" y="118092"/>
                    <a:pt x="144565" y="116831"/>
                    <a:pt x="146330" y="116831"/>
                  </a:cubicBezTo>
                  <a:cubicBezTo>
                    <a:pt x="149229" y="116831"/>
                    <a:pt x="155028" y="130698"/>
                    <a:pt x="153894" y="139396"/>
                  </a:cubicBezTo>
                  <a:cubicBezTo>
                    <a:pt x="152759" y="148095"/>
                    <a:pt x="162592" y="154398"/>
                    <a:pt x="166626" y="148725"/>
                  </a:cubicBezTo>
                  <a:cubicBezTo>
                    <a:pt x="170660" y="142926"/>
                    <a:pt x="175829" y="135362"/>
                    <a:pt x="177090" y="140657"/>
                  </a:cubicBezTo>
                  <a:cubicBezTo>
                    <a:pt x="177468" y="142170"/>
                    <a:pt x="179611" y="143557"/>
                    <a:pt x="182385" y="144691"/>
                  </a:cubicBezTo>
                  <a:cubicBezTo>
                    <a:pt x="183897" y="141287"/>
                    <a:pt x="187049" y="139901"/>
                    <a:pt x="189444" y="136749"/>
                  </a:cubicBezTo>
                  <a:cubicBezTo>
                    <a:pt x="192974" y="131959"/>
                    <a:pt x="184149" y="126664"/>
                    <a:pt x="187049" y="120865"/>
                  </a:cubicBezTo>
                  <a:cubicBezTo>
                    <a:pt x="189948" y="114940"/>
                    <a:pt x="195243" y="123260"/>
                    <a:pt x="199403" y="119100"/>
                  </a:cubicBezTo>
                  <a:cubicBezTo>
                    <a:pt x="203563" y="114940"/>
                    <a:pt x="193478" y="106115"/>
                    <a:pt x="194739" y="102585"/>
                  </a:cubicBezTo>
                  <a:cubicBezTo>
                    <a:pt x="195873" y="99056"/>
                    <a:pt x="195369" y="93131"/>
                    <a:pt x="190074" y="90231"/>
                  </a:cubicBezTo>
                  <a:cubicBezTo>
                    <a:pt x="185662" y="87836"/>
                    <a:pt x="188183" y="77751"/>
                    <a:pt x="190074" y="69052"/>
                  </a:cubicBezTo>
                  <a:cubicBezTo>
                    <a:pt x="188688" y="68044"/>
                    <a:pt x="187427" y="66783"/>
                    <a:pt x="186545" y="65270"/>
                  </a:cubicBezTo>
                  <a:cubicBezTo>
                    <a:pt x="183393" y="60606"/>
                    <a:pt x="185788" y="50394"/>
                    <a:pt x="180241" y="50394"/>
                  </a:cubicBezTo>
                  <a:cubicBezTo>
                    <a:pt x="174694" y="50394"/>
                    <a:pt x="175577" y="42578"/>
                    <a:pt x="180241" y="40940"/>
                  </a:cubicBezTo>
                  <a:cubicBezTo>
                    <a:pt x="184906" y="39427"/>
                    <a:pt x="170786" y="33880"/>
                    <a:pt x="170786" y="28333"/>
                  </a:cubicBezTo>
                  <a:cubicBezTo>
                    <a:pt x="170786" y="22912"/>
                    <a:pt x="163727" y="9550"/>
                    <a:pt x="160575" y="8667"/>
                  </a:cubicBezTo>
                  <a:cubicBezTo>
                    <a:pt x="157424" y="7911"/>
                    <a:pt x="146456" y="22030"/>
                    <a:pt x="141792" y="22030"/>
                  </a:cubicBezTo>
                  <a:cubicBezTo>
                    <a:pt x="137127" y="22030"/>
                    <a:pt x="126916" y="12575"/>
                    <a:pt x="123764" y="20517"/>
                  </a:cubicBezTo>
                  <a:cubicBezTo>
                    <a:pt x="120612" y="28333"/>
                    <a:pt x="113553" y="16609"/>
                    <a:pt x="108888" y="22912"/>
                  </a:cubicBezTo>
                  <a:cubicBezTo>
                    <a:pt x="104224" y="29216"/>
                    <a:pt x="101072" y="15853"/>
                    <a:pt x="101072" y="15853"/>
                  </a:cubicBezTo>
                  <a:cubicBezTo>
                    <a:pt x="101072" y="15853"/>
                    <a:pt x="101199" y="13962"/>
                    <a:pt x="101199" y="11440"/>
                  </a:cubicBezTo>
                  <a:cubicBezTo>
                    <a:pt x="100190" y="11819"/>
                    <a:pt x="99307" y="12071"/>
                    <a:pt x="98299" y="12449"/>
                  </a:cubicBezTo>
                  <a:cubicBezTo>
                    <a:pt x="84810" y="17113"/>
                    <a:pt x="60606" y="14214"/>
                    <a:pt x="59471" y="10054"/>
                  </a:cubicBezTo>
                  <a:cubicBezTo>
                    <a:pt x="58336" y="5894"/>
                    <a:pt x="40687" y="2364"/>
                    <a:pt x="40687" y="2364"/>
                  </a:cubicBezTo>
                  <a:cubicBezTo>
                    <a:pt x="40687" y="2364"/>
                    <a:pt x="41318" y="12323"/>
                    <a:pt x="34762" y="14718"/>
                  </a:cubicBezTo>
                  <a:cubicBezTo>
                    <a:pt x="28333" y="17113"/>
                    <a:pt x="36527" y="24677"/>
                    <a:pt x="36527" y="27073"/>
                  </a:cubicBezTo>
                  <a:cubicBezTo>
                    <a:pt x="36527" y="29468"/>
                    <a:pt x="31232" y="32998"/>
                    <a:pt x="27072" y="31233"/>
                  </a:cubicBezTo>
                  <a:cubicBezTo>
                    <a:pt x="22912" y="29468"/>
                    <a:pt x="11188" y="40057"/>
                    <a:pt x="5263" y="44217"/>
                  </a:cubicBezTo>
                  <a:cubicBezTo>
                    <a:pt x="4633" y="44722"/>
                    <a:pt x="3624" y="45730"/>
                    <a:pt x="2364" y="46991"/>
                  </a:cubicBezTo>
                  <a:cubicBezTo>
                    <a:pt x="11440" y="54302"/>
                    <a:pt x="10684" y="62497"/>
                    <a:pt x="21273" y="70187"/>
                  </a:cubicBezTo>
                  <a:cubicBezTo>
                    <a:pt x="31107" y="77372"/>
                    <a:pt x="43587" y="87205"/>
                    <a:pt x="51151" y="102838"/>
                  </a:cubicBezTo>
                  <a:cubicBezTo>
                    <a:pt x="58589" y="96408"/>
                    <a:pt x="68800" y="87458"/>
                    <a:pt x="69178" y="8304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9" name="Google Shape;679;p22"/>
            <p:cNvSpPr/>
            <p:nvPr/>
          </p:nvSpPr>
          <p:spPr>
            <a:xfrm>
              <a:off x="5490793" y="4345234"/>
              <a:ext cx="113459" cy="100852"/>
            </a:xfrm>
            <a:custGeom>
              <a:rect b="b" l="l" r="r" t="t"/>
              <a:pathLst>
                <a:path extrusionOk="0" h="100852" w="113458">
                  <a:moveTo>
                    <a:pt x="92753" y="64010"/>
                  </a:moveTo>
                  <a:cubicBezTo>
                    <a:pt x="84558" y="58715"/>
                    <a:pt x="80398" y="58715"/>
                    <a:pt x="83928" y="55815"/>
                  </a:cubicBezTo>
                  <a:cubicBezTo>
                    <a:pt x="87458" y="52790"/>
                    <a:pt x="88088" y="46360"/>
                    <a:pt x="86827" y="36905"/>
                  </a:cubicBezTo>
                  <a:cubicBezTo>
                    <a:pt x="86449" y="33880"/>
                    <a:pt x="86827" y="31863"/>
                    <a:pt x="87458" y="30224"/>
                  </a:cubicBezTo>
                  <a:cubicBezTo>
                    <a:pt x="84684" y="29089"/>
                    <a:pt x="82541" y="27829"/>
                    <a:pt x="82163" y="26190"/>
                  </a:cubicBezTo>
                  <a:cubicBezTo>
                    <a:pt x="81029" y="21021"/>
                    <a:pt x="75734" y="28459"/>
                    <a:pt x="71699" y="34258"/>
                  </a:cubicBezTo>
                  <a:cubicBezTo>
                    <a:pt x="67665" y="40057"/>
                    <a:pt x="57832" y="33628"/>
                    <a:pt x="58967" y="24929"/>
                  </a:cubicBezTo>
                  <a:cubicBezTo>
                    <a:pt x="60102" y="16231"/>
                    <a:pt x="54302" y="2364"/>
                    <a:pt x="51403" y="2364"/>
                  </a:cubicBezTo>
                  <a:cubicBezTo>
                    <a:pt x="49512" y="2364"/>
                    <a:pt x="41696" y="3498"/>
                    <a:pt x="32241" y="5767"/>
                  </a:cubicBezTo>
                  <a:cubicBezTo>
                    <a:pt x="33502" y="9928"/>
                    <a:pt x="30728" y="14592"/>
                    <a:pt x="29594" y="19256"/>
                  </a:cubicBezTo>
                  <a:cubicBezTo>
                    <a:pt x="28459" y="24551"/>
                    <a:pt x="14340" y="32241"/>
                    <a:pt x="8415" y="36905"/>
                  </a:cubicBezTo>
                  <a:cubicBezTo>
                    <a:pt x="6776" y="38166"/>
                    <a:pt x="4633" y="41570"/>
                    <a:pt x="2364" y="45856"/>
                  </a:cubicBezTo>
                  <a:cubicBezTo>
                    <a:pt x="13458" y="52790"/>
                    <a:pt x="26316" y="60984"/>
                    <a:pt x="36780" y="68926"/>
                  </a:cubicBezTo>
                  <a:cubicBezTo>
                    <a:pt x="55941" y="83423"/>
                    <a:pt x="85062" y="102711"/>
                    <a:pt x="98803" y="107754"/>
                  </a:cubicBezTo>
                  <a:cubicBezTo>
                    <a:pt x="100568" y="108510"/>
                    <a:pt x="102838" y="108762"/>
                    <a:pt x="105233" y="108762"/>
                  </a:cubicBezTo>
                  <a:cubicBezTo>
                    <a:pt x="108511" y="93887"/>
                    <a:pt x="112040" y="91996"/>
                    <a:pt x="113049" y="84054"/>
                  </a:cubicBezTo>
                  <a:cubicBezTo>
                    <a:pt x="114562" y="75103"/>
                    <a:pt x="101073" y="69304"/>
                    <a:pt x="92753" y="6401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22"/>
            <p:cNvSpPr/>
            <p:nvPr/>
          </p:nvSpPr>
          <p:spPr>
            <a:xfrm>
              <a:off x="5444780" y="4304515"/>
              <a:ext cx="75639" cy="88246"/>
            </a:xfrm>
            <a:custGeom>
              <a:rect b="b" l="l" r="r" t="t"/>
              <a:pathLst>
                <a:path extrusionOk="0" h="88245" w="75639">
                  <a:moveTo>
                    <a:pt x="75859" y="59976"/>
                  </a:moveTo>
                  <a:cubicBezTo>
                    <a:pt x="76994" y="54681"/>
                    <a:pt x="80524" y="49386"/>
                    <a:pt x="77625" y="44722"/>
                  </a:cubicBezTo>
                  <a:cubicBezTo>
                    <a:pt x="74725" y="40057"/>
                    <a:pt x="74095" y="34763"/>
                    <a:pt x="74095" y="28837"/>
                  </a:cubicBezTo>
                  <a:cubicBezTo>
                    <a:pt x="74095" y="22912"/>
                    <a:pt x="58841" y="2364"/>
                    <a:pt x="52916" y="2364"/>
                  </a:cubicBezTo>
                  <a:cubicBezTo>
                    <a:pt x="46991" y="2364"/>
                    <a:pt x="39427" y="7658"/>
                    <a:pt x="32872" y="6524"/>
                  </a:cubicBezTo>
                  <a:cubicBezTo>
                    <a:pt x="26442" y="5389"/>
                    <a:pt x="21147" y="2994"/>
                    <a:pt x="20517" y="9423"/>
                  </a:cubicBezTo>
                  <a:cubicBezTo>
                    <a:pt x="20139" y="13836"/>
                    <a:pt x="9928" y="22786"/>
                    <a:pt x="2364" y="29216"/>
                  </a:cubicBezTo>
                  <a:cubicBezTo>
                    <a:pt x="3876" y="32241"/>
                    <a:pt x="5263" y="35519"/>
                    <a:pt x="6272" y="38923"/>
                  </a:cubicBezTo>
                  <a:cubicBezTo>
                    <a:pt x="12575" y="60480"/>
                    <a:pt x="18374" y="64892"/>
                    <a:pt x="27451" y="72204"/>
                  </a:cubicBezTo>
                  <a:cubicBezTo>
                    <a:pt x="31485" y="75607"/>
                    <a:pt x="39553" y="80650"/>
                    <a:pt x="48630" y="86449"/>
                  </a:cubicBezTo>
                  <a:cubicBezTo>
                    <a:pt x="50899" y="82163"/>
                    <a:pt x="53042" y="78759"/>
                    <a:pt x="54681" y="77499"/>
                  </a:cubicBezTo>
                  <a:cubicBezTo>
                    <a:pt x="60606" y="72960"/>
                    <a:pt x="74725" y="65270"/>
                    <a:pt x="75859" y="5997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1" name="Google Shape;681;p22"/>
            <p:cNvSpPr/>
            <p:nvPr/>
          </p:nvSpPr>
          <p:spPr>
            <a:xfrm>
              <a:off x="5345188" y="3812610"/>
              <a:ext cx="226917" cy="176491"/>
            </a:xfrm>
            <a:custGeom>
              <a:rect b="b" l="l" r="r" t="t"/>
              <a:pathLst>
                <a:path extrusionOk="0" h="176491" w="226917">
                  <a:moveTo>
                    <a:pt x="106872" y="141665"/>
                  </a:moveTo>
                  <a:cubicBezTo>
                    <a:pt x="106872" y="135614"/>
                    <a:pt x="134606" y="127798"/>
                    <a:pt x="134606" y="121747"/>
                  </a:cubicBezTo>
                  <a:cubicBezTo>
                    <a:pt x="134606" y="115696"/>
                    <a:pt x="134606" y="50773"/>
                    <a:pt x="134606" y="50773"/>
                  </a:cubicBezTo>
                  <a:cubicBezTo>
                    <a:pt x="134606" y="50773"/>
                    <a:pt x="221087" y="52538"/>
                    <a:pt x="223734" y="50773"/>
                  </a:cubicBezTo>
                  <a:cubicBezTo>
                    <a:pt x="225120" y="49890"/>
                    <a:pt x="224742" y="31107"/>
                    <a:pt x="224364" y="12575"/>
                  </a:cubicBezTo>
                  <a:cubicBezTo>
                    <a:pt x="221087" y="7028"/>
                    <a:pt x="225751" y="2364"/>
                    <a:pt x="205329" y="2364"/>
                  </a:cubicBezTo>
                  <a:cubicBezTo>
                    <a:pt x="188562" y="2364"/>
                    <a:pt x="139648" y="2364"/>
                    <a:pt x="106619" y="2364"/>
                  </a:cubicBezTo>
                  <a:cubicBezTo>
                    <a:pt x="99055" y="9423"/>
                    <a:pt x="95022" y="19004"/>
                    <a:pt x="92122" y="26694"/>
                  </a:cubicBezTo>
                  <a:cubicBezTo>
                    <a:pt x="87458" y="39301"/>
                    <a:pt x="57958" y="57706"/>
                    <a:pt x="56824" y="75355"/>
                  </a:cubicBezTo>
                  <a:cubicBezTo>
                    <a:pt x="55689" y="93004"/>
                    <a:pt x="28207" y="120487"/>
                    <a:pt x="10180" y="158180"/>
                  </a:cubicBezTo>
                  <a:cubicBezTo>
                    <a:pt x="5263" y="168517"/>
                    <a:pt x="2994" y="176585"/>
                    <a:pt x="2364" y="183141"/>
                  </a:cubicBezTo>
                  <a:lnTo>
                    <a:pt x="106998" y="183141"/>
                  </a:lnTo>
                  <a:cubicBezTo>
                    <a:pt x="106872" y="183141"/>
                    <a:pt x="106872" y="147717"/>
                    <a:pt x="106872" y="14166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2" name="Google Shape;682;p22"/>
            <p:cNvSpPr/>
            <p:nvPr/>
          </p:nvSpPr>
          <p:spPr>
            <a:xfrm>
              <a:off x="5344914" y="3822695"/>
              <a:ext cx="315163" cy="352982"/>
            </a:xfrm>
            <a:custGeom>
              <a:rect b="b" l="l" r="r" t="t"/>
              <a:pathLst>
                <a:path extrusionOk="0" h="352982" w="315162">
                  <a:moveTo>
                    <a:pt x="26464" y="307693"/>
                  </a:moveTo>
                  <a:cubicBezTo>
                    <a:pt x="35793" y="309584"/>
                    <a:pt x="50668" y="307693"/>
                    <a:pt x="50668" y="307693"/>
                  </a:cubicBezTo>
                  <a:cubicBezTo>
                    <a:pt x="50668" y="307693"/>
                    <a:pt x="63653" y="302146"/>
                    <a:pt x="71217" y="305802"/>
                  </a:cubicBezTo>
                  <a:cubicBezTo>
                    <a:pt x="78655" y="309584"/>
                    <a:pt x="86093" y="318913"/>
                    <a:pt x="86093" y="318913"/>
                  </a:cubicBezTo>
                  <a:lnTo>
                    <a:pt x="95421" y="318913"/>
                  </a:lnTo>
                  <a:cubicBezTo>
                    <a:pt x="95421" y="318913"/>
                    <a:pt x="102859" y="339462"/>
                    <a:pt x="114079" y="343117"/>
                  </a:cubicBezTo>
                  <a:cubicBezTo>
                    <a:pt x="120509" y="345261"/>
                    <a:pt x="124417" y="351060"/>
                    <a:pt x="126686" y="355598"/>
                  </a:cubicBezTo>
                  <a:cubicBezTo>
                    <a:pt x="134628" y="355472"/>
                    <a:pt x="140805" y="352825"/>
                    <a:pt x="140805" y="347026"/>
                  </a:cubicBezTo>
                  <a:cubicBezTo>
                    <a:pt x="140805" y="339840"/>
                    <a:pt x="144335" y="330385"/>
                    <a:pt x="156311" y="341101"/>
                  </a:cubicBezTo>
                  <a:cubicBezTo>
                    <a:pt x="168161" y="351816"/>
                    <a:pt x="168161" y="342235"/>
                    <a:pt x="170556" y="338705"/>
                  </a:cubicBezTo>
                  <a:cubicBezTo>
                    <a:pt x="172952" y="335176"/>
                    <a:pt x="181272" y="339840"/>
                    <a:pt x="188457" y="339840"/>
                  </a:cubicBezTo>
                  <a:cubicBezTo>
                    <a:pt x="195643" y="339840"/>
                    <a:pt x="205098" y="335049"/>
                    <a:pt x="205098" y="335049"/>
                  </a:cubicBezTo>
                  <a:cubicBezTo>
                    <a:pt x="205098" y="335049"/>
                    <a:pt x="303933" y="336184"/>
                    <a:pt x="308597" y="333789"/>
                  </a:cubicBezTo>
                  <a:cubicBezTo>
                    <a:pt x="313388" y="331394"/>
                    <a:pt x="312127" y="311223"/>
                    <a:pt x="312127" y="311223"/>
                  </a:cubicBezTo>
                  <a:lnTo>
                    <a:pt x="303807" y="302903"/>
                  </a:lnTo>
                  <a:lnTo>
                    <a:pt x="278846" y="68422"/>
                  </a:lnTo>
                  <a:lnTo>
                    <a:pt x="323599" y="68422"/>
                  </a:lnTo>
                  <a:cubicBezTo>
                    <a:pt x="275820" y="36906"/>
                    <a:pt x="234975" y="10054"/>
                    <a:pt x="229807" y="7154"/>
                  </a:cubicBezTo>
                  <a:cubicBezTo>
                    <a:pt x="227033" y="5515"/>
                    <a:pt x="225521" y="4003"/>
                    <a:pt x="224638" y="2364"/>
                  </a:cubicBezTo>
                  <a:cubicBezTo>
                    <a:pt x="225142" y="20895"/>
                    <a:pt x="225394" y="39679"/>
                    <a:pt x="224008" y="40561"/>
                  </a:cubicBezTo>
                  <a:cubicBezTo>
                    <a:pt x="221361" y="42327"/>
                    <a:pt x="134880" y="40561"/>
                    <a:pt x="134880" y="40561"/>
                  </a:cubicBezTo>
                  <a:cubicBezTo>
                    <a:pt x="134880" y="40561"/>
                    <a:pt x="134880" y="105485"/>
                    <a:pt x="134880" y="111536"/>
                  </a:cubicBezTo>
                  <a:cubicBezTo>
                    <a:pt x="134880" y="117587"/>
                    <a:pt x="107146" y="125403"/>
                    <a:pt x="107146" y="131454"/>
                  </a:cubicBezTo>
                  <a:cubicBezTo>
                    <a:pt x="107146" y="137505"/>
                    <a:pt x="107146" y="172930"/>
                    <a:pt x="107146" y="172930"/>
                  </a:cubicBezTo>
                  <a:lnTo>
                    <a:pt x="2511" y="172930"/>
                  </a:lnTo>
                  <a:cubicBezTo>
                    <a:pt x="999" y="190075"/>
                    <a:pt x="11462" y="196126"/>
                    <a:pt x="17387" y="202933"/>
                  </a:cubicBezTo>
                  <a:cubicBezTo>
                    <a:pt x="25582" y="212388"/>
                    <a:pt x="11084" y="228777"/>
                    <a:pt x="23312" y="245669"/>
                  </a:cubicBezTo>
                  <a:cubicBezTo>
                    <a:pt x="35415" y="262562"/>
                    <a:pt x="20539" y="288405"/>
                    <a:pt x="14614" y="297860"/>
                  </a:cubicBezTo>
                  <a:cubicBezTo>
                    <a:pt x="11462" y="303029"/>
                    <a:pt x="11084" y="311853"/>
                    <a:pt x="10075" y="320930"/>
                  </a:cubicBezTo>
                  <a:cubicBezTo>
                    <a:pt x="10580" y="320804"/>
                    <a:pt x="11084" y="320678"/>
                    <a:pt x="11462" y="320552"/>
                  </a:cubicBezTo>
                  <a:cubicBezTo>
                    <a:pt x="19026" y="318787"/>
                    <a:pt x="17135" y="305802"/>
                    <a:pt x="26464" y="30769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22"/>
            <p:cNvSpPr/>
            <p:nvPr/>
          </p:nvSpPr>
          <p:spPr>
            <a:xfrm>
              <a:off x="5469236" y="3889005"/>
              <a:ext cx="441228" cy="416015"/>
            </a:xfrm>
            <a:custGeom>
              <a:rect b="b" l="l" r="r" t="t"/>
              <a:pathLst>
                <a:path extrusionOk="0" h="416014" w="441227">
                  <a:moveTo>
                    <a:pt x="422665" y="174190"/>
                  </a:moveTo>
                  <a:cubicBezTo>
                    <a:pt x="422665" y="174190"/>
                    <a:pt x="422665" y="153642"/>
                    <a:pt x="409554" y="146204"/>
                  </a:cubicBezTo>
                  <a:cubicBezTo>
                    <a:pt x="396443" y="138766"/>
                    <a:pt x="379676" y="136875"/>
                    <a:pt x="379676" y="136875"/>
                  </a:cubicBezTo>
                  <a:cubicBezTo>
                    <a:pt x="379676" y="136875"/>
                    <a:pt x="370348" y="120108"/>
                    <a:pt x="362910" y="112671"/>
                  </a:cubicBezTo>
                  <a:cubicBezTo>
                    <a:pt x="358371" y="108132"/>
                    <a:pt x="271134" y="49764"/>
                    <a:pt x="199277" y="2364"/>
                  </a:cubicBezTo>
                  <a:lnTo>
                    <a:pt x="154524" y="2364"/>
                  </a:lnTo>
                  <a:lnTo>
                    <a:pt x="179485" y="236845"/>
                  </a:lnTo>
                  <a:lnTo>
                    <a:pt x="187805" y="245165"/>
                  </a:lnTo>
                  <a:cubicBezTo>
                    <a:pt x="187805" y="245165"/>
                    <a:pt x="188940" y="265335"/>
                    <a:pt x="184275" y="267731"/>
                  </a:cubicBezTo>
                  <a:cubicBezTo>
                    <a:pt x="179485" y="270126"/>
                    <a:pt x="80776" y="268991"/>
                    <a:pt x="80776" y="268991"/>
                  </a:cubicBezTo>
                  <a:cubicBezTo>
                    <a:pt x="80776" y="268991"/>
                    <a:pt x="71195" y="273782"/>
                    <a:pt x="64136" y="273782"/>
                  </a:cubicBezTo>
                  <a:cubicBezTo>
                    <a:pt x="56950" y="273782"/>
                    <a:pt x="48630" y="268991"/>
                    <a:pt x="46234" y="272647"/>
                  </a:cubicBezTo>
                  <a:cubicBezTo>
                    <a:pt x="43839" y="276177"/>
                    <a:pt x="43839" y="285758"/>
                    <a:pt x="31989" y="275042"/>
                  </a:cubicBezTo>
                  <a:cubicBezTo>
                    <a:pt x="20139" y="264327"/>
                    <a:pt x="16483" y="273782"/>
                    <a:pt x="16483" y="280967"/>
                  </a:cubicBezTo>
                  <a:cubicBezTo>
                    <a:pt x="16483" y="286766"/>
                    <a:pt x="10306" y="289288"/>
                    <a:pt x="2364" y="289540"/>
                  </a:cubicBezTo>
                  <a:cubicBezTo>
                    <a:pt x="4003" y="292944"/>
                    <a:pt x="4759" y="295717"/>
                    <a:pt x="4759" y="295717"/>
                  </a:cubicBezTo>
                  <a:lnTo>
                    <a:pt x="9675" y="303029"/>
                  </a:lnTo>
                  <a:cubicBezTo>
                    <a:pt x="9675" y="303029"/>
                    <a:pt x="8919" y="314753"/>
                    <a:pt x="13583" y="319543"/>
                  </a:cubicBezTo>
                  <a:cubicBezTo>
                    <a:pt x="18248" y="324208"/>
                    <a:pt x="26947" y="332906"/>
                    <a:pt x="27703" y="336814"/>
                  </a:cubicBezTo>
                  <a:cubicBezTo>
                    <a:pt x="28459" y="340722"/>
                    <a:pt x="27703" y="357993"/>
                    <a:pt x="27703" y="357993"/>
                  </a:cubicBezTo>
                  <a:cubicBezTo>
                    <a:pt x="27703" y="357993"/>
                    <a:pt x="30855" y="371356"/>
                    <a:pt x="35519" y="365053"/>
                  </a:cubicBezTo>
                  <a:cubicBezTo>
                    <a:pt x="40183" y="358749"/>
                    <a:pt x="47243" y="370474"/>
                    <a:pt x="50394" y="362658"/>
                  </a:cubicBezTo>
                  <a:cubicBezTo>
                    <a:pt x="53546" y="354841"/>
                    <a:pt x="63757" y="364170"/>
                    <a:pt x="68422" y="364170"/>
                  </a:cubicBezTo>
                  <a:cubicBezTo>
                    <a:pt x="73086" y="364170"/>
                    <a:pt x="84180" y="350051"/>
                    <a:pt x="87206" y="350807"/>
                  </a:cubicBezTo>
                  <a:cubicBezTo>
                    <a:pt x="90357" y="351564"/>
                    <a:pt x="97417" y="364927"/>
                    <a:pt x="97417" y="370474"/>
                  </a:cubicBezTo>
                  <a:cubicBezTo>
                    <a:pt x="97417" y="376020"/>
                    <a:pt x="111536" y="381441"/>
                    <a:pt x="106872" y="383080"/>
                  </a:cubicBezTo>
                  <a:cubicBezTo>
                    <a:pt x="102207" y="384719"/>
                    <a:pt x="101325" y="392535"/>
                    <a:pt x="106872" y="392535"/>
                  </a:cubicBezTo>
                  <a:cubicBezTo>
                    <a:pt x="112419" y="392535"/>
                    <a:pt x="110023" y="402746"/>
                    <a:pt x="113175" y="407411"/>
                  </a:cubicBezTo>
                  <a:cubicBezTo>
                    <a:pt x="116327" y="412075"/>
                    <a:pt x="122630" y="415983"/>
                    <a:pt x="125781" y="408923"/>
                  </a:cubicBezTo>
                  <a:cubicBezTo>
                    <a:pt x="128933" y="401864"/>
                    <a:pt x="135993" y="408167"/>
                    <a:pt x="139144" y="412831"/>
                  </a:cubicBezTo>
                  <a:cubicBezTo>
                    <a:pt x="142296" y="417496"/>
                    <a:pt x="152507" y="412075"/>
                    <a:pt x="154020" y="405772"/>
                  </a:cubicBezTo>
                  <a:cubicBezTo>
                    <a:pt x="155533" y="399469"/>
                    <a:pt x="168139" y="397073"/>
                    <a:pt x="167383" y="404133"/>
                  </a:cubicBezTo>
                  <a:cubicBezTo>
                    <a:pt x="166626" y="411193"/>
                    <a:pt x="168896" y="412831"/>
                    <a:pt x="176838" y="407285"/>
                  </a:cubicBezTo>
                  <a:cubicBezTo>
                    <a:pt x="179233" y="405646"/>
                    <a:pt x="181754" y="405394"/>
                    <a:pt x="184275" y="405772"/>
                  </a:cubicBezTo>
                  <a:cubicBezTo>
                    <a:pt x="187049" y="396695"/>
                    <a:pt x="190201" y="388249"/>
                    <a:pt x="191713" y="385349"/>
                  </a:cubicBezTo>
                  <a:cubicBezTo>
                    <a:pt x="194109" y="380559"/>
                    <a:pt x="186166" y="369591"/>
                    <a:pt x="190201" y="368078"/>
                  </a:cubicBezTo>
                  <a:cubicBezTo>
                    <a:pt x="194109" y="366439"/>
                    <a:pt x="207471" y="369591"/>
                    <a:pt x="211379" y="358623"/>
                  </a:cubicBezTo>
                  <a:cubicBezTo>
                    <a:pt x="215287" y="347656"/>
                    <a:pt x="219952" y="342109"/>
                    <a:pt x="219952" y="342109"/>
                  </a:cubicBezTo>
                  <a:cubicBezTo>
                    <a:pt x="219952" y="342109"/>
                    <a:pt x="221465" y="318661"/>
                    <a:pt x="228524" y="322569"/>
                  </a:cubicBezTo>
                  <a:cubicBezTo>
                    <a:pt x="235584" y="326477"/>
                    <a:pt x="244156" y="332780"/>
                    <a:pt x="245039" y="323325"/>
                  </a:cubicBezTo>
                  <a:cubicBezTo>
                    <a:pt x="245795" y="313870"/>
                    <a:pt x="254494" y="319417"/>
                    <a:pt x="256763" y="310719"/>
                  </a:cubicBezTo>
                  <a:cubicBezTo>
                    <a:pt x="259158" y="302146"/>
                    <a:pt x="263822" y="302903"/>
                    <a:pt x="269369" y="304415"/>
                  </a:cubicBezTo>
                  <a:cubicBezTo>
                    <a:pt x="274790" y="306054"/>
                    <a:pt x="279581" y="303659"/>
                    <a:pt x="279581" y="298869"/>
                  </a:cubicBezTo>
                  <a:cubicBezTo>
                    <a:pt x="279581" y="294204"/>
                    <a:pt x="292187" y="296473"/>
                    <a:pt x="302398" y="289414"/>
                  </a:cubicBezTo>
                  <a:cubicBezTo>
                    <a:pt x="312610" y="282354"/>
                    <a:pt x="318031" y="276807"/>
                    <a:pt x="321939" y="280715"/>
                  </a:cubicBezTo>
                  <a:cubicBezTo>
                    <a:pt x="325847" y="284623"/>
                    <a:pt x="351816" y="283867"/>
                    <a:pt x="355724" y="282354"/>
                  </a:cubicBezTo>
                  <a:cubicBezTo>
                    <a:pt x="359632" y="280715"/>
                    <a:pt x="367448" y="273782"/>
                    <a:pt x="376903" y="275294"/>
                  </a:cubicBezTo>
                  <a:cubicBezTo>
                    <a:pt x="386358" y="276933"/>
                    <a:pt x="409050" y="271386"/>
                    <a:pt x="418505" y="271386"/>
                  </a:cubicBezTo>
                  <a:cubicBezTo>
                    <a:pt x="427959" y="271386"/>
                    <a:pt x="431867" y="262814"/>
                    <a:pt x="435019" y="259662"/>
                  </a:cubicBezTo>
                  <a:cubicBezTo>
                    <a:pt x="438171" y="256511"/>
                    <a:pt x="440566" y="242391"/>
                    <a:pt x="443718" y="240122"/>
                  </a:cubicBezTo>
                  <a:cubicBezTo>
                    <a:pt x="446239" y="238231"/>
                    <a:pt x="445735" y="188940"/>
                    <a:pt x="445356" y="169526"/>
                  </a:cubicBezTo>
                  <a:cubicBezTo>
                    <a:pt x="435775" y="171291"/>
                    <a:pt x="422665" y="174190"/>
                    <a:pt x="422665" y="17419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4" name="Google Shape;684;p22"/>
            <p:cNvSpPr/>
            <p:nvPr/>
          </p:nvSpPr>
          <p:spPr>
            <a:xfrm>
              <a:off x="5651148" y="4166064"/>
              <a:ext cx="214311" cy="151278"/>
            </a:xfrm>
            <a:custGeom>
              <a:rect b="b" l="l" r="r" t="t"/>
              <a:pathLst>
                <a:path extrusionOk="0" h="151278" w="214310">
                  <a:moveTo>
                    <a:pt x="219196" y="87364"/>
                  </a:moveTo>
                  <a:cubicBezTo>
                    <a:pt x="215162" y="83708"/>
                    <a:pt x="209867" y="82573"/>
                    <a:pt x="208480" y="82573"/>
                  </a:cubicBezTo>
                  <a:cubicBezTo>
                    <a:pt x="206085" y="82573"/>
                    <a:pt x="207850" y="69588"/>
                    <a:pt x="206715" y="67824"/>
                  </a:cubicBezTo>
                  <a:cubicBezTo>
                    <a:pt x="205580" y="66059"/>
                    <a:pt x="197891" y="71353"/>
                    <a:pt x="193226" y="69588"/>
                  </a:cubicBezTo>
                  <a:cubicBezTo>
                    <a:pt x="188562" y="67824"/>
                    <a:pt x="186797" y="60134"/>
                    <a:pt x="182637" y="60134"/>
                  </a:cubicBezTo>
                  <a:cubicBezTo>
                    <a:pt x="178477" y="60134"/>
                    <a:pt x="177972" y="55469"/>
                    <a:pt x="177972" y="50174"/>
                  </a:cubicBezTo>
                  <a:cubicBezTo>
                    <a:pt x="177972" y="44880"/>
                    <a:pt x="170282" y="39585"/>
                    <a:pt x="165618" y="36055"/>
                  </a:cubicBezTo>
                  <a:cubicBezTo>
                    <a:pt x="160954" y="32525"/>
                    <a:pt x="159693" y="22566"/>
                    <a:pt x="156793" y="20801"/>
                  </a:cubicBezTo>
                  <a:cubicBezTo>
                    <a:pt x="155154" y="19793"/>
                    <a:pt x="155785" y="12607"/>
                    <a:pt x="156541" y="6556"/>
                  </a:cubicBezTo>
                  <a:cubicBezTo>
                    <a:pt x="149229" y="6430"/>
                    <a:pt x="141918" y="5673"/>
                    <a:pt x="140027" y="3657"/>
                  </a:cubicBezTo>
                  <a:cubicBezTo>
                    <a:pt x="136119" y="-252"/>
                    <a:pt x="130572" y="5295"/>
                    <a:pt x="120487" y="12355"/>
                  </a:cubicBezTo>
                  <a:cubicBezTo>
                    <a:pt x="110275" y="19415"/>
                    <a:pt x="97669" y="17019"/>
                    <a:pt x="97669" y="21810"/>
                  </a:cubicBezTo>
                  <a:cubicBezTo>
                    <a:pt x="97669" y="26474"/>
                    <a:pt x="93005" y="28870"/>
                    <a:pt x="87458" y="27357"/>
                  </a:cubicBezTo>
                  <a:cubicBezTo>
                    <a:pt x="81911" y="25844"/>
                    <a:pt x="77246" y="24961"/>
                    <a:pt x="74851" y="33660"/>
                  </a:cubicBezTo>
                  <a:cubicBezTo>
                    <a:pt x="72456" y="42358"/>
                    <a:pt x="63884" y="36811"/>
                    <a:pt x="63127" y="46266"/>
                  </a:cubicBezTo>
                  <a:cubicBezTo>
                    <a:pt x="62371" y="55721"/>
                    <a:pt x="53672" y="49418"/>
                    <a:pt x="46613" y="45510"/>
                  </a:cubicBezTo>
                  <a:cubicBezTo>
                    <a:pt x="39553" y="41602"/>
                    <a:pt x="38040" y="65050"/>
                    <a:pt x="38040" y="65050"/>
                  </a:cubicBezTo>
                  <a:cubicBezTo>
                    <a:pt x="38040" y="65050"/>
                    <a:pt x="33376" y="70597"/>
                    <a:pt x="29468" y="81565"/>
                  </a:cubicBezTo>
                  <a:cubicBezTo>
                    <a:pt x="25560" y="92532"/>
                    <a:pt x="12197" y="89381"/>
                    <a:pt x="8289" y="91019"/>
                  </a:cubicBezTo>
                  <a:cubicBezTo>
                    <a:pt x="4381" y="92532"/>
                    <a:pt x="12197" y="103626"/>
                    <a:pt x="9802" y="108290"/>
                  </a:cubicBezTo>
                  <a:cubicBezTo>
                    <a:pt x="8415" y="111190"/>
                    <a:pt x="5137" y="119636"/>
                    <a:pt x="2364" y="128713"/>
                  </a:cubicBezTo>
                  <a:cubicBezTo>
                    <a:pt x="8163" y="129722"/>
                    <a:pt x="13584" y="134638"/>
                    <a:pt x="15223" y="137285"/>
                  </a:cubicBezTo>
                  <a:cubicBezTo>
                    <a:pt x="17617" y="141193"/>
                    <a:pt x="31737" y="156069"/>
                    <a:pt x="38797" y="148253"/>
                  </a:cubicBezTo>
                  <a:cubicBezTo>
                    <a:pt x="45856" y="140437"/>
                    <a:pt x="65396" y="139681"/>
                    <a:pt x="70187" y="144345"/>
                  </a:cubicBezTo>
                  <a:cubicBezTo>
                    <a:pt x="74851" y="149009"/>
                    <a:pt x="78003" y="146740"/>
                    <a:pt x="78759" y="141950"/>
                  </a:cubicBezTo>
                  <a:cubicBezTo>
                    <a:pt x="79515" y="137285"/>
                    <a:pt x="70943" y="120014"/>
                    <a:pt x="74095" y="115224"/>
                  </a:cubicBezTo>
                  <a:cubicBezTo>
                    <a:pt x="77246" y="110560"/>
                    <a:pt x="138388" y="112829"/>
                    <a:pt x="140783" y="116863"/>
                  </a:cubicBezTo>
                  <a:cubicBezTo>
                    <a:pt x="143179" y="120771"/>
                    <a:pt x="143179" y="109047"/>
                    <a:pt x="150995" y="109803"/>
                  </a:cubicBezTo>
                  <a:cubicBezTo>
                    <a:pt x="158810" y="110560"/>
                    <a:pt x="170661" y="114468"/>
                    <a:pt x="175325" y="112955"/>
                  </a:cubicBezTo>
                  <a:cubicBezTo>
                    <a:pt x="179989" y="111316"/>
                    <a:pt x="185536" y="102744"/>
                    <a:pt x="190201" y="102744"/>
                  </a:cubicBezTo>
                  <a:cubicBezTo>
                    <a:pt x="194865" y="102744"/>
                    <a:pt x="208985" y="101987"/>
                    <a:pt x="212136" y="98079"/>
                  </a:cubicBezTo>
                  <a:cubicBezTo>
                    <a:pt x="215288" y="94171"/>
                    <a:pt x="220835" y="94171"/>
                    <a:pt x="219196" y="87868"/>
                  </a:cubicBezTo>
                  <a:cubicBezTo>
                    <a:pt x="219196" y="87490"/>
                    <a:pt x="219196" y="87490"/>
                    <a:pt x="219196" y="8736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5" name="Google Shape;685;p22"/>
            <p:cNvSpPr/>
            <p:nvPr/>
          </p:nvSpPr>
          <p:spPr>
            <a:xfrm>
              <a:off x="5804202" y="3931993"/>
              <a:ext cx="403408" cy="315163"/>
            </a:xfrm>
            <a:custGeom>
              <a:rect b="b" l="l" r="r" t="t"/>
              <a:pathLst>
                <a:path extrusionOk="0" h="315162" w="403408">
                  <a:moveTo>
                    <a:pt x="395676" y="49386"/>
                  </a:moveTo>
                  <a:cubicBezTo>
                    <a:pt x="395676" y="45604"/>
                    <a:pt x="394794" y="28207"/>
                    <a:pt x="394163" y="15222"/>
                  </a:cubicBezTo>
                  <a:lnTo>
                    <a:pt x="373110" y="26568"/>
                  </a:lnTo>
                  <a:cubicBezTo>
                    <a:pt x="373110" y="26568"/>
                    <a:pt x="367563" y="17239"/>
                    <a:pt x="356344" y="9802"/>
                  </a:cubicBezTo>
                  <a:cubicBezTo>
                    <a:pt x="345124" y="2364"/>
                    <a:pt x="317137" y="2364"/>
                    <a:pt x="317137" y="2364"/>
                  </a:cubicBezTo>
                  <a:lnTo>
                    <a:pt x="203301" y="73338"/>
                  </a:lnTo>
                  <a:lnTo>
                    <a:pt x="154766" y="112544"/>
                  </a:lnTo>
                  <a:cubicBezTo>
                    <a:pt x="154766" y="112544"/>
                    <a:pt x="122997" y="123764"/>
                    <a:pt x="113668" y="125655"/>
                  </a:cubicBezTo>
                  <a:cubicBezTo>
                    <a:pt x="112534" y="125907"/>
                    <a:pt x="111399" y="126159"/>
                    <a:pt x="110139" y="126412"/>
                  </a:cubicBezTo>
                  <a:cubicBezTo>
                    <a:pt x="110391" y="145826"/>
                    <a:pt x="110895" y="195117"/>
                    <a:pt x="108500" y="197008"/>
                  </a:cubicBezTo>
                  <a:cubicBezTo>
                    <a:pt x="105348" y="199403"/>
                    <a:pt x="102953" y="213523"/>
                    <a:pt x="99801" y="216548"/>
                  </a:cubicBezTo>
                  <a:cubicBezTo>
                    <a:pt x="96649" y="219700"/>
                    <a:pt x="92741" y="228272"/>
                    <a:pt x="83287" y="228272"/>
                  </a:cubicBezTo>
                  <a:cubicBezTo>
                    <a:pt x="73832" y="228272"/>
                    <a:pt x="51140" y="233819"/>
                    <a:pt x="41685" y="232180"/>
                  </a:cubicBezTo>
                  <a:cubicBezTo>
                    <a:pt x="32230" y="230667"/>
                    <a:pt x="24414" y="237727"/>
                    <a:pt x="20506" y="239240"/>
                  </a:cubicBezTo>
                  <a:cubicBezTo>
                    <a:pt x="18489" y="239996"/>
                    <a:pt x="10799" y="240627"/>
                    <a:pt x="3235" y="240501"/>
                  </a:cubicBezTo>
                  <a:cubicBezTo>
                    <a:pt x="2353" y="246552"/>
                    <a:pt x="1723" y="253737"/>
                    <a:pt x="3488" y="254746"/>
                  </a:cubicBezTo>
                  <a:cubicBezTo>
                    <a:pt x="6387" y="256511"/>
                    <a:pt x="7648" y="266470"/>
                    <a:pt x="12312" y="270000"/>
                  </a:cubicBezTo>
                  <a:cubicBezTo>
                    <a:pt x="16977" y="273530"/>
                    <a:pt x="24666" y="278824"/>
                    <a:pt x="24666" y="284119"/>
                  </a:cubicBezTo>
                  <a:cubicBezTo>
                    <a:pt x="24666" y="289414"/>
                    <a:pt x="25297" y="294078"/>
                    <a:pt x="29331" y="294078"/>
                  </a:cubicBezTo>
                  <a:cubicBezTo>
                    <a:pt x="33491" y="294078"/>
                    <a:pt x="35256" y="301768"/>
                    <a:pt x="39920" y="303533"/>
                  </a:cubicBezTo>
                  <a:cubicBezTo>
                    <a:pt x="44585" y="305298"/>
                    <a:pt x="52275" y="300003"/>
                    <a:pt x="53409" y="301768"/>
                  </a:cubicBezTo>
                  <a:cubicBezTo>
                    <a:pt x="54544" y="303533"/>
                    <a:pt x="52779" y="316518"/>
                    <a:pt x="55174" y="316518"/>
                  </a:cubicBezTo>
                  <a:cubicBezTo>
                    <a:pt x="56561" y="316518"/>
                    <a:pt x="61982" y="317652"/>
                    <a:pt x="65890" y="321308"/>
                  </a:cubicBezTo>
                  <a:cubicBezTo>
                    <a:pt x="64503" y="315005"/>
                    <a:pt x="67655" y="306685"/>
                    <a:pt x="75344" y="309080"/>
                  </a:cubicBezTo>
                  <a:cubicBezTo>
                    <a:pt x="83161" y="311475"/>
                    <a:pt x="76858" y="318535"/>
                    <a:pt x="83917" y="321686"/>
                  </a:cubicBezTo>
                  <a:cubicBezTo>
                    <a:pt x="90977" y="324838"/>
                    <a:pt x="94885" y="322443"/>
                    <a:pt x="94885" y="317022"/>
                  </a:cubicBezTo>
                  <a:cubicBezTo>
                    <a:pt x="94885" y="311475"/>
                    <a:pt x="104340" y="300507"/>
                    <a:pt x="106609" y="298238"/>
                  </a:cubicBezTo>
                  <a:cubicBezTo>
                    <a:pt x="109004" y="295843"/>
                    <a:pt x="108121" y="280967"/>
                    <a:pt x="112912" y="277059"/>
                  </a:cubicBezTo>
                  <a:cubicBezTo>
                    <a:pt x="117576" y="273151"/>
                    <a:pt x="131696" y="276303"/>
                    <a:pt x="137242" y="277059"/>
                  </a:cubicBezTo>
                  <a:cubicBezTo>
                    <a:pt x="142789" y="277816"/>
                    <a:pt x="146697" y="266092"/>
                    <a:pt x="153001" y="271512"/>
                  </a:cubicBezTo>
                  <a:cubicBezTo>
                    <a:pt x="159304" y="277059"/>
                    <a:pt x="169515" y="272269"/>
                    <a:pt x="174180" y="277816"/>
                  </a:cubicBezTo>
                  <a:cubicBezTo>
                    <a:pt x="178844" y="283363"/>
                    <a:pt x="181239" y="296599"/>
                    <a:pt x="189055" y="291935"/>
                  </a:cubicBezTo>
                  <a:cubicBezTo>
                    <a:pt x="196871" y="287145"/>
                    <a:pt x="206326" y="285632"/>
                    <a:pt x="210991" y="285632"/>
                  </a:cubicBezTo>
                  <a:cubicBezTo>
                    <a:pt x="215655" y="285632"/>
                    <a:pt x="226749" y="295087"/>
                    <a:pt x="231413" y="296599"/>
                  </a:cubicBezTo>
                  <a:cubicBezTo>
                    <a:pt x="236077" y="298238"/>
                    <a:pt x="251835" y="299751"/>
                    <a:pt x="257257" y="296599"/>
                  </a:cubicBezTo>
                  <a:cubicBezTo>
                    <a:pt x="262803" y="293448"/>
                    <a:pt x="269863" y="283237"/>
                    <a:pt x="276923" y="283993"/>
                  </a:cubicBezTo>
                  <a:cubicBezTo>
                    <a:pt x="283982" y="284749"/>
                    <a:pt x="305918" y="282354"/>
                    <a:pt x="310708" y="284749"/>
                  </a:cubicBezTo>
                  <a:cubicBezTo>
                    <a:pt x="315372" y="287145"/>
                    <a:pt x="325584" y="292565"/>
                    <a:pt x="332643" y="290296"/>
                  </a:cubicBezTo>
                  <a:cubicBezTo>
                    <a:pt x="339703" y="287901"/>
                    <a:pt x="346006" y="274664"/>
                    <a:pt x="351427" y="273025"/>
                  </a:cubicBezTo>
                  <a:cubicBezTo>
                    <a:pt x="353192" y="272521"/>
                    <a:pt x="354201" y="272647"/>
                    <a:pt x="355209" y="272899"/>
                  </a:cubicBezTo>
                  <a:cubicBezTo>
                    <a:pt x="355335" y="269874"/>
                    <a:pt x="355335" y="266974"/>
                    <a:pt x="355335" y="264327"/>
                  </a:cubicBezTo>
                  <a:cubicBezTo>
                    <a:pt x="355335" y="250207"/>
                    <a:pt x="358487" y="255628"/>
                    <a:pt x="360882" y="241635"/>
                  </a:cubicBezTo>
                  <a:cubicBezTo>
                    <a:pt x="363277" y="227516"/>
                    <a:pt x="400088" y="190579"/>
                    <a:pt x="403240" y="188183"/>
                  </a:cubicBezTo>
                  <a:cubicBezTo>
                    <a:pt x="406391" y="185788"/>
                    <a:pt x="406391" y="130194"/>
                    <a:pt x="406391" y="122251"/>
                  </a:cubicBezTo>
                  <a:cubicBezTo>
                    <a:pt x="406391" y="114436"/>
                    <a:pt x="408030" y="104981"/>
                    <a:pt x="411056" y="94013"/>
                  </a:cubicBezTo>
                  <a:cubicBezTo>
                    <a:pt x="414207" y="83045"/>
                    <a:pt x="405635" y="83802"/>
                    <a:pt x="406391" y="73590"/>
                  </a:cubicBezTo>
                  <a:cubicBezTo>
                    <a:pt x="407526" y="63505"/>
                    <a:pt x="395676" y="55689"/>
                    <a:pt x="395676" y="4938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p22"/>
            <p:cNvSpPr/>
            <p:nvPr/>
          </p:nvSpPr>
          <p:spPr>
            <a:xfrm>
              <a:off x="6157299" y="3932119"/>
              <a:ext cx="264737" cy="441228"/>
            </a:xfrm>
            <a:custGeom>
              <a:rect b="b" l="l" r="r" t="t"/>
              <a:pathLst>
                <a:path extrusionOk="0" h="441227" w="264736">
                  <a:moveTo>
                    <a:pt x="267353" y="111284"/>
                  </a:moveTo>
                  <a:lnTo>
                    <a:pt x="64766" y="2364"/>
                  </a:lnTo>
                  <a:lnTo>
                    <a:pt x="41066" y="15222"/>
                  </a:lnTo>
                  <a:cubicBezTo>
                    <a:pt x="41696" y="28081"/>
                    <a:pt x="42578" y="45478"/>
                    <a:pt x="42578" y="49386"/>
                  </a:cubicBezTo>
                  <a:cubicBezTo>
                    <a:pt x="42578" y="55689"/>
                    <a:pt x="54303" y="63505"/>
                    <a:pt x="53546" y="73717"/>
                  </a:cubicBezTo>
                  <a:cubicBezTo>
                    <a:pt x="52790" y="83928"/>
                    <a:pt x="61362" y="83171"/>
                    <a:pt x="58211" y="94139"/>
                  </a:cubicBezTo>
                  <a:cubicBezTo>
                    <a:pt x="55059" y="105107"/>
                    <a:pt x="53546" y="114562"/>
                    <a:pt x="53546" y="122378"/>
                  </a:cubicBezTo>
                  <a:cubicBezTo>
                    <a:pt x="53546" y="130194"/>
                    <a:pt x="53546" y="185914"/>
                    <a:pt x="50394" y="188310"/>
                  </a:cubicBezTo>
                  <a:cubicBezTo>
                    <a:pt x="47243" y="190705"/>
                    <a:pt x="10432" y="227516"/>
                    <a:pt x="8037" y="241761"/>
                  </a:cubicBezTo>
                  <a:cubicBezTo>
                    <a:pt x="5642" y="255881"/>
                    <a:pt x="2490" y="250334"/>
                    <a:pt x="2490" y="264453"/>
                  </a:cubicBezTo>
                  <a:cubicBezTo>
                    <a:pt x="2490" y="266974"/>
                    <a:pt x="2490" y="270000"/>
                    <a:pt x="2364" y="273025"/>
                  </a:cubicBezTo>
                  <a:cubicBezTo>
                    <a:pt x="4381" y="273656"/>
                    <a:pt x="5263" y="275925"/>
                    <a:pt x="8037" y="278572"/>
                  </a:cubicBezTo>
                  <a:cubicBezTo>
                    <a:pt x="11945" y="282480"/>
                    <a:pt x="11945" y="289540"/>
                    <a:pt x="19761" y="289540"/>
                  </a:cubicBezTo>
                  <a:cubicBezTo>
                    <a:pt x="27577" y="289540"/>
                    <a:pt x="37032" y="307567"/>
                    <a:pt x="36275" y="314627"/>
                  </a:cubicBezTo>
                  <a:cubicBezTo>
                    <a:pt x="35519" y="321686"/>
                    <a:pt x="40183" y="325594"/>
                    <a:pt x="39427" y="338201"/>
                  </a:cubicBezTo>
                  <a:cubicBezTo>
                    <a:pt x="38671" y="350681"/>
                    <a:pt x="46486" y="368835"/>
                    <a:pt x="50394" y="371104"/>
                  </a:cubicBezTo>
                  <a:cubicBezTo>
                    <a:pt x="54303" y="373499"/>
                    <a:pt x="48756" y="375768"/>
                    <a:pt x="39427" y="375012"/>
                  </a:cubicBezTo>
                  <a:cubicBezTo>
                    <a:pt x="29972" y="374256"/>
                    <a:pt x="16735" y="374256"/>
                    <a:pt x="16735" y="378164"/>
                  </a:cubicBezTo>
                  <a:cubicBezTo>
                    <a:pt x="16735" y="382072"/>
                    <a:pt x="12827" y="387618"/>
                    <a:pt x="23039" y="397073"/>
                  </a:cubicBezTo>
                  <a:cubicBezTo>
                    <a:pt x="33250" y="406528"/>
                    <a:pt x="41948" y="409554"/>
                    <a:pt x="44974" y="419765"/>
                  </a:cubicBezTo>
                  <a:cubicBezTo>
                    <a:pt x="48125" y="429976"/>
                    <a:pt x="52033" y="439431"/>
                    <a:pt x="55185" y="441700"/>
                  </a:cubicBezTo>
                  <a:cubicBezTo>
                    <a:pt x="58337" y="444096"/>
                    <a:pt x="64640" y="443339"/>
                    <a:pt x="70061" y="435397"/>
                  </a:cubicBezTo>
                  <a:cubicBezTo>
                    <a:pt x="75607" y="427581"/>
                    <a:pt x="81911" y="442457"/>
                    <a:pt x="87332" y="435397"/>
                  </a:cubicBezTo>
                  <a:cubicBezTo>
                    <a:pt x="92879" y="428337"/>
                    <a:pt x="111662" y="429094"/>
                    <a:pt x="116327" y="426699"/>
                  </a:cubicBezTo>
                  <a:cubicBezTo>
                    <a:pt x="120991" y="424303"/>
                    <a:pt x="135110" y="418126"/>
                    <a:pt x="139901" y="414092"/>
                  </a:cubicBezTo>
                  <a:cubicBezTo>
                    <a:pt x="144565" y="410184"/>
                    <a:pt x="134354" y="403881"/>
                    <a:pt x="141540" y="399973"/>
                  </a:cubicBezTo>
                  <a:cubicBezTo>
                    <a:pt x="148599" y="396065"/>
                    <a:pt x="170535" y="403124"/>
                    <a:pt x="179233" y="392157"/>
                  </a:cubicBezTo>
                  <a:cubicBezTo>
                    <a:pt x="187806" y="381189"/>
                    <a:pt x="201169" y="369465"/>
                    <a:pt x="205077" y="365431"/>
                  </a:cubicBezTo>
                  <a:cubicBezTo>
                    <a:pt x="208985" y="361523"/>
                    <a:pt x="205077" y="358371"/>
                    <a:pt x="210623" y="352825"/>
                  </a:cubicBezTo>
                  <a:cubicBezTo>
                    <a:pt x="216044" y="347404"/>
                    <a:pt x="227138" y="341100"/>
                    <a:pt x="232559" y="344252"/>
                  </a:cubicBezTo>
                  <a:cubicBezTo>
                    <a:pt x="233819" y="345008"/>
                    <a:pt x="235458" y="345261"/>
                    <a:pt x="237223" y="345261"/>
                  </a:cubicBezTo>
                  <a:cubicBezTo>
                    <a:pt x="236719" y="344630"/>
                    <a:pt x="236340" y="344252"/>
                    <a:pt x="236340" y="344252"/>
                  </a:cubicBezTo>
                  <a:lnTo>
                    <a:pt x="239618" y="332780"/>
                  </a:lnTo>
                  <a:cubicBezTo>
                    <a:pt x="239618" y="332780"/>
                    <a:pt x="226507" y="326225"/>
                    <a:pt x="226507" y="316392"/>
                  </a:cubicBezTo>
                  <a:cubicBezTo>
                    <a:pt x="226507" y="306559"/>
                    <a:pt x="229785" y="296725"/>
                    <a:pt x="221591" y="296725"/>
                  </a:cubicBezTo>
                  <a:cubicBezTo>
                    <a:pt x="213397" y="296725"/>
                    <a:pt x="211758" y="288531"/>
                    <a:pt x="218313" y="281976"/>
                  </a:cubicBezTo>
                  <a:cubicBezTo>
                    <a:pt x="224869" y="275421"/>
                    <a:pt x="208480" y="262310"/>
                    <a:pt x="219952" y="262310"/>
                  </a:cubicBezTo>
                  <a:cubicBezTo>
                    <a:pt x="231424" y="262310"/>
                    <a:pt x="223230" y="244283"/>
                    <a:pt x="231424" y="242644"/>
                  </a:cubicBezTo>
                  <a:cubicBezTo>
                    <a:pt x="239618" y="241005"/>
                    <a:pt x="241257" y="234449"/>
                    <a:pt x="241257" y="226255"/>
                  </a:cubicBezTo>
                  <a:cubicBezTo>
                    <a:pt x="241257" y="218061"/>
                    <a:pt x="259284" y="213144"/>
                    <a:pt x="264201" y="211506"/>
                  </a:cubicBezTo>
                  <a:cubicBezTo>
                    <a:pt x="269117" y="209867"/>
                    <a:pt x="267478" y="183771"/>
                    <a:pt x="267478" y="183771"/>
                  </a:cubicBezTo>
                  <a:lnTo>
                    <a:pt x="267478" y="111284"/>
                  </a:ln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 name="Google Shape;687;p22"/>
            <p:cNvSpPr/>
            <p:nvPr/>
          </p:nvSpPr>
          <p:spPr>
            <a:xfrm>
              <a:off x="6443103" y="3687931"/>
              <a:ext cx="277343" cy="289950"/>
            </a:xfrm>
            <a:custGeom>
              <a:rect b="b" l="l" r="r" t="t"/>
              <a:pathLst>
                <a:path extrusionOk="0" h="289949" w="277343">
                  <a:moveTo>
                    <a:pt x="269230" y="65270"/>
                  </a:moveTo>
                  <a:lnTo>
                    <a:pt x="250194" y="18500"/>
                  </a:lnTo>
                  <a:cubicBezTo>
                    <a:pt x="248807" y="20643"/>
                    <a:pt x="247798" y="22156"/>
                    <a:pt x="247168" y="22660"/>
                  </a:cubicBezTo>
                  <a:cubicBezTo>
                    <a:pt x="244017" y="25812"/>
                    <a:pt x="231032" y="17996"/>
                    <a:pt x="218929" y="21021"/>
                  </a:cubicBezTo>
                  <a:cubicBezTo>
                    <a:pt x="206827" y="24173"/>
                    <a:pt x="197372" y="19887"/>
                    <a:pt x="185522" y="13962"/>
                  </a:cubicBezTo>
                  <a:cubicBezTo>
                    <a:pt x="173798" y="8037"/>
                    <a:pt x="135348" y="15474"/>
                    <a:pt x="130179" y="22912"/>
                  </a:cubicBezTo>
                  <a:cubicBezTo>
                    <a:pt x="125137" y="30350"/>
                    <a:pt x="112152" y="30350"/>
                    <a:pt x="100428" y="25686"/>
                  </a:cubicBezTo>
                  <a:cubicBezTo>
                    <a:pt x="88704" y="20895"/>
                    <a:pt x="73324" y="13962"/>
                    <a:pt x="51767" y="11945"/>
                  </a:cubicBezTo>
                  <a:cubicBezTo>
                    <a:pt x="31597" y="10180"/>
                    <a:pt x="15334" y="7154"/>
                    <a:pt x="11678" y="2364"/>
                  </a:cubicBezTo>
                  <a:cubicBezTo>
                    <a:pt x="10796" y="4633"/>
                    <a:pt x="10040" y="6902"/>
                    <a:pt x="9283" y="8919"/>
                  </a:cubicBezTo>
                  <a:cubicBezTo>
                    <a:pt x="2728" y="26946"/>
                    <a:pt x="14200" y="31863"/>
                    <a:pt x="6006" y="41696"/>
                  </a:cubicBezTo>
                  <a:cubicBezTo>
                    <a:pt x="-2189" y="51529"/>
                    <a:pt x="6006" y="63001"/>
                    <a:pt x="6006" y="81028"/>
                  </a:cubicBezTo>
                  <a:cubicBezTo>
                    <a:pt x="6006" y="93509"/>
                    <a:pt x="6006" y="212766"/>
                    <a:pt x="6006" y="285380"/>
                  </a:cubicBezTo>
                  <a:lnTo>
                    <a:pt x="167873" y="285380"/>
                  </a:lnTo>
                  <a:cubicBezTo>
                    <a:pt x="167873" y="285380"/>
                    <a:pt x="172664" y="282228"/>
                    <a:pt x="177328" y="279076"/>
                  </a:cubicBezTo>
                  <a:cubicBezTo>
                    <a:pt x="181992" y="275925"/>
                    <a:pt x="189935" y="283741"/>
                    <a:pt x="189935" y="283741"/>
                  </a:cubicBezTo>
                  <a:lnTo>
                    <a:pt x="224476" y="283741"/>
                  </a:lnTo>
                  <a:cubicBezTo>
                    <a:pt x="224476" y="283741"/>
                    <a:pt x="230780" y="291557"/>
                    <a:pt x="238595" y="291557"/>
                  </a:cubicBezTo>
                  <a:cubicBezTo>
                    <a:pt x="246411" y="291557"/>
                    <a:pt x="241747" y="278950"/>
                    <a:pt x="254354" y="278950"/>
                  </a:cubicBezTo>
                  <a:cubicBezTo>
                    <a:pt x="266834" y="278950"/>
                    <a:pt x="263809" y="260040"/>
                    <a:pt x="271624" y="260040"/>
                  </a:cubicBezTo>
                  <a:cubicBezTo>
                    <a:pt x="279441" y="260040"/>
                    <a:pt x="277928" y="261679"/>
                    <a:pt x="285744" y="250586"/>
                  </a:cubicBezTo>
                  <a:cubicBezTo>
                    <a:pt x="285996" y="250207"/>
                    <a:pt x="286374" y="249829"/>
                    <a:pt x="286626" y="249451"/>
                  </a:cubicBezTo>
                  <a:cubicBezTo>
                    <a:pt x="285996" y="246047"/>
                    <a:pt x="285996" y="242517"/>
                    <a:pt x="286500" y="238736"/>
                  </a:cubicBezTo>
                  <a:cubicBezTo>
                    <a:pt x="288518" y="226129"/>
                    <a:pt x="279819" y="227012"/>
                    <a:pt x="274398" y="209362"/>
                  </a:cubicBezTo>
                  <a:cubicBezTo>
                    <a:pt x="268851" y="191713"/>
                    <a:pt x="246916" y="165492"/>
                    <a:pt x="246159" y="155280"/>
                  </a:cubicBezTo>
                  <a:cubicBezTo>
                    <a:pt x="245403" y="145069"/>
                    <a:pt x="233175" y="139270"/>
                    <a:pt x="233553" y="128177"/>
                  </a:cubicBezTo>
                  <a:cubicBezTo>
                    <a:pt x="233931" y="117209"/>
                    <a:pt x="227628" y="116074"/>
                    <a:pt x="215526" y="98803"/>
                  </a:cubicBezTo>
                  <a:cubicBezTo>
                    <a:pt x="203424" y="81533"/>
                    <a:pt x="199768" y="51277"/>
                    <a:pt x="203424" y="50142"/>
                  </a:cubicBezTo>
                  <a:cubicBezTo>
                    <a:pt x="206953" y="49008"/>
                    <a:pt x="217165" y="75607"/>
                    <a:pt x="221073" y="84306"/>
                  </a:cubicBezTo>
                  <a:cubicBezTo>
                    <a:pt x="224981" y="93004"/>
                    <a:pt x="238344" y="119226"/>
                    <a:pt x="247798" y="119226"/>
                  </a:cubicBezTo>
                  <a:cubicBezTo>
                    <a:pt x="257253" y="119226"/>
                    <a:pt x="260783" y="79641"/>
                    <a:pt x="263935" y="81533"/>
                  </a:cubicBezTo>
                  <a:cubicBezTo>
                    <a:pt x="264187" y="81659"/>
                    <a:pt x="264439" y="82163"/>
                    <a:pt x="264565" y="82667"/>
                  </a:cubicBezTo>
                  <a:lnTo>
                    <a:pt x="265574" y="75481"/>
                  </a:lnTo>
                  <a:lnTo>
                    <a:pt x="269230" y="65270"/>
                  </a:ln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 name="Google Shape;688;p22"/>
            <p:cNvSpPr/>
            <p:nvPr/>
          </p:nvSpPr>
          <p:spPr>
            <a:xfrm>
              <a:off x="6035100" y="4509875"/>
              <a:ext cx="138672" cy="163885"/>
            </a:xfrm>
            <a:custGeom>
              <a:rect b="b" l="l" r="r" t="t"/>
              <a:pathLst>
                <a:path extrusionOk="0" h="163884" w="138671">
                  <a:moveTo>
                    <a:pt x="74263" y="160827"/>
                  </a:moveTo>
                  <a:cubicBezTo>
                    <a:pt x="87374" y="160827"/>
                    <a:pt x="82457" y="152633"/>
                    <a:pt x="77541" y="139522"/>
                  </a:cubicBezTo>
                  <a:cubicBezTo>
                    <a:pt x="72624" y="126412"/>
                    <a:pt x="85735" y="128051"/>
                    <a:pt x="93929" y="128051"/>
                  </a:cubicBezTo>
                  <a:cubicBezTo>
                    <a:pt x="102123" y="128051"/>
                    <a:pt x="98846" y="113301"/>
                    <a:pt x="105401" y="113301"/>
                  </a:cubicBezTo>
                  <a:cubicBezTo>
                    <a:pt x="111956" y="113301"/>
                    <a:pt x="113595" y="131328"/>
                    <a:pt x="120151" y="129689"/>
                  </a:cubicBezTo>
                  <a:cubicBezTo>
                    <a:pt x="126706" y="128051"/>
                    <a:pt x="131622" y="134606"/>
                    <a:pt x="139817" y="132967"/>
                  </a:cubicBezTo>
                  <a:cubicBezTo>
                    <a:pt x="148011" y="131328"/>
                    <a:pt x="148011" y="114940"/>
                    <a:pt x="148011" y="101829"/>
                  </a:cubicBezTo>
                  <a:cubicBezTo>
                    <a:pt x="148011" y="88718"/>
                    <a:pt x="149650" y="78885"/>
                    <a:pt x="141456" y="73969"/>
                  </a:cubicBezTo>
                  <a:cubicBezTo>
                    <a:pt x="133261" y="69052"/>
                    <a:pt x="126706" y="57580"/>
                    <a:pt x="136539" y="52664"/>
                  </a:cubicBezTo>
                  <a:cubicBezTo>
                    <a:pt x="146372" y="47747"/>
                    <a:pt x="148011" y="37914"/>
                    <a:pt x="139817" y="31359"/>
                  </a:cubicBezTo>
                  <a:cubicBezTo>
                    <a:pt x="131622" y="24803"/>
                    <a:pt x="113595" y="37914"/>
                    <a:pt x="113595" y="31359"/>
                  </a:cubicBezTo>
                  <a:cubicBezTo>
                    <a:pt x="113595" y="27829"/>
                    <a:pt x="115108" y="14970"/>
                    <a:pt x="116369" y="4002"/>
                  </a:cubicBezTo>
                  <a:cubicBezTo>
                    <a:pt x="97333" y="3372"/>
                    <a:pt x="76910" y="2364"/>
                    <a:pt x="76910" y="2364"/>
                  </a:cubicBezTo>
                  <a:lnTo>
                    <a:pt x="71994" y="3750"/>
                  </a:lnTo>
                  <a:cubicBezTo>
                    <a:pt x="73129" y="23038"/>
                    <a:pt x="70859" y="37914"/>
                    <a:pt x="70859" y="37914"/>
                  </a:cubicBezTo>
                  <a:cubicBezTo>
                    <a:pt x="70859" y="37914"/>
                    <a:pt x="41360" y="39553"/>
                    <a:pt x="34805" y="39553"/>
                  </a:cubicBezTo>
                  <a:cubicBezTo>
                    <a:pt x="33418" y="39553"/>
                    <a:pt x="28880" y="40183"/>
                    <a:pt x="22576" y="41192"/>
                  </a:cubicBezTo>
                  <a:cubicBezTo>
                    <a:pt x="21190" y="43335"/>
                    <a:pt x="19425" y="45352"/>
                    <a:pt x="18038" y="46738"/>
                  </a:cubicBezTo>
                  <a:cubicBezTo>
                    <a:pt x="14508" y="50268"/>
                    <a:pt x="26232" y="54933"/>
                    <a:pt x="28249" y="60102"/>
                  </a:cubicBezTo>
                  <a:cubicBezTo>
                    <a:pt x="30266" y="65144"/>
                    <a:pt x="13374" y="63631"/>
                    <a:pt x="13752" y="71069"/>
                  </a:cubicBezTo>
                  <a:cubicBezTo>
                    <a:pt x="14130" y="78507"/>
                    <a:pt x="7827" y="84432"/>
                    <a:pt x="3163" y="87962"/>
                  </a:cubicBezTo>
                  <a:cubicBezTo>
                    <a:pt x="-1502" y="91492"/>
                    <a:pt x="15769" y="106367"/>
                    <a:pt x="16147" y="111536"/>
                  </a:cubicBezTo>
                  <a:cubicBezTo>
                    <a:pt x="16525" y="116705"/>
                    <a:pt x="20433" y="121369"/>
                    <a:pt x="35435" y="135867"/>
                  </a:cubicBezTo>
                  <a:cubicBezTo>
                    <a:pt x="49680" y="149734"/>
                    <a:pt x="42873" y="153264"/>
                    <a:pt x="61657" y="168517"/>
                  </a:cubicBezTo>
                  <a:cubicBezTo>
                    <a:pt x="64178" y="164483"/>
                    <a:pt x="68086" y="160827"/>
                    <a:pt x="74263" y="16082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9" name="Google Shape;689;p22"/>
            <p:cNvSpPr/>
            <p:nvPr/>
          </p:nvSpPr>
          <p:spPr>
            <a:xfrm>
              <a:off x="6049289" y="4511136"/>
              <a:ext cx="50426" cy="37820"/>
            </a:xfrm>
            <a:custGeom>
              <a:rect b="b" l="l" r="r" t="t"/>
              <a:pathLst>
                <a:path extrusionOk="0" h="37819" w="50426">
                  <a:moveTo>
                    <a:pt x="56796" y="36527"/>
                  </a:moveTo>
                  <a:cubicBezTo>
                    <a:pt x="56796" y="36527"/>
                    <a:pt x="59065" y="21526"/>
                    <a:pt x="57931" y="2364"/>
                  </a:cubicBezTo>
                  <a:lnTo>
                    <a:pt x="51375" y="4255"/>
                  </a:lnTo>
                  <a:lnTo>
                    <a:pt x="14564" y="4255"/>
                  </a:lnTo>
                  <a:cubicBezTo>
                    <a:pt x="14690" y="4507"/>
                    <a:pt x="14690" y="4759"/>
                    <a:pt x="14816" y="5011"/>
                  </a:cubicBezTo>
                  <a:cubicBezTo>
                    <a:pt x="18724" y="10936"/>
                    <a:pt x="16833" y="19509"/>
                    <a:pt x="8513" y="22282"/>
                  </a:cubicBezTo>
                  <a:cubicBezTo>
                    <a:pt x="319" y="25055"/>
                    <a:pt x="697" y="32493"/>
                    <a:pt x="7378" y="32871"/>
                  </a:cubicBezTo>
                  <a:cubicBezTo>
                    <a:pt x="11538" y="33124"/>
                    <a:pt x="10530" y="36527"/>
                    <a:pt x="8387" y="39805"/>
                  </a:cubicBezTo>
                  <a:cubicBezTo>
                    <a:pt x="14690" y="38797"/>
                    <a:pt x="19229" y="38166"/>
                    <a:pt x="20615" y="38166"/>
                  </a:cubicBezTo>
                  <a:cubicBezTo>
                    <a:pt x="27297" y="38166"/>
                    <a:pt x="56796" y="36527"/>
                    <a:pt x="56796" y="3652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0" name="Google Shape;690;p22"/>
            <p:cNvSpPr/>
            <p:nvPr/>
          </p:nvSpPr>
          <p:spPr>
            <a:xfrm>
              <a:off x="6094266" y="4472182"/>
              <a:ext cx="189098" cy="226917"/>
            </a:xfrm>
            <a:custGeom>
              <a:rect b="b" l="l" r="r" t="t"/>
              <a:pathLst>
                <a:path extrusionOk="0" h="226917" w="189097">
                  <a:moveTo>
                    <a:pt x="52790" y="223104"/>
                  </a:moveTo>
                  <a:cubicBezTo>
                    <a:pt x="57706" y="224742"/>
                    <a:pt x="60984" y="232937"/>
                    <a:pt x="70817" y="224742"/>
                  </a:cubicBezTo>
                  <a:cubicBezTo>
                    <a:pt x="80650" y="216548"/>
                    <a:pt x="92122" y="218187"/>
                    <a:pt x="92122" y="226381"/>
                  </a:cubicBezTo>
                  <a:cubicBezTo>
                    <a:pt x="92122" y="234575"/>
                    <a:pt x="95400" y="232937"/>
                    <a:pt x="103594" y="224742"/>
                  </a:cubicBezTo>
                  <a:cubicBezTo>
                    <a:pt x="111788" y="216548"/>
                    <a:pt x="119983" y="226381"/>
                    <a:pt x="119983" y="209993"/>
                  </a:cubicBezTo>
                  <a:cubicBezTo>
                    <a:pt x="119983" y="193604"/>
                    <a:pt x="129816" y="208354"/>
                    <a:pt x="129816" y="190327"/>
                  </a:cubicBezTo>
                  <a:cubicBezTo>
                    <a:pt x="129816" y="172299"/>
                    <a:pt x="131455" y="154272"/>
                    <a:pt x="131455" y="146078"/>
                  </a:cubicBezTo>
                  <a:cubicBezTo>
                    <a:pt x="131455" y="137884"/>
                    <a:pt x="154398" y="129689"/>
                    <a:pt x="154398" y="116579"/>
                  </a:cubicBezTo>
                  <a:cubicBezTo>
                    <a:pt x="154398" y="103468"/>
                    <a:pt x="174065" y="77246"/>
                    <a:pt x="174065" y="60732"/>
                  </a:cubicBezTo>
                  <a:cubicBezTo>
                    <a:pt x="174065" y="44343"/>
                    <a:pt x="178981" y="41066"/>
                    <a:pt x="183898" y="32871"/>
                  </a:cubicBezTo>
                  <a:cubicBezTo>
                    <a:pt x="187301" y="27199"/>
                    <a:pt x="189823" y="15979"/>
                    <a:pt x="187806" y="5389"/>
                  </a:cubicBezTo>
                  <a:lnTo>
                    <a:pt x="187806" y="5641"/>
                  </a:lnTo>
                  <a:lnTo>
                    <a:pt x="164862" y="2364"/>
                  </a:lnTo>
                  <a:lnTo>
                    <a:pt x="153390" y="5641"/>
                  </a:lnTo>
                  <a:lnTo>
                    <a:pt x="138640" y="8919"/>
                  </a:lnTo>
                  <a:cubicBezTo>
                    <a:pt x="138640" y="8919"/>
                    <a:pt x="140279" y="20391"/>
                    <a:pt x="133724" y="28585"/>
                  </a:cubicBezTo>
                  <a:cubicBezTo>
                    <a:pt x="127168" y="36779"/>
                    <a:pt x="125530" y="54807"/>
                    <a:pt x="125530" y="54807"/>
                  </a:cubicBezTo>
                  <a:cubicBezTo>
                    <a:pt x="125530" y="54807"/>
                    <a:pt x="96030" y="40057"/>
                    <a:pt x="87962" y="41696"/>
                  </a:cubicBezTo>
                  <a:cubicBezTo>
                    <a:pt x="84432" y="42452"/>
                    <a:pt x="71196" y="42200"/>
                    <a:pt x="57076" y="41696"/>
                  </a:cubicBezTo>
                  <a:cubicBezTo>
                    <a:pt x="55689" y="52664"/>
                    <a:pt x="54303" y="65396"/>
                    <a:pt x="54303" y="69052"/>
                  </a:cubicBezTo>
                  <a:cubicBezTo>
                    <a:pt x="54303" y="75607"/>
                    <a:pt x="72330" y="62497"/>
                    <a:pt x="80524" y="69052"/>
                  </a:cubicBezTo>
                  <a:cubicBezTo>
                    <a:pt x="88718" y="75607"/>
                    <a:pt x="87079" y="85441"/>
                    <a:pt x="77246" y="90357"/>
                  </a:cubicBezTo>
                  <a:cubicBezTo>
                    <a:pt x="67413" y="95274"/>
                    <a:pt x="73969" y="106746"/>
                    <a:pt x="82163" y="111662"/>
                  </a:cubicBezTo>
                  <a:cubicBezTo>
                    <a:pt x="90357" y="116579"/>
                    <a:pt x="88718" y="126412"/>
                    <a:pt x="88718" y="139523"/>
                  </a:cubicBezTo>
                  <a:cubicBezTo>
                    <a:pt x="88718" y="152633"/>
                    <a:pt x="88718" y="169022"/>
                    <a:pt x="80524" y="170661"/>
                  </a:cubicBezTo>
                  <a:cubicBezTo>
                    <a:pt x="72330" y="172299"/>
                    <a:pt x="67413" y="165744"/>
                    <a:pt x="60858" y="167383"/>
                  </a:cubicBezTo>
                  <a:cubicBezTo>
                    <a:pt x="54303" y="169022"/>
                    <a:pt x="52664" y="150995"/>
                    <a:pt x="46108" y="150995"/>
                  </a:cubicBezTo>
                  <a:cubicBezTo>
                    <a:pt x="39553" y="150995"/>
                    <a:pt x="42831" y="165744"/>
                    <a:pt x="34636" y="165744"/>
                  </a:cubicBezTo>
                  <a:cubicBezTo>
                    <a:pt x="26442" y="165744"/>
                    <a:pt x="13332" y="164105"/>
                    <a:pt x="18248" y="177216"/>
                  </a:cubicBezTo>
                  <a:cubicBezTo>
                    <a:pt x="23165" y="190327"/>
                    <a:pt x="28081" y="198521"/>
                    <a:pt x="14970" y="198521"/>
                  </a:cubicBezTo>
                  <a:cubicBezTo>
                    <a:pt x="8793" y="198521"/>
                    <a:pt x="4885" y="202177"/>
                    <a:pt x="2364" y="206085"/>
                  </a:cubicBezTo>
                  <a:cubicBezTo>
                    <a:pt x="3246" y="206841"/>
                    <a:pt x="4129" y="207472"/>
                    <a:pt x="5137" y="208354"/>
                  </a:cubicBezTo>
                  <a:cubicBezTo>
                    <a:pt x="16105" y="216800"/>
                    <a:pt x="23165" y="226634"/>
                    <a:pt x="27829" y="236340"/>
                  </a:cubicBezTo>
                  <a:cubicBezTo>
                    <a:pt x="38923" y="228903"/>
                    <a:pt x="50142" y="222221"/>
                    <a:pt x="52790" y="22310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1" name="Google Shape;691;p22"/>
            <p:cNvSpPr/>
            <p:nvPr/>
          </p:nvSpPr>
          <p:spPr>
            <a:xfrm>
              <a:off x="6368825" y="3936405"/>
              <a:ext cx="428621" cy="542080"/>
            </a:xfrm>
            <a:custGeom>
              <a:rect b="b" l="l" r="r" t="t"/>
              <a:pathLst>
                <a:path extrusionOk="0" h="542079" w="428621">
                  <a:moveTo>
                    <a:pt x="345776" y="12071"/>
                  </a:moveTo>
                  <a:cubicBezTo>
                    <a:pt x="337960" y="12071"/>
                    <a:pt x="340985" y="30981"/>
                    <a:pt x="328505" y="30981"/>
                  </a:cubicBezTo>
                  <a:cubicBezTo>
                    <a:pt x="315898" y="30981"/>
                    <a:pt x="320689" y="43587"/>
                    <a:pt x="312747" y="43587"/>
                  </a:cubicBezTo>
                  <a:cubicBezTo>
                    <a:pt x="304930" y="43587"/>
                    <a:pt x="298627" y="35771"/>
                    <a:pt x="298627" y="35771"/>
                  </a:cubicBezTo>
                  <a:lnTo>
                    <a:pt x="264086" y="35771"/>
                  </a:lnTo>
                  <a:cubicBezTo>
                    <a:pt x="264086" y="35771"/>
                    <a:pt x="256270" y="27955"/>
                    <a:pt x="251479" y="31107"/>
                  </a:cubicBezTo>
                  <a:cubicBezTo>
                    <a:pt x="246815" y="34258"/>
                    <a:pt x="242024" y="37410"/>
                    <a:pt x="242024" y="37410"/>
                  </a:cubicBezTo>
                  <a:lnTo>
                    <a:pt x="80157" y="37410"/>
                  </a:lnTo>
                  <a:cubicBezTo>
                    <a:pt x="80157" y="69935"/>
                    <a:pt x="80157" y="93131"/>
                    <a:pt x="80157" y="93131"/>
                  </a:cubicBezTo>
                  <a:lnTo>
                    <a:pt x="55574" y="93131"/>
                  </a:lnTo>
                  <a:lnTo>
                    <a:pt x="55574" y="179863"/>
                  </a:lnTo>
                  <a:cubicBezTo>
                    <a:pt x="55574" y="179863"/>
                    <a:pt x="57213" y="206085"/>
                    <a:pt x="52296" y="207598"/>
                  </a:cubicBezTo>
                  <a:cubicBezTo>
                    <a:pt x="47380" y="209236"/>
                    <a:pt x="29352" y="214153"/>
                    <a:pt x="29352" y="222347"/>
                  </a:cubicBezTo>
                  <a:cubicBezTo>
                    <a:pt x="29352" y="230542"/>
                    <a:pt x="27714" y="237097"/>
                    <a:pt x="19519" y="238736"/>
                  </a:cubicBezTo>
                  <a:cubicBezTo>
                    <a:pt x="11325" y="240375"/>
                    <a:pt x="19519" y="258402"/>
                    <a:pt x="8047" y="258402"/>
                  </a:cubicBezTo>
                  <a:cubicBezTo>
                    <a:pt x="-3425" y="258402"/>
                    <a:pt x="12964" y="271513"/>
                    <a:pt x="6409" y="278068"/>
                  </a:cubicBezTo>
                  <a:cubicBezTo>
                    <a:pt x="-147" y="284623"/>
                    <a:pt x="1492" y="292818"/>
                    <a:pt x="9686" y="292818"/>
                  </a:cubicBezTo>
                  <a:cubicBezTo>
                    <a:pt x="17881" y="292818"/>
                    <a:pt x="14603" y="302651"/>
                    <a:pt x="14603" y="312484"/>
                  </a:cubicBezTo>
                  <a:cubicBezTo>
                    <a:pt x="14603" y="322317"/>
                    <a:pt x="27714" y="328872"/>
                    <a:pt x="27714" y="328872"/>
                  </a:cubicBezTo>
                  <a:lnTo>
                    <a:pt x="24436" y="340344"/>
                  </a:lnTo>
                  <a:cubicBezTo>
                    <a:pt x="24436" y="340344"/>
                    <a:pt x="42463" y="361649"/>
                    <a:pt x="44102" y="366566"/>
                  </a:cubicBezTo>
                  <a:cubicBezTo>
                    <a:pt x="45741" y="371482"/>
                    <a:pt x="55574" y="384593"/>
                    <a:pt x="45741" y="389510"/>
                  </a:cubicBezTo>
                  <a:cubicBezTo>
                    <a:pt x="35908" y="394426"/>
                    <a:pt x="42463" y="399343"/>
                    <a:pt x="42463" y="399343"/>
                  </a:cubicBezTo>
                  <a:lnTo>
                    <a:pt x="53935" y="400981"/>
                  </a:lnTo>
                  <a:lnTo>
                    <a:pt x="57213" y="409176"/>
                  </a:lnTo>
                  <a:cubicBezTo>
                    <a:pt x="57213" y="409176"/>
                    <a:pt x="70324" y="409176"/>
                    <a:pt x="78518" y="419009"/>
                  </a:cubicBezTo>
                  <a:cubicBezTo>
                    <a:pt x="86712" y="428842"/>
                    <a:pt x="89990" y="430481"/>
                    <a:pt x="89990" y="435397"/>
                  </a:cubicBezTo>
                  <a:cubicBezTo>
                    <a:pt x="89990" y="440314"/>
                    <a:pt x="96545" y="441952"/>
                    <a:pt x="106378" y="450147"/>
                  </a:cubicBezTo>
                  <a:cubicBezTo>
                    <a:pt x="116211" y="458341"/>
                    <a:pt x="116211" y="463257"/>
                    <a:pt x="116211" y="468174"/>
                  </a:cubicBezTo>
                  <a:cubicBezTo>
                    <a:pt x="116211" y="473090"/>
                    <a:pt x="134239" y="481285"/>
                    <a:pt x="134239" y="481285"/>
                  </a:cubicBezTo>
                  <a:lnTo>
                    <a:pt x="140416" y="496539"/>
                  </a:lnTo>
                  <a:cubicBezTo>
                    <a:pt x="143441" y="498178"/>
                    <a:pt x="145963" y="500195"/>
                    <a:pt x="147223" y="503472"/>
                  </a:cubicBezTo>
                  <a:cubicBezTo>
                    <a:pt x="150501" y="511667"/>
                    <a:pt x="158695" y="516583"/>
                    <a:pt x="158695" y="516583"/>
                  </a:cubicBezTo>
                  <a:cubicBezTo>
                    <a:pt x="158695" y="516583"/>
                    <a:pt x="168528" y="523138"/>
                    <a:pt x="175084" y="516583"/>
                  </a:cubicBezTo>
                  <a:cubicBezTo>
                    <a:pt x="181639" y="510028"/>
                    <a:pt x="189833" y="518222"/>
                    <a:pt x="189833" y="518222"/>
                  </a:cubicBezTo>
                  <a:cubicBezTo>
                    <a:pt x="189833" y="518222"/>
                    <a:pt x="198028" y="511667"/>
                    <a:pt x="202944" y="514944"/>
                  </a:cubicBezTo>
                  <a:cubicBezTo>
                    <a:pt x="206348" y="517213"/>
                    <a:pt x="220971" y="529190"/>
                    <a:pt x="233578" y="540788"/>
                  </a:cubicBezTo>
                  <a:cubicBezTo>
                    <a:pt x="235469" y="540031"/>
                    <a:pt x="247823" y="535619"/>
                    <a:pt x="253244" y="534988"/>
                  </a:cubicBezTo>
                  <a:cubicBezTo>
                    <a:pt x="259169" y="534358"/>
                    <a:pt x="267363" y="544443"/>
                    <a:pt x="269759" y="540914"/>
                  </a:cubicBezTo>
                  <a:cubicBezTo>
                    <a:pt x="272154" y="537384"/>
                    <a:pt x="284508" y="532089"/>
                    <a:pt x="289172" y="534484"/>
                  </a:cubicBezTo>
                  <a:cubicBezTo>
                    <a:pt x="293837" y="536880"/>
                    <a:pt x="305057" y="537384"/>
                    <a:pt x="305687" y="533350"/>
                  </a:cubicBezTo>
                  <a:cubicBezTo>
                    <a:pt x="306065" y="530576"/>
                    <a:pt x="311108" y="527677"/>
                    <a:pt x="314638" y="524777"/>
                  </a:cubicBezTo>
                  <a:cubicBezTo>
                    <a:pt x="316277" y="523391"/>
                    <a:pt x="317663" y="522004"/>
                    <a:pt x="318041" y="520491"/>
                  </a:cubicBezTo>
                  <a:cubicBezTo>
                    <a:pt x="319176" y="515827"/>
                    <a:pt x="333295" y="507506"/>
                    <a:pt x="339220" y="506372"/>
                  </a:cubicBezTo>
                  <a:cubicBezTo>
                    <a:pt x="345145" y="505237"/>
                    <a:pt x="352205" y="504607"/>
                    <a:pt x="355104" y="508137"/>
                  </a:cubicBezTo>
                  <a:cubicBezTo>
                    <a:pt x="356491" y="509775"/>
                    <a:pt x="359012" y="511036"/>
                    <a:pt x="361660" y="512171"/>
                  </a:cubicBezTo>
                  <a:cubicBezTo>
                    <a:pt x="363677" y="497043"/>
                    <a:pt x="366955" y="488849"/>
                    <a:pt x="362164" y="488849"/>
                  </a:cubicBezTo>
                  <a:cubicBezTo>
                    <a:pt x="355609" y="488849"/>
                    <a:pt x="342498" y="482293"/>
                    <a:pt x="337582" y="469183"/>
                  </a:cubicBezTo>
                  <a:cubicBezTo>
                    <a:pt x="332665" y="456072"/>
                    <a:pt x="317915" y="447877"/>
                    <a:pt x="314638" y="439683"/>
                  </a:cubicBezTo>
                  <a:cubicBezTo>
                    <a:pt x="311360" y="431489"/>
                    <a:pt x="293333" y="433128"/>
                    <a:pt x="290055" y="426573"/>
                  </a:cubicBezTo>
                  <a:cubicBezTo>
                    <a:pt x="286777" y="420017"/>
                    <a:pt x="294972" y="420017"/>
                    <a:pt x="294972" y="411823"/>
                  </a:cubicBezTo>
                  <a:cubicBezTo>
                    <a:pt x="294972" y="403629"/>
                    <a:pt x="314638" y="408545"/>
                    <a:pt x="316277" y="406906"/>
                  </a:cubicBezTo>
                  <a:cubicBezTo>
                    <a:pt x="317915" y="405268"/>
                    <a:pt x="319554" y="387240"/>
                    <a:pt x="319554" y="377407"/>
                  </a:cubicBezTo>
                  <a:cubicBezTo>
                    <a:pt x="319554" y="367574"/>
                    <a:pt x="332665" y="357741"/>
                    <a:pt x="327749" y="352825"/>
                  </a:cubicBezTo>
                  <a:cubicBezTo>
                    <a:pt x="322832" y="347908"/>
                    <a:pt x="332665" y="346269"/>
                    <a:pt x="339220" y="341353"/>
                  </a:cubicBezTo>
                  <a:cubicBezTo>
                    <a:pt x="345776" y="336436"/>
                    <a:pt x="340859" y="321686"/>
                    <a:pt x="347415" y="315131"/>
                  </a:cubicBezTo>
                  <a:cubicBezTo>
                    <a:pt x="353970" y="308576"/>
                    <a:pt x="358886" y="295465"/>
                    <a:pt x="363803" y="295465"/>
                  </a:cubicBezTo>
                  <a:cubicBezTo>
                    <a:pt x="368720" y="295465"/>
                    <a:pt x="375275" y="288909"/>
                    <a:pt x="375275" y="282354"/>
                  </a:cubicBezTo>
                  <a:cubicBezTo>
                    <a:pt x="375275" y="275799"/>
                    <a:pt x="386747" y="262688"/>
                    <a:pt x="385108" y="251216"/>
                  </a:cubicBezTo>
                  <a:cubicBezTo>
                    <a:pt x="383469" y="239744"/>
                    <a:pt x="378553" y="224995"/>
                    <a:pt x="386747" y="215162"/>
                  </a:cubicBezTo>
                  <a:cubicBezTo>
                    <a:pt x="394941" y="205328"/>
                    <a:pt x="398219" y="197134"/>
                    <a:pt x="396580" y="188940"/>
                  </a:cubicBezTo>
                  <a:cubicBezTo>
                    <a:pt x="394941" y="180746"/>
                    <a:pt x="406413" y="179107"/>
                    <a:pt x="411329" y="174190"/>
                  </a:cubicBezTo>
                  <a:cubicBezTo>
                    <a:pt x="414859" y="170661"/>
                    <a:pt x="427340" y="165492"/>
                    <a:pt x="436669" y="150490"/>
                  </a:cubicBezTo>
                  <a:cubicBezTo>
                    <a:pt x="430744" y="143178"/>
                    <a:pt x="424314" y="137127"/>
                    <a:pt x="420154" y="135236"/>
                  </a:cubicBezTo>
                  <a:cubicBezTo>
                    <a:pt x="410699" y="130950"/>
                    <a:pt x="404396" y="114436"/>
                    <a:pt x="404396" y="93635"/>
                  </a:cubicBezTo>
                  <a:cubicBezTo>
                    <a:pt x="404396" y="72834"/>
                    <a:pt x="399227" y="56320"/>
                    <a:pt x="398471" y="49764"/>
                  </a:cubicBezTo>
                  <a:cubicBezTo>
                    <a:pt x="397715" y="43083"/>
                    <a:pt x="387503" y="28963"/>
                    <a:pt x="375401" y="22282"/>
                  </a:cubicBezTo>
                  <a:cubicBezTo>
                    <a:pt x="366828" y="17618"/>
                    <a:pt x="362038" y="10558"/>
                    <a:pt x="360525" y="2364"/>
                  </a:cubicBezTo>
                  <a:cubicBezTo>
                    <a:pt x="360273" y="2742"/>
                    <a:pt x="359895" y="3120"/>
                    <a:pt x="359643" y="3498"/>
                  </a:cubicBezTo>
                  <a:cubicBezTo>
                    <a:pt x="352079" y="13583"/>
                    <a:pt x="353592" y="12071"/>
                    <a:pt x="345776" y="12071"/>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 name="Google Shape;692;p22"/>
            <p:cNvSpPr/>
            <p:nvPr/>
          </p:nvSpPr>
          <p:spPr>
            <a:xfrm>
              <a:off x="6888834" y="4229381"/>
              <a:ext cx="50426" cy="50426"/>
            </a:xfrm>
            <a:custGeom>
              <a:rect b="b" l="l" r="r" t="t"/>
              <a:pathLst>
                <a:path extrusionOk="0" h="50426" w="50426">
                  <a:moveTo>
                    <a:pt x="18520" y="8541"/>
                  </a:moveTo>
                  <a:cubicBezTo>
                    <a:pt x="17007" y="11062"/>
                    <a:pt x="10704" y="21273"/>
                    <a:pt x="5662" y="26946"/>
                  </a:cubicBezTo>
                  <a:cubicBezTo>
                    <a:pt x="-137" y="33502"/>
                    <a:pt x="3140" y="45982"/>
                    <a:pt x="4779" y="49260"/>
                  </a:cubicBezTo>
                  <a:cubicBezTo>
                    <a:pt x="6418" y="52538"/>
                    <a:pt x="14738" y="51781"/>
                    <a:pt x="19655" y="48377"/>
                  </a:cubicBezTo>
                  <a:cubicBezTo>
                    <a:pt x="23563" y="45856"/>
                    <a:pt x="26462" y="47243"/>
                    <a:pt x="32135" y="52664"/>
                  </a:cubicBezTo>
                  <a:cubicBezTo>
                    <a:pt x="35161" y="48377"/>
                    <a:pt x="39321" y="43461"/>
                    <a:pt x="43103" y="39553"/>
                  </a:cubicBezTo>
                  <a:cubicBezTo>
                    <a:pt x="36548" y="35771"/>
                    <a:pt x="30496" y="35141"/>
                    <a:pt x="28857" y="33502"/>
                  </a:cubicBezTo>
                  <a:cubicBezTo>
                    <a:pt x="26084" y="30728"/>
                    <a:pt x="36673" y="22912"/>
                    <a:pt x="44112" y="21399"/>
                  </a:cubicBezTo>
                  <a:cubicBezTo>
                    <a:pt x="51549" y="19887"/>
                    <a:pt x="48020" y="11188"/>
                    <a:pt x="41716" y="5641"/>
                  </a:cubicBezTo>
                  <a:cubicBezTo>
                    <a:pt x="40708" y="4759"/>
                    <a:pt x="39447" y="3624"/>
                    <a:pt x="38187" y="2364"/>
                  </a:cubicBezTo>
                  <a:cubicBezTo>
                    <a:pt x="34657" y="4381"/>
                    <a:pt x="31883" y="6272"/>
                    <a:pt x="31001" y="7406"/>
                  </a:cubicBezTo>
                  <a:cubicBezTo>
                    <a:pt x="29362" y="10180"/>
                    <a:pt x="24949" y="9297"/>
                    <a:pt x="18520" y="8541"/>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3" name="Google Shape;693;p22"/>
            <p:cNvSpPr/>
            <p:nvPr/>
          </p:nvSpPr>
          <p:spPr>
            <a:xfrm>
              <a:off x="6748733" y="4083775"/>
              <a:ext cx="176491" cy="151278"/>
            </a:xfrm>
            <a:custGeom>
              <a:rect b="b" l="l" r="r" t="t"/>
              <a:pathLst>
                <a:path extrusionOk="0" h="151278" w="176491">
                  <a:moveTo>
                    <a:pt x="31548" y="25938"/>
                  </a:moveTo>
                  <a:cubicBezTo>
                    <a:pt x="26631" y="30854"/>
                    <a:pt x="15159" y="32493"/>
                    <a:pt x="16798" y="40687"/>
                  </a:cubicBezTo>
                  <a:cubicBezTo>
                    <a:pt x="18437" y="48882"/>
                    <a:pt x="15159" y="57076"/>
                    <a:pt x="6965" y="66909"/>
                  </a:cubicBezTo>
                  <a:cubicBezTo>
                    <a:pt x="-1229" y="76742"/>
                    <a:pt x="3687" y="91366"/>
                    <a:pt x="5326" y="102838"/>
                  </a:cubicBezTo>
                  <a:cubicBezTo>
                    <a:pt x="15159" y="102081"/>
                    <a:pt x="25496" y="101955"/>
                    <a:pt x="27514" y="103972"/>
                  </a:cubicBezTo>
                  <a:cubicBezTo>
                    <a:pt x="31674" y="108132"/>
                    <a:pt x="33313" y="103972"/>
                    <a:pt x="35834" y="95778"/>
                  </a:cubicBezTo>
                  <a:cubicBezTo>
                    <a:pt x="38355" y="87458"/>
                    <a:pt x="43272" y="88340"/>
                    <a:pt x="48188" y="92500"/>
                  </a:cubicBezTo>
                  <a:cubicBezTo>
                    <a:pt x="53105" y="96660"/>
                    <a:pt x="56383" y="103216"/>
                    <a:pt x="64703" y="99056"/>
                  </a:cubicBezTo>
                  <a:cubicBezTo>
                    <a:pt x="73023" y="94895"/>
                    <a:pt x="72141" y="97417"/>
                    <a:pt x="76301" y="99056"/>
                  </a:cubicBezTo>
                  <a:cubicBezTo>
                    <a:pt x="80461" y="100694"/>
                    <a:pt x="96976" y="98173"/>
                    <a:pt x="102774" y="99056"/>
                  </a:cubicBezTo>
                  <a:cubicBezTo>
                    <a:pt x="108574" y="99938"/>
                    <a:pt x="159000" y="153642"/>
                    <a:pt x="159000" y="153642"/>
                  </a:cubicBezTo>
                  <a:cubicBezTo>
                    <a:pt x="159000" y="153642"/>
                    <a:pt x="158874" y="153768"/>
                    <a:pt x="158621" y="154146"/>
                  </a:cubicBezTo>
                  <a:cubicBezTo>
                    <a:pt x="165051" y="154902"/>
                    <a:pt x="169337" y="155785"/>
                    <a:pt x="171354" y="153264"/>
                  </a:cubicBezTo>
                  <a:cubicBezTo>
                    <a:pt x="172236" y="152129"/>
                    <a:pt x="175010" y="150238"/>
                    <a:pt x="178540" y="148221"/>
                  </a:cubicBezTo>
                  <a:cubicBezTo>
                    <a:pt x="172110" y="142170"/>
                    <a:pt x="162781" y="132211"/>
                    <a:pt x="150301" y="116579"/>
                  </a:cubicBezTo>
                  <a:cubicBezTo>
                    <a:pt x="135425" y="97669"/>
                    <a:pt x="117776" y="87584"/>
                    <a:pt x="108321" y="87584"/>
                  </a:cubicBezTo>
                  <a:cubicBezTo>
                    <a:pt x="98866" y="87584"/>
                    <a:pt x="97354" y="71447"/>
                    <a:pt x="91429" y="70691"/>
                  </a:cubicBezTo>
                  <a:cubicBezTo>
                    <a:pt x="85504" y="69935"/>
                    <a:pt x="72141" y="46739"/>
                    <a:pt x="71763" y="31863"/>
                  </a:cubicBezTo>
                  <a:cubicBezTo>
                    <a:pt x="71511" y="23417"/>
                    <a:pt x="64577" y="11819"/>
                    <a:pt x="56887" y="2364"/>
                  </a:cubicBezTo>
                  <a:cubicBezTo>
                    <a:pt x="47558" y="17239"/>
                    <a:pt x="35078" y="22408"/>
                    <a:pt x="31548" y="25938"/>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4" name="Google Shape;694;p22"/>
            <p:cNvSpPr/>
            <p:nvPr/>
          </p:nvSpPr>
          <p:spPr>
            <a:xfrm>
              <a:off x="6655995" y="4171121"/>
              <a:ext cx="390802" cy="302556"/>
            </a:xfrm>
            <a:custGeom>
              <a:rect b="b" l="l" r="r" t="t"/>
              <a:pathLst>
                <a:path extrusionOk="0" h="302556" w="390801">
                  <a:moveTo>
                    <a:pt x="27594" y="204337"/>
                  </a:moveTo>
                  <a:cubicBezTo>
                    <a:pt x="30872" y="212532"/>
                    <a:pt x="45622" y="220726"/>
                    <a:pt x="50538" y="233837"/>
                  </a:cubicBezTo>
                  <a:cubicBezTo>
                    <a:pt x="55455" y="246947"/>
                    <a:pt x="68565" y="253503"/>
                    <a:pt x="75121" y="253503"/>
                  </a:cubicBezTo>
                  <a:cubicBezTo>
                    <a:pt x="80037" y="253503"/>
                    <a:pt x="76633" y="261697"/>
                    <a:pt x="74616" y="276825"/>
                  </a:cubicBezTo>
                  <a:cubicBezTo>
                    <a:pt x="77768" y="278086"/>
                    <a:pt x="81046" y="279220"/>
                    <a:pt x="83315" y="280481"/>
                  </a:cubicBezTo>
                  <a:cubicBezTo>
                    <a:pt x="87475" y="282876"/>
                    <a:pt x="104494" y="280481"/>
                    <a:pt x="110419" y="285775"/>
                  </a:cubicBezTo>
                  <a:cubicBezTo>
                    <a:pt x="116344" y="291070"/>
                    <a:pt x="135128" y="303425"/>
                    <a:pt x="141052" y="303425"/>
                  </a:cubicBezTo>
                  <a:cubicBezTo>
                    <a:pt x="146978" y="303425"/>
                    <a:pt x="168157" y="306324"/>
                    <a:pt x="171687" y="308719"/>
                  </a:cubicBezTo>
                  <a:cubicBezTo>
                    <a:pt x="175216" y="311114"/>
                    <a:pt x="179881" y="299895"/>
                    <a:pt x="189336" y="294600"/>
                  </a:cubicBezTo>
                  <a:cubicBezTo>
                    <a:pt x="198790" y="289305"/>
                    <a:pt x="210514" y="285775"/>
                    <a:pt x="212280" y="289936"/>
                  </a:cubicBezTo>
                  <a:cubicBezTo>
                    <a:pt x="214044" y="294096"/>
                    <a:pt x="220474" y="297626"/>
                    <a:pt x="225264" y="295230"/>
                  </a:cubicBezTo>
                  <a:cubicBezTo>
                    <a:pt x="227155" y="294222"/>
                    <a:pt x="232576" y="292835"/>
                    <a:pt x="238501" y="291448"/>
                  </a:cubicBezTo>
                  <a:cubicBezTo>
                    <a:pt x="247199" y="289431"/>
                    <a:pt x="257159" y="287792"/>
                    <a:pt x="260058" y="288171"/>
                  </a:cubicBezTo>
                  <a:cubicBezTo>
                    <a:pt x="264723" y="288675"/>
                    <a:pt x="277707" y="269891"/>
                    <a:pt x="294726" y="269891"/>
                  </a:cubicBezTo>
                  <a:cubicBezTo>
                    <a:pt x="311745" y="269891"/>
                    <a:pt x="316535" y="272791"/>
                    <a:pt x="324099" y="264596"/>
                  </a:cubicBezTo>
                  <a:cubicBezTo>
                    <a:pt x="331789" y="256402"/>
                    <a:pt x="389401" y="198160"/>
                    <a:pt x="394696" y="194000"/>
                  </a:cubicBezTo>
                  <a:cubicBezTo>
                    <a:pt x="399990" y="189840"/>
                    <a:pt x="391166" y="188075"/>
                    <a:pt x="385241" y="188075"/>
                  </a:cubicBezTo>
                  <a:cubicBezTo>
                    <a:pt x="379316" y="188075"/>
                    <a:pt x="367591" y="187445"/>
                    <a:pt x="348808" y="179881"/>
                  </a:cubicBezTo>
                  <a:cubicBezTo>
                    <a:pt x="330024" y="172191"/>
                    <a:pt x="300525" y="162232"/>
                    <a:pt x="295230" y="161097"/>
                  </a:cubicBezTo>
                  <a:cubicBezTo>
                    <a:pt x="289936" y="159962"/>
                    <a:pt x="282245" y="147608"/>
                    <a:pt x="277581" y="145213"/>
                  </a:cubicBezTo>
                  <a:cubicBezTo>
                    <a:pt x="272917" y="142818"/>
                    <a:pt x="263462" y="126429"/>
                    <a:pt x="261067" y="121135"/>
                  </a:cubicBezTo>
                  <a:cubicBezTo>
                    <a:pt x="260310" y="119370"/>
                    <a:pt x="262075" y="115588"/>
                    <a:pt x="265101" y="111301"/>
                  </a:cubicBezTo>
                  <a:cubicBezTo>
                    <a:pt x="259302" y="105881"/>
                    <a:pt x="256402" y="104368"/>
                    <a:pt x="252620" y="107015"/>
                  </a:cubicBezTo>
                  <a:cubicBezTo>
                    <a:pt x="247704" y="110293"/>
                    <a:pt x="239383" y="111175"/>
                    <a:pt x="237745" y="107898"/>
                  </a:cubicBezTo>
                  <a:cubicBezTo>
                    <a:pt x="236106" y="104620"/>
                    <a:pt x="232828" y="92140"/>
                    <a:pt x="238627" y="85584"/>
                  </a:cubicBezTo>
                  <a:cubicBezTo>
                    <a:pt x="244426" y="78903"/>
                    <a:pt x="251864" y="66548"/>
                    <a:pt x="251864" y="66548"/>
                  </a:cubicBezTo>
                  <a:cubicBezTo>
                    <a:pt x="251864" y="66548"/>
                    <a:pt x="201438" y="12719"/>
                    <a:pt x="195639" y="11962"/>
                  </a:cubicBezTo>
                  <a:cubicBezTo>
                    <a:pt x="189840" y="11080"/>
                    <a:pt x="173325" y="13601"/>
                    <a:pt x="169165" y="11962"/>
                  </a:cubicBezTo>
                  <a:cubicBezTo>
                    <a:pt x="165005" y="10323"/>
                    <a:pt x="165887" y="7802"/>
                    <a:pt x="157567" y="11962"/>
                  </a:cubicBezTo>
                  <a:cubicBezTo>
                    <a:pt x="149247" y="16122"/>
                    <a:pt x="145969" y="9441"/>
                    <a:pt x="141052" y="5407"/>
                  </a:cubicBezTo>
                  <a:cubicBezTo>
                    <a:pt x="136136" y="1247"/>
                    <a:pt x="131094" y="490"/>
                    <a:pt x="128698" y="8684"/>
                  </a:cubicBezTo>
                  <a:cubicBezTo>
                    <a:pt x="126177" y="16879"/>
                    <a:pt x="124538" y="21039"/>
                    <a:pt x="120378" y="16879"/>
                  </a:cubicBezTo>
                  <a:cubicBezTo>
                    <a:pt x="118361" y="14862"/>
                    <a:pt x="108023" y="14988"/>
                    <a:pt x="98190" y="15744"/>
                  </a:cubicBezTo>
                  <a:cubicBezTo>
                    <a:pt x="98190" y="15870"/>
                    <a:pt x="98190" y="15870"/>
                    <a:pt x="98190" y="15996"/>
                  </a:cubicBezTo>
                  <a:cubicBezTo>
                    <a:pt x="99829" y="27468"/>
                    <a:pt x="88357" y="40579"/>
                    <a:pt x="88357" y="47134"/>
                  </a:cubicBezTo>
                  <a:cubicBezTo>
                    <a:pt x="88357" y="53690"/>
                    <a:pt x="81802" y="60245"/>
                    <a:pt x="76885" y="60245"/>
                  </a:cubicBezTo>
                  <a:cubicBezTo>
                    <a:pt x="71969" y="60245"/>
                    <a:pt x="67052" y="73356"/>
                    <a:pt x="60497" y="79911"/>
                  </a:cubicBezTo>
                  <a:cubicBezTo>
                    <a:pt x="53942" y="86467"/>
                    <a:pt x="58858" y="101216"/>
                    <a:pt x="52303" y="106133"/>
                  </a:cubicBezTo>
                  <a:cubicBezTo>
                    <a:pt x="45747" y="111049"/>
                    <a:pt x="35914" y="112688"/>
                    <a:pt x="40831" y="117605"/>
                  </a:cubicBezTo>
                  <a:cubicBezTo>
                    <a:pt x="45747" y="122521"/>
                    <a:pt x="32637" y="132354"/>
                    <a:pt x="32637" y="142187"/>
                  </a:cubicBezTo>
                  <a:cubicBezTo>
                    <a:pt x="32637" y="152020"/>
                    <a:pt x="30998" y="170048"/>
                    <a:pt x="29359" y="171687"/>
                  </a:cubicBezTo>
                  <a:cubicBezTo>
                    <a:pt x="27720" y="173325"/>
                    <a:pt x="8054" y="168409"/>
                    <a:pt x="8054" y="176603"/>
                  </a:cubicBezTo>
                  <a:cubicBezTo>
                    <a:pt x="8054" y="184797"/>
                    <a:pt x="-140" y="184797"/>
                    <a:pt x="3138" y="191353"/>
                  </a:cubicBezTo>
                  <a:cubicBezTo>
                    <a:pt x="6163" y="197782"/>
                    <a:pt x="24190" y="196143"/>
                    <a:pt x="27594" y="20433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5" name="Google Shape;695;p22"/>
            <p:cNvSpPr/>
            <p:nvPr/>
          </p:nvSpPr>
          <p:spPr>
            <a:xfrm>
              <a:off x="6716145" y="3601166"/>
              <a:ext cx="37820" cy="50426"/>
            </a:xfrm>
            <a:custGeom>
              <a:rect b="b" l="l" r="r" t="t"/>
              <a:pathLst>
                <a:path extrusionOk="0" h="50426" w="37819">
                  <a:moveTo>
                    <a:pt x="35141" y="23071"/>
                  </a:moveTo>
                  <a:cubicBezTo>
                    <a:pt x="40183" y="18659"/>
                    <a:pt x="43082" y="1514"/>
                    <a:pt x="22282" y="2397"/>
                  </a:cubicBezTo>
                  <a:cubicBezTo>
                    <a:pt x="22156" y="3531"/>
                    <a:pt x="22030" y="4666"/>
                    <a:pt x="22030" y="5926"/>
                  </a:cubicBezTo>
                  <a:cubicBezTo>
                    <a:pt x="22030" y="13869"/>
                    <a:pt x="9297" y="30509"/>
                    <a:pt x="2364" y="45637"/>
                  </a:cubicBezTo>
                  <a:lnTo>
                    <a:pt x="14844" y="50932"/>
                  </a:lnTo>
                  <a:cubicBezTo>
                    <a:pt x="21400" y="39460"/>
                    <a:pt x="31233" y="26601"/>
                    <a:pt x="35141" y="23071"/>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6" name="Google Shape;696;p22"/>
            <p:cNvSpPr/>
            <p:nvPr/>
          </p:nvSpPr>
          <p:spPr>
            <a:xfrm>
              <a:off x="6728626" y="3526694"/>
              <a:ext cx="176491" cy="138672"/>
            </a:xfrm>
            <a:custGeom>
              <a:rect b="b" l="l" r="r" t="t"/>
              <a:pathLst>
                <a:path extrusionOk="0" h="138671" w="176491">
                  <a:moveTo>
                    <a:pt x="22660" y="97543"/>
                  </a:moveTo>
                  <a:cubicBezTo>
                    <a:pt x="18626" y="101073"/>
                    <a:pt x="8919" y="113805"/>
                    <a:pt x="2364" y="125403"/>
                  </a:cubicBezTo>
                  <a:lnTo>
                    <a:pt x="3751" y="126033"/>
                  </a:lnTo>
                  <a:lnTo>
                    <a:pt x="5894" y="135488"/>
                  </a:lnTo>
                  <a:lnTo>
                    <a:pt x="29972" y="148095"/>
                  </a:lnTo>
                  <a:cubicBezTo>
                    <a:pt x="29972" y="148095"/>
                    <a:pt x="47747" y="135488"/>
                    <a:pt x="55185" y="134480"/>
                  </a:cubicBezTo>
                  <a:cubicBezTo>
                    <a:pt x="62497" y="133471"/>
                    <a:pt x="146330" y="88340"/>
                    <a:pt x="146330" y="88340"/>
                  </a:cubicBezTo>
                  <a:cubicBezTo>
                    <a:pt x="146330" y="88340"/>
                    <a:pt x="153642" y="76868"/>
                    <a:pt x="152633" y="72582"/>
                  </a:cubicBezTo>
                  <a:cubicBezTo>
                    <a:pt x="151625" y="68422"/>
                    <a:pt x="150490" y="56824"/>
                    <a:pt x="154776" y="51655"/>
                  </a:cubicBezTo>
                  <a:cubicBezTo>
                    <a:pt x="158937" y="46360"/>
                    <a:pt x="149482" y="38040"/>
                    <a:pt x="152633" y="29594"/>
                  </a:cubicBezTo>
                  <a:cubicBezTo>
                    <a:pt x="155785" y="21147"/>
                    <a:pt x="169400" y="16987"/>
                    <a:pt x="169400" y="16987"/>
                  </a:cubicBezTo>
                  <a:lnTo>
                    <a:pt x="185158" y="5515"/>
                  </a:lnTo>
                  <a:lnTo>
                    <a:pt x="174695" y="2364"/>
                  </a:lnTo>
                  <a:cubicBezTo>
                    <a:pt x="174695" y="2364"/>
                    <a:pt x="161080" y="7532"/>
                    <a:pt x="145321" y="6524"/>
                  </a:cubicBezTo>
                  <a:cubicBezTo>
                    <a:pt x="129563" y="5515"/>
                    <a:pt x="126412" y="16987"/>
                    <a:pt x="109645" y="16987"/>
                  </a:cubicBezTo>
                  <a:cubicBezTo>
                    <a:pt x="92878" y="16987"/>
                    <a:pt x="83423" y="21147"/>
                    <a:pt x="79263" y="15979"/>
                  </a:cubicBezTo>
                  <a:cubicBezTo>
                    <a:pt x="75103" y="10684"/>
                    <a:pt x="73969" y="13836"/>
                    <a:pt x="62497" y="19130"/>
                  </a:cubicBezTo>
                  <a:cubicBezTo>
                    <a:pt x="51025" y="24299"/>
                    <a:pt x="43587" y="23291"/>
                    <a:pt x="38419" y="19130"/>
                  </a:cubicBezTo>
                  <a:cubicBezTo>
                    <a:pt x="33124" y="14970"/>
                    <a:pt x="28964" y="20139"/>
                    <a:pt x="27955" y="25434"/>
                  </a:cubicBezTo>
                  <a:cubicBezTo>
                    <a:pt x="26947" y="30350"/>
                    <a:pt x="28459" y="41570"/>
                    <a:pt x="12197" y="43839"/>
                  </a:cubicBezTo>
                  <a:cubicBezTo>
                    <a:pt x="11062" y="48630"/>
                    <a:pt x="9171" y="53672"/>
                    <a:pt x="11945" y="57202"/>
                  </a:cubicBezTo>
                  <a:cubicBezTo>
                    <a:pt x="16105" y="62371"/>
                    <a:pt x="11062" y="68548"/>
                    <a:pt x="9928" y="76868"/>
                  </a:cubicBezTo>
                  <a:cubicBezTo>
                    <a:pt x="30602" y="75986"/>
                    <a:pt x="27703" y="93257"/>
                    <a:pt x="22660" y="9754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7" name="Google Shape;697;p22"/>
            <p:cNvSpPr/>
            <p:nvPr/>
          </p:nvSpPr>
          <p:spPr>
            <a:xfrm>
              <a:off x="9121858" y="3494295"/>
              <a:ext cx="88246" cy="126065"/>
            </a:xfrm>
            <a:custGeom>
              <a:rect b="b" l="l" r="r" t="t"/>
              <a:pathLst>
                <a:path extrusionOk="0" h="126065" w="88245">
                  <a:moveTo>
                    <a:pt x="22268" y="12953"/>
                  </a:moveTo>
                  <a:cubicBezTo>
                    <a:pt x="19873" y="15348"/>
                    <a:pt x="12813" y="19761"/>
                    <a:pt x="6636" y="24677"/>
                  </a:cubicBezTo>
                  <a:cubicBezTo>
                    <a:pt x="9662" y="29720"/>
                    <a:pt x="9031" y="38166"/>
                    <a:pt x="14831" y="38797"/>
                  </a:cubicBezTo>
                  <a:cubicBezTo>
                    <a:pt x="23024" y="39553"/>
                    <a:pt x="22268" y="52159"/>
                    <a:pt x="13192" y="50142"/>
                  </a:cubicBezTo>
                  <a:cubicBezTo>
                    <a:pt x="4241" y="48125"/>
                    <a:pt x="4115" y="62245"/>
                    <a:pt x="12057" y="74473"/>
                  </a:cubicBezTo>
                  <a:cubicBezTo>
                    <a:pt x="19873" y="86575"/>
                    <a:pt x="-2819" y="100316"/>
                    <a:pt x="3485" y="106619"/>
                  </a:cubicBezTo>
                  <a:cubicBezTo>
                    <a:pt x="9788" y="112923"/>
                    <a:pt x="4619" y="120361"/>
                    <a:pt x="7393" y="124269"/>
                  </a:cubicBezTo>
                  <a:cubicBezTo>
                    <a:pt x="10166" y="128177"/>
                    <a:pt x="43447" y="122630"/>
                    <a:pt x="58071" y="107754"/>
                  </a:cubicBezTo>
                  <a:cubicBezTo>
                    <a:pt x="72569" y="92878"/>
                    <a:pt x="76477" y="94769"/>
                    <a:pt x="83914" y="96786"/>
                  </a:cubicBezTo>
                  <a:cubicBezTo>
                    <a:pt x="91352" y="98677"/>
                    <a:pt x="98790" y="91239"/>
                    <a:pt x="94882" y="85441"/>
                  </a:cubicBezTo>
                  <a:cubicBezTo>
                    <a:pt x="90974" y="79515"/>
                    <a:pt x="86688" y="65018"/>
                    <a:pt x="87822" y="46991"/>
                  </a:cubicBezTo>
                  <a:cubicBezTo>
                    <a:pt x="88578" y="36527"/>
                    <a:pt x="74207" y="17617"/>
                    <a:pt x="60340" y="2364"/>
                  </a:cubicBezTo>
                  <a:cubicBezTo>
                    <a:pt x="56053" y="5767"/>
                    <a:pt x="52145" y="7658"/>
                    <a:pt x="46347" y="7658"/>
                  </a:cubicBezTo>
                  <a:cubicBezTo>
                    <a:pt x="36892" y="7658"/>
                    <a:pt x="26428" y="8667"/>
                    <a:pt x="22268" y="1295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8" name="Google Shape;698;p22"/>
            <p:cNvSpPr/>
            <p:nvPr/>
          </p:nvSpPr>
          <p:spPr>
            <a:xfrm>
              <a:off x="8125687" y="3856368"/>
              <a:ext cx="113459" cy="151278"/>
            </a:xfrm>
            <a:custGeom>
              <a:rect b="b" l="l" r="r" t="t"/>
              <a:pathLst>
                <a:path extrusionOk="0" h="151278" w="113458">
                  <a:moveTo>
                    <a:pt x="113545" y="125893"/>
                  </a:moveTo>
                  <a:cubicBezTo>
                    <a:pt x="108881" y="99924"/>
                    <a:pt x="106233" y="74711"/>
                    <a:pt x="102829" y="74711"/>
                  </a:cubicBezTo>
                  <a:cubicBezTo>
                    <a:pt x="98039" y="74711"/>
                    <a:pt x="91736" y="97025"/>
                    <a:pt x="83794" y="95386"/>
                  </a:cubicBezTo>
                  <a:cubicBezTo>
                    <a:pt x="75852" y="93747"/>
                    <a:pt x="75852" y="66769"/>
                    <a:pt x="85433" y="66769"/>
                  </a:cubicBezTo>
                  <a:cubicBezTo>
                    <a:pt x="95013" y="66769"/>
                    <a:pt x="106107" y="46094"/>
                    <a:pt x="106107" y="39791"/>
                  </a:cubicBezTo>
                  <a:cubicBezTo>
                    <a:pt x="106107" y="33488"/>
                    <a:pt x="96652" y="33488"/>
                    <a:pt x="87071" y="33488"/>
                  </a:cubicBezTo>
                  <a:cubicBezTo>
                    <a:pt x="77491" y="33488"/>
                    <a:pt x="56816" y="35127"/>
                    <a:pt x="56816" y="35127"/>
                  </a:cubicBezTo>
                  <a:cubicBezTo>
                    <a:pt x="56816" y="35127"/>
                    <a:pt x="44083" y="30336"/>
                    <a:pt x="44083" y="22394"/>
                  </a:cubicBezTo>
                  <a:cubicBezTo>
                    <a:pt x="44083" y="14452"/>
                    <a:pt x="39293" y="8023"/>
                    <a:pt x="26560" y="8023"/>
                  </a:cubicBezTo>
                  <a:cubicBezTo>
                    <a:pt x="13827" y="8023"/>
                    <a:pt x="13827" y="-4710"/>
                    <a:pt x="4247" y="8023"/>
                  </a:cubicBezTo>
                  <a:cubicBezTo>
                    <a:pt x="-5334" y="20755"/>
                    <a:pt x="24921" y="20755"/>
                    <a:pt x="21769" y="30336"/>
                  </a:cubicBezTo>
                  <a:cubicBezTo>
                    <a:pt x="18618" y="39791"/>
                    <a:pt x="9037" y="33488"/>
                    <a:pt x="7524" y="41430"/>
                  </a:cubicBezTo>
                  <a:cubicBezTo>
                    <a:pt x="5885" y="49372"/>
                    <a:pt x="9163" y="70047"/>
                    <a:pt x="13827" y="81140"/>
                  </a:cubicBezTo>
                  <a:cubicBezTo>
                    <a:pt x="17484" y="89713"/>
                    <a:pt x="23030" y="111396"/>
                    <a:pt x="23157" y="129675"/>
                  </a:cubicBezTo>
                  <a:cubicBezTo>
                    <a:pt x="30594" y="128289"/>
                    <a:pt x="33998" y="124885"/>
                    <a:pt x="40931" y="124885"/>
                  </a:cubicBezTo>
                  <a:cubicBezTo>
                    <a:pt x="49504" y="124885"/>
                    <a:pt x="61354" y="123750"/>
                    <a:pt x="62110" y="114674"/>
                  </a:cubicBezTo>
                  <a:cubicBezTo>
                    <a:pt x="62867" y="105723"/>
                    <a:pt x="72700" y="99042"/>
                    <a:pt x="78247" y="101689"/>
                  </a:cubicBezTo>
                  <a:cubicBezTo>
                    <a:pt x="83794" y="104462"/>
                    <a:pt x="91988" y="126398"/>
                    <a:pt x="92366" y="137744"/>
                  </a:cubicBezTo>
                  <a:cubicBezTo>
                    <a:pt x="92492" y="141400"/>
                    <a:pt x="94005" y="146190"/>
                    <a:pt x="96526" y="151106"/>
                  </a:cubicBezTo>
                  <a:cubicBezTo>
                    <a:pt x="100939" y="146820"/>
                    <a:pt x="105981" y="143290"/>
                    <a:pt x="105981" y="143290"/>
                  </a:cubicBezTo>
                  <a:cubicBezTo>
                    <a:pt x="105981" y="143290"/>
                    <a:pt x="109132" y="131062"/>
                    <a:pt x="113545" y="12589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9" name="Google Shape;699;p22"/>
            <p:cNvSpPr/>
            <p:nvPr/>
          </p:nvSpPr>
          <p:spPr>
            <a:xfrm>
              <a:off x="7609568" y="3582919"/>
              <a:ext cx="731177" cy="768997"/>
            </a:xfrm>
            <a:custGeom>
              <a:rect b="b" l="l" r="r" t="t"/>
              <a:pathLst>
                <a:path extrusionOk="0" h="768996" w="731177">
                  <a:moveTo>
                    <a:pt x="529946" y="354337"/>
                  </a:moveTo>
                  <a:cubicBezTo>
                    <a:pt x="525155" y="343243"/>
                    <a:pt x="522003" y="322569"/>
                    <a:pt x="523642" y="314627"/>
                  </a:cubicBezTo>
                  <a:cubicBezTo>
                    <a:pt x="525281" y="306685"/>
                    <a:pt x="534736" y="312988"/>
                    <a:pt x="537888" y="303533"/>
                  </a:cubicBezTo>
                  <a:cubicBezTo>
                    <a:pt x="541039" y="293952"/>
                    <a:pt x="510910" y="293952"/>
                    <a:pt x="520365" y="281220"/>
                  </a:cubicBezTo>
                  <a:cubicBezTo>
                    <a:pt x="529946" y="268487"/>
                    <a:pt x="529946" y="281220"/>
                    <a:pt x="542678" y="281220"/>
                  </a:cubicBezTo>
                  <a:cubicBezTo>
                    <a:pt x="555411" y="281220"/>
                    <a:pt x="560202" y="287649"/>
                    <a:pt x="560202" y="295591"/>
                  </a:cubicBezTo>
                  <a:cubicBezTo>
                    <a:pt x="560202" y="303533"/>
                    <a:pt x="572934" y="308323"/>
                    <a:pt x="572934" y="308323"/>
                  </a:cubicBezTo>
                  <a:cubicBezTo>
                    <a:pt x="572934" y="308323"/>
                    <a:pt x="593609" y="306685"/>
                    <a:pt x="603189" y="306685"/>
                  </a:cubicBezTo>
                  <a:cubicBezTo>
                    <a:pt x="612770" y="306685"/>
                    <a:pt x="622225" y="306685"/>
                    <a:pt x="622225" y="312988"/>
                  </a:cubicBezTo>
                  <a:cubicBezTo>
                    <a:pt x="622225" y="319291"/>
                    <a:pt x="611132" y="339966"/>
                    <a:pt x="601551" y="339966"/>
                  </a:cubicBezTo>
                  <a:cubicBezTo>
                    <a:pt x="591970" y="339966"/>
                    <a:pt x="591970" y="366944"/>
                    <a:pt x="599912" y="368582"/>
                  </a:cubicBezTo>
                  <a:cubicBezTo>
                    <a:pt x="607854" y="370221"/>
                    <a:pt x="614158" y="347908"/>
                    <a:pt x="618947" y="347908"/>
                  </a:cubicBezTo>
                  <a:cubicBezTo>
                    <a:pt x="622351" y="347908"/>
                    <a:pt x="624999" y="373121"/>
                    <a:pt x="629663" y="399090"/>
                  </a:cubicBezTo>
                  <a:cubicBezTo>
                    <a:pt x="630924" y="397577"/>
                    <a:pt x="632185" y="396569"/>
                    <a:pt x="633571" y="396569"/>
                  </a:cubicBezTo>
                  <a:cubicBezTo>
                    <a:pt x="639875" y="396569"/>
                    <a:pt x="636723" y="374508"/>
                    <a:pt x="640883" y="368330"/>
                  </a:cubicBezTo>
                  <a:cubicBezTo>
                    <a:pt x="645043" y="362027"/>
                    <a:pt x="643026" y="342109"/>
                    <a:pt x="646178" y="342109"/>
                  </a:cubicBezTo>
                  <a:cubicBezTo>
                    <a:pt x="649330" y="342109"/>
                    <a:pt x="668239" y="348412"/>
                    <a:pt x="667104" y="343117"/>
                  </a:cubicBezTo>
                  <a:cubicBezTo>
                    <a:pt x="666096" y="337823"/>
                    <a:pt x="678577" y="320048"/>
                    <a:pt x="676559" y="310593"/>
                  </a:cubicBezTo>
                  <a:cubicBezTo>
                    <a:pt x="674416" y="301138"/>
                    <a:pt x="683871" y="289666"/>
                    <a:pt x="683871" y="278068"/>
                  </a:cubicBezTo>
                  <a:cubicBezTo>
                    <a:pt x="683871" y="266596"/>
                    <a:pt x="694335" y="263444"/>
                    <a:pt x="701646" y="257141"/>
                  </a:cubicBezTo>
                  <a:cubicBezTo>
                    <a:pt x="708958" y="250838"/>
                    <a:pt x="721565" y="242517"/>
                    <a:pt x="723707" y="247686"/>
                  </a:cubicBezTo>
                  <a:cubicBezTo>
                    <a:pt x="725851" y="252981"/>
                    <a:pt x="741483" y="257141"/>
                    <a:pt x="735180" y="247686"/>
                  </a:cubicBezTo>
                  <a:cubicBezTo>
                    <a:pt x="728877" y="238231"/>
                    <a:pt x="728877" y="231928"/>
                    <a:pt x="733037" y="229911"/>
                  </a:cubicBezTo>
                  <a:cubicBezTo>
                    <a:pt x="737197" y="227768"/>
                    <a:pt x="739340" y="217304"/>
                    <a:pt x="739340" y="217304"/>
                  </a:cubicBezTo>
                  <a:cubicBezTo>
                    <a:pt x="739340" y="217304"/>
                    <a:pt x="725725" y="215161"/>
                    <a:pt x="723582" y="208858"/>
                  </a:cubicBezTo>
                  <a:cubicBezTo>
                    <a:pt x="721438" y="202555"/>
                    <a:pt x="713118" y="196252"/>
                    <a:pt x="713118" y="191083"/>
                  </a:cubicBezTo>
                  <a:cubicBezTo>
                    <a:pt x="713118" y="185788"/>
                    <a:pt x="705806" y="187931"/>
                    <a:pt x="699503" y="193226"/>
                  </a:cubicBezTo>
                  <a:cubicBezTo>
                    <a:pt x="693200" y="198521"/>
                    <a:pt x="681728" y="186923"/>
                    <a:pt x="668113" y="194235"/>
                  </a:cubicBezTo>
                  <a:cubicBezTo>
                    <a:pt x="654498" y="201546"/>
                    <a:pt x="651346" y="209867"/>
                    <a:pt x="645043" y="208858"/>
                  </a:cubicBezTo>
                  <a:cubicBezTo>
                    <a:pt x="638740" y="207850"/>
                    <a:pt x="639749" y="214153"/>
                    <a:pt x="634580" y="219322"/>
                  </a:cubicBezTo>
                  <a:cubicBezTo>
                    <a:pt x="629411" y="224616"/>
                    <a:pt x="625125" y="230793"/>
                    <a:pt x="621974" y="230793"/>
                  </a:cubicBezTo>
                  <a:cubicBezTo>
                    <a:pt x="618822" y="230793"/>
                    <a:pt x="608358" y="236088"/>
                    <a:pt x="608358" y="236088"/>
                  </a:cubicBezTo>
                  <a:cubicBezTo>
                    <a:pt x="608358" y="236088"/>
                    <a:pt x="615670" y="251846"/>
                    <a:pt x="611510" y="259158"/>
                  </a:cubicBezTo>
                  <a:cubicBezTo>
                    <a:pt x="607350" y="266470"/>
                    <a:pt x="596886" y="259158"/>
                    <a:pt x="585288" y="262310"/>
                  </a:cubicBezTo>
                  <a:cubicBezTo>
                    <a:pt x="573817" y="265461"/>
                    <a:pt x="568521" y="258150"/>
                    <a:pt x="560075" y="260167"/>
                  </a:cubicBezTo>
                  <a:cubicBezTo>
                    <a:pt x="551755" y="262310"/>
                    <a:pt x="546460" y="254872"/>
                    <a:pt x="542301" y="256006"/>
                  </a:cubicBezTo>
                  <a:cubicBezTo>
                    <a:pt x="538140" y="257015"/>
                    <a:pt x="531837" y="246552"/>
                    <a:pt x="533854" y="238231"/>
                  </a:cubicBezTo>
                  <a:cubicBezTo>
                    <a:pt x="535997" y="229911"/>
                    <a:pt x="529694" y="218313"/>
                    <a:pt x="525534" y="224616"/>
                  </a:cubicBezTo>
                  <a:cubicBezTo>
                    <a:pt x="521373" y="230919"/>
                    <a:pt x="515070" y="227768"/>
                    <a:pt x="515070" y="237223"/>
                  </a:cubicBezTo>
                  <a:cubicBezTo>
                    <a:pt x="515070" y="246678"/>
                    <a:pt x="520239" y="258150"/>
                    <a:pt x="514062" y="264453"/>
                  </a:cubicBezTo>
                  <a:cubicBezTo>
                    <a:pt x="507759" y="270756"/>
                    <a:pt x="474225" y="273908"/>
                    <a:pt x="467922" y="268613"/>
                  </a:cubicBezTo>
                  <a:cubicBezTo>
                    <a:pt x="461619" y="263318"/>
                    <a:pt x="434389" y="260167"/>
                    <a:pt x="433380" y="254998"/>
                  </a:cubicBezTo>
                  <a:cubicBezTo>
                    <a:pt x="432371" y="249829"/>
                    <a:pt x="423925" y="240374"/>
                    <a:pt x="418757" y="240374"/>
                  </a:cubicBezTo>
                  <a:cubicBezTo>
                    <a:pt x="413588" y="240374"/>
                    <a:pt x="397830" y="247686"/>
                    <a:pt x="393669" y="244535"/>
                  </a:cubicBezTo>
                  <a:cubicBezTo>
                    <a:pt x="389510" y="241383"/>
                    <a:pt x="378920" y="233063"/>
                    <a:pt x="371608" y="231928"/>
                  </a:cubicBezTo>
                  <a:cubicBezTo>
                    <a:pt x="364297" y="230919"/>
                    <a:pt x="352698" y="225625"/>
                    <a:pt x="351690" y="221465"/>
                  </a:cubicBezTo>
                  <a:cubicBezTo>
                    <a:pt x="350681" y="217304"/>
                    <a:pt x="333915" y="215161"/>
                    <a:pt x="330763" y="211001"/>
                  </a:cubicBezTo>
                  <a:cubicBezTo>
                    <a:pt x="327611" y="206841"/>
                    <a:pt x="317148" y="205833"/>
                    <a:pt x="317148" y="200538"/>
                  </a:cubicBezTo>
                  <a:cubicBezTo>
                    <a:pt x="317148" y="195243"/>
                    <a:pt x="321308" y="186923"/>
                    <a:pt x="321308" y="180620"/>
                  </a:cubicBezTo>
                  <a:cubicBezTo>
                    <a:pt x="321308" y="174316"/>
                    <a:pt x="333915" y="168013"/>
                    <a:pt x="333915" y="163853"/>
                  </a:cubicBezTo>
                  <a:cubicBezTo>
                    <a:pt x="333915" y="159693"/>
                    <a:pt x="322443" y="152255"/>
                    <a:pt x="322443" y="152255"/>
                  </a:cubicBezTo>
                  <a:cubicBezTo>
                    <a:pt x="322443" y="152255"/>
                    <a:pt x="315131" y="138640"/>
                    <a:pt x="306685" y="138640"/>
                  </a:cubicBezTo>
                  <a:cubicBezTo>
                    <a:pt x="298364" y="138640"/>
                    <a:pt x="292061" y="124016"/>
                    <a:pt x="284624" y="122882"/>
                  </a:cubicBezTo>
                  <a:cubicBezTo>
                    <a:pt x="277312" y="121873"/>
                    <a:pt x="279328" y="107124"/>
                    <a:pt x="275169" y="101955"/>
                  </a:cubicBezTo>
                  <a:cubicBezTo>
                    <a:pt x="271008" y="96660"/>
                    <a:pt x="274160" y="84180"/>
                    <a:pt x="281472" y="90483"/>
                  </a:cubicBezTo>
                  <a:cubicBezTo>
                    <a:pt x="288783" y="96786"/>
                    <a:pt x="302398" y="90483"/>
                    <a:pt x="297230" y="81028"/>
                  </a:cubicBezTo>
                  <a:cubicBezTo>
                    <a:pt x="291935" y="71573"/>
                    <a:pt x="282606" y="63253"/>
                    <a:pt x="282606" y="57958"/>
                  </a:cubicBezTo>
                  <a:cubicBezTo>
                    <a:pt x="282606" y="52664"/>
                    <a:pt x="288909" y="37032"/>
                    <a:pt x="281598" y="32745"/>
                  </a:cubicBezTo>
                  <a:cubicBezTo>
                    <a:pt x="274286" y="28585"/>
                    <a:pt x="267983" y="22282"/>
                    <a:pt x="265840" y="14970"/>
                  </a:cubicBezTo>
                  <a:cubicBezTo>
                    <a:pt x="263696" y="7658"/>
                    <a:pt x="255376" y="2364"/>
                    <a:pt x="255376" y="2364"/>
                  </a:cubicBezTo>
                  <a:lnTo>
                    <a:pt x="244913" y="3372"/>
                  </a:lnTo>
                  <a:cubicBezTo>
                    <a:pt x="244913" y="3372"/>
                    <a:pt x="238609" y="20139"/>
                    <a:pt x="234449" y="22282"/>
                  </a:cubicBezTo>
                  <a:cubicBezTo>
                    <a:pt x="230290" y="24425"/>
                    <a:pt x="215539" y="27577"/>
                    <a:pt x="208228" y="32745"/>
                  </a:cubicBezTo>
                  <a:cubicBezTo>
                    <a:pt x="200916" y="38040"/>
                    <a:pt x="179990" y="25434"/>
                    <a:pt x="168391" y="25434"/>
                  </a:cubicBezTo>
                  <a:cubicBezTo>
                    <a:pt x="156793" y="25434"/>
                    <a:pt x="149482" y="36905"/>
                    <a:pt x="154776" y="40057"/>
                  </a:cubicBezTo>
                  <a:cubicBezTo>
                    <a:pt x="160071" y="43209"/>
                    <a:pt x="158936" y="65144"/>
                    <a:pt x="158936" y="65144"/>
                  </a:cubicBezTo>
                  <a:cubicBezTo>
                    <a:pt x="158936" y="65144"/>
                    <a:pt x="165240" y="92374"/>
                    <a:pt x="174694" y="90357"/>
                  </a:cubicBezTo>
                  <a:cubicBezTo>
                    <a:pt x="184149" y="88340"/>
                    <a:pt x="195622" y="99812"/>
                    <a:pt x="187301" y="101829"/>
                  </a:cubicBezTo>
                  <a:cubicBezTo>
                    <a:pt x="178981" y="103972"/>
                    <a:pt x="174694" y="113301"/>
                    <a:pt x="173686" y="121747"/>
                  </a:cubicBezTo>
                  <a:cubicBezTo>
                    <a:pt x="172678" y="130067"/>
                    <a:pt x="174694" y="140531"/>
                    <a:pt x="168517" y="141665"/>
                  </a:cubicBezTo>
                  <a:cubicBezTo>
                    <a:pt x="162214" y="142674"/>
                    <a:pt x="155911" y="144817"/>
                    <a:pt x="155911" y="156289"/>
                  </a:cubicBezTo>
                  <a:cubicBezTo>
                    <a:pt x="155911" y="167887"/>
                    <a:pt x="142296" y="164735"/>
                    <a:pt x="140153" y="168896"/>
                  </a:cubicBezTo>
                  <a:cubicBezTo>
                    <a:pt x="138010" y="173056"/>
                    <a:pt x="132841" y="194109"/>
                    <a:pt x="129689" y="197260"/>
                  </a:cubicBezTo>
                  <a:cubicBezTo>
                    <a:pt x="126538" y="200412"/>
                    <a:pt x="108763" y="201420"/>
                    <a:pt x="107628" y="210875"/>
                  </a:cubicBezTo>
                  <a:cubicBezTo>
                    <a:pt x="106619" y="220330"/>
                    <a:pt x="98173" y="231802"/>
                    <a:pt x="93005" y="230793"/>
                  </a:cubicBezTo>
                  <a:cubicBezTo>
                    <a:pt x="87710" y="229785"/>
                    <a:pt x="78255" y="225499"/>
                    <a:pt x="75229" y="231802"/>
                  </a:cubicBezTo>
                  <a:cubicBezTo>
                    <a:pt x="72078" y="238105"/>
                    <a:pt x="58463" y="226507"/>
                    <a:pt x="55311" y="229659"/>
                  </a:cubicBezTo>
                  <a:cubicBezTo>
                    <a:pt x="52160" y="232811"/>
                    <a:pt x="35393" y="246426"/>
                    <a:pt x="35393" y="254746"/>
                  </a:cubicBezTo>
                  <a:cubicBezTo>
                    <a:pt x="35393" y="263192"/>
                    <a:pt x="53168" y="263192"/>
                    <a:pt x="52160" y="273656"/>
                  </a:cubicBezTo>
                  <a:cubicBezTo>
                    <a:pt x="51151" y="284119"/>
                    <a:pt x="58463" y="295591"/>
                    <a:pt x="63757" y="300886"/>
                  </a:cubicBezTo>
                  <a:cubicBezTo>
                    <a:pt x="68926" y="306180"/>
                    <a:pt x="77373" y="318661"/>
                    <a:pt x="73212" y="324964"/>
                  </a:cubicBezTo>
                  <a:cubicBezTo>
                    <a:pt x="69052" y="331267"/>
                    <a:pt x="62749" y="332276"/>
                    <a:pt x="53294" y="330133"/>
                  </a:cubicBezTo>
                  <a:cubicBezTo>
                    <a:pt x="43839" y="327990"/>
                    <a:pt x="44848" y="334293"/>
                    <a:pt x="28081" y="331141"/>
                  </a:cubicBezTo>
                  <a:cubicBezTo>
                    <a:pt x="11314" y="327990"/>
                    <a:pt x="10306" y="340596"/>
                    <a:pt x="4003" y="347908"/>
                  </a:cubicBezTo>
                  <a:cubicBezTo>
                    <a:pt x="3624" y="348412"/>
                    <a:pt x="2994" y="349043"/>
                    <a:pt x="2364" y="349799"/>
                  </a:cubicBezTo>
                  <a:cubicBezTo>
                    <a:pt x="10306" y="356102"/>
                    <a:pt x="13584" y="367196"/>
                    <a:pt x="26820" y="372238"/>
                  </a:cubicBezTo>
                  <a:cubicBezTo>
                    <a:pt x="42074" y="378164"/>
                    <a:pt x="55815" y="362405"/>
                    <a:pt x="55815" y="373751"/>
                  </a:cubicBezTo>
                  <a:cubicBezTo>
                    <a:pt x="55815" y="385097"/>
                    <a:pt x="19761" y="382828"/>
                    <a:pt x="19004" y="386358"/>
                  </a:cubicBezTo>
                  <a:cubicBezTo>
                    <a:pt x="18248" y="389888"/>
                    <a:pt x="56193" y="435775"/>
                    <a:pt x="75481" y="432245"/>
                  </a:cubicBezTo>
                  <a:cubicBezTo>
                    <a:pt x="94643" y="428716"/>
                    <a:pt x="108889" y="407915"/>
                    <a:pt x="103342" y="404763"/>
                  </a:cubicBezTo>
                  <a:cubicBezTo>
                    <a:pt x="97795" y="401612"/>
                    <a:pt x="106494" y="388627"/>
                    <a:pt x="111536" y="391022"/>
                  </a:cubicBezTo>
                  <a:cubicBezTo>
                    <a:pt x="116579" y="393417"/>
                    <a:pt x="112292" y="413714"/>
                    <a:pt x="118218" y="418504"/>
                  </a:cubicBezTo>
                  <a:cubicBezTo>
                    <a:pt x="124143" y="423169"/>
                    <a:pt x="122126" y="431867"/>
                    <a:pt x="118218" y="442835"/>
                  </a:cubicBezTo>
                  <a:cubicBezTo>
                    <a:pt x="114310" y="453803"/>
                    <a:pt x="122126" y="475360"/>
                    <a:pt x="123260" y="487588"/>
                  </a:cubicBezTo>
                  <a:cubicBezTo>
                    <a:pt x="124395" y="499690"/>
                    <a:pt x="132715" y="517339"/>
                    <a:pt x="135488" y="535367"/>
                  </a:cubicBezTo>
                  <a:cubicBezTo>
                    <a:pt x="138262" y="553394"/>
                    <a:pt x="149608" y="586423"/>
                    <a:pt x="160197" y="606341"/>
                  </a:cubicBezTo>
                  <a:cubicBezTo>
                    <a:pt x="170786" y="626386"/>
                    <a:pt x="178981" y="665592"/>
                    <a:pt x="186041" y="675047"/>
                  </a:cubicBezTo>
                  <a:cubicBezTo>
                    <a:pt x="193100" y="684502"/>
                    <a:pt x="211127" y="713118"/>
                    <a:pt x="211127" y="730767"/>
                  </a:cubicBezTo>
                  <a:cubicBezTo>
                    <a:pt x="211127" y="748416"/>
                    <a:pt x="230416" y="773125"/>
                    <a:pt x="236971" y="777790"/>
                  </a:cubicBezTo>
                  <a:cubicBezTo>
                    <a:pt x="243652" y="782454"/>
                    <a:pt x="258149" y="772243"/>
                    <a:pt x="261680" y="761275"/>
                  </a:cubicBezTo>
                  <a:cubicBezTo>
                    <a:pt x="265209" y="750308"/>
                    <a:pt x="285254" y="746021"/>
                    <a:pt x="286389" y="736566"/>
                  </a:cubicBezTo>
                  <a:cubicBezTo>
                    <a:pt x="287523" y="727111"/>
                    <a:pt x="289540" y="719674"/>
                    <a:pt x="296600" y="718539"/>
                  </a:cubicBezTo>
                  <a:cubicBezTo>
                    <a:pt x="303659" y="717405"/>
                    <a:pt x="303659" y="709967"/>
                    <a:pt x="303659" y="699755"/>
                  </a:cubicBezTo>
                  <a:cubicBezTo>
                    <a:pt x="303659" y="689544"/>
                    <a:pt x="304416" y="675047"/>
                    <a:pt x="311475" y="665970"/>
                  </a:cubicBezTo>
                  <a:cubicBezTo>
                    <a:pt x="318535" y="656893"/>
                    <a:pt x="319669" y="632563"/>
                    <a:pt x="315383" y="622856"/>
                  </a:cubicBezTo>
                  <a:cubicBezTo>
                    <a:pt x="311097" y="613023"/>
                    <a:pt x="313366" y="599282"/>
                    <a:pt x="317400" y="589448"/>
                  </a:cubicBezTo>
                  <a:cubicBezTo>
                    <a:pt x="321308" y="579615"/>
                    <a:pt x="319795" y="568270"/>
                    <a:pt x="327234" y="567513"/>
                  </a:cubicBezTo>
                  <a:cubicBezTo>
                    <a:pt x="334671" y="566757"/>
                    <a:pt x="345639" y="560075"/>
                    <a:pt x="353455" y="549486"/>
                  </a:cubicBezTo>
                  <a:cubicBezTo>
                    <a:pt x="361271" y="538896"/>
                    <a:pt x="385223" y="524399"/>
                    <a:pt x="393922" y="517339"/>
                  </a:cubicBezTo>
                  <a:cubicBezTo>
                    <a:pt x="402494" y="510280"/>
                    <a:pt x="428842" y="487084"/>
                    <a:pt x="436658" y="474225"/>
                  </a:cubicBezTo>
                  <a:cubicBezTo>
                    <a:pt x="444474" y="461240"/>
                    <a:pt x="466788" y="456954"/>
                    <a:pt x="477124" y="446365"/>
                  </a:cubicBezTo>
                  <a:cubicBezTo>
                    <a:pt x="487336" y="435775"/>
                    <a:pt x="483428" y="430354"/>
                    <a:pt x="485319" y="418882"/>
                  </a:cubicBezTo>
                  <a:cubicBezTo>
                    <a:pt x="487336" y="407537"/>
                    <a:pt x="520239" y="402746"/>
                    <a:pt x="532846" y="402746"/>
                  </a:cubicBezTo>
                  <a:cubicBezTo>
                    <a:pt x="535367" y="402746"/>
                    <a:pt x="537510" y="402494"/>
                    <a:pt x="539400" y="402116"/>
                  </a:cubicBezTo>
                  <a:cubicBezTo>
                    <a:pt x="539023" y="384719"/>
                    <a:pt x="533602" y="363036"/>
                    <a:pt x="529946" y="35433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0" name="Google Shape;700;p22"/>
            <p:cNvSpPr/>
            <p:nvPr/>
          </p:nvSpPr>
          <p:spPr>
            <a:xfrm>
              <a:off x="8120384" y="3040377"/>
              <a:ext cx="832029" cy="352982"/>
            </a:xfrm>
            <a:custGeom>
              <a:rect b="b" l="l" r="r" t="t"/>
              <a:pathLst>
                <a:path extrusionOk="0" h="352982" w="832029">
                  <a:moveTo>
                    <a:pt x="800733" y="151330"/>
                  </a:moveTo>
                  <a:cubicBezTo>
                    <a:pt x="792161" y="141119"/>
                    <a:pt x="778546" y="146162"/>
                    <a:pt x="775142" y="154734"/>
                  </a:cubicBezTo>
                  <a:cubicBezTo>
                    <a:pt x="771738" y="163306"/>
                    <a:pt x="764805" y="151330"/>
                    <a:pt x="749551" y="151330"/>
                  </a:cubicBezTo>
                  <a:cubicBezTo>
                    <a:pt x="734171" y="151330"/>
                    <a:pt x="732406" y="159903"/>
                    <a:pt x="722195" y="149691"/>
                  </a:cubicBezTo>
                  <a:cubicBezTo>
                    <a:pt x="711984" y="139480"/>
                    <a:pt x="725599" y="135950"/>
                    <a:pt x="725599" y="135950"/>
                  </a:cubicBezTo>
                  <a:lnTo>
                    <a:pt x="727364" y="122335"/>
                  </a:lnTo>
                  <a:lnTo>
                    <a:pt x="748543" y="79851"/>
                  </a:lnTo>
                  <a:cubicBezTo>
                    <a:pt x="742491" y="77330"/>
                    <a:pt x="733541" y="76448"/>
                    <a:pt x="729381" y="77960"/>
                  </a:cubicBezTo>
                  <a:cubicBezTo>
                    <a:pt x="723077" y="80356"/>
                    <a:pt x="708202" y="78717"/>
                    <a:pt x="706689" y="73296"/>
                  </a:cubicBezTo>
                  <a:cubicBezTo>
                    <a:pt x="705050" y="67749"/>
                    <a:pt x="679963" y="66993"/>
                    <a:pt x="673786" y="71657"/>
                  </a:cubicBezTo>
                  <a:cubicBezTo>
                    <a:pt x="667483" y="76322"/>
                    <a:pt x="653363" y="80230"/>
                    <a:pt x="652607" y="85776"/>
                  </a:cubicBezTo>
                  <a:cubicBezTo>
                    <a:pt x="651850" y="91323"/>
                    <a:pt x="636849" y="89684"/>
                    <a:pt x="631428" y="93593"/>
                  </a:cubicBezTo>
                  <a:cubicBezTo>
                    <a:pt x="625881" y="97501"/>
                    <a:pt x="597642" y="99139"/>
                    <a:pt x="596886" y="102291"/>
                  </a:cubicBezTo>
                  <a:cubicBezTo>
                    <a:pt x="596130" y="105443"/>
                    <a:pt x="566252" y="106199"/>
                    <a:pt x="561588" y="102291"/>
                  </a:cubicBezTo>
                  <a:cubicBezTo>
                    <a:pt x="556924" y="98383"/>
                    <a:pt x="530954" y="102291"/>
                    <a:pt x="527803" y="95988"/>
                  </a:cubicBezTo>
                  <a:cubicBezTo>
                    <a:pt x="524651" y="89684"/>
                    <a:pt x="513683" y="86533"/>
                    <a:pt x="513683" y="81112"/>
                  </a:cubicBezTo>
                  <a:cubicBezTo>
                    <a:pt x="513683" y="75565"/>
                    <a:pt x="494017" y="75565"/>
                    <a:pt x="491748" y="70901"/>
                  </a:cubicBezTo>
                  <a:cubicBezTo>
                    <a:pt x="489353" y="66236"/>
                    <a:pt x="473720" y="63841"/>
                    <a:pt x="471325" y="65354"/>
                  </a:cubicBezTo>
                  <a:cubicBezTo>
                    <a:pt x="468931" y="66993"/>
                    <a:pt x="451659" y="60563"/>
                    <a:pt x="446995" y="59807"/>
                  </a:cubicBezTo>
                  <a:cubicBezTo>
                    <a:pt x="442330" y="59051"/>
                    <a:pt x="427328" y="62959"/>
                    <a:pt x="422664" y="62959"/>
                  </a:cubicBezTo>
                  <a:cubicBezTo>
                    <a:pt x="418000" y="62959"/>
                    <a:pt x="409301" y="71657"/>
                    <a:pt x="403881" y="72414"/>
                  </a:cubicBezTo>
                  <a:cubicBezTo>
                    <a:pt x="398334" y="73170"/>
                    <a:pt x="383458" y="62959"/>
                    <a:pt x="380306" y="65354"/>
                  </a:cubicBezTo>
                  <a:cubicBezTo>
                    <a:pt x="377155" y="67749"/>
                    <a:pt x="367700" y="57538"/>
                    <a:pt x="363792" y="52747"/>
                  </a:cubicBezTo>
                  <a:cubicBezTo>
                    <a:pt x="359884" y="48083"/>
                    <a:pt x="363792" y="34720"/>
                    <a:pt x="360640" y="29930"/>
                  </a:cubicBezTo>
                  <a:cubicBezTo>
                    <a:pt x="357489" y="25265"/>
                    <a:pt x="340218" y="25265"/>
                    <a:pt x="334797" y="22114"/>
                  </a:cubicBezTo>
                  <a:cubicBezTo>
                    <a:pt x="329250" y="18962"/>
                    <a:pt x="320678" y="14298"/>
                    <a:pt x="315131" y="14298"/>
                  </a:cubicBezTo>
                  <a:cubicBezTo>
                    <a:pt x="309710" y="14298"/>
                    <a:pt x="301012" y="12785"/>
                    <a:pt x="298617" y="10390"/>
                  </a:cubicBezTo>
                  <a:cubicBezTo>
                    <a:pt x="296221" y="7994"/>
                    <a:pt x="284497" y="4086"/>
                    <a:pt x="279076" y="2574"/>
                  </a:cubicBezTo>
                  <a:cubicBezTo>
                    <a:pt x="273530" y="1061"/>
                    <a:pt x="272773" y="8120"/>
                    <a:pt x="269621" y="11146"/>
                  </a:cubicBezTo>
                  <a:cubicBezTo>
                    <a:pt x="266469" y="14298"/>
                    <a:pt x="257014" y="15054"/>
                    <a:pt x="255502" y="20601"/>
                  </a:cubicBezTo>
                  <a:cubicBezTo>
                    <a:pt x="253863" y="26148"/>
                    <a:pt x="242895" y="27660"/>
                    <a:pt x="244534" y="33964"/>
                  </a:cubicBezTo>
                  <a:cubicBezTo>
                    <a:pt x="246173" y="40267"/>
                    <a:pt x="250081" y="52874"/>
                    <a:pt x="253989" y="55899"/>
                  </a:cubicBezTo>
                  <a:cubicBezTo>
                    <a:pt x="257897" y="59051"/>
                    <a:pt x="255628" y="68506"/>
                    <a:pt x="253233" y="71657"/>
                  </a:cubicBezTo>
                  <a:cubicBezTo>
                    <a:pt x="250837" y="74809"/>
                    <a:pt x="234323" y="77078"/>
                    <a:pt x="231297" y="82625"/>
                  </a:cubicBezTo>
                  <a:cubicBezTo>
                    <a:pt x="228146" y="88172"/>
                    <a:pt x="220330" y="81868"/>
                    <a:pt x="212514" y="77078"/>
                  </a:cubicBezTo>
                  <a:cubicBezTo>
                    <a:pt x="204698" y="72414"/>
                    <a:pt x="195243" y="75565"/>
                    <a:pt x="191335" y="78717"/>
                  </a:cubicBezTo>
                  <a:cubicBezTo>
                    <a:pt x="187427" y="81868"/>
                    <a:pt x="173308" y="70901"/>
                    <a:pt x="169400" y="70018"/>
                  </a:cubicBezTo>
                  <a:cubicBezTo>
                    <a:pt x="165492" y="69262"/>
                    <a:pt x="164736" y="54386"/>
                    <a:pt x="160828" y="55143"/>
                  </a:cubicBezTo>
                  <a:cubicBezTo>
                    <a:pt x="156920" y="55899"/>
                    <a:pt x="129437" y="50478"/>
                    <a:pt x="124016" y="48839"/>
                  </a:cubicBezTo>
                  <a:cubicBezTo>
                    <a:pt x="118469" y="47327"/>
                    <a:pt x="106745" y="48083"/>
                    <a:pt x="105232" y="51991"/>
                  </a:cubicBezTo>
                  <a:cubicBezTo>
                    <a:pt x="103594" y="55899"/>
                    <a:pt x="89474" y="55143"/>
                    <a:pt x="87205" y="59807"/>
                  </a:cubicBezTo>
                  <a:cubicBezTo>
                    <a:pt x="84810" y="64471"/>
                    <a:pt x="73842" y="66867"/>
                    <a:pt x="69934" y="71531"/>
                  </a:cubicBezTo>
                  <a:cubicBezTo>
                    <a:pt x="66026" y="76196"/>
                    <a:pt x="52664" y="76196"/>
                    <a:pt x="49512" y="83255"/>
                  </a:cubicBezTo>
                  <a:cubicBezTo>
                    <a:pt x="46360" y="90315"/>
                    <a:pt x="29846" y="93466"/>
                    <a:pt x="25181" y="94223"/>
                  </a:cubicBezTo>
                  <a:cubicBezTo>
                    <a:pt x="20517" y="94979"/>
                    <a:pt x="7911" y="97374"/>
                    <a:pt x="7154" y="101283"/>
                  </a:cubicBezTo>
                  <a:cubicBezTo>
                    <a:pt x="6776" y="102921"/>
                    <a:pt x="4884" y="103173"/>
                    <a:pt x="2364" y="102921"/>
                  </a:cubicBezTo>
                  <a:cubicBezTo>
                    <a:pt x="2615" y="103930"/>
                    <a:pt x="2994" y="104938"/>
                    <a:pt x="3246" y="106073"/>
                  </a:cubicBezTo>
                  <a:cubicBezTo>
                    <a:pt x="6523" y="123974"/>
                    <a:pt x="14088" y="123470"/>
                    <a:pt x="22281" y="130530"/>
                  </a:cubicBezTo>
                  <a:cubicBezTo>
                    <a:pt x="30476" y="137589"/>
                    <a:pt x="37536" y="143010"/>
                    <a:pt x="46108" y="143514"/>
                  </a:cubicBezTo>
                  <a:cubicBezTo>
                    <a:pt x="54806" y="144019"/>
                    <a:pt x="67792" y="154356"/>
                    <a:pt x="68926" y="161920"/>
                  </a:cubicBezTo>
                  <a:cubicBezTo>
                    <a:pt x="70061" y="169484"/>
                    <a:pt x="78129" y="178182"/>
                    <a:pt x="83045" y="181964"/>
                  </a:cubicBezTo>
                  <a:cubicBezTo>
                    <a:pt x="87962" y="185746"/>
                    <a:pt x="81406" y="198857"/>
                    <a:pt x="81406" y="208564"/>
                  </a:cubicBezTo>
                  <a:cubicBezTo>
                    <a:pt x="81406" y="218271"/>
                    <a:pt x="69430" y="220540"/>
                    <a:pt x="75481" y="230247"/>
                  </a:cubicBezTo>
                  <a:cubicBezTo>
                    <a:pt x="81406" y="240080"/>
                    <a:pt x="123260" y="244871"/>
                    <a:pt x="135236" y="244871"/>
                  </a:cubicBezTo>
                  <a:cubicBezTo>
                    <a:pt x="147212" y="244871"/>
                    <a:pt x="151498" y="256343"/>
                    <a:pt x="155154" y="256847"/>
                  </a:cubicBezTo>
                  <a:cubicBezTo>
                    <a:pt x="162718" y="258107"/>
                    <a:pt x="163727" y="267058"/>
                    <a:pt x="172299" y="268823"/>
                  </a:cubicBezTo>
                  <a:cubicBezTo>
                    <a:pt x="180871" y="270462"/>
                    <a:pt x="189444" y="275630"/>
                    <a:pt x="192848" y="291010"/>
                  </a:cubicBezTo>
                  <a:cubicBezTo>
                    <a:pt x="196252" y="306390"/>
                    <a:pt x="206463" y="311559"/>
                    <a:pt x="208227" y="318367"/>
                  </a:cubicBezTo>
                  <a:cubicBezTo>
                    <a:pt x="209992" y="325174"/>
                    <a:pt x="228776" y="320005"/>
                    <a:pt x="242391" y="321770"/>
                  </a:cubicBezTo>
                  <a:cubicBezTo>
                    <a:pt x="256133" y="323535"/>
                    <a:pt x="295339" y="321770"/>
                    <a:pt x="305676" y="323535"/>
                  </a:cubicBezTo>
                  <a:cubicBezTo>
                    <a:pt x="315887" y="325174"/>
                    <a:pt x="339839" y="323535"/>
                    <a:pt x="353581" y="333746"/>
                  </a:cubicBezTo>
                  <a:cubicBezTo>
                    <a:pt x="367196" y="343958"/>
                    <a:pt x="374129" y="335385"/>
                    <a:pt x="382702" y="340554"/>
                  </a:cubicBezTo>
                  <a:cubicBezTo>
                    <a:pt x="391274" y="345723"/>
                    <a:pt x="398081" y="349126"/>
                    <a:pt x="410058" y="347362"/>
                  </a:cubicBezTo>
                  <a:cubicBezTo>
                    <a:pt x="422034" y="345597"/>
                    <a:pt x="422034" y="355934"/>
                    <a:pt x="430606" y="357573"/>
                  </a:cubicBezTo>
                  <a:cubicBezTo>
                    <a:pt x="439179" y="359338"/>
                    <a:pt x="454559" y="343832"/>
                    <a:pt x="476747" y="333620"/>
                  </a:cubicBezTo>
                  <a:cubicBezTo>
                    <a:pt x="498933" y="323409"/>
                    <a:pt x="524651" y="330217"/>
                    <a:pt x="536627" y="331982"/>
                  </a:cubicBezTo>
                  <a:cubicBezTo>
                    <a:pt x="548603" y="333620"/>
                    <a:pt x="570791" y="326813"/>
                    <a:pt x="584532" y="311433"/>
                  </a:cubicBezTo>
                  <a:cubicBezTo>
                    <a:pt x="598273" y="296053"/>
                    <a:pt x="615292" y="299457"/>
                    <a:pt x="617057" y="285842"/>
                  </a:cubicBezTo>
                  <a:cubicBezTo>
                    <a:pt x="618821" y="272227"/>
                    <a:pt x="603442" y="267058"/>
                    <a:pt x="610249" y="255082"/>
                  </a:cubicBezTo>
                  <a:cubicBezTo>
                    <a:pt x="617057" y="243106"/>
                    <a:pt x="629033" y="244871"/>
                    <a:pt x="635967" y="248274"/>
                  </a:cubicBezTo>
                  <a:cubicBezTo>
                    <a:pt x="642774" y="251678"/>
                    <a:pt x="661558" y="256847"/>
                    <a:pt x="678702" y="244871"/>
                  </a:cubicBezTo>
                  <a:cubicBezTo>
                    <a:pt x="695848" y="232894"/>
                    <a:pt x="702655" y="234659"/>
                    <a:pt x="718034" y="232894"/>
                  </a:cubicBezTo>
                  <a:cubicBezTo>
                    <a:pt x="733415" y="231130"/>
                    <a:pt x="731650" y="220918"/>
                    <a:pt x="741987" y="210707"/>
                  </a:cubicBezTo>
                  <a:cubicBezTo>
                    <a:pt x="752198" y="200496"/>
                    <a:pt x="764175" y="197092"/>
                    <a:pt x="774512" y="197092"/>
                  </a:cubicBezTo>
                  <a:cubicBezTo>
                    <a:pt x="784723" y="197092"/>
                    <a:pt x="798464" y="186881"/>
                    <a:pt x="808675" y="190284"/>
                  </a:cubicBezTo>
                  <a:cubicBezTo>
                    <a:pt x="818886" y="193688"/>
                    <a:pt x="834267" y="195453"/>
                    <a:pt x="836032" y="186881"/>
                  </a:cubicBezTo>
                  <a:cubicBezTo>
                    <a:pt x="836536" y="178686"/>
                    <a:pt x="809180" y="161542"/>
                    <a:pt x="800733" y="15133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1" name="Google Shape;701;p22"/>
            <p:cNvSpPr/>
            <p:nvPr/>
          </p:nvSpPr>
          <p:spPr>
            <a:xfrm>
              <a:off x="6713750" y="3667711"/>
              <a:ext cx="12607" cy="37820"/>
            </a:xfrm>
            <a:custGeom>
              <a:rect b="b" l="l" r="r" t="t"/>
              <a:pathLst>
                <a:path extrusionOk="0" h="37819" w="12606">
                  <a:moveTo>
                    <a:pt x="7911" y="2666"/>
                  </a:moveTo>
                  <a:cubicBezTo>
                    <a:pt x="3876" y="4304"/>
                    <a:pt x="2364" y="19432"/>
                    <a:pt x="2364" y="21827"/>
                  </a:cubicBezTo>
                  <a:cubicBezTo>
                    <a:pt x="2364" y="23592"/>
                    <a:pt x="4885" y="31156"/>
                    <a:pt x="12197" y="38720"/>
                  </a:cubicBezTo>
                  <a:cubicBezTo>
                    <a:pt x="13709" y="27122"/>
                    <a:pt x="14088" y="11868"/>
                    <a:pt x="15096" y="7708"/>
                  </a:cubicBezTo>
                  <a:cubicBezTo>
                    <a:pt x="15348" y="6573"/>
                    <a:pt x="15727" y="4809"/>
                    <a:pt x="15979" y="2539"/>
                  </a:cubicBezTo>
                  <a:cubicBezTo>
                    <a:pt x="11945" y="2287"/>
                    <a:pt x="9045" y="2287"/>
                    <a:pt x="7911" y="266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2" name="Google Shape;702;p22"/>
            <p:cNvSpPr/>
            <p:nvPr/>
          </p:nvSpPr>
          <p:spPr>
            <a:xfrm>
              <a:off x="6690806" y="3644565"/>
              <a:ext cx="37820" cy="113459"/>
            </a:xfrm>
            <a:custGeom>
              <a:rect b="b" l="l" r="r" t="t"/>
              <a:pathLst>
                <a:path extrusionOk="0" h="113458" w="37819">
                  <a:moveTo>
                    <a:pt x="20391" y="111788"/>
                  </a:moveTo>
                  <a:cubicBezTo>
                    <a:pt x="21273" y="112292"/>
                    <a:pt x="22156" y="112797"/>
                    <a:pt x="23164" y="113301"/>
                  </a:cubicBezTo>
                  <a:cubicBezTo>
                    <a:pt x="25434" y="97417"/>
                    <a:pt x="28837" y="78633"/>
                    <a:pt x="31611" y="74851"/>
                  </a:cubicBezTo>
                  <a:cubicBezTo>
                    <a:pt x="33250" y="72708"/>
                    <a:pt x="34258" y="67792"/>
                    <a:pt x="35015" y="61992"/>
                  </a:cubicBezTo>
                  <a:cubicBezTo>
                    <a:pt x="27703" y="54555"/>
                    <a:pt x="25181" y="46865"/>
                    <a:pt x="25181" y="45100"/>
                  </a:cubicBezTo>
                  <a:cubicBezTo>
                    <a:pt x="25181" y="42704"/>
                    <a:pt x="26820" y="27577"/>
                    <a:pt x="30728" y="25938"/>
                  </a:cubicBezTo>
                  <a:cubicBezTo>
                    <a:pt x="31863" y="25434"/>
                    <a:pt x="34889" y="25560"/>
                    <a:pt x="38797" y="25686"/>
                  </a:cubicBezTo>
                  <a:cubicBezTo>
                    <a:pt x="39553" y="20895"/>
                    <a:pt x="40309" y="14214"/>
                    <a:pt x="40940" y="8037"/>
                  </a:cubicBezTo>
                  <a:lnTo>
                    <a:pt x="27577" y="2364"/>
                  </a:lnTo>
                  <a:cubicBezTo>
                    <a:pt x="25560" y="6650"/>
                    <a:pt x="23921" y="10936"/>
                    <a:pt x="23291" y="14844"/>
                  </a:cubicBezTo>
                  <a:cubicBezTo>
                    <a:pt x="21021" y="28963"/>
                    <a:pt x="8541" y="52412"/>
                    <a:pt x="2364" y="62118"/>
                  </a:cubicBezTo>
                  <a:lnTo>
                    <a:pt x="21400" y="108889"/>
                  </a:lnTo>
                  <a:lnTo>
                    <a:pt x="20391" y="111788"/>
                  </a:ln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3" name="Google Shape;703;p22"/>
            <p:cNvSpPr/>
            <p:nvPr/>
          </p:nvSpPr>
          <p:spPr>
            <a:xfrm>
              <a:off x="6711481" y="3642800"/>
              <a:ext cx="113459" cy="126065"/>
            </a:xfrm>
            <a:custGeom>
              <a:rect b="b" l="l" r="r" t="t"/>
              <a:pathLst>
                <a:path extrusionOk="0" h="126065" w="113458">
                  <a:moveTo>
                    <a:pt x="106115" y="2364"/>
                  </a:moveTo>
                  <a:cubicBezTo>
                    <a:pt x="89475" y="10936"/>
                    <a:pt x="74977" y="17996"/>
                    <a:pt x="72203" y="18374"/>
                  </a:cubicBezTo>
                  <a:cubicBezTo>
                    <a:pt x="64892" y="19382"/>
                    <a:pt x="46990" y="31989"/>
                    <a:pt x="46990" y="31989"/>
                  </a:cubicBezTo>
                  <a:lnTo>
                    <a:pt x="22912" y="19382"/>
                  </a:lnTo>
                  <a:lnTo>
                    <a:pt x="20769" y="9928"/>
                  </a:lnTo>
                  <a:lnTo>
                    <a:pt x="20265" y="9802"/>
                  </a:lnTo>
                  <a:cubicBezTo>
                    <a:pt x="19256" y="18878"/>
                    <a:pt x="17996" y="29215"/>
                    <a:pt x="17113" y="32619"/>
                  </a:cubicBezTo>
                  <a:cubicBezTo>
                    <a:pt x="15474" y="38923"/>
                    <a:pt x="15474" y="70313"/>
                    <a:pt x="10810" y="76616"/>
                  </a:cubicBezTo>
                  <a:cubicBezTo>
                    <a:pt x="7911" y="80398"/>
                    <a:pt x="4507" y="99182"/>
                    <a:pt x="2364" y="115066"/>
                  </a:cubicBezTo>
                  <a:cubicBezTo>
                    <a:pt x="11062" y="119730"/>
                    <a:pt x="21147" y="124773"/>
                    <a:pt x="25938" y="125277"/>
                  </a:cubicBezTo>
                  <a:cubicBezTo>
                    <a:pt x="35393" y="126286"/>
                    <a:pt x="46865" y="115822"/>
                    <a:pt x="46865" y="109519"/>
                  </a:cubicBezTo>
                  <a:cubicBezTo>
                    <a:pt x="46865" y="103216"/>
                    <a:pt x="55311" y="102207"/>
                    <a:pt x="63631" y="102207"/>
                  </a:cubicBezTo>
                  <a:cubicBezTo>
                    <a:pt x="71951" y="102207"/>
                    <a:pt x="73086" y="92752"/>
                    <a:pt x="79389" y="89601"/>
                  </a:cubicBezTo>
                  <a:cubicBezTo>
                    <a:pt x="85693" y="86449"/>
                    <a:pt x="65774" y="68674"/>
                    <a:pt x="59471" y="66531"/>
                  </a:cubicBezTo>
                  <a:cubicBezTo>
                    <a:pt x="53168" y="64388"/>
                    <a:pt x="64766" y="50773"/>
                    <a:pt x="85693" y="49764"/>
                  </a:cubicBezTo>
                  <a:cubicBezTo>
                    <a:pt x="106619" y="48756"/>
                    <a:pt x="101451" y="41444"/>
                    <a:pt x="112923" y="41444"/>
                  </a:cubicBezTo>
                  <a:cubicBezTo>
                    <a:pt x="113427" y="41444"/>
                    <a:pt x="113931" y="41444"/>
                    <a:pt x="114435" y="41444"/>
                  </a:cubicBezTo>
                  <a:cubicBezTo>
                    <a:pt x="112418" y="32241"/>
                    <a:pt x="109897" y="21147"/>
                    <a:pt x="108258" y="15348"/>
                  </a:cubicBezTo>
                  <a:cubicBezTo>
                    <a:pt x="107250" y="11945"/>
                    <a:pt x="106619" y="7154"/>
                    <a:pt x="106115" y="236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4" name="Google Shape;704;p22"/>
            <p:cNvSpPr/>
            <p:nvPr/>
          </p:nvSpPr>
          <p:spPr>
            <a:xfrm>
              <a:off x="7639010" y="3341606"/>
              <a:ext cx="289950" cy="126065"/>
            </a:xfrm>
            <a:custGeom>
              <a:rect b="b" l="l" r="r" t="t"/>
              <a:pathLst>
                <a:path extrusionOk="0" h="126065" w="289949">
                  <a:moveTo>
                    <a:pt x="269805" y="24702"/>
                  </a:moveTo>
                  <a:cubicBezTo>
                    <a:pt x="259593" y="12978"/>
                    <a:pt x="256442" y="20794"/>
                    <a:pt x="244718" y="17642"/>
                  </a:cubicBezTo>
                  <a:cubicBezTo>
                    <a:pt x="232994" y="14491"/>
                    <a:pt x="185846" y="9826"/>
                    <a:pt x="176391" y="13734"/>
                  </a:cubicBezTo>
                  <a:cubicBezTo>
                    <a:pt x="166936" y="17642"/>
                    <a:pt x="147396" y="6675"/>
                    <a:pt x="141093" y="3523"/>
                  </a:cubicBezTo>
                  <a:cubicBezTo>
                    <a:pt x="134789" y="371"/>
                    <a:pt x="114367" y="3523"/>
                    <a:pt x="113610" y="14491"/>
                  </a:cubicBezTo>
                  <a:cubicBezTo>
                    <a:pt x="112854" y="25458"/>
                    <a:pt x="104155" y="25458"/>
                    <a:pt x="90036" y="18399"/>
                  </a:cubicBezTo>
                  <a:cubicBezTo>
                    <a:pt x="75917" y="11339"/>
                    <a:pt x="54738" y="11339"/>
                    <a:pt x="53981" y="19155"/>
                  </a:cubicBezTo>
                  <a:cubicBezTo>
                    <a:pt x="53225" y="26971"/>
                    <a:pt x="43014" y="34787"/>
                    <a:pt x="37467" y="37182"/>
                  </a:cubicBezTo>
                  <a:cubicBezTo>
                    <a:pt x="35324" y="38065"/>
                    <a:pt x="32424" y="44494"/>
                    <a:pt x="29399" y="51932"/>
                  </a:cubicBezTo>
                  <a:cubicBezTo>
                    <a:pt x="33685" y="53571"/>
                    <a:pt x="36332" y="57227"/>
                    <a:pt x="39232" y="60756"/>
                  </a:cubicBezTo>
                  <a:cubicBezTo>
                    <a:pt x="44526" y="67060"/>
                    <a:pt x="58142" y="66051"/>
                    <a:pt x="60159" y="59748"/>
                  </a:cubicBezTo>
                  <a:cubicBezTo>
                    <a:pt x="62302" y="53445"/>
                    <a:pt x="84237" y="66051"/>
                    <a:pt x="96843" y="76515"/>
                  </a:cubicBezTo>
                  <a:cubicBezTo>
                    <a:pt x="109450" y="86978"/>
                    <a:pt x="90540" y="79666"/>
                    <a:pt x="85246" y="90130"/>
                  </a:cubicBezTo>
                  <a:cubicBezTo>
                    <a:pt x="79951" y="100593"/>
                    <a:pt x="64319" y="90130"/>
                    <a:pt x="60159" y="94290"/>
                  </a:cubicBezTo>
                  <a:cubicBezTo>
                    <a:pt x="55998" y="98450"/>
                    <a:pt x="28768" y="100593"/>
                    <a:pt x="21330" y="99584"/>
                  </a:cubicBezTo>
                  <a:cubicBezTo>
                    <a:pt x="14019" y="98576"/>
                    <a:pt x="1412" y="110048"/>
                    <a:pt x="2421" y="115343"/>
                  </a:cubicBezTo>
                  <a:cubicBezTo>
                    <a:pt x="3429" y="120637"/>
                    <a:pt x="30785" y="112191"/>
                    <a:pt x="40114" y="118494"/>
                  </a:cubicBezTo>
                  <a:cubicBezTo>
                    <a:pt x="49569" y="124797"/>
                    <a:pt x="59024" y="112191"/>
                    <a:pt x="64193" y="119503"/>
                  </a:cubicBezTo>
                  <a:cubicBezTo>
                    <a:pt x="69361" y="126815"/>
                    <a:pt x="80959" y="121646"/>
                    <a:pt x="86128" y="123663"/>
                  </a:cubicBezTo>
                  <a:cubicBezTo>
                    <a:pt x="91297" y="125806"/>
                    <a:pt x="120418" y="121646"/>
                    <a:pt x="120670" y="121520"/>
                  </a:cubicBezTo>
                  <a:cubicBezTo>
                    <a:pt x="123821" y="117738"/>
                    <a:pt x="124956" y="112695"/>
                    <a:pt x="124956" y="108409"/>
                  </a:cubicBezTo>
                  <a:cubicBezTo>
                    <a:pt x="124956" y="101349"/>
                    <a:pt x="130881" y="103114"/>
                    <a:pt x="136680" y="101349"/>
                  </a:cubicBezTo>
                  <a:cubicBezTo>
                    <a:pt x="142605" y="99584"/>
                    <a:pt x="146640" y="91894"/>
                    <a:pt x="151429" y="91894"/>
                  </a:cubicBezTo>
                  <a:cubicBezTo>
                    <a:pt x="156094" y="91894"/>
                    <a:pt x="162649" y="84835"/>
                    <a:pt x="167314" y="86600"/>
                  </a:cubicBezTo>
                  <a:cubicBezTo>
                    <a:pt x="171978" y="88365"/>
                    <a:pt x="177903" y="96559"/>
                    <a:pt x="183828" y="91894"/>
                  </a:cubicBezTo>
                  <a:cubicBezTo>
                    <a:pt x="189754" y="87230"/>
                    <a:pt x="191519" y="91264"/>
                    <a:pt x="199712" y="81305"/>
                  </a:cubicBezTo>
                  <a:cubicBezTo>
                    <a:pt x="207907" y="71346"/>
                    <a:pt x="213201" y="73111"/>
                    <a:pt x="223917" y="74245"/>
                  </a:cubicBezTo>
                  <a:cubicBezTo>
                    <a:pt x="236272" y="75632"/>
                    <a:pt x="241566" y="69581"/>
                    <a:pt x="245096" y="62521"/>
                  </a:cubicBezTo>
                  <a:cubicBezTo>
                    <a:pt x="248626" y="55462"/>
                    <a:pt x="259216" y="55462"/>
                    <a:pt x="265644" y="50797"/>
                  </a:cubicBezTo>
                  <a:cubicBezTo>
                    <a:pt x="272074" y="46133"/>
                    <a:pt x="285059" y="40838"/>
                    <a:pt x="289219" y="39073"/>
                  </a:cubicBezTo>
                  <a:cubicBezTo>
                    <a:pt x="291236" y="38191"/>
                    <a:pt x="291614" y="36174"/>
                    <a:pt x="291614" y="33400"/>
                  </a:cubicBezTo>
                  <a:cubicBezTo>
                    <a:pt x="282537" y="25710"/>
                    <a:pt x="278377" y="34535"/>
                    <a:pt x="269805" y="24702"/>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22"/>
            <p:cNvSpPr/>
            <p:nvPr/>
          </p:nvSpPr>
          <p:spPr>
            <a:xfrm>
              <a:off x="6843471" y="3325702"/>
              <a:ext cx="176491" cy="75639"/>
            </a:xfrm>
            <a:custGeom>
              <a:rect b="b" l="l" r="r" t="t"/>
              <a:pathLst>
                <a:path extrusionOk="0" h="75639" w="176491">
                  <a:moveTo>
                    <a:pt x="75229" y="65693"/>
                  </a:moveTo>
                  <a:cubicBezTo>
                    <a:pt x="83802" y="61785"/>
                    <a:pt x="86953" y="71240"/>
                    <a:pt x="94013" y="80569"/>
                  </a:cubicBezTo>
                  <a:cubicBezTo>
                    <a:pt x="94517" y="81199"/>
                    <a:pt x="94769" y="81704"/>
                    <a:pt x="95147" y="82334"/>
                  </a:cubicBezTo>
                  <a:cubicBezTo>
                    <a:pt x="104854" y="80821"/>
                    <a:pt x="112166" y="78048"/>
                    <a:pt x="121999" y="76913"/>
                  </a:cubicBezTo>
                  <a:cubicBezTo>
                    <a:pt x="129059" y="76031"/>
                    <a:pt x="138262" y="77669"/>
                    <a:pt x="145573" y="79308"/>
                  </a:cubicBezTo>
                  <a:cubicBezTo>
                    <a:pt x="144313" y="77039"/>
                    <a:pt x="143431" y="75022"/>
                    <a:pt x="144187" y="73509"/>
                  </a:cubicBezTo>
                  <a:cubicBezTo>
                    <a:pt x="146582" y="68845"/>
                    <a:pt x="158306" y="75148"/>
                    <a:pt x="162214" y="79056"/>
                  </a:cubicBezTo>
                  <a:cubicBezTo>
                    <a:pt x="166122" y="82964"/>
                    <a:pt x="178729" y="84603"/>
                    <a:pt x="182637" y="80695"/>
                  </a:cubicBezTo>
                  <a:cubicBezTo>
                    <a:pt x="186545" y="76787"/>
                    <a:pt x="176333" y="72879"/>
                    <a:pt x="174064" y="68971"/>
                  </a:cubicBezTo>
                  <a:cubicBezTo>
                    <a:pt x="172930" y="66954"/>
                    <a:pt x="175955" y="62920"/>
                    <a:pt x="179359" y="59264"/>
                  </a:cubicBezTo>
                  <a:cubicBezTo>
                    <a:pt x="172552" y="55482"/>
                    <a:pt x="165492" y="50061"/>
                    <a:pt x="163097" y="50818"/>
                  </a:cubicBezTo>
                  <a:cubicBezTo>
                    <a:pt x="159567" y="51952"/>
                    <a:pt x="159567" y="34303"/>
                    <a:pt x="154902" y="34303"/>
                  </a:cubicBezTo>
                  <a:cubicBezTo>
                    <a:pt x="150238" y="34303"/>
                    <a:pt x="150238" y="30773"/>
                    <a:pt x="145447" y="30773"/>
                  </a:cubicBezTo>
                  <a:cubicBezTo>
                    <a:pt x="140783" y="30773"/>
                    <a:pt x="123134" y="30773"/>
                    <a:pt x="118343" y="34303"/>
                  </a:cubicBezTo>
                  <a:cubicBezTo>
                    <a:pt x="113679" y="37833"/>
                    <a:pt x="107754" y="26109"/>
                    <a:pt x="101829" y="26109"/>
                  </a:cubicBezTo>
                  <a:cubicBezTo>
                    <a:pt x="95904" y="26109"/>
                    <a:pt x="88844" y="20184"/>
                    <a:pt x="85314" y="15519"/>
                  </a:cubicBezTo>
                  <a:cubicBezTo>
                    <a:pt x="81785" y="10855"/>
                    <a:pt x="52412" y="17915"/>
                    <a:pt x="44091" y="11990"/>
                  </a:cubicBezTo>
                  <a:cubicBezTo>
                    <a:pt x="35897" y="6065"/>
                    <a:pt x="20517" y="1400"/>
                    <a:pt x="12323" y="2535"/>
                  </a:cubicBezTo>
                  <a:cubicBezTo>
                    <a:pt x="10180" y="2787"/>
                    <a:pt x="6524" y="4678"/>
                    <a:pt x="2364" y="7199"/>
                  </a:cubicBezTo>
                  <a:cubicBezTo>
                    <a:pt x="17869" y="16150"/>
                    <a:pt x="40309" y="13881"/>
                    <a:pt x="43335" y="30017"/>
                  </a:cubicBezTo>
                  <a:cubicBezTo>
                    <a:pt x="46865" y="48801"/>
                    <a:pt x="57454" y="41363"/>
                    <a:pt x="53546" y="57499"/>
                  </a:cubicBezTo>
                  <a:cubicBezTo>
                    <a:pt x="52790" y="60651"/>
                    <a:pt x="50520" y="63802"/>
                    <a:pt x="47369" y="66576"/>
                  </a:cubicBezTo>
                  <a:cubicBezTo>
                    <a:pt x="59723" y="67458"/>
                    <a:pt x="71195" y="67458"/>
                    <a:pt x="75229" y="6569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6" name="Google Shape;706;p22"/>
            <p:cNvSpPr/>
            <p:nvPr/>
          </p:nvSpPr>
          <p:spPr>
            <a:xfrm>
              <a:off x="6479395" y="3374407"/>
              <a:ext cx="491654" cy="189098"/>
            </a:xfrm>
            <a:custGeom>
              <a:rect b="b" l="l" r="r" t="t"/>
              <a:pathLst>
                <a:path extrusionOk="0" h="189097" w="491653">
                  <a:moveTo>
                    <a:pt x="484562" y="136875"/>
                  </a:moveTo>
                  <a:cubicBezTo>
                    <a:pt x="480402" y="135867"/>
                    <a:pt x="486705" y="112797"/>
                    <a:pt x="484562" y="108637"/>
                  </a:cubicBezTo>
                  <a:cubicBezTo>
                    <a:pt x="482419" y="104476"/>
                    <a:pt x="477250" y="86701"/>
                    <a:pt x="483554" y="86701"/>
                  </a:cubicBezTo>
                  <a:cubicBezTo>
                    <a:pt x="489227" y="86701"/>
                    <a:pt x="483050" y="73843"/>
                    <a:pt x="490488" y="73086"/>
                  </a:cubicBezTo>
                  <a:cubicBezTo>
                    <a:pt x="488849" y="68548"/>
                    <a:pt x="487210" y="64514"/>
                    <a:pt x="485571" y="63379"/>
                  </a:cubicBezTo>
                  <a:cubicBezTo>
                    <a:pt x="481663" y="60228"/>
                    <a:pt x="469813" y="66531"/>
                    <a:pt x="465148" y="54807"/>
                  </a:cubicBezTo>
                  <a:cubicBezTo>
                    <a:pt x="460484" y="43083"/>
                    <a:pt x="465148" y="41444"/>
                    <a:pt x="458089" y="32115"/>
                  </a:cubicBezTo>
                  <a:cubicBezTo>
                    <a:pt x="451029" y="22660"/>
                    <a:pt x="447878" y="13332"/>
                    <a:pt x="439305" y="17239"/>
                  </a:cubicBezTo>
                  <a:cubicBezTo>
                    <a:pt x="435271" y="19004"/>
                    <a:pt x="423799" y="19004"/>
                    <a:pt x="411571" y="18122"/>
                  </a:cubicBezTo>
                  <a:cubicBezTo>
                    <a:pt x="398838" y="29720"/>
                    <a:pt x="370852" y="37662"/>
                    <a:pt x="362405" y="34510"/>
                  </a:cubicBezTo>
                  <a:cubicBezTo>
                    <a:pt x="351816" y="30602"/>
                    <a:pt x="331394" y="35645"/>
                    <a:pt x="316139" y="35645"/>
                  </a:cubicBezTo>
                  <a:cubicBezTo>
                    <a:pt x="300886" y="35645"/>
                    <a:pt x="296473" y="24677"/>
                    <a:pt x="284749" y="25434"/>
                  </a:cubicBezTo>
                  <a:cubicBezTo>
                    <a:pt x="273025" y="26190"/>
                    <a:pt x="273025" y="14844"/>
                    <a:pt x="261175" y="14844"/>
                  </a:cubicBezTo>
                  <a:cubicBezTo>
                    <a:pt x="249451" y="14844"/>
                    <a:pt x="258402" y="8919"/>
                    <a:pt x="221591" y="4255"/>
                  </a:cubicBezTo>
                  <a:cubicBezTo>
                    <a:pt x="184654" y="-410"/>
                    <a:pt x="152885" y="18752"/>
                    <a:pt x="141161" y="28963"/>
                  </a:cubicBezTo>
                  <a:cubicBezTo>
                    <a:pt x="129437" y="39175"/>
                    <a:pt x="86953" y="29342"/>
                    <a:pt x="83045" y="32115"/>
                  </a:cubicBezTo>
                  <a:cubicBezTo>
                    <a:pt x="79137" y="34889"/>
                    <a:pt x="83802" y="46991"/>
                    <a:pt x="69682" y="52538"/>
                  </a:cubicBezTo>
                  <a:cubicBezTo>
                    <a:pt x="55563" y="58084"/>
                    <a:pt x="24551" y="52538"/>
                    <a:pt x="13961" y="57328"/>
                  </a:cubicBezTo>
                  <a:cubicBezTo>
                    <a:pt x="3372" y="61993"/>
                    <a:pt x="-536" y="77751"/>
                    <a:pt x="8415" y="76994"/>
                  </a:cubicBezTo>
                  <a:cubicBezTo>
                    <a:pt x="17491" y="76238"/>
                    <a:pt x="22156" y="80524"/>
                    <a:pt x="19383" y="84432"/>
                  </a:cubicBezTo>
                  <a:cubicBezTo>
                    <a:pt x="16609" y="88340"/>
                    <a:pt x="26820" y="99308"/>
                    <a:pt x="21778" y="104098"/>
                  </a:cubicBezTo>
                  <a:cubicBezTo>
                    <a:pt x="16735" y="108763"/>
                    <a:pt x="16231" y="117839"/>
                    <a:pt x="22534" y="122504"/>
                  </a:cubicBezTo>
                  <a:cubicBezTo>
                    <a:pt x="28837" y="127168"/>
                    <a:pt x="29972" y="135867"/>
                    <a:pt x="22534" y="137001"/>
                  </a:cubicBezTo>
                  <a:cubicBezTo>
                    <a:pt x="15096" y="138136"/>
                    <a:pt x="35519" y="146834"/>
                    <a:pt x="35897" y="150742"/>
                  </a:cubicBezTo>
                  <a:cubicBezTo>
                    <a:pt x="36275" y="154650"/>
                    <a:pt x="53168" y="156667"/>
                    <a:pt x="53168" y="161332"/>
                  </a:cubicBezTo>
                  <a:cubicBezTo>
                    <a:pt x="53168" y="165996"/>
                    <a:pt x="58210" y="167635"/>
                    <a:pt x="66531" y="165240"/>
                  </a:cubicBezTo>
                  <a:cubicBezTo>
                    <a:pt x="74725" y="162845"/>
                    <a:pt x="77877" y="174190"/>
                    <a:pt x="83045" y="182133"/>
                  </a:cubicBezTo>
                  <a:cubicBezTo>
                    <a:pt x="88088" y="189949"/>
                    <a:pt x="117209" y="184528"/>
                    <a:pt x="117209" y="175829"/>
                  </a:cubicBezTo>
                  <a:cubicBezTo>
                    <a:pt x="117209" y="167257"/>
                    <a:pt x="125781" y="164862"/>
                    <a:pt x="138766" y="165996"/>
                  </a:cubicBezTo>
                  <a:cubicBezTo>
                    <a:pt x="151751" y="167131"/>
                    <a:pt x="168644" y="184780"/>
                    <a:pt x="174821" y="187175"/>
                  </a:cubicBezTo>
                  <a:cubicBezTo>
                    <a:pt x="181124" y="189570"/>
                    <a:pt x="193982" y="182511"/>
                    <a:pt x="202303" y="182511"/>
                  </a:cubicBezTo>
                  <a:cubicBezTo>
                    <a:pt x="210497" y="182511"/>
                    <a:pt x="222347" y="169526"/>
                    <a:pt x="227012" y="166879"/>
                  </a:cubicBezTo>
                  <a:cubicBezTo>
                    <a:pt x="231676" y="164105"/>
                    <a:pt x="239996" y="175955"/>
                    <a:pt x="247434" y="171921"/>
                  </a:cubicBezTo>
                  <a:cubicBezTo>
                    <a:pt x="254872" y="168013"/>
                    <a:pt x="263066" y="163727"/>
                    <a:pt x="267857" y="166500"/>
                  </a:cubicBezTo>
                  <a:cubicBezTo>
                    <a:pt x="272521" y="169274"/>
                    <a:pt x="256511" y="181376"/>
                    <a:pt x="260797" y="187679"/>
                  </a:cubicBezTo>
                  <a:cubicBezTo>
                    <a:pt x="262562" y="190201"/>
                    <a:pt x="262184" y="193352"/>
                    <a:pt x="261427" y="196630"/>
                  </a:cubicBezTo>
                  <a:cubicBezTo>
                    <a:pt x="277690" y="194361"/>
                    <a:pt x="276177" y="183141"/>
                    <a:pt x="277185" y="178224"/>
                  </a:cubicBezTo>
                  <a:cubicBezTo>
                    <a:pt x="278194" y="173056"/>
                    <a:pt x="282354" y="167761"/>
                    <a:pt x="287649" y="171921"/>
                  </a:cubicBezTo>
                  <a:cubicBezTo>
                    <a:pt x="292943" y="176081"/>
                    <a:pt x="300255" y="177090"/>
                    <a:pt x="311727" y="171921"/>
                  </a:cubicBezTo>
                  <a:cubicBezTo>
                    <a:pt x="323199" y="166626"/>
                    <a:pt x="324334" y="163475"/>
                    <a:pt x="328494" y="168770"/>
                  </a:cubicBezTo>
                  <a:cubicBezTo>
                    <a:pt x="332654" y="173938"/>
                    <a:pt x="342109" y="169778"/>
                    <a:pt x="358876" y="169778"/>
                  </a:cubicBezTo>
                  <a:cubicBezTo>
                    <a:pt x="375642" y="169778"/>
                    <a:pt x="378794" y="158306"/>
                    <a:pt x="394552" y="159315"/>
                  </a:cubicBezTo>
                  <a:cubicBezTo>
                    <a:pt x="410310" y="160323"/>
                    <a:pt x="423925" y="155155"/>
                    <a:pt x="423925" y="155155"/>
                  </a:cubicBezTo>
                  <a:lnTo>
                    <a:pt x="433884" y="158180"/>
                  </a:lnTo>
                  <a:cubicBezTo>
                    <a:pt x="437918" y="154398"/>
                    <a:pt x="437666" y="150238"/>
                    <a:pt x="445734" y="149230"/>
                  </a:cubicBezTo>
                  <a:cubicBezTo>
                    <a:pt x="458341" y="147717"/>
                    <a:pt x="463005" y="157046"/>
                    <a:pt x="469309" y="153894"/>
                  </a:cubicBezTo>
                  <a:cubicBezTo>
                    <a:pt x="475612" y="150742"/>
                    <a:pt x="495530" y="172173"/>
                    <a:pt x="497295" y="158306"/>
                  </a:cubicBezTo>
                  <a:cubicBezTo>
                    <a:pt x="498052" y="154776"/>
                    <a:pt x="488722" y="138010"/>
                    <a:pt x="484562" y="136875"/>
                  </a:cubicBezTo>
                  <a:close/>
                  <a:moveTo>
                    <a:pt x="42578" y="35771"/>
                  </a:moveTo>
                  <a:cubicBezTo>
                    <a:pt x="52033" y="32241"/>
                    <a:pt x="73212" y="36906"/>
                    <a:pt x="78255" y="32241"/>
                  </a:cubicBezTo>
                  <a:cubicBezTo>
                    <a:pt x="83297" y="27577"/>
                    <a:pt x="64892" y="21652"/>
                    <a:pt x="58210" y="16105"/>
                  </a:cubicBezTo>
                  <a:cubicBezTo>
                    <a:pt x="54302" y="12953"/>
                    <a:pt x="52916" y="6902"/>
                    <a:pt x="51655" y="2364"/>
                  </a:cubicBezTo>
                  <a:cubicBezTo>
                    <a:pt x="48504" y="4507"/>
                    <a:pt x="44469" y="6146"/>
                    <a:pt x="40940" y="4381"/>
                  </a:cubicBezTo>
                  <a:cubicBezTo>
                    <a:pt x="33880" y="851"/>
                    <a:pt x="16861" y="3246"/>
                    <a:pt x="13836" y="4381"/>
                  </a:cubicBezTo>
                  <a:cubicBezTo>
                    <a:pt x="10936" y="5515"/>
                    <a:pt x="16231" y="15601"/>
                    <a:pt x="16231" y="22030"/>
                  </a:cubicBezTo>
                  <a:cubicBezTo>
                    <a:pt x="16231" y="28459"/>
                    <a:pt x="8541" y="30224"/>
                    <a:pt x="8541" y="34384"/>
                  </a:cubicBezTo>
                  <a:cubicBezTo>
                    <a:pt x="8541" y="37536"/>
                    <a:pt x="5767" y="39679"/>
                    <a:pt x="2364" y="43461"/>
                  </a:cubicBezTo>
                  <a:cubicBezTo>
                    <a:pt x="7532" y="47369"/>
                    <a:pt x="12575" y="51025"/>
                    <a:pt x="17744" y="51025"/>
                  </a:cubicBezTo>
                  <a:cubicBezTo>
                    <a:pt x="28837" y="51151"/>
                    <a:pt x="33249" y="39301"/>
                    <a:pt x="42578" y="35771"/>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7" name="Google Shape;707;p22"/>
            <p:cNvSpPr/>
            <p:nvPr/>
          </p:nvSpPr>
          <p:spPr>
            <a:xfrm>
              <a:off x="7868506" y="3571175"/>
              <a:ext cx="63033" cy="50426"/>
            </a:xfrm>
            <a:custGeom>
              <a:rect b="b" l="l" r="r" t="t"/>
              <a:pathLst>
                <a:path extrusionOk="0" h="50426" w="63032">
                  <a:moveTo>
                    <a:pt x="32493" y="2383"/>
                  </a:moveTo>
                  <a:cubicBezTo>
                    <a:pt x="23039" y="1879"/>
                    <a:pt x="5011" y="11208"/>
                    <a:pt x="2364" y="19654"/>
                  </a:cubicBezTo>
                  <a:cubicBezTo>
                    <a:pt x="4255" y="21671"/>
                    <a:pt x="6020" y="24192"/>
                    <a:pt x="6903" y="27092"/>
                  </a:cubicBezTo>
                  <a:cubicBezTo>
                    <a:pt x="9046" y="34404"/>
                    <a:pt x="15223" y="40707"/>
                    <a:pt x="22661" y="44867"/>
                  </a:cubicBezTo>
                  <a:cubicBezTo>
                    <a:pt x="27199" y="47515"/>
                    <a:pt x="26569" y="54448"/>
                    <a:pt x="25308" y="60625"/>
                  </a:cubicBezTo>
                  <a:cubicBezTo>
                    <a:pt x="29468" y="60499"/>
                    <a:pt x="33755" y="60121"/>
                    <a:pt x="36654" y="59491"/>
                  </a:cubicBezTo>
                  <a:cubicBezTo>
                    <a:pt x="44344" y="57726"/>
                    <a:pt x="60732" y="34152"/>
                    <a:pt x="63127" y="27722"/>
                  </a:cubicBezTo>
                  <a:cubicBezTo>
                    <a:pt x="65396" y="21293"/>
                    <a:pt x="42452" y="3014"/>
                    <a:pt x="32493" y="238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22"/>
            <p:cNvSpPr/>
            <p:nvPr/>
          </p:nvSpPr>
          <p:spPr>
            <a:xfrm>
              <a:off x="9066754" y="3349951"/>
              <a:ext cx="176491" cy="163885"/>
            </a:xfrm>
            <a:custGeom>
              <a:rect b="b" l="l" r="r" t="t"/>
              <a:pathLst>
                <a:path extrusionOk="0" h="163884" w="176491">
                  <a:moveTo>
                    <a:pt x="177341" y="10936"/>
                  </a:moveTo>
                  <a:cubicBezTo>
                    <a:pt x="167130" y="14340"/>
                    <a:pt x="163601" y="2364"/>
                    <a:pt x="155154" y="2364"/>
                  </a:cubicBezTo>
                  <a:cubicBezTo>
                    <a:pt x="146582" y="2364"/>
                    <a:pt x="148346" y="22912"/>
                    <a:pt x="139774" y="22912"/>
                  </a:cubicBezTo>
                  <a:cubicBezTo>
                    <a:pt x="131202" y="22912"/>
                    <a:pt x="132967" y="34889"/>
                    <a:pt x="120991" y="36527"/>
                  </a:cubicBezTo>
                  <a:cubicBezTo>
                    <a:pt x="109014" y="38292"/>
                    <a:pt x="105611" y="38292"/>
                    <a:pt x="110779" y="46865"/>
                  </a:cubicBezTo>
                  <a:cubicBezTo>
                    <a:pt x="115948" y="55437"/>
                    <a:pt x="103972" y="52033"/>
                    <a:pt x="93635" y="52033"/>
                  </a:cubicBezTo>
                  <a:cubicBezTo>
                    <a:pt x="83423" y="52033"/>
                    <a:pt x="83423" y="45226"/>
                    <a:pt x="76489" y="45226"/>
                  </a:cubicBezTo>
                  <a:cubicBezTo>
                    <a:pt x="69682" y="45226"/>
                    <a:pt x="64514" y="57202"/>
                    <a:pt x="59345" y="64010"/>
                  </a:cubicBezTo>
                  <a:cubicBezTo>
                    <a:pt x="54176" y="70817"/>
                    <a:pt x="20012" y="86197"/>
                    <a:pt x="9801" y="91366"/>
                  </a:cubicBezTo>
                  <a:cubicBezTo>
                    <a:pt x="6902" y="92879"/>
                    <a:pt x="4380" y="97291"/>
                    <a:pt x="2364" y="103090"/>
                  </a:cubicBezTo>
                  <a:cubicBezTo>
                    <a:pt x="14592" y="104098"/>
                    <a:pt x="27198" y="111158"/>
                    <a:pt x="32745" y="118092"/>
                  </a:cubicBezTo>
                  <a:cubicBezTo>
                    <a:pt x="40183" y="127546"/>
                    <a:pt x="24047" y="138136"/>
                    <a:pt x="16987" y="146708"/>
                  </a:cubicBezTo>
                  <a:cubicBezTo>
                    <a:pt x="9927" y="155407"/>
                    <a:pt x="21273" y="155785"/>
                    <a:pt x="21651" y="162845"/>
                  </a:cubicBezTo>
                  <a:cubicBezTo>
                    <a:pt x="22030" y="169904"/>
                    <a:pt x="31485" y="175829"/>
                    <a:pt x="35014" y="169526"/>
                  </a:cubicBezTo>
                  <a:cubicBezTo>
                    <a:pt x="38544" y="163223"/>
                    <a:pt x="44469" y="165618"/>
                    <a:pt x="55437" y="165618"/>
                  </a:cubicBezTo>
                  <a:cubicBezTo>
                    <a:pt x="58588" y="165618"/>
                    <a:pt x="60480" y="167131"/>
                    <a:pt x="61740" y="169274"/>
                  </a:cubicBezTo>
                  <a:cubicBezTo>
                    <a:pt x="67792" y="164357"/>
                    <a:pt x="74977" y="159945"/>
                    <a:pt x="77372" y="157550"/>
                  </a:cubicBezTo>
                  <a:cubicBezTo>
                    <a:pt x="81532" y="153390"/>
                    <a:pt x="91996" y="152255"/>
                    <a:pt x="101451" y="152255"/>
                  </a:cubicBezTo>
                  <a:cubicBezTo>
                    <a:pt x="107249" y="152255"/>
                    <a:pt x="111157" y="150364"/>
                    <a:pt x="115444" y="146960"/>
                  </a:cubicBezTo>
                  <a:cubicBezTo>
                    <a:pt x="105485" y="136119"/>
                    <a:pt x="95651" y="127168"/>
                    <a:pt x="91870" y="124899"/>
                  </a:cubicBezTo>
                  <a:cubicBezTo>
                    <a:pt x="82919" y="119352"/>
                    <a:pt x="88339" y="104098"/>
                    <a:pt x="99308" y="101325"/>
                  </a:cubicBezTo>
                  <a:cubicBezTo>
                    <a:pt x="110275" y="98551"/>
                    <a:pt x="137379" y="77751"/>
                    <a:pt x="145573" y="73086"/>
                  </a:cubicBezTo>
                  <a:cubicBezTo>
                    <a:pt x="153767" y="68422"/>
                    <a:pt x="148346" y="53042"/>
                    <a:pt x="155028" y="40940"/>
                  </a:cubicBezTo>
                  <a:cubicBezTo>
                    <a:pt x="158432" y="34637"/>
                    <a:pt x="171543" y="22534"/>
                    <a:pt x="184527" y="12323"/>
                  </a:cubicBezTo>
                  <a:cubicBezTo>
                    <a:pt x="181880" y="10810"/>
                    <a:pt x="179359" y="10306"/>
                    <a:pt x="177341" y="1093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9" name="Google Shape;709;p22"/>
            <p:cNvSpPr/>
            <p:nvPr/>
          </p:nvSpPr>
          <p:spPr>
            <a:xfrm>
              <a:off x="7924479" y="3738742"/>
              <a:ext cx="201704" cy="113459"/>
            </a:xfrm>
            <a:custGeom>
              <a:rect b="b" l="l" r="r" t="t"/>
              <a:pathLst>
                <a:path extrusionOk="0" h="113458" w="201704">
                  <a:moveTo>
                    <a:pt x="202051" y="75727"/>
                  </a:moveTo>
                  <a:cubicBezTo>
                    <a:pt x="200286" y="75601"/>
                    <a:pt x="198269" y="75475"/>
                    <a:pt x="196000" y="75601"/>
                  </a:cubicBezTo>
                  <a:cubicBezTo>
                    <a:pt x="180746" y="76231"/>
                    <a:pt x="171291" y="68541"/>
                    <a:pt x="161332" y="69172"/>
                  </a:cubicBezTo>
                  <a:cubicBezTo>
                    <a:pt x="151373" y="69802"/>
                    <a:pt x="122504" y="58582"/>
                    <a:pt x="110150" y="48623"/>
                  </a:cubicBezTo>
                  <a:cubicBezTo>
                    <a:pt x="97795" y="38664"/>
                    <a:pt x="64262" y="17485"/>
                    <a:pt x="56068" y="9165"/>
                  </a:cubicBezTo>
                  <a:cubicBezTo>
                    <a:pt x="47874" y="971"/>
                    <a:pt x="36024" y="971"/>
                    <a:pt x="34889" y="5005"/>
                  </a:cubicBezTo>
                  <a:cubicBezTo>
                    <a:pt x="33754" y="8787"/>
                    <a:pt x="27703" y="9165"/>
                    <a:pt x="18627" y="10047"/>
                  </a:cubicBezTo>
                  <a:cubicBezTo>
                    <a:pt x="16358" y="14081"/>
                    <a:pt x="6524" y="19628"/>
                    <a:pt x="6524" y="25175"/>
                  </a:cubicBezTo>
                  <a:cubicBezTo>
                    <a:pt x="6524" y="31478"/>
                    <a:pt x="2364" y="39925"/>
                    <a:pt x="2364" y="45093"/>
                  </a:cubicBezTo>
                  <a:cubicBezTo>
                    <a:pt x="2364" y="50388"/>
                    <a:pt x="12827" y="51397"/>
                    <a:pt x="15979" y="55557"/>
                  </a:cubicBezTo>
                  <a:cubicBezTo>
                    <a:pt x="19131" y="59717"/>
                    <a:pt x="35897" y="61860"/>
                    <a:pt x="36905" y="66020"/>
                  </a:cubicBezTo>
                  <a:cubicBezTo>
                    <a:pt x="37914" y="70180"/>
                    <a:pt x="49512" y="75475"/>
                    <a:pt x="56824" y="76483"/>
                  </a:cubicBezTo>
                  <a:cubicBezTo>
                    <a:pt x="64136" y="77492"/>
                    <a:pt x="74600" y="85938"/>
                    <a:pt x="78885" y="89090"/>
                  </a:cubicBezTo>
                  <a:cubicBezTo>
                    <a:pt x="83046" y="92242"/>
                    <a:pt x="98804" y="84930"/>
                    <a:pt x="103972" y="84930"/>
                  </a:cubicBezTo>
                  <a:cubicBezTo>
                    <a:pt x="109141" y="84930"/>
                    <a:pt x="117587" y="94385"/>
                    <a:pt x="118596" y="99553"/>
                  </a:cubicBezTo>
                  <a:cubicBezTo>
                    <a:pt x="119605" y="104722"/>
                    <a:pt x="146835" y="108000"/>
                    <a:pt x="153138" y="113168"/>
                  </a:cubicBezTo>
                  <a:cubicBezTo>
                    <a:pt x="159441" y="118463"/>
                    <a:pt x="192974" y="115311"/>
                    <a:pt x="199277" y="109008"/>
                  </a:cubicBezTo>
                  <a:cubicBezTo>
                    <a:pt x="205580" y="102705"/>
                    <a:pt x="200286" y="91233"/>
                    <a:pt x="200286" y="81778"/>
                  </a:cubicBezTo>
                  <a:cubicBezTo>
                    <a:pt x="200286" y="78500"/>
                    <a:pt x="201042" y="76862"/>
                    <a:pt x="202051" y="7572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22"/>
            <p:cNvSpPr/>
            <p:nvPr/>
          </p:nvSpPr>
          <p:spPr>
            <a:xfrm>
              <a:off x="8219723" y="3793324"/>
              <a:ext cx="226917" cy="491654"/>
            </a:xfrm>
            <a:custGeom>
              <a:rect b="b" l="l" r="r" t="t"/>
              <a:pathLst>
                <a:path extrusionOk="0" h="491653" w="226917">
                  <a:moveTo>
                    <a:pt x="185788" y="455565"/>
                  </a:moveTo>
                  <a:cubicBezTo>
                    <a:pt x="185788" y="445102"/>
                    <a:pt x="177467" y="444093"/>
                    <a:pt x="177467" y="435647"/>
                  </a:cubicBezTo>
                  <a:cubicBezTo>
                    <a:pt x="177467" y="427201"/>
                    <a:pt x="177467" y="412577"/>
                    <a:pt x="167005" y="403122"/>
                  </a:cubicBezTo>
                  <a:cubicBezTo>
                    <a:pt x="156541" y="393667"/>
                    <a:pt x="151247" y="380052"/>
                    <a:pt x="157550" y="374758"/>
                  </a:cubicBezTo>
                  <a:cubicBezTo>
                    <a:pt x="163853" y="369463"/>
                    <a:pt x="158558" y="354839"/>
                    <a:pt x="161709" y="355848"/>
                  </a:cubicBezTo>
                  <a:cubicBezTo>
                    <a:pt x="164861" y="356856"/>
                    <a:pt x="169021" y="346393"/>
                    <a:pt x="162718" y="343241"/>
                  </a:cubicBezTo>
                  <a:cubicBezTo>
                    <a:pt x="156415" y="340090"/>
                    <a:pt x="162718" y="327483"/>
                    <a:pt x="157550" y="325466"/>
                  </a:cubicBezTo>
                  <a:cubicBezTo>
                    <a:pt x="152254" y="323323"/>
                    <a:pt x="137631" y="306556"/>
                    <a:pt x="137631" y="301388"/>
                  </a:cubicBezTo>
                  <a:cubicBezTo>
                    <a:pt x="137631" y="296093"/>
                    <a:pt x="141792" y="266846"/>
                    <a:pt x="142800" y="259408"/>
                  </a:cubicBezTo>
                  <a:cubicBezTo>
                    <a:pt x="143808" y="252096"/>
                    <a:pt x="154272" y="250962"/>
                    <a:pt x="157424" y="250962"/>
                  </a:cubicBezTo>
                  <a:cubicBezTo>
                    <a:pt x="160575" y="250962"/>
                    <a:pt x="173182" y="251970"/>
                    <a:pt x="177342" y="244658"/>
                  </a:cubicBezTo>
                  <a:cubicBezTo>
                    <a:pt x="181502" y="237347"/>
                    <a:pt x="199277" y="236212"/>
                    <a:pt x="201420" y="231044"/>
                  </a:cubicBezTo>
                  <a:cubicBezTo>
                    <a:pt x="203563" y="225875"/>
                    <a:pt x="215035" y="225875"/>
                    <a:pt x="215035" y="219572"/>
                  </a:cubicBezTo>
                  <a:cubicBezTo>
                    <a:pt x="215035" y="213268"/>
                    <a:pt x="228650" y="197510"/>
                    <a:pt x="228650" y="197510"/>
                  </a:cubicBezTo>
                  <a:cubicBezTo>
                    <a:pt x="228902" y="197510"/>
                    <a:pt x="229028" y="197636"/>
                    <a:pt x="229155" y="197636"/>
                  </a:cubicBezTo>
                  <a:cubicBezTo>
                    <a:pt x="227516" y="194863"/>
                    <a:pt x="224112" y="197384"/>
                    <a:pt x="217178" y="200157"/>
                  </a:cubicBezTo>
                  <a:cubicBezTo>
                    <a:pt x="205454" y="204822"/>
                    <a:pt x="199529" y="198393"/>
                    <a:pt x="200664" y="191333"/>
                  </a:cubicBezTo>
                  <a:cubicBezTo>
                    <a:pt x="201798" y="184273"/>
                    <a:pt x="192469" y="184273"/>
                    <a:pt x="185914" y="184273"/>
                  </a:cubicBezTo>
                  <a:cubicBezTo>
                    <a:pt x="179485" y="184273"/>
                    <a:pt x="183519" y="173684"/>
                    <a:pt x="185914" y="166624"/>
                  </a:cubicBezTo>
                  <a:cubicBezTo>
                    <a:pt x="188310" y="159565"/>
                    <a:pt x="183519" y="155405"/>
                    <a:pt x="175955" y="154900"/>
                  </a:cubicBezTo>
                  <a:cubicBezTo>
                    <a:pt x="168265" y="154270"/>
                    <a:pt x="164736" y="137882"/>
                    <a:pt x="167761" y="133091"/>
                  </a:cubicBezTo>
                  <a:cubicBezTo>
                    <a:pt x="170660" y="128427"/>
                    <a:pt x="151877" y="124266"/>
                    <a:pt x="143682" y="128427"/>
                  </a:cubicBezTo>
                  <a:cubicBezTo>
                    <a:pt x="135488" y="132587"/>
                    <a:pt x="141287" y="121367"/>
                    <a:pt x="139018" y="115442"/>
                  </a:cubicBezTo>
                  <a:cubicBezTo>
                    <a:pt x="136623" y="109517"/>
                    <a:pt x="149608" y="89599"/>
                    <a:pt x="160827" y="78379"/>
                  </a:cubicBezTo>
                  <a:cubicBezTo>
                    <a:pt x="172047" y="67159"/>
                    <a:pt x="167256" y="52409"/>
                    <a:pt x="167256" y="39551"/>
                  </a:cubicBezTo>
                  <a:cubicBezTo>
                    <a:pt x="167256" y="26566"/>
                    <a:pt x="161962" y="26566"/>
                    <a:pt x="156667" y="26566"/>
                  </a:cubicBezTo>
                  <a:cubicBezTo>
                    <a:pt x="151372" y="26566"/>
                    <a:pt x="150742" y="18876"/>
                    <a:pt x="150742" y="11816"/>
                  </a:cubicBezTo>
                  <a:cubicBezTo>
                    <a:pt x="150742" y="4757"/>
                    <a:pt x="139523" y="-538"/>
                    <a:pt x="133093" y="4126"/>
                  </a:cubicBezTo>
                  <a:cubicBezTo>
                    <a:pt x="132211" y="4757"/>
                    <a:pt x="130572" y="5765"/>
                    <a:pt x="128554" y="6774"/>
                  </a:cubicBezTo>
                  <a:cubicBezTo>
                    <a:pt x="128807" y="6774"/>
                    <a:pt x="129059" y="6900"/>
                    <a:pt x="129059" y="6900"/>
                  </a:cubicBezTo>
                  <a:cubicBezTo>
                    <a:pt x="129059" y="6900"/>
                    <a:pt x="126916" y="17363"/>
                    <a:pt x="122756" y="19506"/>
                  </a:cubicBezTo>
                  <a:cubicBezTo>
                    <a:pt x="118595" y="21650"/>
                    <a:pt x="118595" y="27827"/>
                    <a:pt x="124899" y="37281"/>
                  </a:cubicBezTo>
                  <a:cubicBezTo>
                    <a:pt x="131202" y="46736"/>
                    <a:pt x="115444" y="42576"/>
                    <a:pt x="113427" y="37281"/>
                  </a:cubicBezTo>
                  <a:cubicBezTo>
                    <a:pt x="111283" y="32113"/>
                    <a:pt x="98677" y="40433"/>
                    <a:pt x="91366" y="46736"/>
                  </a:cubicBezTo>
                  <a:cubicBezTo>
                    <a:pt x="84054" y="53040"/>
                    <a:pt x="73590" y="56191"/>
                    <a:pt x="73590" y="67663"/>
                  </a:cubicBezTo>
                  <a:cubicBezTo>
                    <a:pt x="73590" y="79135"/>
                    <a:pt x="64135" y="90733"/>
                    <a:pt x="66278" y="100188"/>
                  </a:cubicBezTo>
                  <a:cubicBezTo>
                    <a:pt x="68422" y="109643"/>
                    <a:pt x="55815" y="127418"/>
                    <a:pt x="56823" y="132713"/>
                  </a:cubicBezTo>
                  <a:cubicBezTo>
                    <a:pt x="57832" y="138007"/>
                    <a:pt x="39048" y="131704"/>
                    <a:pt x="35897" y="131704"/>
                  </a:cubicBezTo>
                  <a:cubicBezTo>
                    <a:pt x="32745" y="131704"/>
                    <a:pt x="34888" y="151623"/>
                    <a:pt x="30602" y="157926"/>
                  </a:cubicBezTo>
                  <a:cubicBezTo>
                    <a:pt x="26442" y="164229"/>
                    <a:pt x="29593" y="186164"/>
                    <a:pt x="23290" y="186164"/>
                  </a:cubicBezTo>
                  <a:cubicBezTo>
                    <a:pt x="16987" y="186164"/>
                    <a:pt x="11819" y="206083"/>
                    <a:pt x="11819" y="206083"/>
                  </a:cubicBezTo>
                  <a:cubicBezTo>
                    <a:pt x="11819" y="206083"/>
                    <a:pt x="6649" y="209486"/>
                    <a:pt x="2364" y="213899"/>
                  </a:cubicBezTo>
                  <a:cubicBezTo>
                    <a:pt x="7532" y="224362"/>
                    <a:pt x="16861" y="235834"/>
                    <a:pt x="27324" y="240120"/>
                  </a:cubicBezTo>
                  <a:cubicBezTo>
                    <a:pt x="42578" y="246423"/>
                    <a:pt x="52790" y="277309"/>
                    <a:pt x="57580" y="293824"/>
                  </a:cubicBezTo>
                  <a:cubicBezTo>
                    <a:pt x="62245" y="310338"/>
                    <a:pt x="59093" y="327231"/>
                    <a:pt x="53672" y="336560"/>
                  </a:cubicBezTo>
                  <a:cubicBezTo>
                    <a:pt x="48125" y="346015"/>
                    <a:pt x="55563" y="346393"/>
                    <a:pt x="64640" y="351057"/>
                  </a:cubicBezTo>
                  <a:cubicBezTo>
                    <a:pt x="73716" y="355722"/>
                    <a:pt x="83927" y="357361"/>
                    <a:pt x="90483" y="347906"/>
                  </a:cubicBezTo>
                  <a:cubicBezTo>
                    <a:pt x="97164" y="338451"/>
                    <a:pt x="110906" y="331896"/>
                    <a:pt x="112796" y="321306"/>
                  </a:cubicBezTo>
                  <a:cubicBezTo>
                    <a:pt x="114814" y="310717"/>
                    <a:pt x="120991" y="326349"/>
                    <a:pt x="126537" y="331896"/>
                  </a:cubicBezTo>
                  <a:cubicBezTo>
                    <a:pt x="132084" y="337442"/>
                    <a:pt x="135992" y="347906"/>
                    <a:pt x="137127" y="361269"/>
                  </a:cubicBezTo>
                  <a:cubicBezTo>
                    <a:pt x="138261" y="374632"/>
                    <a:pt x="139523" y="407913"/>
                    <a:pt x="150868" y="418502"/>
                  </a:cubicBezTo>
                  <a:cubicBezTo>
                    <a:pt x="162214" y="429092"/>
                    <a:pt x="164231" y="452288"/>
                    <a:pt x="161079" y="460482"/>
                  </a:cubicBezTo>
                  <a:cubicBezTo>
                    <a:pt x="157928" y="468676"/>
                    <a:pt x="167005" y="482795"/>
                    <a:pt x="164609" y="491872"/>
                  </a:cubicBezTo>
                  <a:cubicBezTo>
                    <a:pt x="164105" y="493637"/>
                    <a:pt x="163601" y="496284"/>
                    <a:pt x="163097" y="499058"/>
                  </a:cubicBezTo>
                  <a:cubicBezTo>
                    <a:pt x="173308" y="501327"/>
                    <a:pt x="185788" y="455565"/>
                    <a:pt x="185788" y="45556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 name="Google Shape;711;p22"/>
            <p:cNvSpPr/>
            <p:nvPr/>
          </p:nvSpPr>
          <p:spPr>
            <a:xfrm>
              <a:off x="8142697" y="3800881"/>
              <a:ext cx="75639" cy="37820"/>
            </a:xfrm>
            <a:custGeom>
              <a:rect b="b" l="l" r="r" t="t"/>
              <a:pathLst>
                <a:path extrusionOk="0" h="37819" w="75639">
                  <a:moveTo>
                    <a:pt x="79642" y="16487"/>
                  </a:moveTo>
                  <a:cubicBezTo>
                    <a:pt x="63884" y="1990"/>
                    <a:pt x="59598" y="13714"/>
                    <a:pt x="49008" y="8167"/>
                  </a:cubicBezTo>
                  <a:cubicBezTo>
                    <a:pt x="37788" y="2242"/>
                    <a:pt x="32493" y="477"/>
                    <a:pt x="27199" y="4638"/>
                  </a:cubicBezTo>
                  <a:cubicBezTo>
                    <a:pt x="21904" y="8797"/>
                    <a:pt x="13710" y="8167"/>
                    <a:pt x="8289" y="21152"/>
                  </a:cubicBezTo>
                  <a:cubicBezTo>
                    <a:pt x="6524" y="25438"/>
                    <a:pt x="4381" y="29346"/>
                    <a:pt x="2364" y="32372"/>
                  </a:cubicBezTo>
                  <a:cubicBezTo>
                    <a:pt x="4129" y="36280"/>
                    <a:pt x="7028" y="39053"/>
                    <a:pt x="9298" y="38549"/>
                  </a:cubicBezTo>
                  <a:cubicBezTo>
                    <a:pt x="13458" y="37541"/>
                    <a:pt x="18753" y="44852"/>
                    <a:pt x="27073" y="42709"/>
                  </a:cubicBezTo>
                  <a:cubicBezTo>
                    <a:pt x="35519" y="40566"/>
                    <a:pt x="40688" y="48004"/>
                    <a:pt x="52286" y="44852"/>
                  </a:cubicBezTo>
                  <a:cubicBezTo>
                    <a:pt x="63757" y="41700"/>
                    <a:pt x="74221" y="49012"/>
                    <a:pt x="78507" y="41700"/>
                  </a:cubicBezTo>
                  <a:cubicBezTo>
                    <a:pt x="82667" y="34389"/>
                    <a:pt x="75356" y="18631"/>
                    <a:pt x="75356" y="18631"/>
                  </a:cubicBezTo>
                  <a:cubicBezTo>
                    <a:pt x="75356" y="18631"/>
                    <a:pt x="77246" y="17496"/>
                    <a:pt x="79642" y="1648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22"/>
            <p:cNvSpPr/>
            <p:nvPr/>
          </p:nvSpPr>
          <p:spPr>
            <a:xfrm>
              <a:off x="8475635" y="3941077"/>
              <a:ext cx="189098" cy="403408"/>
            </a:xfrm>
            <a:custGeom>
              <a:rect b="b" l="l" r="r" t="t"/>
              <a:pathLst>
                <a:path extrusionOk="0" h="403408" w="189097">
                  <a:moveTo>
                    <a:pt x="146708" y="50136"/>
                  </a:moveTo>
                  <a:cubicBezTo>
                    <a:pt x="139396" y="49127"/>
                    <a:pt x="120487" y="35512"/>
                    <a:pt x="120487" y="30217"/>
                  </a:cubicBezTo>
                  <a:cubicBezTo>
                    <a:pt x="120487" y="24923"/>
                    <a:pt x="129941" y="16602"/>
                    <a:pt x="113175" y="14459"/>
                  </a:cubicBezTo>
                  <a:cubicBezTo>
                    <a:pt x="96408" y="12316"/>
                    <a:pt x="94265" y="6013"/>
                    <a:pt x="91239" y="2987"/>
                  </a:cubicBezTo>
                  <a:cubicBezTo>
                    <a:pt x="88088" y="-164"/>
                    <a:pt x="74473" y="9290"/>
                    <a:pt x="70313" y="16602"/>
                  </a:cubicBezTo>
                  <a:cubicBezTo>
                    <a:pt x="66153" y="23914"/>
                    <a:pt x="61866" y="14459"/>
                    <a:pt x="52537" y="19754"/>
                  </a:cubicBezTo>
                  <a:cubicBezTo>
                    <a:pt x="43082" y="25049"/>
                    <a:pt x="33628" y="12442"/>
                    <a:pt x="29467" y="19754"/>
                  </a:cubicBezTo>
                  <a:cubicBezTo>
                    <a:pt x="25308" y="27066"/>
                    <a:pt x="14718" y="15594"/>
                    <a:pt x="9550" y="21897"/>
                  </a:cubicBezTo>
                  <a:cubicBezTo>
                    <a:pt x="7532" y="24292"/>
                    <a:pt x="4885" y="26183"/>
                    <a:pt x="2364" y="27570"/>
                  </a:cubicBezTo>
                  <a:cubicBezTo>
                    <a:pt x="6902" y="32739"/>
                    <a:pt x="11945" y="37655"/>
                    <a:pt x="11945" y="41563"/>
                  </a:cubicBezTo>
                  <a:cubicBezTo>
                    <a:pt x="11945" y="48244"/>
                    <a:pt x="25434" y="53287"/>
                    <a:pt x="25434" y="61734"/>
                  </a:cubicBezTo>
                  <a:cubicBezTo>
                    <a:pt x="25434" y="70180"/>
                    <a:pt x="42200" y="76861"/>
                    <a:pt x="47243" y="73457"/>
                  </a:cubicBezTo>
                  <a:cubicBezTo>
                    <a:pt x="52285" y="70054"/>
                    <a:pt x="64010" y="66776"/>
                    <a:pt x="65774" y="78500"/>
                  </a:cubicBezTo>
                  <a:cubicBezTo>
                    <a:pt x="67413" y="90224"/>
                    <a:pt x="74221" y="90224"/>
                    <a:pt x="74221" y="98670"/>
                  </a:cubicBezTo>
                  <a:cubicBezTo>
                    <a:pt x="74221" y="107117"/>
                    <a:pt x="57454" y="102074"/>
                    <a:pt x="54050" y="110395"/>
                  </a:cubicBezTo>
                  <a:cubicBezTo>
                    <a:pt x="50647" y="118841"/>
                    <a:pt x="82667" y="128926"/>
                    <a:pt x="82667" y="135608"/>
                  </a:cubicBezTo>
                  <a:cubicBezTo>
                    <a:pt x="82667" y="142289"/>
                    <a:pt x="92752" y="150735"/>
                    <a:pt x="96156" y="159056"/>
                  </a:cubicBezTo>
                  <a:cubicBezTo>
                    <a:pt x="99559" y="167502"/>
                    <a:pt x="114687" y="177587"/>
                    <a:pt x="117965" y="187673"/>
                  </a:cubicBezTo>
                  <a:cubicBezTo>
                    <a:pt x="121369" y="197758"/>
                    <a:pt x="134858" y="202800"/>
                    <a:pt x="139900" y="207843"/>
                  </a:cubicBezTo>
                  <a:cubicBezTo>
                    <a:pt x="144943" y="212886"/>
                    <a:pt x="146582" y="224610"/>
                    <a:pt x="144943" y="234695"/>
                  </a:cubicBezTo>
                  <a:cubicBezTo>
                    <a:pt x="143304" y="244780"/>
                    <a:pt x="143304" y="263312"/>
                    <a:pt x="153389" y="278439"/>
                  </a:cubicBezTo>
                  <a:cubicBezTo>
                    <a:pt x="163474" y="293567"/>
                    <a:pt x="141665" y="300249"/>
                    <a:pt x="134858" y="308695"/>
                  </a:cubicBezTo>
                  <a:cubicBezTo>
                    <a:pt x="128176" y="317141"/>
                    <a:pt x="131454" y="328865"/>
                    <a:pt x="111284" y="323823"/>
                  </a:cubicBezTo>
                  <a:cubicBezTo>
                    <a:pt x="91113" y="318780"/>
                    <a:pt x="114687" y="340589"/>
                    <a:pt x="111284" y="347397"/>
                  </a:cubicBezTo>
                  <a:cubicBezTo>
                    <a:pt x="107880" y="354204"/>
                    <a:pt x="81028" y="340716"/>
                    <a:pt x="81028" y="347397"/>
                  </a:cubicBezTo>
                  <a:cubicBezTo>
                    <a:pt x="81028" y="351431"/>
                    <a:pt x="71951" y="356726"/>
                    <a:pt x="64640" y="360255"/>
                  </a:cubicBezTo>
                  <a:cubicBezTo>
                    <a:pt x="67539" y="364037"/>
                    <a:pt x="71573" y="366181"/>
                    <a:pt x="76364" y="369206"/>
                  </a:cubicBezTo>
                  <a:cubicBezTo>
                    <a:pt x="82667" y="373114"/>
                    <a:pt x="68548" y="379796"/>
                    <a:pt x="68926" y="392276"/>
                  </a:cubicBezTo>
                  <a:cubicBezTo>
                    <a:pt x="69304" y="404883"/>
                    <a:pt x="78759" y="408034"/>
                    <a:pt x="82289" y="402865"/>
                  </a:cubicBezTo>
                  <a:cubicBezTo>
                    <a:pt x="85819" y="397697"/>
                    <a:pt x="100316" y="386351"/>
                    <a:pt x="106241" y="384460"/>
                  </a:cubicBezTo>
                  <a:cubicBezTo>
                    <a:pt x="112166" y="382443"/>
                    <a:pt x="106241" y="373870"/>
                    <a:pt x="112544" y="374249"/>
                  </a:cubicBezTo>
                  <a:cubicBezTo>
                    <a:pt x="118848" y="374627"/>
                    <a:pt x="116831" y="365172"/>
                    <a:pt x="119604" y="360129"/>
                  </a:cubicBezTo>
                  <a:cubicBezTo>
                    <a:pt x="122377" y="355087"/>
                    <a:pt x="126664" y="356978"/>
                    <a:pt x="136119" y="357356"/>
                  </a:cubicBezTo>
                  <a:cubicBezTo>
                    <a:pt x="145573" y="357734"/>
                    <a:pt x="158810" y="348784"/>
                    <a:pt x="172173" y="340085"/>
                  </a:cubicBezTo>
                  <a:cubicBezTo>
                    <a:pt x="185536" y="331513"/>
                    <a:pt x="187805" y="329496"/>
                    <a:pt x="192974" y="304787"/>
                  </a:cubicBezTo>
                  <a:cubicBezTo>
                    <a:pt x="198142" y="280078"/>
                    <a:pt x="187049" y="250705"/>
                    <a:pt x="186671" y="243141"/>
                  </a:cubicBezTo>
                  <a:cubicBezTo>
                    <a:pt x="186292" y="235703"/>
                    <a:pt x="168265" y="201161"/>
                    <a:pt x="161584" y="201540"/>
                  </a:cubicBezTo>
                  <a:cubicBezTo>
                    <a:pt x="154902" y="201918"/>
                    <a:pt x="124395" y="170528"/>
                    <a:pt x="118848" y="165485"/>
                  </a:cubicBezTo>
                  <a:cubicBezTo>
                    <a:pt x="113427" y="160442"/>
                    <a:pt x="114940" y="151744"/>
                    <a:pt x="107124" y="145063"/>
                  </a:cubicBezTo>
                  <a:cubicBezTo>
                    <a:pt x="99308" y="138381"/>
                    <a:pt x="98551" y="121110"/>
                    <a:pt x="100442" y="109008"/>
                  </a:cubicBezTo>
                  <a:cubicBezTo>
                    <a:pt x="102459" y="96780"/>
                    <a:pt x="119730" y="94132"/>
                    <a:pt x="119352" y="85812"/>
                  </a:cubicBezTo>
                  <a:cubicBezTo>
                    <a:pt x="118974" y="77618"/>
                    <a:pt x="120864" y="70558"/>
                    <a:pt x="129563" y="70180"/>
                  </a:cubicBezTo>
                  <a:cubicBezTo>
                    <a:pt x="138261" y="69802"/>
                    <a:pt x="146456" y="62742"/>
                    <a:pt x="150364" y="56439"/>
                  </a:cubicBezTo>
                  <a:cubicBezTo>
                    <a:pt x="150868" y="55556"/>
                    <a:pt x="151750" y="54926"/>
                    <a:pt x="152633" y="54548"/>
                  </a:cubicBezTo>
                  <a:cubicBezTo>
                    <a:pt x="149985" y="51900"/>
                    <a:pt x="148095" y="50388"/>
                    <a:pt x="146708" y="5013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3" name="Google Shape;713;p22"/>
            <p:cNvSpPr/>
            <p:nvPr/>
          </p:nvSpPr>
          <p:spPr>
            <a:xfrm>
              <a:off x="8480828" y="4184123"/>
              <a:ext cx="151278" cy="113459"/>
            </a:xfrm>
            <a:custGeom>
              <a:rect b="b" l="l" r="r" t="t"/>
              <a:pathLst>
                <a:path extrusionOk="0" h="113458" w="151278">
                  <a:moveTo>
                    <a:pt x="75583" y="104350"/>
                  </a:moveTo>
                  <a:cubicBezTo>
                    <a:pt x="75583" y="97669"/>
                    <a:pt x="102435" y="111158"/>
                    <a:pt x="105839" y="104350"/>
                  </a:cubicBezTo>
                  <a:cubicBezTo>
                    <a:pt x="109243" y="97669"/>
                    <a:pt x="85668" y="75733"/>
                    <a:pt x="105839" y="80776"/>
                  </a:cubicBezTo>
                  <a:cubicBezTo>
                    <a:pt x="126009" y="85819"/>
                    <a:pt x="122606" y="74095"/>
                    <a:pt x="129413" y="65648"/>
                  </a:cubicBezTo>
                  <a:cubicBezTo>
                    <a:pt x="136094" y="57202"/>
                    <a:pt x="158030" y="50520"/>
                    <a:pt x="147944" y="35393"/>
                  </a:cubicBezTo>
                  <a:cubicBezTo>
                    <a:pt x="140759" y="24677"/>
                    <a:pt x="138741" y="12323"/>
                    <a:pt x="138741" y="2364"/>
                  </a:cubicBezTo>
                  <a:cubicBezTo>
                    <a:pt x="132186" y="7532"/>
                    <a:pt x="124370" y="7910"/>
                    <a:pt x="119958" y="6146"/>
                  </a:cubicBezTo>
                  <a:cubicBezTo>
                    <a:pt x="114285" y="3876"/>
                    <a:pt x="101805" y="2742"/>
                    <a:pt x="101805" y="11819"/>
                  </a:cubicBezTo>
                  <a:cubicBezTo>
                    <a:pt x="101805" y="20895"/>
                    <a:pt x="92728" y="23164"/>
                    <a:pt x="93862" y="18626"/>
                  </a:cubicBezTo>
                  <a:cubicBezTo>
                    <a:pt x="94997" y="14088"/>
                    <a:pt x="84786" y="15222"/>
                    <a:pt x="79113" y="8415"/>
                  </a:cubicBezTo>
                  <a:cubicBezTo>
                    <a:pt x="73440" y="1607"/>
                    <a:pt x="53017" y="10684"/>
                    <a:pt x="42806" y="7280"/>
                  </a:cubicBezTo>
                  <a:cubicBezTo>
                    <a:pt x="32595" y="3876"/>
                    <a:pt x="16711" y="12953"/>
                    <a:pt x="6626" y="25433"/>
                  </a:cubicBezTo>
                  <a:cubicBezTo>
                    <a:pt x="-3586" y="37914"/>
                    <a:pt x="7760" y="37914"/>
                    <a:pt x="7760" y="49260"/>
                  </a:cubicBezTo>
                  <a:cubicBezTo>
                    <a:pt x="7760" y="60606"/>
                    <a:pt x="14568" y="60606"/>
                    <a:pt x="11164" y="69682"/>
                  </a:cubicBezTo>
                  <a:cubicBezTo>
                    <a:pt x="11038" y="69934"/>
                    <a:pt x="11038" y="70187"/>
                    <a:pt x="10911" y="70439"/>
                  </a:cubicBezTo>
                  <a:cubicBezTo>
                    <a:pt x="20871" y="74851"/>
                    <a:pt x="16963" y="87331"/>
                    <a:pt x="18097" y="94391"/>
                  </a:cubicBezTo>
                  <a:cubicBezTo>
                    <a:pt x="19232" y="101829"/>
                    <a:pt x="29065" y="97543"/>
                    <a:pt x="34612" y="97164"/>
                  </a:cubicBezTo>
                  <a:cubicBezTo>
                    <a:pt x="40159" y="96786"/>
                    <a:pt x="31082" y="105863"/>
                    <a:pt x="35747" y="111284"/>
                  </a:cubicBezTo>
                  <a:cubicBezTo>
                    <a:pt x="40537" y="116831"/>
                    <a:pt x="54152" y="106619"/>
                    <a:pt x="56925" y="113301"/>
                  </a:cubicBezTo>
                  <a:cubicBezTo>
                    <a:pt x="57556" y="114940"/>
                    <a:pt x="58438" y="116200"/>
                    <a:pt x="59321" y="117335"/>
                  </a:cubicBezTo>
                  <a:cubicBezTo>
                    <a:pt x="66506" y="113679"/>
                    <a:pt x="75583" y="108384"/>
                    <a:pt x="75583" y="10435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22"/>
            <p:cNvSpPr/>
            <p:nvPr/>
          </p:nvSpPr>
          <p:spPr>
            <a:xfrm>
              <a:off x="8423066" y="3966283"/>
              <a:ext cx="189098" cy="239524"/>
            </a:xfrm>
            <a:custGeom>
              <a:rect b="b" l="l" r="r" t="t"/>
              <a:pathLst>
                <a:path extrusionOk="0" h="239523" w="189097">
                  <a:moveTo>
                    <a:pt x="134984" y="110402"/>
                  </a:moveTo>
                  <a:cubicBezTo>
                    <a:pt x="134984" y="103720"/>
                    <a:pt x="103090" y="93635"/>
                    <a:pt x="106367" y="85189"/>
                  </a:cubicBezTo>
                  <a:cubicBezTo>
                    <a:pt x="109771" y="76742"/>
                    <a:pt x="126537" y="81785"/>
                    <a:pt x="126537" y="73464"/>
                  </a:cubicBezTo>
                  <a:cubicBezTo>
                    <a:pt x="126537" y="65018"/>
                    <a:pt x="119856" y="65018"/>
                    <a:pt x="118091" y="53294"/>
                  </a:cubicBezTo>
                  <a:cubicBezTo>
                    <a:pt x="116452" y="41570"/>
                    <a:pt x="104602" y="44848"/>
                    <a:pt x="99559" y="48251"/>
                  </a:cubicBezTo>
                  <a:cubicBezTo>
                    <a:pt x="94517" y="51655"/>
                    <a:pt x="77750" y="44848"/>
                    <a:pt x="77750" y="36527"/>
                  </a:cubicBezTo>
                  <a:cubicBezTo>
                    <a:pt x="77750" y="28081"/>
                    <a:pt x="64261" y="23038"/>
                    <a:pt x="64261" y="16357"/>
                  </a:cubicBezTo>
                  <a:cubicBezTo>
                    <a:pt x="64261" y="12449"/>
                    <a:pt x="59218" y="7532"/>
                    <a:pt x="54680" y="2364"/>
                  </a:cubicBezTo>
                  <a:cubicBezTo>
                    <a:pt x="50394" y="4507"/>
                    <a:pt x="46108" y="5011"/>
                    <a:pt x="44091" y="2994"/>
                  </a:cubicBezTo>
                  <a:cubicBezTo>
                    <a:pt x="40940" y="-158"/>
                    <a:pt x="36779" y="13458"/>
                    <a:pt x="39931" y="16609"/>
                  </a:cubicBezTo>
                  <a:cubicBezTo>
                    <a:pt x="43082" y="19761"/>
                    <a:pt x="47243" y="39679"/>
                    <a:pt x="38922" y="37536"/>
                  </a:cubicBezTo>
                  <a:cubicBezTo>
                    <a:pt x="30476" y="35393"/>
                    <a:pt x="30476" y="23921"/>
                    <a:pt x="25307" y="24929"/>
                  </a:cubicBezTo>
                  <a:cubicBezTo>
                    <a:pt x="25307" y="24929"/>
                    <a:pt x="11692" y="40688"/>
                    <a:pt x="11692" y="46991"/>
                  </a:cubicBezTo>
                  <a:cubicBezTo>
                    <a:pt x="11692" y="51277"/>
                    <a:pt x="6523" y="52664"/>
                    <a:pt x="2364" y="54681"/>
                  </a:cubicBezTo>
                  <a:cubicBezTo>
                    <a:pt x="4758" y="56824"/>
                    <a:pt x="6902" y="58841"/>
                    <a:pt x="7532" y="59850"/>
                  </a:cubicBezTo>
                  <a:cubicBezTo>
                    <a:pt x="9801" y="63253"/>
                    <a:pt x="6397" y="72330"/>
                    <a:pt x="9801" y="80272"/>
                  </a:cubicBezTo>
                  <a:cubicBezTo>
                    <a:pt x="13205" y="88214"/>
                    <a:pt x="24551" y="75734"/>
                    <a:pt x="27955" y="87079"/>
                  </a:cubicBezTo>
                  <a:cubicBezTo>
                    <a:pt x="31359" y="98425"/>
                    <a:pt x="25685" y="104098"/>
                    <a:pt x="25685" y="115444"/>
                  </a:cubicBezTo>
                  <a:cubicBezTo>
                    <a:pt x="25685" y="126790"/>
                    <a:pt x="16608" y="125655"/>
                    <a:pt x="18878" y="135867"/>
                  </a:cubicBezTo>
                  <a:cubicBezTo>
                    <a:pt x="21147" y="146078"/>
                    <a:pt x="33628" y="133597"/>
                    <a:pt x="42578" y="126790"/>
                  </a:cubicBezTo>
                  <a:cubicBezTo>
                    <a:pt x="51655" y="119982"/>
                    <a:pt x="58462" y="121117"/>
                    <a:pt x="61866" y="125655"/>
                  </a:cubicBezTo>
                  <a:cubicBezTo>
                    <a:pt x="65270" y="130194"/>
                    <a:pt x="76615" y="126790"/>
                    <a:pt x="78885" y="121117"/>
                  </a:cubicBezTo>
                  <a:cubicBezTo>
                    <a:pt x="81154" y="115444"/>
                    <a:pt x="98173" y="113175"/>
                    <a:pt x="103846" y="119982"/>
                  </a:cubicBezTo>
                  <a:cubicBezTo>
                    <a:pt x="109519" y="126790"/>
                    <a:pt x="115191" y="134732"/>
                    <a:pt x="123133" y="139270"/>
                  </a:cubicBezTo>
                  <a:cubicBezTo>
                    <a:pt x="131076" y="143809"/>
                    <a:pt x="117460" y="168644"/>
                    <a:pt x="125403" y="170913"/>
                  </a:cubicBezTo>
                  <a:cubicBezTo>
                    <a:pt x="133345" y="173182"/>
                    <a:pt x="144691" y="185662"/>
                    <a:pt x="143556" y="199277"/>
                  </a:cubicBezTo>
                  <a:cubicBezTo>
                    <a:pt x="142548" y="211001"/>
                    <a:pt x="149103" y="219322"/>
                    <a:pt x="140153" y="229281"/>
                  </a:cubicBezTo>
                  <a:cubicBezTo>
                    <a:pt x="145700" y="232937"/>
                    <a:pt x="152381" y="232811"/>
                    <a:pt x="151498" y="236593"/>
                  </a:cubicBezTo>
                  <a:cubicBezTo>
                    <a:pt x="150364" y="241131"/>
                    <a:pt x="159440" y="238862"/>
                    <a:pt x="159440" y="229785"/>
                  </a:cubicBezTo>
                  <a:cubicBezTo>
                    <a:pt x="159440" y="220708"/>
                    <a:pt x="171921" y="221843"/>
                    <a:pt x="177594" y="224112"/>
                  </a:cubicBezTo>
                  <a:cubicBezTo>
                    <a:pt x="182006" y="225877"/>
                    <a:pt x="189948" y="225499"/>
                    <a:pt x="196377" y="220330"/>
                  </a:cubicBezTo>
                  <a:cubicBezTo>
                    <a:pt x="196377" y="216296"/>
                    <a:pt x="196630" y="212514"/>
                    <a:pt x="197134" y="209615"/>
                  </a:cubicBezTo>
                  <a:cubicBezTo>
                    <a:pt x="198772" y="199529"/>
                    <a:pt x="197134" y="187805"/>
                    <a:pt x="192091" y="182763"/>
                  </a:cubicBezTo>
                  <a:cubicBezTo>
                    <a:pt x="187049" y="177720"/>
                    <a:pt x="173559" y="172678"/>
                    <a:pt x="170156" y="162592"/>
                  </a:cubicBezTo>
                  <a:cubicBezTo>
                    <a:pt x="166878" y="152507"/>
                    <a:pt x="151750" y="142422"/>
                    <a:pt x="148346" y="133976"/>
                  </a:cubicBezTo>
                  <a:cubicBezTo>
                    <a:pt x="145069" y="125529"/>
                    <a:pt x="134984" y="117083"/>
                    <a:pt x="134984" y="110402"/>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5" name="Google Shape;715;p22"/>
            <p:cNvSpPr/>
            <p:nvPr/>
          </p:nvSpPr>
          <p:spPr>
            <a:xfrm>
              <a:off x="8355117" y="4018348"/>
              <a:ext cx="214311" cy="403408"/>
            </a:xfrm>
            <a:custGeom>
              <a:rect b="b" l="l" r="r" t="t"/>
              <a:pathLst>
                <a:path extrusionOk="0" h="403408" w="214310">
                  <a:moveTo>
                    <a:pt x="133471" y="214909"/>
                  </a:moveTo>
                  <a:cubicBezTo>
                    <a:pt x="133471" y="203564"/>
                    <a:pt x="122126" y="203564"/>
                    <a:pt x="132337" y="191083"/>
                  </a:cubicBezTo>
                  <a:cubicBezTo>
                    <a:pt x="142548" y="178603"/>
                    <a:pt x="158306" y="169526"/>
                    <a:pt x="168517" y="172930"/>
                  </a:cubicBezTo>
                  <a:cubicBezTo>
                    <a:pt x="178729" y="176334"/>
                    <a:pt x="199151" y="167257"/>
                    <a:pt x="204824" y="174064"/>
                  </a:cubicBezTo>
                  <a:cubicBezTo>
                    <a:pt x="205833" y="175325"/>
                    <a:pt x="206967" y="176208"/>
                    <a:pt x="208227" y="176964"/>
                  </a:cubicBezTo>
                  <a:cubicBezTo>
                    <a:pt x="217178" y="167005"/>
                    <a:pt x="210623" y="158558"/>
                    <a:pt x="211631" y="146960"/>
                  </a:cubicBezTo>
                  <a:cubicBezTo>
                    <a:pt x="212766" y="133345"/>
                    <a:pt x="201420" y="120865"/>
                    <a:pt x="193478" y="118596"/>
                  </a:cubicBezTo>
                  <a:cubicBezTo>
                    <a:pt x="185536" y="116327"/>
                    <a:pt x="199151" y="91366"/>
                    <a:pt x="191209" y="86953"/>
                  </a:cubicBezTo>
                  <a:cubicBezTo>
                    <a:pt x="183267" y="82415"/>
                    <a:pt x="177594" y="74473"/>
                    <a:pt x="171921" y="67666"/>
                  </a:cubicBezTo>
                  <a:cubicBezTo>
                    <a:pt x="166248" y="60858"/>
                    <a:pt x="149229" y="63127"/>
                    <a:pt x="146960" y="68800"/>
                  </a:cubicBezTo>
                  <a:cubicBezTo>
                    <a:pt x="144691" y="74473"/>
                    <a:pt x="133345" y="77877"/>
                    <a:pt x="129941" y="73338"/>
                  </a:cubicBezTo>
                  <a:cubicBezTo>
                    <a:pt x="126537" y="68800"/>
                    <a:pt x="119730" y="67666"/>
                    <a:pt x="110653" y="74473"/>
                  </a:cubicBezTo>
                  <a:cubicBezTo>
                    <a:pt x="101577" y="81280"/>
                    <a:pt x="89097" y="93761"/>
                    <a:pt x="86953" y="83550"/>
                  </a:cubicBezTo>
                  <a:cubicBezTo>
                    <a:pt x="84684" y="73338"/>
                    <a:pt x="93761" y="74473"/>
                    <a:pt x="93761" y="63127"/>
                  </a:cubicBezTo>
                  <a:cubicBezTo>
                    <a:pt x="93761" y="51781"/>
                    <a:pt x="99434" y="46108"/>
                    <a:pt x="96030" y="34763"/>
                  </a:cubicBezTo>
                  <a:cubicBezTo>
                    <a:pt x="92626" y="23417"/>
                    <a:pt x="81281" y="35897"/>
                    <a:pt x="77877" y="27955"/>
                  </a:cubicBezTo>
                  <a:cubicBezTo>
                    <a:pt x="74473" y="20013"/>
                    <a:pt x="77877" y="10936"/>
                    <a:pt x="75607" y="7532"/>
                  </a:cubicBezTo>
                  <a:cubicBezTo>
                    <a:pt x="74977" y="6398"/>
                    <a:pt x="72834" y="4507"/>
                    <a:pt x="70438" y="2364"/>
                  </a:cubicBezTo>
                  <a:cubicBezTo>
                    <a:pt x="68422" y="3372"/>
                    <a:pt x="66783" y="4507"/>
                    <a:pt x="66153" y="6146"/>
                  </a:cubicBezTo>
                  <a:cubicBezTo>
                    <a:pt x="64010" y="11440"/>
                    <a:pt x="46234" y="12449"/>
                    <a:pt x="42074" y="19761"/>
                  </a:cubicBezTo>
                  <a:cubicBezTo>
                    <a:pt x="37914" y="27073"/>
                    <a:pt x="25308" y="26064"/>
                    <a:pt x="22156" y="26064"/>
                  </a:cubicBezTo>
                  <a:cubicBezTo>
                    <a:pt x="19004" y="26064"/>
                    <a:pt x="8541" y="27073"/>
                    <a:pt x="7532" y="34510"/>
                  </a:cubicBezTo>
                  <a:cubicBezTo>
                    <a:pt x="6523" y="41822"/>
                    <a:pt x="2364" y="71195"/>
                    <a:pt x="2364" y="76490"/>
                  </a:cubicBezTo>
                  <a:cubicBezTo>
                    <a:pt x="2364" y="81659"/>
                    <a:pt x="16987" y="98425"/>
                    <a:pt x="22281" y="100568"/>
                  </a:cubicBezTo>
                  <a:cubicBezTo>
                    <a:pt x="27451" y="102712"/>
                    <a:pt x="21273" y="115192"/>
                    <a:pt x="27451" y="118344"/>
                  </a:cubicBezTo>
                  <a:cubicBezTo>
                    <a:pt x="33754" y="121495"/>
                    <a:pt x="29593" y="131959"/>
                    <a:pt x="26442" y="130950"/>
                  </a:cubicBezTo>
                  <a:cubicBezTo>
                    <a:pt x="23290" y="129941"/>
                    <a:pt x="28585" y="144565"/>
                    <a:pt x="22281" y="149860"/>
                  </a:cubicBezTo>
                  <a:cubicBezTo>
                    <a:pt x="15978" y="155028"/>
                    <a:pt x="21273" y="168770"/>
                    <a:pt x="31736" y="178224"/>
                  </a:cubicBezTo>
                  <a:cubicBezTo>
                    <a:pt x="42200" y="187679"/>
                    <a:pt x="42200" y="202303"/>
                    <a:pt x="42200" y="210749"/>
                  </a:cubicBezTo>
                  <a:cubicBezTo>
                    <a:pt x="42200" y="219070"/>
                    <a:pt x="50521" y="220204"/>
                    <a:pt x="50521" y="230667"/>
                  </a:cubicBezTo>
                  <a:cubicBezTo>
                    <a:pt x="50521" y="230667"/>
                    <a:pt x="38040" y="276429"/>
                    <a:pt x="27703" y="274412"/>
                  </a:cubicBezTo>
                  <a:cubicBezTo>
                    <a:pt x="25559" y="285884"/>
                    <a:pt x="22786" y="303785"/>
                    <a:pt x="20265" y="313492"/>
                  </a:cubicBezTo>
                  <a:cubicBezTo>
                    <a:pt x="17113" y="325594"/>
                    <a:pt x="14844" y="336184"/>
                    <a:pt x="21904" y="337066"/>
                  </a:cubicBezTo>
                  <a:cubicBezTo>
                    <a:pt x="28963" y="337823"/>
                    <a:pt x="43082" y="353959"/>
                    <a:pt x="56824" y="371230"/>
                  </a:cubicBezTo>
                  <a:cubicBezTo>
                    <a:pt x="60227" y="375390"/>
                    <a:pt x="62749" y="379802"/>
                    <a:pt x="64766" y="384341"/>
                  </a:cubicBezTo>
                  <a:cubicBezTo>
                    <a:pt x="69556" y="384089"/>
                    <a:pt x="74851" y="384341"/>
                    <a:pt x="80146" y="385349"/>
                  </a:cubicBezTo>
                  <a:cubicBezTo>
                    <a:pt x="90609" y="387366"/>
                    <a:pt x="93131" y="395813"/>
                    <a:pt x="93131" y="400981"/>
                  </a:cubicBezTo>
                  <a:cubicBezTo>
                    <a:pt x="93131" y="406276"/>
                    <a:pt x="110779" y="404259"/>
                    <a:pt x="114057" y="403629"/>
                  </a:cubicBezTo>
                  <a:cubicBezTo>
                    <a:pt x="116579" y="403125"/>
                    <a:pt x="113301" y="395813"/>
                    <a:pt x="122252" y="392913"/>
                  </a:cubicBezTo>
                  <a:cubicBezTo>
                    <a:pt x="116956" y="385349"/>
                    <a:pt x="103090" y="376147"/>
                    <a:pt x="91743" y="375138"/>
                  </a:cubicBezTo>
                  <a:cubicBezTo>
                    <a:pt x="78381" y="374003"/>
                    <a:pt x="72077" y="353959"/>
                    <a:pt x="73338" y="344882"/>
                  </a:cubicBezTo>
                  <a:cubicBezTo>
                    <a:pt x="74473" y="335806"/>
                    <a:pt x="63505" y="327990"/>
                    <a:pt x="63505" y="320174"/>
                  </a:cubicBezTo>
                  <a:cubicBezTo>
                    <a:pt x="63505" y="312358"/>
                    <a:pt x="55689" y="311979"/>
                    <a:pt x="46613" y="307567"/>
                  </a:cubicBezTo>
                  <a:cubicBezTo>
                    <a:pt x="37536" y="303281"/>
                    <a:pt x="48503" y="276555"/>
                    <a:pt x="49764" y="265209"/>
                  </a:cubicBezTo>
                  <a:cubicBezTo>
                    <a:pt x="50898" y="253863"/>
                    <a:pt x="69808" y="221213"/>
                    <a:pt x="64261" y="211127"/>
                  </a:cubicBezTo>
                  <a:cubicBezTo>
                    <a:pt x="58714" y="200916"/>
                    <a:pt x="83423" y="193100"/>
                    <a:pt x="86575" y="204446"/>
                  </a:cubicBezTo>
                  <a:cubicBezTo>
                    <a:pt x="89727" y="215792"/>
                    <a:pt x="90861" y="221339"/>
                    <a:pt x="106619" y="220582"/>
                  </a:cubicBezTo>
                  <a:cubicBezTo>
                    <a:pt x="122377" y="219826"/>
                    <a:pt x="122377" y="231928"/>
                    <a:pt x="134858" y="235458"/>
                  </a:cubicBezTo>
                  <a:cubicBezTo>
                    <a:pt x="135615" y="235584"/>
                    <a:pt x="136119" y="235962"/>
                    <a:pt x="136749" y="236214"/>
                  </a:cubicBezTo>
                  <a:cubicBezTo>
                    <a:pt x="136875" y="235962"/>
                    <a:pt x="136875" y="235710"/>
                    <a:pt x="137001" y="235458"/>
                  </a:cubicBezTo>
                  <a:cubicBezTo>
                    <a:pt x="140279" y="226255"/>
                    <a:pt x="133471" y="226255"/>
                    <a:pt x="133471" y="214909"/>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22"/>
            <p:cNvSpPr/>
            <p:nvPr/>
          </p:nvSpPr>
          <p:spPr>
            <a:xfrm>
              <a:off x="6174969" y="2932035"/>
              <a:ext cx="252130" cy="201704"/>
            </a:xfrm>
            <a:custGeom>
              <a:rect b="b" l="l" r="r" t="t"/>
              <a:pathLst>
                <a:path extrusionOk="0" h="201704" w="252130">
                  <a:moveTo>
                    <a:pt x="5368" y="43723"/>
                  </a:moveTo>
                  <a:cubicBezTo>
                    <a:pt x="7133" y="48387"/>
                    <a:pt x="8898" y="64902"/>
                    <a:pt x="4738" y="71331"/>
                  </a:cubicBezTo>
                  <a:cubicBezTo>
                    <a:pt x="578" y="77760"/>
                    <a:pt x="2343" y="79525"/>
                    <a:pt x="6503" y="81921"/>
                  </a:cubicBezTo>
                  <a:cubicBezTo>
                    <a:pt x="10663" y="84316"/>
                    <a:pt x="12428" y="90115"/>
                    <a:pt x="12428" y="94905"/>
                  </a:cubicBezTo>
                  <a:cubicBezTo>
                    <a:pt x="12428" y="99570"/>
                    <a:pt x="15327" y="99065"/>
                    <a:pt x="15958" y="109025"/>
                  </a:cubicBezTo>
                  <a:cubicBezTo>
                    <a:pt x="16588" y="118984"/>
                    <a:pt x="18857" y="126043"/>
                    <a:pt x="22387" y="130203"/>
                  </a:cubicBezTo>
                  <a:cubicBezTo>
                    <a:pt x="25160" y="133481"/>
                    <a:pt x="24656" y="138398"/>
                    <a:pt x="23143" y="142054"/>
                  </a:cubicBezTo>
                  <a:cubicBezTo>
                    <a:pt x="28060" y="145710"/>
                    <a:pt x="33607" y="149239"/>
                    <a:pt x="38523" y="151004"/>
                  </a:cubicBezTo>
                  <a:cubicBezTo>
                    <a:pt x="50752" y="155416"/>
                    <a:pt x="55164" y="158946"/>
                    <a:pt x="56046" y="163233"/>
                  </a:cubicBezTo>
                  <a:cubicBezTo>
                    <a:pt x="56929" y="167645"/>
                    <a:pt x="67518" y="175461"/>
                    <a:pt x="70040" y="169410"/>
                  </a:cubicBezTo>
                  <a:cubicBezTo>
                    <a:pt x="72687" y="163233"/>
                    <a:pt x="79620" y="166762"/>
                    <a:pt x="84915" y="166762"/>
                  </a:cubicBezTo>
                  <a:cubicBezTo>
                    <a:pt x="90210" y="166762"/>
                    <a:pt x="91092" y="172940"/>
                    <a:pt x="91849" y="176343"/>
                  </a:cubicBezTo>
                  <a:cubicBezTo>
                    <a:pt x="92731" y="179873"/>
                    <a:pt x="104959" y="178108"/>
                    <a:pt x="109372" y="180756"/>
                  </a:cubicBezTo>
                  <a:cubicBezTo>
                    <a:pt x="113784" y="183403"/>
                    <a:pt x="115549" y="192984"/>
                    <a:pt x="121600" y="196514"/>
                  </a:cubicBezTo>
                  <a:cubicBezTo>
                    <a:pt x="127777" y="200044"/>
                    <a:pt x="132946" y="192101"/>
                    <a:pt x="137358" y="194749"/>
                  </a:cubicBezTo>
                  <a:cubicBezTo>
                    <a:pt x="141771" y="197396"/>
                    <a:pt x="153116" y="200044"/>
                    <a:pt x="160176" y="197396"/>
                  </a:cubicBezTo>
                  <a:cubicBezTo>
                    <a:pt x="167109" y="194749"/>
                    <a:pt x="171522" y="200044"/>
                    <a:pt x="180346" y="199161"/>
                  </a:cubicBezTo>
                  <a:cubicBezTo>
                    <a:pt x="189045" y="198279"/>
                    <a:pt x="200517" y="201808"/>
                    <a:pt x="203164" y="204456"/>
                  </a:cubicBezTo>
                  <a:cubicBezTo>
                    <a:pt x="204551" y="205843"/>
                    <a:pt x="211988" y="207229"/>
                    <a:pt x="218670" y="208238"/>
                  </a:cubicBezTo>
                  <a:cubicBezTo>
                    <a:pt x="220435" y="204582"/>
                    <a:pt x="217031" y="193488"/>
                    <a:pt x="217535" y="190841"/>
                  </a:cubicBezTo>
                  <a:cubicBezTo>
                    <a:pt x="218166" y="187941"/>
                    <a:pt x="238715" y="169662"/>
                    <a:pt x="242244" y="165502"/>
                  </a:cubicBezTo>
                  <a:cubicBezTo>
                    <a:pt x="245774" y="161342"/>
                    <a:pt x="251069" y="161342"/>
                    <a:pt x="253968" y="156047"/>
                  </a:cubicBezTo>
                  <a:cubicBezTo>
                    <a:pt x="256868" y="150752"/>
                    <a:pt x="245774" y="133733"/>
                    <a:pt x="243379" y="130203"/>
                  </a:cubicBezTo>
                  <a:cubicBezTo>
                    <a:pt x="240984" y="126674"/>
                    <a:pt x="239849" y="112554"/>
                    <a:pt x="241614" y="106629"/>
                  </a:cubicBezTo>
                  <a:cubicBezTo>
                    <a:pt x="243379" y="100704"/>
                    <a:pt x="232790" y="97174"/>
                    <a:pt x="232790" y="93140"/>
                  </a:cubicBezTo>
                  <a:cubicBezTo>
                    <a:pt x="232790" y="88980"/>
                    <a:pt x="242748" y="81921"/>
                    <a:pt x="248043" y="79651"/>
                  </a:cubicBezTo>
                  <a:cubicBezTo>
                    <a:pt x="253338" y="77256"/>
                    <a:pt x="251573" y="60742"/>
                    <a:pt x="246909" y="56708"/>
                  </a:cubicBezTo>
                  <a:cubicBezTo>
                    <a:pt x="242244" y="52547"/>
                    <a:pt x="239849" y="44983"/>
                    <a:pt x="242748" y="36663"/>
                  </a:cubicBezTo>
                  <a:cubicBezTo>
                    <a:pt x="245648" y="28469"/>
                    <a:pt x="225099" y="21914"/>
                    <a:pt x="222200" y="21914"/>
                  </a:cubicBezTo>
                  <a:cubicBezTo>
                    <a:pt x="221696" y="21914"/>
                    <a:pt x="221443" y="21409"/>
                    <a:pt x="221191" y="20653"/>
                  </a:cubicBezTo>
                  <a:cubicBezTo>
                    <a:pt x="202786" y="24057"/>
                    <a:pt x="155764" y="19140"/>
                    <a:pt x="152234" y="17754"/>
                  </a:cubicBezTo>
                  <a:cubicBezTo>
                    <a:pt x="149965" y="16871"/>
                    <a:pt x="143913" y="14728"/>
                    <a:pt x="138871" y="12837"/>
                  </a:cubicBezTo>
                  <a:cubicBezTo>
                    <a:pt x="136476" y="16745"/>
                    <a:pt x="131685" y="20275"/>
                    <a:pt x="124374" y="20275"/>
                  </a:cubicBezTo>
                  <a:cubicBezTo>
                    <a:pt x="113028" y="20275"/>
                    <a:pt x="112271" y="8929"/>
                    <a:pt x="111767" y="3760"/>
                  </a:cubicBezTo>
                  <a:cubicBezTo>
                    <a:pt x="111389" y="-1282"/>
                    <a:pt x="65879" y="8046"/>
                    <a:pt x="53651" y="20275"/>
                  </a:cubicBezTo>
                  <a:cubicBezTo>
                    <a:pt x="41549" y="32377"/>
                    <a:pt x="13184" y="27713"/>
                    <a:pt x="12428" y="34394"/>
                  </a:cubicBezTo>
                  <a:cubicBezTo>
                    <a:pt x="11798" y="39185"/>
                    <a:pt x="7637" y="41706"/>
                    <a:pt x="4864" y="40445"/>
                  </a:cubicBezTo>
                  <a:cubicBezTo>
                    <a:pt x="4990" y="41706"/>
                    <a:pt x="4990" y="42714"/>
                    <a:pt x="5368" y="4372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7" name="Google Shape;717;p22"/>
            <p:cNvSpPr/>
            <p:nvPr/>
          </p:nvSpPr>
          <p:spPr>
            <a:xfrm>
              <a:off x="6211393" y="3270531"/>
              <a:ext cx="88246" cy="88246"/>
            </a:xfrm>
            <a:custGeom>
              <a:rect b="b" l="l" r="r" t="t"/>
              <a:pathLst>
                <a:path extrusionOk="0" h="88245" w="88245">
                  <a:moveTo>
                    <a:pt x="72822" y="83800"/>
                  </a:moveTo>
                  <a:cubicBezTo>
                    <a:pt x="71814" y="78506"/>
                    <a:pt x="88706" y="54301"/>
                    <a:pt x="92866" y="54301"/>
                  </a:cubicBezTo>
                  <a:cubicBezTo>
                    <a:pt x="96396" y="54301"/>
                    <a:pt x="97657" y="30979"/>
                    <a:pt x="96144" y="18877"/>
                  </a:cubicBezTo>
                  <a:cubicBezTo>
                    <a:pt x="83033" y="9800"/>
                    <a:pt x="72192" y="6775"/>
                    <a:pt x="72192" y="6775"/>
                  </a:cubicBezTo>
                  <a:cubicBezTo>
                    <a:pt x="72192" y="6775"/>
                    <a:pt x="37020" y="5010"/>
                    <a:pt x="31221" y="2741"/>
                  </a:cubicBezTo>
                  <a:cubicBezTo>
                    <a:pt x="25422" y="345"/>
                    <a:pt x="19497" y="10305"/>
                    <a:pt x="14202" y="6271"/>
                  </a:cubicBezTo>
                  <a:cubicBezTo>
                    <a:pt x="8907" y="2236"/>
                    <a:pt x="1343" y="7405"/>
                    <a:pt x="2478" y="13330"/>
                  </a:cubicBezTo>
                  <a:cubicBezTo>
                    <a:pt x="3612" y="19129"/>
                    <a:pt x="14832" y="22659"/>
                    <a:pt x="14832" y="31484"/>
                  </a:cubicBezTo>
                  <a:cubicBezTo>
                    <a:pt x="14832" y="40308"/>
                    <a:pt x="37146" y="53167"/>
                    <a:pt x="36515" y="57831"/>
                  </a:cubicBezTo>
                  <a:cubicBezTo>
                    <a:pt x="36137" y="61109"/>
                    <a:pt x="49878" y="70059"/>
                    <a:pt x="58073" y="82036"/>
                  </a:cubicBezTo>
                  <a:cubicBezTo>
                    <a:pt x="62485" y="84809"/>
                    <a:pt x="67149" y="88339"/>
                    <a:pt x="71688" y="92121"/>
                  </a:cubicBezTo>
                  <a:cubicBezTo>
                    <a:pt x="72696" y="88213"/>
                    <a:pt x="73200" y="85187"/>
                    <a:pt x="72822" y="8380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8" name="Google Shape;718;p22"/>
            <p:cNvSpPr/>
            <p:nvPr/>
          </p:nvSpPr>
          <p:spPr>
            <a:xfrm>
              <a:off x="6163098" y="3226281"/>
              <a:ext cx="138672" cy="126065"/>
            </a:xfrm>
            <a:custGeom>
              <a:rect b="b" l="l" r="r" t="t"/>
              <a:pathLst>
                <a:path extrusionOk="0" h="126065" w="138671">
                  <a:moveTo>
                    <a:pt x="84810" y="101955"/>
                  </a:moveTo>
                  <a:cubicBezTo>
                    <a:pt x="85441" y="97291"/>
                    <a:pt x="63127" y="84432"/>
                    <a:pt x="63127" y="75607"/>
                  </a:cubicBezTo>
                  <a:cubicBezTo>
                    <a:pt x="63127" y="66783"/>
                    <a:pt x="52033" y="63253"/>
                    <a:pt x="50773" y="57454"/>
                  </a:cubicBezTo>
                  <a:cubicBezTo>
                    <a:pt x="49638" y="51529"/>
                    <a:pt x="57202" y="46360"/>
                    <a:pt x="62497" y="50394"/>
                  </a:cubicBezTo>
                  <a:cubicBezTo>
                    <a:pt x="67792" y="54555"/>
                    <a:pt x="73590" y="44596"/>
                    <a:pt x="79515" y="46865"/>
                  </a:cubicBezTo>
                  <a:cubicBezTo>
                    <a:pt x="85314" y="49260"/>
                    <a:pt x="120487" y="50899"/>
                    <a:pt x="120487" y="50899"/>
                  </a:cubicBezTo>
                  <a:cubicBezTo>
                    <a:pt x="120487" y="50899"/>
                    <a:pt x="131328" y="53924"/>
                    <a:pt x="144439" y="63001"/>
                  </a:cubicBezTo>
                  <a:cubicBezTo>
                    <a:pt x="144187" y="60606"/>
                    <a:pt x="143809" y="58589"/>
                    <a:pt x="143178" y="57328"/>
                  </a:cubicBezTo>
                  <a:cubicBezTo>
                    <a:pt x="140027" y="49890"/>
                    <a:pt x="143178" y="41570"/>
                    <a:pt x="134732" y="38292"/>
                  </a:cubicBezTo>
                  <a:cubicBezTo>
                    <a:pt x="130446" y="36653"/>
                    <a:pt x="128555" y="29216"/>
                    <a:pt x="127798" y="22282"/>
                  </a:cubicBezTo>
                  <a:cubicBezTo>
                    <a:pt x="123764" y="23543"/>
                    <a:pt x="120487" y="24425"/>
                    <a:pt x="118596" y="24929"/>
                  </a:cubicBezTo>
                  <a:cubicBezTo>
                    <a:pt x="111536" y="26694"/>
                    <a:pt x="96660" y="25812"/>
                    <a:pt x="91366" y="18752"/>
                  </a:cubicBezTo>
                  <a:cubicBezTo>
                    <a:pt x="87458" y="13583"/>
                    <a:pt x="75229" y="5894"/>
                    <a:pt x="69304" y="2364"/>
                  </a:cubicBezTo>
                  <a:cubicBezTo>
                    <a:pt x="66909" y="4507"/>
                    <a:pt x="57454" y="12449"/>
                    <a:pt x="53420" y="12953"/>
                  </a:cubicBezTo>
                  <a:cubicBezTo>
                    <a:pt x="48756" y="13583"/>
                    <a:pt x="51655" y="25938"/>
                    <a:pt x="46990" y="25938"/>
                  </a:cubicBezTo>
                  <a:cubicBezTo>
                    <a:pt x="42326" y="25938"/>
                    <a:pt x="38796" y="34132"/>
                    <a:pt x="37536" y="37662"/>
                  </a:cubicBezTo>
                  <a:cubicBezTo>
                    <a:pt x="36401" y="41192"/>
                    <a:pt x="25812" y="35267"/>
                    <a:pt x="21021" y="37032"/>
                  </a:cubicBezTo>
                  <a:cubicBezTo>
                    <a:pt x="17617" y="38292"/>
                    <a:pt x="7784" y="39805"/>
                    <a:pt x="2364" y="40688"/>
                  </a:cubicBezTo>
                  <a:cubicBezTo>
                    <a:pt x="3246" y="46108"/>
                    <a:pt x="2868" y="52033"/>
                    <a:pt x="7154" y="52033"/>
                  </a:cubicBezTo>
                  <a:cubicBezTo>
                    <a:pt x="14214" y="52033"/>
                    <a:pt x="27199" y="51277"/>
                    <a:pt x="27577" y="60732"/>
                  </a:cubicBezTo>
                  <a:cubicBezTo>
                    <a:pt x="27955" y="70187"/>
                    <a:pt x="44848" y="90987"/>
                    <a:pt x="51151" y="98047"/>
                  </a:cubicBezTo>
                  <a:cubicBezTo>
                    <a:pt x="57454" y="105107"/>
                    <a:pt x="71573" y="103594"/>
                    <a:pt x="72330" y="109393"/>
                  </a:cubicBezTo>
                  <a:cubicBezTo>
                    <a:pt x="73086" y="115318"/>
                    <a:pt x="83297" y="120739"/>
                    <a:pt x="95147" y="121495"/>
                  </a:cubicBezTo>
                  <a:cubicBezTo>
                    <a:pt x="98299" y="121747"/>
                    <a:pt x="102207" y="123512"/>
                    <a:pt x="106241" y="126160"/>
                  </a:cubicBezTo>
                  <a:cubicBezTo>
                    <a:pt x="98173" y="114184"/>
                    <a:pt x="84432" y="105233"/>
                    <a:pt x="84810" y="10195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9" name="Google Shape;719;p22"/>
            <p:cNvSpPr/>
            <p:nvPr/>
          </p:nvSpPr>
          <p:spPr>
            <a:xfrm>
              <a:off x="6300887" y="3355876"/>
              <a:ext cx="50426" cy="100852"/>
            </a:xfrm>
            <a:custGeom>
              <a:rect b="b" l="l" r="r" t="t"/>
              <a:pathLst>
                <a:path extrusionOk="0" h="100852" w="50426">
                  <a:moveTo>
                    <a:pt x="34132" y="85315"/>
                  </a:moveTo>
                  <a:cubicBezTo>
                    <a:pt x="40057" y="84180"/>
                    <a:pt x="36527" y="79389"/>
                    <a:pt x="40561" y="75355"/>
                  </a:cubicBezTo>
                  <a:cubicBezTo>
                    <a:pt x="44721" y="71195"/>
                    <a:pt x="49386" y="63001"/>
                    <a:pt x="50016" y="60102"/>
                  </a:cubicBezTo>
                  <a:cubicBezTo>
                    <a:pt x="50016" y="59723"/>
                    <a:pt x="50268" y="59597"/>
                    <a:pt x="50521" y="59345"/>
                  </a:cubicBezTo>
                  <a:cubicBezTo>
                    <a:pt x="42578" y="53294"/>
                    <a:pt x="36905" y="49008"/>
                    <a:pt x="35141" y="42831"/>
                  </a:cubicBezTo>
                  <a:cubicBezTo>
                    <a:pt x="33376" y="36527"/>
                    <a:pt x="35141" y="24299"/>
                    <a:pt x="38040" y="15348"/>
                  </a:cubicBezTo>
                  <a:cubicBezTo>
                    <a:pt x="33502" y="12071"/>
                    <a:pt x="19508" y="2364"/>
                    <a:pt x="15096" y="2364"/>
                  </a:cubicBezTo>
                  <a:cubicBezTo>
                    <a:pt x="10684" y="2364"/>
                    <a:pt x="4003" y="12071"/>
                    <a:pt x="2364" y="21400"/>
                  </a:cubicBezTo>
                  <a:cubicBezTo>
                    <a:pt x="12701" y="26947"/>
                    <a:pt x="16735" y="30855"/>
                    <a:pt x="9550" y="37914"/>
                  </a:cubicBezTo>
                  <a:cubicBezTo>
                    <a:pt x="2112" y="45352"/>
                    <a:pt x="599" y="70439"/>
                    <a:pt x="8793" y="77120"/>
                  </a:cubicBezTo>
                  <a:cubicBezTo>
                    <a:pt x="16609" y="83424"/>
                    <a:pt x="18878" y="96030"/>
                    <a:pt x="26442" y="99686"/>
                  </a:cubicBezTo>
                  <a:cubicBezTo>
                    <a:pt x="28711" y="93257"/>
                    <a:pt x="30350" y="86071"/>
                    <a:pt x="34132" y="8531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0" name="Google Shape;720;p22"/>
            <p:cNvSpPr/>
            <p:nvPr/>
          </p:nvSpPr>
          <p:spPr>
            <a:xfrm>
              <a:off x="6056285" y="3141061"/>
              <a:ext cx="189098" cy="88246"/>
            </a:xfrm>
            <a:custGeom>
              <a:rect b="b" l="l" r="r" t="t"/>
              <a:pathLst>
                <a:path extrusionOk="0" h="88245" w="189097">
                  <a:moveTo>
                    <a:pt x="166915" y="10306"/>
                  </a:moveTo>
                  <a:cubicBezTo>
                    <a:pt x="159855" y="2364"/>
                    <a:pt x="142332" y="2364"/>
                    <a:pt x="142332" y="2364"/>
                  </a:cubicBezTo>
                  <a:cubicBezTo>
                    <a:pt x="142332" y="2364"/>
                    <a:pt x="140567" y="10306"/>
                    <a:pt x="137920" y="14592"/>
                  </a:cubicBezTo>
                  <a:cubicBezTo>
                    <a:pt x="135777" y="18248"/>
                    <a:pt x="123044" y="18248"/>
                    <a:pt x="114850" y="15979"/>
                  </a:cubicBezTo>
                  <a:cubicBezTo>
                    <a:pt x="112581" y="19004"/>
                    <a:pt x="101991" y="21399"/>
                    <a:pt x="100479" y="25812"/>
                  </a:cubicBezTo>
                  <a:cubicBezTo>
                    <a:pt x="98714" y="31107"/>
                    <a:pt x="85729" y="28207"/>
                    <a:pt x="89889" y="42326"/>
                  </a:cubicBezTo>
                  <a:cubicBezTo>
                    <a:pt x="94049" y="56446"/>
                    <a:pt x="83460" y="51781"/>
                    <a:pt x="79300" y="50016"/>
                  </a:cubicBezTo>
                  <a:cubicBezTo>
                    <a:pt x="75139" y="48251"/>
                    <a:pt x="56986" y="50647"/>
                    <a:pt x="52195" y="55311"/>
                  </a:cubicBezTo>
                  <a:cubicBezTo>
                    <a:pt x="47531" y="59975"/>
                    <a:pt x="40976" y="58841"/>
                    <a:pt x="36942" y="56446"/>
                  </a:cubicBezTo>
                  <a:cubicBezTo>
                    <a:pt x="32782" y="54050"/>
                    <a:pt x="24587" y="52916"/>
                    <a:pt x="21057" y="58841"/>
                  </a:cubicBezTo>
                  <a:cubicBezTo>
                    <a:pt x="17528" y="64766"/>
                    <a:pt x="11099" y="54176"/>
                    <a:pt x="5804" y="54681"/>
                  </a:cubicBezTo>
                  <a:cubicBezTo>
                    <a:pt x="509" y="55311"/>
                    <a:pt x="2904" y="66405"/>
                    <a:pt x="2904" y="68800"/>
                  </a:cubicBezTo>
                  <a:cubicBezTo>
                    <a:pt x="2904" y="71195"/>
                    <a:pt x="11099" y="78255"/>
                    <a:pt x="16393" y="75860"/>
                  </a:cubicBezTo>
                  <a:cubicBezTo>
                    <a:pt x="21688" y="73464"/>
                    <a:pt x="28117" y="76490"/>
                    <a:pt x="32908" y="79389"/>
                  </a:cubicBezTo>
                  <a:cubicBezTo>
                    <a:pt x="37572" y="82289"/>
                    <a:pt x="46397" y="76994"/>
                    <a:pt x="49422" y="74095"/>
                  </a:cubicBezTo>
                  <a:cubicBezTo>
                    <a:pt x="52322" y="71195"/>
                    <a:pt x="68836" y="71195"/>
                    <a:pt x="70601" y="71195"/>
                  </a:cubicBezTo>
                  <a:cubicBezTo>
                    <a:pt x="72366" y="71195"/>
                    <a:pt x="72997" y="80650"/>
                    <a:pt x="75896" y="82415"/>
                  </a:cubicBezTo>
                  <a:cubicBezTo>
                    <a:pt x="78795" y="84180"/>
                    <a:pt x="90015" y="85315"/>
                    <a:pt x="99974" y="85945"/>
                  </a:cubicBezTo>
                  <a:cubicBezTo>
                    <a:pt x="109933" y="86575"/>
                    <a:pt x="124683" y="91240"/>
                    <a:pt x="129347" y="91240"/>
                  </a:cubicBezTo>
                  <a:cubicBezTo>
                    <a:pt x="134012" y="91240"/>
                    <a:pt x="141702" y="83045"/>
                    <a:pt x="152291" y="83045"/>
                  </a:cubicBezTo>
                  <a:cubicBezTo>
                    <a:pt x="162881" y="83045"/>
                    <a:pt x="168806" y="76616"/>
                    <a:pt x="170571" y="77120"/>
                  </a:cubicBezTo>
                  <a:cubicBezTo>
                    <a:pt x="170571" y="77120"/>
                    <a:pt x="170697" y="77120"/>
                    <a:pt x="170697" y="77246"/>
                  </a:cubicBezTo>
                  <a:cubicBezTo>
                    <a:pt x="171453" y="73969"/>
                    <a:pt x="172714" y="71321"/>
                    <a:pt x="174983" y="70943"/>
                  </a:cubicBezTo>
                  <a:cubicBezTo>
                    <a:pt x="179269" y="70313"/>
                    <a:pt x="176243" y="63001"/>
                    <a:pt x="179269" y="59345"/>
                  </a:cubicBezTo>
                  <a:cubicBezTo>
                    <a:pt x="182295" y="55689"/>
                    <a:pt x="176748" y="48251"/>
                    <a:pt x="182295" y="48882"/>
                  </a:cubicBezTo>
                  <a:cubicBezTo>
                    <a:pt x="187842" y="49512"/>
                    <a:pt x="193893" y="50142"/>
                    <a:pt x="193893" y="42200"/>
                  </a:cubicBezTo>
                  <a:cubicBezTo>
                    <a:pt x="193893" y="39553"/>
                    <a:pt x="195406" y="37158"/>
                    <a:pt x="197423" y="35141"/>
                  </a:cubicBezTo>
                  <a:cubicBezTo>
                    <a:pt x="191371" y="26694"/>
                    <a:pt x="186959" y="13079"/>
                    <a:pt x="186959" y="13079"/>
                  </a:cubicBezTo>
                  <a:cubicBezTo>
                    <a:pt x="186959" y="13079"/>
                    <a:pt x="173849" y="18248"/>
                    <a:pt x="166915" y="1030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1" name="Google Shape;721;p22"/>
            <p:cNvSpPr/>
            <p:nvPr/>
          </p:nvSpPr>
          <p:spPr>
            <a:xfrm>
              <a:off x="6224744" y="3153382"/>
              <a:ext cx="163885" cy="100852"/>
            </a:xfrm>
            <a:custGeom>
              <a:rect b="b" l="l" r="r" t="t"/>
              <a:pathLst>
                <a:path extrusionOk="0" h="100852" w="163884">
                  <a:moveTo>
                    <a:pt x="168517" y="20047"/>
                  </a:moveTo>
                  <a:cubicBezTo>
                    <a:pt x="166501" y="19416"/>
                    <a:pt x="164231" y="18030"/>
                    <a:pt x="162340" y="16265"/>
                  </a:cubicBezTo>
                  <a:cubicBezTo>
                    <a:pt x="154902" y="14626"/>
                    <a:pt x="147843" y="12483"/>
                    <a:pt x="145700" y="10340"/>
                  </a:cubicBezTo>
                  <a:cubicBezTo>
                    <a:pt x="141288" y="5927"/>
                    <a:pt x="123764" y="3280"/>
                    <a:pt x="121117" y="2398"/>
                  </a:cubicBezTo>
                  <a:cubicBezTo>
                    <a:pt x="118470" y="1515"/>
                    <a:pt x="101829" y="18156"/>
                    <a:pt x="96534" y="18156"/>
                  </a:cubicBezTo>
                  <a:cubicBezTo>
                    <a:pt x="91240" y="18156"/>
                    <a:pt x="68548" y="20803"/>
                    <a:pt x="68548" y="26854"/>
                  </a:cubicBezTo>
                  <a:cubicBezTo>
                    <a:pt x="68548" y="33032"/>
                    <a:pt x="40561" y="33914"/>
                    <a:pt x="32619" y="26854"/>
                  </a:cubicBezTo>
                  <a:cubicBezTo>
                    <a:pt x="31359" y="25720"/>
                    <a:pt x="30224" y="24207"/>
                    <a:pt x="29089" y="22694"/>
                  </a:cubicBezTo>
                  <a:cubicBezTo>
                    <a:pt x="26947" y="24711"/>
                    <a:pt x="25560" y="27106"/>
                    <a:pt x="25560" y="29754"/>
                  </a:cubicBezTo>
                  <a:cubicBezTo>
                    <a:pt x="25560" y="37696"/>
                    <a:pt x="19383" y="37065"/>
                    <a:pt x="13962" y="36435"/>
                  </a:cubicBezTo>
                  <a:cubicBezTo>
                    <a:pt x="8415" y="35805"/>
                    <a:pt x="13962" y="43243"/>
                    <a:pt x="10936" y="46899"/>
                  </a:cubicBezTo>
                  <a:cubicBezTo>
                    <a:pt x="7911" y="50555"/>
                    <a:pt x="10936" y="57992"/>
                    <a:pt x="6650" y="58497"/>
                  </a:cubicBezTo>
                  <a:cubicBezTo>
                    <a:pt x="4381" y="58875"/>
                    <a:pt x="3120" y="61522"/>
                    <a:pt x="2364" y="64800"/>
                  </a:cubicBezTo>
                  <a:cubicBezTo>
                    <a:pt x="4255" y="65682"/>
                    <a:pt x="8667" y="74759"/>
                    <a:pt x="8667" y="74759"/>
                  </a:cubicBezTo>
                  <a:cubicBezTo>
                    <a:pt x="8667" y="74759"/>
                    <a:pt x="8415" y="75011"/>
                    <a:pt x="8037" y="75263"/>
                  </a:cubicBezTo>
                  <a:cubicBezTo>
                    <a:pt x="13962" y="78793"/>
                    <a:pt x="26190" y="86483"/>
                    <a:pt x="30098" y="91652"/>
                  </a:cubicBezTo>
                  <a:cubicBezTo>
                    <a:pt x="35393" y="98711"/>
                    <a:pt x="50269" y="99594"/>
                    <a:pt x="57328" y="97829"/>
                  </a:cubicBezTo>
                  <a:cubicBezTo>
                    <a:pt x="64388" y="96064"/>
                    <a:pt x="94139" y="86483"/>
                    <a:pt x="94139" y="86483"/>
                  </a:cubicBezTo>
                  <a:cubicBezTo>
                    <a:pt x="94139" y="86483"/>
                    <a:pt x="101199" y="89130"/>
                    <a:pt x="105485" y="90013"/>
                  </a:cubicBezTo>
                  <a:cubicBezTo>
                    <a:pt x="106494" y="90265"/>
                    <a:pt x="109267" y="90643"/>
                    <a:pt x="112923" y="91273"/>
                  </a:cubicBezTo>
                  <a:cubicBezTo>
                    <a:pt x="115066" y="89004"/>
                    <a:pt x="121621" y="87113"/>
                    <a:pt x="128681" y="80180"/>
                  </a:cubicBezTo>
                  <a:cubicBezTo>
                    <a:pt x="136875" y="71986"/>
                    <a:pt x="149229" y="42486"/>
                    <a:pt x="152759" y="40217"/>
                  </a:cubicBezTo>
                  <a:cubicBezTo>
                    <a:pt x="156289" y="37822"/>
                    <a:pt x="165744" y="32527"/>
                    <a:pt x="170409" y="28997"/>
                  </a:cubicBezTo>
                  <a:cubicBezTo>
                    <a:pt x="175073" y="25342"/>
                    <a:pt x="173938" y="21812"/>
                    <a:pt x="168517" y="2004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2" name="Google Shape;722;p22"/>
            <p:cNvSpPr/>
            <p:nvPr/>
          </p:nvSpPr>
          <p:spPr>
            <a:xfrm>
              <a:off x="6127470" y="3071725"/>
              <a:ext cx="163885" cy="88246"/>
            </a:xfrm>
            <a:custGeom>
              <a:rect b="b" l="l" r="r" t="t"/>
              <a:pathLst>
                <a:path extrusionOk="0" h="88245" w="163884">
                  <a:moveTo>
                    <a:pt x="157123" y="41066"/>
                  </a:moveTo>
                  <a:cubicBezTo>
                    <a:pt x="152711" y="38418"/>
                    <a:pt x="140483" y="40183"/>
                    <a:pt x="139600" y="36653"/>
                  </a:cubicBezTo>
                  <a:cubicBezTo>
                    <a:pt x="138718" y="33124"/>
                    <a:pt x="137835" y="27072"/>
                    <a:pt x="132667" y="27072"/>
                  </a:cubicBezTo>
                  <a:cubicBezTo>
                    <a:pt x="127372" y="27072"/>
                    <a:pt x="120438" y="23543"/>
                    <a:pt x="117791" y="29720"/>
                  </a:cubicBezTo>
                  <a:cubicBezTo>
                    <a:pt x="115144" y="35897"/>
                    <a:pt x="104680" y="27955"/>
                    <a:pt x="103798" y="23543"/>
                  </a:cubicBezTo>
                  <a:cubicBezTo>
                    <a:pt x="102915" y="19130"/>
                    <a:pt x="98503" y="15600"/>
                    <a:pt x="86275" y="11314"/>
                  </a:cubicBezTo>
                  <a:cubicBezTo>
                    <a:pt x="81358" y="9549"/>
                    <a:pt x="75811" y="6020"/>
                    <a:pt x="70895" y="2364"/>
                  </a:cubicBezTo>
                  <a:cubicBezTo>
                    <a:pt x="70517" y="3372"/>
                    <a:pt x="70012" y="4381"/>
                    <a:pt x="69508" y="5137"/>
                  </a:cubicBezTo>
                  <a:cubicBezTo>
                    <a:pt x="67113" y="8667"/>
                    <a:pt x="58919" y="2238"/>
                    <a:pt x="55389" y="5767"/>
                  </a:cubicBezTo>
                  <a:cubicBezTo>
                    <a:pt x="51859" y="9297"/>
                    <a:pt x="40135" y="9928"/>
                    <a:pt x="33580" y="15727"/>
                  </a:cubicBezTo>
                  <a:cubicBezTo>
                    <a:pt x="27150" y="21652"/>
                    <a:pt x="13535" y="24551"/>
                    <a:pt x="5971" y="26316"/>
                  </a:cubicBezTo>
                  <a:cubicBezTo>
                    <a:pt x="-1719" y="28081"/>
                    <a:pt x="4837" y="35141"/>
                    <a:pt x="7736" y="40435"/>
                  </a:cubicBezTo>
                  <a:cubicBezTo>
                    <a:pt x="10636" y="45730"/>
                    <a:pt x="10636" y="58715"/>
                    <a:pt x="16561" y="62749"/>
                  </a:cubicBezTo>
                  <a:cubicBezTo>
                    <a:pt x="22486" y="66909"/>
                    <a:pt x="41900" y="79263"/>
                    <a:pt x="44169" y="83297"/>
                  </a:cubicBezTo>
                  <a:cubicBezTo>
                    <a:pt x="44547" y="84054"/>
                    <a:pt x="44295" y="84684"/>
                    <a:pt x="43791" y="85315"/>
                  </a:cubicBezTo>
                  <a:cubicBezTo>
                    <a:pt x="51985" y="87458"/>
                    <a:pt x="64718" y="87584"/>
                    <a:pt x="66861" y="83928"/>
                  </a:cubicBezTo>
                  <a:cubicBezTo>
                    <a:pt x="69508" y="79515"/>
                    <a:pt x="71273" y="71699"/>
                    <a:pt x="71273" y="71699"/>
                  </a:cubicBezTo>
                  <a:cubicBezTo>
                    <a:pt x="71273" y="71699"/>
                    <a:pt x="88796" y="71699"/>
                    <a:pt x="95856" y="79642"/>
                  </a:cubicBezTo>
                  <a:cubicBezTo>
                    <a:pt x="102915" y="87584"/>
                    <a:pt x="116026" y="82289"/>
                    <a:pt x="116026" y="82289"/>
                  </a:cubicBezTo>
                  <a:cubicBezTo>
                    <a:pt x="116026" y="82289"/>
                    <a:pt x="116783" y="84558"/>
                    <a:pt x="117917" y="87584"/>
                  </a:cubicBezTo>
                  <a:cubicBezTo>
                    <a:pt x="119808" y="83297"/>
                    <a:pt x="122330" y="79389"/>
                    <a:pt x="125229" y="79011"/>
                  </a:cubicBezTo>
                  <a:cubicBezTo>
                    <a:pt x="132667" y="78003"/>
                    <a:pt x="143130" y="76868"/>
                    <a:pt x="150568" y="66405"/>
                  </a:cubicBezTo>
                  <a:cubicBezTo>
                    <a:pt x="154350" y="60984"/>
                    <a:pt x="160653" y="56698"/>
                    <a:pt x="165948" y="53798"/>
                  </a:cubicBezTo>
                  <a:cubicBezTo>
                    <a:pt x="162292" y="49386"/>
                    <a:pt x="160401" y="43209"/>
                    <a:pt x="157123" y="4106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3" name="Google Shape;723;p22"/>
            <p:cNvSpPr/>
            <p:nvPr/>
          </p:nvSpPr>
          <p:spPr>
            <a:xfrm>
              <a:off x="6242897" y="3123034"/>
              <a:ext cx="151278" cy="63033"/>
            </a:xfrm>
            <a:custGeom>
              <a:rect b="b" l="l" r="r" t="t"/>
              <a:pathLst>
                <a:path extrusionOk="0" h="63032" w="151278">
                  <a:moveTo>
                    <a:pt x="112671" y="8163"/>
                  </a:moveTo>
                  <a:cubicBezTo>
                    <a:pt x="103846" y="9045"/>
                    <a:pt x="99560" y="3750"/>
                    <a:pt x="92500" y="6398"/>
                  </a:cubicBezTo>
                  <a:cubicBezTo>
                    <a:pt x="85441" y="9045"/>
                    <a:pt x="74095" y="6398"/>
                    <a:pt x="69682" y="3750"/>
                  </a:cubicBezTo>
                  <a:cubicBezTo>
                    <a:pt x="65270" y="1103"/>
                    <a:pt x="60102" y="9045"/>
                    <a:pt x="53924" y="5515"/>
                  </a:cubicBezTo>
                  <a:cubicBezTo>
                    <a:pt x="52538" y="4759"/>
                    <a:pt x="51403" y="3624"/>
                    <a:pt x="50394" y="2364"/>
                  </a:cubicBezTo>
                  <a:cubicBezTo>
                    <a:pt x="45100" y="5263"/>
                    <a:pt x="38797" y="9549"/>
                    <a:pt x="35015" y="14970"/>
                  </a:cubicBezTo>
                  <a:cubicBezTo>
                    <a:pt x="27577" y="25560"/>
                    <a:pt x="17113" y="26568"/>
                    <a:pt x="9676" y="27577"/>
                  </a:cubicBezTo>
                  <a:cubicBezTo>
                    <a:pt x="6650" y="28081"/>
                    <a:pt x="4255" y="31863"/>
                    <a:pt x="2364" y="36149"/>
                  </a:cubicBezTo>
                  <a:cubicBezTo>
                    <a:pt x="4759" y="42326"/>
                    <a:pt x="9171" y="52411"/>
                    <a:pt x="14466" y="57076"/>
                  </a:cubicBezTo>
                  <a:cubicBezTo>
                    <a:pt x="22408" y="64136"/>
                    <a:pt x="50394" y="63253"/>
                    <a:pt x="50394" y="57076"/>
                  </a:cubicBezTo>
                  <a:cubicBezTo>
                    <a:pt x="50394" y="50899"/>
                    <a:pt x="73212" y="48377"/>
                    <a:pt x="78381" y="48377"/>
                  </a:cubicBezTo>
                  <a:cubicBezTo>
                    <a:pt x="83676" y="48377"/>
                    <a:pt x="100316" y="31737"/>
                    <a:pt x="102964" y="32619"/>
                  </a:cubicBezTo>
                  <a:cubicBezTo>
                    <a:pt x="105611" y="33502"/>
                    <a:pt x="123134" y="36149"/>
                    <a:pt x="127546" y="40561"/>
                  </a:cubicBezTo>
                  <a:cubicBezTo>
                    <a:pt x="129689" y="42705"/>
                    <a:pt x="136875" y="44848"/>
                    <a:pt x="144187" y="46486"/>
                  </a:cubicBezTo>
                  <a:cubicBezTo>
                    <a:pt x="141035" y="43713"/>
                    <a:pt x="138640" y="40183"/>
                    <a:pt x="138640" y="37284"/>
                  </a:cubicBezTo>
                  <a:cubicBezTo>
                    <a:pt x="138640" y="32619"/>
                    <a:pt x="147465" y="20265"/>
                    <a:pt x="150364" y="17870"/>
                  </a:cubicBezTo>
                  <a:cubicBezTo>
                    <a:pt x="150616" y="17618"/>
                    <a:pt x="150742" y="17365"/>
                    <a:pt x="150868" y="16987"/>
                  </a:cubicBezTo>
                  <a:cubicBezTo>
                    <a:pt x="144061" y="15979"/>
                    <a:pt x="136749" y="14592"/>
                    <a:pt x="135363" y="13205"/>
                  </a:cubicBezTo>
                  <a:cubicBezTo>
                    <a:pt x="132715" y="10810"/>
                    <a:pt x="121369" y="7280"/>
                    <a:pt x="112671" y="816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22"/>
            <p:cNvSpPr/>
            <p:nvPr/>
          </p:nvSpPr>
          <p:spPr>
            <a:xfrm>
              <a:off x="5543854" y="3372346"/>
              <a:ext cx="88246" cy="163885"/>
            </a:xfrm>
            <a:custGeom>
              <a:rect b="b" l="l" r="r" t="t"/>
              <a:pathLst>
                <a:path extrusionOk="0" h="163884" w="88245">
                  <a:moveTo>
                    <a:pt x="68813" y="135155"/>
                  </a:moveTo>
                  <a:cubicBezTo>
                    <a:pt x="79276" y="133264"/>
                    <a:pt x="65913" y="124692"/>
                    <a:pt x="63014" y="121792"/>
                  </a:cubicBezTo>
                  <a:cubicBezTo>
                    <a:pt x="60114" y="118893"/>
                    <a:pt x="64022" y="107421"/>
                    <a:pt x="69695" y="107421"/>
                  </a:cubicBezTo>
                  <a:cubicBezTo>
                    <a:pt x="75368" y="107421"/>
                    <a:pt x="69695" y="100739"/>
                    <a:pt x="62005" y="93049"/>
                  </a:cubicBezTo>
                  <a:cubicBezTo>
                    <a:pt x="54316" y="85359"/>
                    <a:pt x="62005" y="82586"/>
                    <a:pt x="68687" y="82586"/>
                  </a:cubicBezTo>
                  <a:cubicBezTo>
                    <a:pt x="75368" y="82586"/>
                    <a:pt x="66796" y="71114"/>
                    <a:pt x="73477" y="64433"/>
                  </a:cubicBezTo>
                  <a:cubicBezTo>
                    <a:pt x="80159" y="57751"/>
                    <a:pt x="71586" y="45397"/>
                    <a:pt x="71586" y="39598"/>
                  </a:cubicBezTo>
                  <a:cubicBezTo>
                    <a:pt x="71586" y="33925"/>
                    <a:pt x="81167" y="31908"/>
                    <a:pt x="88731" y="24344"/>
                  </a:cubicBezTo>
                  <a:cubicBezTo>
                    <a:pt x="96421" y="16654"/>
                    <a:pt x="82050" y="19553"/>
                    <a:pt x="82050" y="13880"/>
                  </a:cubicBezTo>
                  <a:cubicBezTo>
                    <a:pt x="82050" y="8082"/>
                    <a:pt x="72469" y="6190"/>
                    <a:pt x="65788" y="10981"/>
                  </a:cubicBezTo>
                  <a:cubicBezTo>
                    <a:pt x="59106" y="15772"/>
                    <a:pt x="60997" y="10981"/>
                    <a:pt x="55324" y="10981"/>
                  </a:cubicBezTo>
                  <a:cubicBezTo>
                    <a:pt x="49525" y="10981"/>
                    <a:pt x="39061" y="12872"/>
                    <a:pt x="39061" y="7199"/>
                  </a:cubicBezTo>
                  <a:cubicBezTo>
                    <a:pt x="39061" y="1400"/>
                    <a:pt x="34271" y="518"/>
                    <a:pt x="29481" y="6190"/>
                  </a:cubicBezTo>
                  <a:cubicBezTo>
                    <a:pt x="28094" y="7829"/>
                    <a:pt x="25699" y="8838"/>
                    <a:pt x="22421" y="9216"/>
                  </a:cubicBezTo>
                  <a:cubicBezTo>
                    <a:pt x="21665" y="16654"/>
                    <a:pt x="20908" y="23714"/>
                    <a:pt x="23177" y="27243"/>
                  </a:cubicBezTo>
                  <a:cubicBezTo>
                    <a:pt x="28220" y="35438"/>
                    <a:pt x="16874" y="79056"/>
                    <a:pt x="6663" y="90780"/>
                  </a:cubicBezTo>
                  <a:cubicBezTo>
                    <a:pt x="-3548" y="102504"/>
                    <a:pt x="6285" y="105656"/>
                    <a:pt x="16874" y="113976"/>
                  </a:cubicBezTo>
                  <a:cubicBezTo>
                    <a:pt x="27464" y="122170"/>
                    <a:pt x="20404" y="152048"/>
                    <a:pt x="20404" y="159107"/>
                  </a:cubicBezTo>
                  <a:cubicBezTo>
                    <a:pt x="20404" y="166167"/>
                    <a:pt x="29859" y="164276"/>
                    <a:pt x="40826" y="164276"/>
                  </a:cubicBezTo>
                  <a:cubicBezTo>
                    <a:pt x="47382" y="164276"/>
                    <a:pt x="54820" y="161376"/>
                    <a:pt x="62005" y="160116"/>
                  </a:cubicBezTo>
                  <a:cubicBezTo>
                    <a:pt x="59862" y="156838"/>
                    <a:pt x="58097" y="153561"/>
                    <a:pt x="58097" y="151543"/>
                  </a:cubicBezTo>
                  <a:cubicBezTo>
                    <a:pt x="58224" y="145618"/>
                    <a:pt x="58224" y="137046"/>
                    <a:pt x="68813" y="13515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5" name="Google Shape;725;p22"/>
            <p:cNvSpPr/>
            <p:nvPr/>
          </p:nvSpPr>
          <p:spPr>
            <a:xfrm>
              <a:off x="5883990" y="2985623"/>
              <a:ext cx="100852" cy="88246"/>
            </a:xfrm>
            <a:custGeom>
              <a:rect b="b" l="l" r="r" t="t"/>
              <a:pathLst>
                <a:path extrusionOk="0" h="88245" w="100852">
                  <a:moveTo>
                    <a:pt x="36905" y="75103"/>
                  </a:moveTo>
                  <a:cubicBezTo>
                    <a:pt x="41696" y="70313"/>
                    <a:pt x="50142" y="72708"/>
                    <a:pt x="54933" y="77498"/>
                  </a:cubicBezTo>
                  <a:cubicBezTo>
                    <a:pt x="59724" y="82289"/>
                    <a:pt x="66909" y="83424"/>
                    <a:pt x="74095" y="90609"/>
                  </a:cubicBezTo>
                  <a:cubicBezTo>
                    <a:pt x="75986" y="92500"/>
                    <a:pt x="77877" y="94139"/>
                    <a:pt x="79894" y="95652"/>
                  </a:cubicBezTo>
                  <a:cubicBezTo>
                    <a:pt x="80524" y="90609"/>
                    <a:pt x="80650" y="80524"/>
                    <a:pt x="82919" y="75355"/>
                  </a:cubicBezTo>
                  <a:cubicBezTo>
                    <a:pt x="85315" y="69935"/>
                    <a:pt x="80524" y="62749"/>
                    <a:pt x="84558" y="62749"/>
                  </a:cubicBezTo>
                  <a:cubicBezTo>
                    <a:pt x="88466" y="62749"/>
                    <a:pt x="99434" y="62749"/>
                    <a:pt x="99434" y="55689"/>
                  </a:cubicBezTo>
                  <a:cubicBezTo>
                    <a:pt x="99434" y="48630"/>
                    <a:pt x="102586" y="51025"/>
                    <a:pt x="104981" y="46991"/>
                  </a:cubicBezTo>
                  <a:cubicBezTo>
                    <a:pt x="107376" y="43083"/>
                    <a:pt x="97921" y="35267"/>
                    <a:pt x="96282" y="32871"/>
                  </a:cubicBezTo>
                  <a:cubicBezTo>
                    <a:pt x="94770" y="30476"/>
                    <a:pt x="103342" y="29720"/>
                    <a:pt x="109645" y="20391"/>
                  </a:cubicBezTo>
                  <a:cubicBezTo>
                    <a:pt x="111914" y="16987"/>
                    <a:pt x="111032" y="9928"/>
                    <a:pt x="108889" y="2364"/>
                  </a:cubicBezTo>
                  <a:cubicBezTo>
                    <a:pt x="107880" y="5137"/>
                    <a:pt x="105737" y="7154"/>
                    <a:pt x="102207" y="5011"/>
                  </a:cubicBezTo>
                  <a:cubicBezTo>
                    <a:pt x="96282" y="1481"/>
                    <a:pt x="87331" y="3498"/>
                    <a:pt x="75482" y="5767"/>
                  </a:cubicBezTo>
                  <a:cubicBezTo>
                    <a:pt x="63757" y="8163"/>
                    <a:pt x="60228" y="19509"/>
                    <a:pt x="64514" y="24173"/>
                  </a:cubicBezTo>
                  <a:cubicBezTo>
                    <a:pt x="68800" y="28963"/>
                    <a:pt x="53168" y="31233"/>
                    <a:pt x="52033" y="24929"/>
                  </a:cubicBezTo>
                  <a:cubicBezTo>
                    <a:pt x="50899" y="18626"/>
                    <a:pt x="39049" y="22912"/>
                    <a:pt x="39805" y="31233"/>
                  </a:cubicBezTo>
                  <a:cubicBezTo>
                    <a:pt x="40561" y="39427"/>
                    <a:pt x="26820" y="42578"/>
                    <a:pt x="27703" y="52790"/>
                  </a:cubicBezTo>
                  <a:cubicBezTo>
                    <a:pt x="28459" y="63001"/>
                    <a:pt x="15096" y="72456"/>
                    <a:pt x="6524" y="77498"/>
                  </a:cubicBezTo>
                  <a:cubicBezTo>
                    <a:pt x="5137" y="78255"/>
                    <a:pt x="3751" y="79137"/>
                    <a:pt x="2364" y="79894"/>
                  </a:cubicBezTo>
                  <a:cubicBezTo>
                    <a:pt x="6650" y="81911"/>
                    <a:pt x="10180" y="83171"/>
                    <a:pt x="11819" y="83171"/>
                  </a:cubicBezTo>
                  <a:cubicBezTo>
                    <a:pt x="18878" y="83550"/>
                    <a:pt x="32115" y="80020"/>
                    <a:pt x="36905" y="7510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6" name="Google Shape;726;p22"/>
            <p:cNvSpPr/>
            <p:nvPr/>
          </p:nvSpPr>
          <p:spPr>
            <a:xfrm>
              <a:off x="5953773" y="3103998"/>
              <a:ext cx="12607" cy="25213"/>
            </a:xfrm>
            <a:custGeom>
              <a:rect b="b" l="l" r="r" t="t"/>
              <a:pathLst>
                <a:path extrusionOk="0" h="25213" w="12606">
                  <a:moveTo>
                    <a:pt x="11750" y="2364"/>
                  </a:moveTo>
                  <a:cubicBezTo>
                    <a:pt x="6455" y="5263"/>
                    <a:pt x="1791" y="11567"/>
                    <a:pt x="2421" y="24929"/>
                  </a:cubicBezTo>
                  <a:cubicBezTo>
                    <a:pt x="7464" y="24803"/>
                    <a:pt x="14776" y="25434"/>
                    <a:pt x="19944" y="26946"/>
                  </a:cubicBezTo>
                  <a:cubicBezTo>
                    <a:pt x="18684" y="12449"/>
                    <a:pt x="13010" y="7911"/>
                    <a:pt x="11498" y="5011"/>
                  </a:cubicBezTo>
                  <a:cubicBezTo>
                    <a:pt x="11120" y="4129"/>
                    <a:pt x="11245" y="3246"/>
                    <a:pt x="11750" y="236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7" name="Google Shape;727;p22"/>
            <p:cNvSpPr/>
            <p:nvPr/>
          </p:nvSpPr>
          <p:spPr>
            <a:xfrm>
              <a:off x="5866341" y="3055499"/>
              <a:ext cx="100852" cy="75639"/>
            </a:xfrm>
            <a:custGeom>
              <a:rect b="b" l="l" r="r" t="t"/>
              <a:pathLst>
                <a:path extrusionOk="0" h="75639" w="100852">
                  <a:moveTo>
                    <a:pt x="5642" y="21363"/>
                  </a:moveTo>
                  <a:cubicBezTo>
                    <a:pt x="6272" y="25523"/>
                    <a:pt x="12701" y="35483"/>
                    <a:pt x="15096" y="31322"/>
                  </a:cubicBezTo>
                  <a:cubicBezTo>
                    <a:pt x="17492" y="27162"/>
                    <a:pt x="23291" y="36617"/>
                    <a:pt x="28585" y="39517"/>
                  </a:cubicBezTo>
                  <a:cubicBezTo>
                    <a:pt x="33880" y="42416"/>
                    <a:pt x="44469" y="45946"/>
                    <a:pt x="45100" y="49476"/>
                  </a:cubicBezTo>
                  <a:cubicBezTo>
                    <a:pt x="45730" y="53006"/>
                    <a:pt x="47495" y="60696"/>
                    <a:pt x="52790" y="58300"/>
                  </a:cubicBezTo>
                  <a:cubicBezTo>
                    <a:pt x="58085" y="55905"/>
                    <a:pt x="64514" y="47711"/>
                    <a:pt x="64514" y="52375"/>
                  </a:cubicBezTo>
                  <a:cubicBezTo>
                    <a:pt x="64514" y="57040"/>
                    <a:pt x="66279" y="65864"/>
                    <a:pt x="72204" y="64730"/>
                  </a:cubicBezTo>
                  <a:cubicBezTo>
                    <a:pt x="78129" y="63595"/>
                    <a:pt x="79894" y="74689"/>
                    <a:pt x="85693" y="73554"/>
                  </a:cubicBezTo>
                  <a:cubicBezTo>
                    <a:pt x="86701" y="73428"/>
                    <a:pt x="88214" y="73176"/>
                    <a:pt x="89979" y="73176"/>
                  </a:cubicBezTo>
                  <a:cubicBezTo>
                    <a:pt x="89222" y="59813"/>
                    <a:pt x="94013" y="53636"/>
                    <a:pt x="99308" y="50611"/>
                  </a:cubicBezTo>
                  <a:cubicBezTo>
                    <a:pt x="100568" y="48215"/>
                    <a:pt x="104098" y="45820"/>
                    <a:pt x="104602" y="42921"/>
                  </a:cubicBezTo>
                  <a:cubicBezTo>
                    <a:pt x="105359" y="39012"/>
                    <a:pt x="96786" y="31196"/>
                    <a:pt x="97543" y="26406"/>
                  </a:cubicBezTo>
                  <a:cubicBezTo>
                    <a:pt x="97543" y="26154"/>
                    <a:pt x="97669" y="25776"/>
                    <a:pt x="97669" y="25523"/>
                  </a:cubicBezTo>
                  <a:cubicBezTo>
                    <a:pt x="95778" y="24011"/>
                    <a:pt x="93761" y="22372"/>
                    <a:pt x="91870" y="20481"/>
                  </a:cubicBezTo>
                  <a:cubicBezTo>
                    <a:pt x="84684" y="13295"/>
                    <a:pt x="77498" y="12161"/>
                    <a:pt x="72708" y="7370"/>
                  </a:cubicBezTo>
                  <a:cubicBezTo>
                    <a:pt x="67918" y="2580"/>
                    <a:pt x="59471" y="184"/>
                    <a:pt x="54681" y="4975"/>
                  </a:cubicBezTo>
                  <a:cubicBezTo>
                    <a:pt x="49890" y="9765"/>
                    <a:pt x="36653" y="13421"/>
                    <a:pt x="29468" y="13421"/>
                  </a:cubicBezTo>
                  <a:cubicBezTo>
                    <a:pt x="27829" y="13421"/>
                    <a:pt x="24299" y="12035"/>
                    <a:pt x="20013" y="10144"/>
                  </a:cubicBezTo>
                  <a:cubicBezTo>
                    <a:pt x="14340" y="13421"/>
                    <a:pt x="8289" y="16573"/>
                    <a:pt x="2364" y="17708"/>
                  </a:cubicBezTo>
                  <a:cubicBezTo>
                    <a:pt x="3372" y="19599"/>
                    <a:pt x="5263" y="18716"/>
                    <a:pt x="5642" y="2136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8" name="Google Shape;728;p22"/>
            <p:cNvSpPr/>
            <p:nvPr/>
          </p:nvSpPr>
          <p:spPr>
            <a:xfrm>
              <a:off x="6334644" y="3164005"/>
              <a:ext cx="239524" cy="151278"/>
            </a:xfrm>
            <a:custGeom>
              <a:rect b="b" l="l" r="r" t="t"/>
              <a:pathLst>
                <a:path extrusionOk="0" h="151278" w="239523">
                  <a:moveTo>
                    <a:pt x="216829" y="106494"/>
                  </a:moveTo>
                  <a:cubicBezTo>
                    <a:pt x="211282" y="105737"/>
                    <a:pt x="204222" y="103342"/>
                    <a:pt x="206618" y="100190"/>
                  </a:cubicBezTo>
                  <a:cubicBezTo>
                    <a:pt x="206743" y="99938"/>
                    <a:pt x="207122" y="99560"/>
                    <a:pt x="207374" y="99308"/>
                  </a:cubicBezTo>
                  <a:cubicBezTo>
                    <a:pt x="200062" y="93383"/>
                    <a:pt x="198045" y="74095"/>
                    <a:pt x="202835" y="69430"/>
                  </a:cubicBezTo>
                  <a:cubicBezTo>
                    <a:pt x="208760" y="63379"/>
                    <a:pt x="193255" y="40688"/>
                    <a:pt x="186069" y="32241"/>
                  </a:cubicBezTo>
                  <a:cubicBezTo>
                    <a:pt x="182665" y="28333"/>
                    <a:pt x="175353" y="15222"/>
                    <a:pt x="168546" y="2364"/>
                  </a:cubicBezTo>
                  <a:cubicBezTo>
                    <a:pt x="162369" y="4381"/>
                    <a:pt x="156822" y="6650"/>
                    <a:pt x="155687" y="8415"/>
                  </a:cubicBezTo>
                  <a:cubicBezTo>
                    <a:pt x="153292" y="12323"/>
                    <a:pt x="145476" y="16231"/>
                    <a:pt x="140812" y="16231"/>
                  </a:cubicBezTo>
                  <a:cubicBezTo>
                    <a:pt x="136147" y="16231"/>
                    <a:pt x="131357" y="13836"/>
                    <a:pt x="127449" y="17744"/>
                  </a:cubicBezTo>
                  <a:cubicBezTo>
                    <a:pt x="123541" y="21652"/>
                    <a:pt x="117994" y="23291"/>
                    <a:pt x="115724" y="20895"/>
                  </a:cubicBezTo>
                  <a:cubicBezTo>
                    <a:pt x="113330" y="18500"/>
                    <a:pt x="105513" y="16231"/>
                    <a:pt x="99966" y="16231"/>
                  </a:cubicBezTo>
                  <a:cubicBezTo>
                    <a:pt x="94546" y="16231"/>
                    <a:pt x="77275" y="11440"/>
                    <a:pt x="73367" y="11440"/>
                  </a:cubicBezTo>
                  <a:cubicBezTo>
                    <a:pt x="71098" y="11440"/>
                    <a:pt x="67315" y="11819"/>
                    <a:pt x="63156" y="12323"/>
                  </a:cubicBezTo>
                  <a:cubicBezTo>
                    <a:pt x="64038" y="13962"/>
                    <a:pt x="63407" y="16105"/>
                    <a:pt x="60634" y="18122"/>
                  </a:cubicBezTo>
                  <a:cubicBezTo>
                    <a:pt x="55970" y="21652"/>
                    <a:pt x="46515" y="26947"/>
                    <a:pt x="42985" y="29342"/>
                  </a:cubicBezTo>
                  <a:cubicBezTo>
                    <a:pt x="39455" y="31737"/>
                    <a:pt x="27101" y="61110"/>
                    <a:pt x="18907" y="69304"/>
                  </a:cubicBezTo>
                  <a:cubicBezTo>
                    <a:pt x="10712" y="77499"/>
                    <a:pt x="3023" y="78759"/>
                    <a:pt x="2392" y="81659"/>
                  </a:cubicBezTo>
                  <a:cubicBezTo>
                    <a:pt x="1762" y="84558"/>
                    <a:pt x="11847" y="92248"/>
                    <a:pt x="11847" y="96912"/>
                  </a:cubicBezTo>
                  <a:cubicBezTo>
                    <a:pt x="11847" y="101703"/>
                    <a:pt x="14242" y="106367"/>
                    <a:pt x="20672" y="106367"/>
                  </a:cubicBezTo>
                  <a:cubicBezTo>
                    <a:pt x="27101" y="106367"/>
                    <a:pt x="20041" y="121621"/>
                    <a:pt x="24201" y="122882"/>
                  </a:cubicBezTo>
                  <a:cubicBezTo>
                    <a:pt x="28361" y="124017"/>
                    <a:pt x="53574" y="125781"/>
                    <a:pt x="53574" y="131707"/>
                  </a:cubicBezTo>
                  <a:cubicBezTo>
                    <a:pt x="53574" y="136245"/>
                    <a:pt x="56348" y="140153"/>
                    <a:pt x="55213" y="143305"/>
                  </a:cubicBezTo>
                  <a:cubicBezTo>
                    <a:pt x="62273" y="144439"/>
                    <a:pt x="67568" y="154146"/>
                    <a:pt x="70341" y="153516"/>
                  </a:cubicBezTo>
                  <a:cubicBezTo>
                    <a:pt x="73493" y="152759"/>
                    <a:pt x="94672" y="157424"/>
                    <a:pt x="98580" y="156667"/>
                  </a:cubicBezTo>
                  <a:cubicBezTo>
                    <a:pt x="102488" y="155911"/>
                    <a:pt x="120515" y="156667"/>
                    <a:pt x="126818" y="157424"/>
                  </a:cubicBezTo>
                  <a:cubicBezTo>
                    <a:pt x="133121" y="158180"/>
                    <a:pt x="140181" y="155028"/>
                    <a:pt x="145602" y="149608"/>
                  </a:cubicBezTo>
                  <a:cubicBezTo>
                    <a:pt x="151149" y="144061"/>
                    <a:pt x="170689" y="143305"/>
                    <a:pt x="176992" y="144061"/>
                  </a:cubicBezTo>
                  <a:cubicBezTo>
                    <a:pt x="183295" y="144817"/>
                    <a:pt x="195776" y="146456"/>
                    <a:pt x="198171" y="150364"/>
                  </a:cubicBezTo>
                  <a:cubicBezTo>
                    <a:pt x="199432" y="152381"/>
                    <a:pt x="206743" y="155533"/>
                    <a:pt x="214307" y="158054"/>
                  </a:cubicBezTo>
                  <a:cubicBezTo>
                    <a:pt x="215190" y="154146"/>
                    <a:pt x="214055" y="149103"/>
                    <a:pt x="214307" y="144061"/>
                  </a:cubicBezTo>
                  <a:cubicBezTo>
                    <a:pt x="214686" y="135867"/>
                    <a:pt x="219350" y="123260"/>
                    <a:pt x="227670" y="122504"/>
                  </a:cubicBezTo>
                  <a:cubicBezTo>
                    <a:pt x="235865" y="121747"/>
                    <a:pt x="242546" y="121747"/>
                    <a:pt x="241411" y="108006"/>
                  </a:cubicBezTo>
                  <a:cubicBezTo>
                    <a:pt x="241411" y="107502"/>
                    <a:pt x="241411" y="107124"/>
                    <a:pt x="241411" y="106746"/>
                  </a:cubicBezTo>
                  <a:cubicBezTo>
                    <a:pt x="237251" y="103216"/>
                    <a:pt x="233343" y="100190"/>
                    <a:pt x="232083" y="100190"/>
                  </a:cubicBezTo>
                  <a:cubicBezTo>
                    <a:pt x="228553" y="100316"/>
                    <a:pt x="219098" y="106872"/>
                    <a:pt x="216829" y="10649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9" name="Google Shape;729;p22"/>
            <p:cNvSpPr/>
            <p:nvPr/>
          </p:nvSpPr>
          <p:spPr>
            <a:xfrm>
              <a:off x="6500826" y="3159182"/>
              <a:ext cx="75639" cy="100852"/>
            </a:xfrm>
            <a:custGeom>
              <a:rect b="b" l="l" r="r" t="t"/>
              <a:pathLst>
                <a:path extrusionOk="0" h="100852" w="75639">
                  <a:moveTo>
                    <a:pt x="61614" y="28240"/>
                  </a:moveTo>
                  <a:cubicBezTo>
                    <a:pt x="58463" y="18029"/>
                    <a:pt x="48252" y="14121"/>
                    <a:pt x="42831" y="14121"/>
                  </a:cubicBezTo>
                  <a:cubicBezTo>
                    <a:pt x="37284" y="14121"/>
                    <a:pt x="27955" y="1640"/>
                    <a:pt x="21652" y="2397"/>
                  </a:cubicBezTo>
                  <a:cubicBezTo>
                    <a:pt x="18248" y="2775"/>
                    <a:pt x="9802" y="4918"/>
                    <a:pt x="2364" y="7313"/>
                  </a:cubicBezTo>
                  <a:cubicBezTo>
                    <a:pt x="9171" y="20172"/>
                    <a:pt x="16483" y="33283"/>
                    <a:pt x="19887" y="37191"/>
                  </a:cubicBezTo>
                  <a:cubicBezTo>
                    <a:pt x="27073" y="45511"/>
                    <a:pt x="42705" y="68329"/>
                    <a:pt x="36653" y="74380"/>
                  </a:cubicBezTo>
                  <a:cubicBezTo>
                    <a:pt x="31989" y="79044"/>
                    <a:pt x="33880" y="98332"/>
                    <a:pt x="41192" y="104257"/>
                  </a:cubicBezTo>
                  <a:cubicBezTo>
                    <a:pt x="44596" y="99845"/>
                    <a:pt x="56194" y="85221"/>
                    <a:pt x="56194" y="80809"/>
                  </a:cubicBezTo>
                  <a:cubicBezTo>
                    <a:pt x="56194" y="76145"/>
                    <a:pt x="56950" y="66690"/>
                    <a:pt x="66405" y="69085"/>
                  </a:cubicBezTo>
                  <a:cubicBezTo>
                    <a:pt x="75860" y="71480"/>
                    <a:pt x="84432" y="75388"/>
                    <a:pt x="84432" y="72237"/>
                  </a:cubicBezTo>
                  <a:cubicBezTo>
                    <a:pt x="84432" y="69085"/>
                    <a:pt x="82037" y="58874"/>
                    <a:pt x="78129" y="54966"/>
                  </a:cubicBezTo>
                  <a:cubicBezTo>
                    <a:pt x="74095" y="50932"/>
                    <a:pt x="64766" y="38451"/>
                    <a:pt x="61614" y="2824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0" name="Google Shape;730;p22"/>
            <p:cNvSpPr/>
            <p:nvPr/>
          </p:nvSpPr>
          <p:spPr>
            <a:xfrm>
              <a:off x="6380888" y="3305072"/>
              <a:ext cx="163885" cy="88246"/>
            </a:xfrm>
            <a:custGeom>
              <a:rect b="b" l="l" r="r" t="t"/>
              <a:pathLst>
                <a:path extrusionOk="0" h="88245" w="163884">
                  <a:moveTo>
                    <a:pt x="130497" y="3120"/>
                  </a:moveTo>
                  <a:cubicBezTo>
                    <a:pt x="124193" y="2364"/>
                    <a:pt x="104653" y="3120"/>
                    <a:pt x="99106" y="8667"/>
                  </a:cubicBezTo>
                  <a:cubicBezTo>
                    <a:pt x="93559" y="14214"/>
                    <a:pt x="86500" y="17239"/>
                    <a:pt x="80323" y="16483"/>
                  </a:cubicBezTo>
                  <a:cubicBezTo>
                    <a:pt x="74019" y="15727"/>
                    <a:pt x="55992" y="14970"/>
                    <a:pt x="52084" y="15727"/>
                  </a:cubicBezTo>
                  <a:cubicBezTo>
                    <a:pt x="48176" y="16483"/>
                    <a:pt x="26997" y="11819"/>
                    <a:pt x="23845" y="12575"/>
                  </a:cubicBezTo>
                  <a:cubicBezTo>
                    <a:pt x="21072" y="13205"/>
                    <a:pt x="15903" y="3624"/>
                    <a:pt x="8718" y="2364"/>
                  </a:cubicBezTo>
                  <a:cubicBezTo>
                    <a:pt x="8339" y="3246"/>
                    <a:pt x="7709" y="4129"/>
                    <a:pt x="6574" y="4885"/>
                  </a:cubicBezTo>
                  <a:cubicBezTo>
                    <a:pt x="1280" y="8415"/>
                    <a:pt x="649" y="17870"/>
                    <a:pt x="6574" y="23165"/>
                  </a:cubicBezTo>
                  <a:cubicBezTo>
                    <a:pt x="12499" y="28459"/>
                    <a:pt x="20063" y="40183"/>
                    <a:pt x="14769" y="40183"/>
                  </a:cubicBezTo>
                  <a:cubicBezTo>
                    <a:pt x="9474" y="40183"/>
                    <a:pt x="5314" y="47243"/>
                    <a:pt x="5944" y="50773"/>
                  </a:cubicBezTo>
                  <a:cubicBezTo>
                    <a:pt x="6574" y="54303"/>
                    <a:pt x="4179" y="61993"/>
                    <a:pt x="5944" y="63758"/>
                  </a:cubicBezTo>
                  <a:cubicBezTo>
                    <a:pt x="7709" y="65522"/>
                    <a:pt x="20063" y="77246"/>
                    <a:pt x="20694" y="80776"/>
                  </a:cubicBezTo>
                  <a:cubicBezTo>
                    <a:pt x="21198" y="83928"/>
                    <a:pt x="26240" y="85441"/>
                    <a:pt x="25862" y="88214"/>
                  </a:cubicBezTo>
                  <a:cubicBezTo>
                    <a:pt x="35695" y="87458"/>
                    <a:pt x="56748" y="86323"/>
                    <a:pt x="61413" y="88592"/>
                  </a:cubicBezTo>
                  <a:cubicBezTo>
                    <a:pt x="67716" y="91744"/>
                    <a:pt x="89651" y="93257"/>
                    <a:pt x="89651" y="93257"/>
                  </a:cubicBezTo>
                  <a:cubicBezTo>
                    <a:pt x="95954" y="93257"/>
                    <a:pt x="101376" y="90861"/>
                    <a:pt x="99862" y="86953"/>
                  </a:cubicBezTo>
                  <a:cubicBezTo>
                    <a:pt x="98476" y="83676"/>
                    <a:pt x="106670" y="81407"/>
                    <a:pt x="112595" y="80776"/>
                  </a:cubicBezTo>
                  <a:cubicBezTo>
                    <a:pt x="111587" y="77120"/>
                    <a:pt x="110830" y="74221"/>
                    <a:pt x="112343" y="73591"/>
                  </a:cubicBezTo>
                  <a:cubicBezTo>
                    <a:pt x="115242" y="72456"/>
                    <a:pt x="132387" y="70061"/>
                    <a:pt x="139447" y="73591"/>
                  </a:cubicBezTo>
                  <a:cubicBezTo>
                    <a:pt x="142977" y="75355"/>
                    <a:pt x="147011" y="73717"/>
                    <a:pt x="150163" y="71573"/>
                  </a:cubicBezTo>
                  <a:cubicBezTo>
                    <a:pt x="149280" y="68296"/>
                    <a:pt x="148271" y="65648"/>
                    <a:pt x="146507" y="65270"/>
                  </a:cubicBezTo>
                  <a:cubicBezTo>
                    <a:pt x="142220" y="64514"/>
                    <a:pt x="135539" y="46486"/>
                    <a:pt x="140960" y="45226"/>
                  </a:cubicBezTo>
                  <a:cubicBezTo>
                    <a:pt x="146507" y="44091"/>
                    <a:pt x="153566" y="25181"/>
                    <a:pt x="162139" y="22534"/>
                  </a:cubicBezTo>
                  <a:cubicBezTo>
                    <a:pt x="165543" y="21400"/>
                    <a:pt x="167055" y="19383"/>
                    <a:pt x="167685" y="16861"/>
                  </a:cubicBezTo>
                  <a:cubicBezTo>
                    <a:pt x="160248" y="14340"/>
                    <a:pt x="152810" y="11314"/>
                    <a:pt x="151549" y="9171"/>
                  </a:cubicBezTo>
                  <a:cubicBezTo>
                    <a:pt x="149406" y="5515"/>
                    <a:pt x="136800" y="3877"/>
                    <a:pt x="130497" y="312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1" name="Google Shape;731;p22"/>
            <p:cNvSpPr/>
            <p:nvPr/>
          </p:nvSpPr>
          <p:spPr>
            <a:xfrm>
              <a:off x="6333232" y="3361297"/>
              <a:ext cx="75639" cy="50426"/>
            </a:xfrm>
            <a:custGeom>
              <a:rect b="b" l="l" r="r" t="t"/>
              <a:pathLst>
                <a:path extrusionOk="0" h="50426" w="75639">
                  <a:moveTo>
                    <a:pt x="18302" y="53798"/>
                  </a:moveTo>
                  <a:lnTo>
                    <a:pt x="18302" y="53798"/>
                  </a:lnTo>
                  <a:cubicBezTo>
                    <a:pt x="18554" y="53672"/>
                    <a:pt x="18933" y="53420"/>
                    <a:pt x="19311" y="53294"/>
                  </a:cubicBezTo>
                  <a:cubicBezTo>
                    <a:pt x="19437" y="53294"/>
                    <a:pt x="19437" y="53294"/>
                    <a:pt x="19563" y="53168"/>
                  </a:cubicBezTo>
                  <a:cubicBezTo>
                    <a:pt x="19941" y="53042"/>
                    <a:pt x="20445" y="53042"/>
                    <a:pt x="21075" y="52916"/>
                  </a:cubicBezTo>
                  <a:cubicBezTo>
                    <a:pt x="21202" y="52916"/>
                    <a:pt x="21202" y="52916"/>
                    <a:pt x="21328" y="52916"/>
                  </a:cubicBezTo>
                  <a:cubicBezTo>
                    <a:pt x="23597" y="52664"/>
                    <a:pt x="26622" y="52916"/>
                    <a:pt x="29774" y="52790"/>
                  </a:cubicBezTo>
                  <a:cubicBezTo>
                    <a:pt x="29900" y="52790"/>
                    <a:pt x="30152" y="52790"/>
                    <a:pt x="30405" y="52790"/>
                  </a:cubicBezTo>
                  <a:cubicBezTo>
                    <a:pt x="31161" y="52790"/>
                    <a:pt x="31791" y="52664"/>
                    <a:pt x="32547" y="52664"/>
                  </a:cubicBezTo>
                  <a:cubicBezTo>
                    <a:pt x="32800" y="52664"/>
                    <a:pt x="33052" y="52664"/>
                    <a:pt x="33430" y="52538"/>
                  </a:cubicBezTo>
                  <a:cubicBezTo>
                    <a:pt x="34313" y="52412"/>
                    <a:pt x="35195" y="52285"/>
                    <a:pt x="36077" y="52033"/>
                  </a:cubicBezTo>
                  <a:cubicBezTo>
                    <a:pt x="43137" y="50268"/>
                    <a:pt x="44902" y="42578"/>
                    <a:pt x="48432" y="44343"/>
                  </a:cubicBezTo>
                  <a:cubicBezTo>
                    <a:pt x="51962" y="46108"/>
                    <a:pt x="70745" y="36527"/>
                    <a:pt x="73140" y="32997"/>
                  </a:cubicBezTo>
                  <a:cubicBezTo>
                    <a:pt x="73393" y="32619"/>
                    <a:pt x="73645" y="32241"/>
                    <a:pt x="73645" y="31737"/>
                  </a:cubicBezTo>
                  <a:cubicBezTo>
                    <a:pt x="74023" y="28963"/>
                    <a:pt x="68980" y="27451"/>
                    <a:pt x="68476" y="24299"/>
                  </a:cubicBezTo>
                  <a:cubicBezTo>
                    <a:pt x="67846" y="20769"/>
                    <a:pt x="55491" y="9045"/>
                    <a:pt x="53726" y="7280"/>
                  </a:cubicBezTo>
                  <a:cubicBezTo>
                    <a:pt x="53348" y="6902"/>
                    <a:pt x="53222" y="6272"/>
                    <a:pt x="53096" y="5515"/>
                  </a:cubicBezTo>
                  <a:cubicBezTo>
                    <a:pt x="53096" y="5389"/>
                    <a:pt x="53096" y="5389"/>
                    <a:pt x="53096" y="5263"/>
                  </a:cubicBezTo>
                  <a:cubicBezTo>
                    <a:pt x="53096" y="4381"/>
                    <a:pt x="53096" y="3498"/>
                    <a:pt x="53222" y="2364"/>
                  </a:cubicBezTo>
                  <a:cubicBezTo>
                    <a:pt x="34817" y="5011"/>
                    <a:pt x="7461" y="10684"/>
                    <a:pt x="7461" y="10684"/>
                  </a:cubicBezTo>
                  <a:cubicBezTo>
                    <a:pt x="7461" y="10684"/>
                    <a:pt x="6830" y="10180"/>
                    <a:pt x="5948" y="9549"/>
                  </a:cubicBezTo>
                  <a:cubicBezTo>
                    <a:pt x="3174" y="18500"/>
                    <a:pt x="1284" y="30854"/>
                    <a:pt x="3048" y="37032"/>
                  </a:cubicBezTo>
                  <a:cubicBezTo>
                    <a:pt x="4687" y="43587"/>
                    <a:pt x="10360" y="47873"/>
                    <a:pt x="18302" y="53798"/>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2" name="Google Shape;732;p22"/>
            <p:cNvSpPr/>
            <p:nvPr/>
          </p:nvSpPr>
          <p:spPr>
            <a:xfrm>
              <a:off x="6379300" y="3023058"/>
              <a:ext cx="466441" cy="264737"/>
            </a:xfrm>
            <a:custGeom>
              <a:rect b="b" l="l" r="r" t="t"/>
              <a:pathLst>
                <a:path extrusionOk="0" h="264736" w="466440">
                  <a:moveTo>
                    <a:pt x="423043" y="172684"/>
                  </a:moveTo>
                  <a:cubicBezTo>
                    <a:pt x="427203" y="172054"/>
                    <a:pt x="439557" y="158565"/>
                    <a:pt x="443591" y="158565"/>
                  </a:cubicBezTo>
                  <a:cubicBezTo>
                    <a:pt x="447751" y="158565"/>
                    <a:pt x="465401" y="162095"/>
                    <a:pt x="465401" y="159195"/>
                  </a:cubicBezTo>
                  <a:cubicBezTo>
                    <a:pt x="465401" y="156296"/>
                    <a:pt x="471325" y="146211"/>
                    <a:pt x="470065" y="143311"/>
                  </a:cubicBezTo>
                  <a:cubicBezTo>
                    <a:pt x="468931" y="140411"/>
                    <a:pt x="463005" y="136251"/>
                    <a:pt x="464140" y="133352"/>
                  </a:cubicBezTo>
                  <a:cubicBezTo>
                    <a:pt x="465275" y="130452"/>
                    <a:pt x="473595" y="130452"/>
                    <a:pt x="473595" y="126923"/>
                  </a:cubicBezTo>
                  <a:cubicBezTo>
                    <a:pt x="473595" y="123393"/>
                    <a:pt x="467165" y="121628"/>
                    <a:pt x="467165" y="119233"/>
                  </a:cubicBezTo>
                  <a:cubicBezTo>
                    <a:pt x="467165" y="116837"/>
                    <a:pt x="475360" y="112803"/>
                    <a:pt x="474856" y="108013"/>
                  </a:cubicBezTo>
                  <a:cubicBezTo>
                    <a:pt x="474225" y="103348"/>
                    <a:pt x="467165" y="102718"/>
                    <a:pt x="459601" y="98558"/>
                  </a:cubicBezTo>
                  <a:cubicBezTo>
                    <a:pt x="451912" y="94398"/>
                    <a:pt x="444348" y="96163"/>
                    <a:pt x="437162" y="92633"/>
                  </a:cubicBezTo>
                  <a:cubicBezTo>
                    <a:pt x="430102" y="89103"/>
                    <a:pt x="415353" y="91498"/>
                    <a:pt x="415353" y="89103"/>
                  </a:cubicBezTo>
                  <a:cubicBezTo>
                    <a:pt x="415353" y="86708"/>
                    <a:pt x="405898" y="79144"/>
                    <a:pt x="403629" y="74984"/>
                  </a:cubicBezTo>
                  <a:cubicBezTo>
                    <a:pt x="401233" y="70824"/>
                    <a:pt x="393670" y="73219"/>
                    <a:pt x="388879" y="76118"/>
                  </a:cubicBezTo>
                  <a:cubicBezTo>
                    <a:pt x="384089" y="79018"/>
                    <a:pt x="380054" y="80278"/>
                    <a:pt x="375390" y="77253"/>
                  </a:cubicBezTo>
                  <a:cubicBezTo>
                    <a:pt x="370726" y="74353"/>
                    <a:pt x="366565" y="69563"/>
                    <a:pt x="362405" y="71328"/>
                  </a:cubicBezTo>
                  <a:cubicBezTo>
                    <a:pt x="358245" y="73093"/>
                    <a:pt x="350681" y="71958"/>
                    <a:pt x="352446" y="66033"/>
                  </a:cubicBezTo>
                  <a:cubicBezTo>
                    <a:pt x="354211" y="60108"/>
                    <a:pt x="344756" y="47249"/>
                    <a:pt x="340722" y="45484"/>
                  </a:cubicBezTo>
                  <a:cubicBezTo>
                    <a:pt x="336562" y="43720"/>
                    <a:pt x="324208" y="46619"/>
                    <a:pt x="321308" y="40820"/>
                  </a:cubicBezTo>
                  <a:cubicBezTo>
                    <a:pt x="318409" y="34895"/>
                    <a:pt x="313114" y="30231"/>
                    <a:pt x="315383" y="26070"/>
                  </a:cubicBezTo>
                  <a:cubicBezTo>
                    <a:pt x="317778" y="21910"/>
                    <a:pt x="314753" y="10817"/>
                    <a:pt x="311853" y="6026"/>
                  </a:cubicBezTo>
                  <a:cubicBezTo>
                    <a:pt x="308954" y="1362"/>
                    <a:pt x="294204" y="1866"/>
                    <a:pt x="290044" y="3631"/>
                  </a:cubicBezTo>
                  <a:cubicBezTo>
                    <a:pt x="285884" y="5396"/>
                    <a:pt x="276429" y="1866"/>
                    <a:pt x="272395" y="4261"/>
                  </a:cubicBezTo>
                  <a:cubicBezTo>
                    <a:pt x="268235" y="6656"/>
                    <a:pt x="265966" y="10691"/>
                    <a:pt x="260041" y="10691"/>
                  </a:cubicBezTo>
                  <a:cubicBezTo>
                    <a:pt x="256763" y="10691"/>
                    <a:pt x="254620" y="10312"/>
                    <a:pt x="252729" y="7665"/>
                  </a:cubicBezTo>
                  <a:cubicBezTo>
                    <a:pt x="246425" y="10565"/>
                    <a:pt x="235710" y="11069"/>
                    <a:pt x="235710" y="11069"/>
                  </a:cubicBezTo>
                  <a:cubicBezTo>
                    <a:pt x="235710" y="11069"/>
                    <a:pt x="219952" y="23675"/>
                    <a:pt x="219952" y="28340"/>
                  </a:cubicBezTo>
                  <a:cubicBezTo>
                    <a:pt x="219952" y="33004"/>
                    <a:pt x="219195" y="40946"/>
                    <a:pt x="215287" y="37038"/>
                  </a:cubicBezTo>
                  <a:cubicBezTo>
                    <a:pt x="211379" y="33130"/>
                    <a:pt x="194865" y="33130"/>
                    <a:pt x="190957" y="35399"/>
                  </a:cubicBezTo>
                  <a:cubicBezTo>
                    <a:pt x="187049" y="37795"/>
                    <a:pt x="180746" y="25944"/>
                    <a:pt x="173686" y="29852"/>
                  </a:cubicBezTo>
                  <a:cubicBezTo>
                    <a:pt x="166626" y="33760"/>
                    <a:pt x="157172" y="24306"/>
                    <a:pt x="156415" y="28214"/>
                  </a:cubicBezTo>
                  <a:cubicBezTo>
                    <a:pt x="155659" y="32122"/>
                    <a:pt x="145448" y="28970"/>
                    <a:pt x="138388" y="25818"/>
                  </a:cubicBezTo>
                  <a:cubicBezTo>
                    <a:pt x="131328" y="22667"/>
                    <a:pt x="118722" y="27457"/>
                    <a:pt x="114057" y="21910"/>
                  </a:cubicBezTo>
                  <a:cubicBezTo>
                    <a:pt x="109393" y="16363"/>
                    <a:pt x="78759" y="16363"/>
                    <a:pt x="68548" y="16363"/>
                  </a:cubicBezTo>
                  <a:cubicBezTo>
                    <a:pt x="58337" y="16363"/>
                    <a:pt x="55941" y="21910"/>
                    <a:pt x="51277" y="26575"/>
                  </a:cubicBezTo>
                  <a:cubicBezTo>
                    <a:pt x="46991" y="30861"/>
                    <a:pt x="42074" y="29979"/>
                    <a:pt x="37032" y="29726"/>
                  </a:cubicBezTo>
                  <a:cubicBezTo>
                    <a:pt x="37536" y="33634"/>
                    <a:pt x="38292" y="37164"/>
                    <a:pt x="39301" y="38677"/>
                  </a:cubicBezTo>
                  <a:cubicBezTo>
                    <a:pt x="41696" y="42207"/>
                    <a:pt x="52790" y="59226"/>
                    <a:pt x="49890" y="64520"/>
                  </a:cubicBezTo>
                  <a:cubicBezTo>
                    <a:pt x="46991" y="69815"/>
                    <a:pt x="41696" y="69815"/>
                    <a:pt x="38166" y="73975"/>
                  </a:cubicBezTo>
                  <a:cubicBezTo>
                    <a:pt x="34636" y="78135"/>
                    <a:pt x="14088" y="96289"/>
                    <a:pt x="13458" y="99314"/>
                  </a:cubicBezTo>
                  <a:cubicBezTo>
                    <a:pt x="12827" y="102214"/>
                    <a:pt x="16987" y="115198"/>
                    <a:pt x="14088" y="117594"/>
                  </a:cubicBezTo>
                  <a:cubicBezTo>
                    <a:pt x="11188" y="119989"/>
                    <a:pt x="2364" y="132343"/>
                    <a:pt x="2364" y="137008"/>
                  </a:cubicBezTo>
                  <a:cubicBezTo>
                    <a:pt x="2364" y="141672"/>
                    <a:pt x="8793" y="148227"/>
                    <a:pt x="14088" y="149992"/>
                  </a:cubicBezTo>
                  <a:cubicBezTo>
                    <a:pt x="16357" y="150749"/>
                    <a:pt x="17744" y="151757"/>
                    <a:pt x="18374" y="153018"/>
                  </a:cubicBezTo>
                  <a:cubicBezTo>
                    <a:pt x="22534" y="152514"/>
                    <a:pt x="26316" y="152136"/>
                    <a:pt x="28585" y="152136"/>
                  </a:cubicBezTo>
                  <a:cubicBezTo>
                    <a:pt x="32493" y="152136"/>
                    <a:pt x="49764" y="156926"/>
                    <a:pt x="55185" y="156926"/>
                  </a:cubicBezTo>
                  <a:cubicBezTo>
                    <a:pt x="60732" y="156926"/>
                    <a:pt x="68548" y="159321"/>
                    <a:pt x="70943" y="161590"/>
                  </a:cubicBezTo>
                  <a:cubicBezTo>
                    <a:pt x="73338" y="163986"/>
                    <a:pt x="78759" y="162347"/>
                    <a:pt x="82667" y="158439"/>
                  </a:cubicBezTo>
                  <a:cubicBezTo>
                    <a:pt x="86575" y="154531"/>
                    <a:pt x="91366" y="156926"/>
                    <a:pt x="96030" y="156926"/>
                  </a:cubicBezTo>
                  <a:cubicBezTo>
                    <a:pt x="100694" y="156926"/>
                    <a:pt x="108636" y="153018"/>
                    <a:pt x="110906" y="149110"/>
                  </a:cubicBezTo>
                  <a:cubicBezTo>
                    <a:pt x="113301" y="145202"/>
                    <a:pt x="136749" y="138899"/>
                    <a:pt x="143052" y="138142"/>
                  </a:cubicBezTo>
                  <a:cubicBezTo>
                    <a:pt x="149356" y="137386"/>
                    <a:pt x="158810" y="149866"/>
                    <a:pt x="164231" y="149866"/>
                  </a:cubicBezTo>
                  <a:cubicBezTo>
                    <a:pt x="169778" y="149866"/>
                    <a:pt x="179863" y="153774"/>
                    <a:pt x="183015" y="163986"/>
                  </a:cubicBezTo>
                  <a:cubicBezTo>
                    <a:pt x="186166" y="174197"/>
                    <a:pt x="195621" y="186803"/>
                    <a:pt x="199529" y="190711"/>
                  </a:cubicBezTo>
                  <a:cubicBezTo>
                    <a:pt x="203437" y="194619"/>
                    <a:pt x="205832" y="204831"/>
                    <a:pt x="205832" y="207982"/>
                  </a:cubicBezTo>
                  <a:cubicBezTo>
                    <a:pt x="205832" y="211134"/>
                    <a:pt x="197260" y="207226"/>
                    <a:pt x="187805" y="204831"/>
                  </a:cubicBezTo>
                  <a:cubicBezTo>
                    <a:pt x="178350" y="202435"/>
                    <a:pt x="177594" y="211890"/>
                    <a:pt x="177594" y="216555"/>
                  </a:cubicBezTo>
                  <a:cubicBezTo>
                    <a:pt x="177594" y="221219"/>
                    <a:pt x="164231" y="237734"/>
                    <a:pt x="161962" y="240885"/>
                  </a:cubicBezTo>
                  <a:cubicBezTo>
                    <a:pt x="159567" y="244037"/>
                    <a:pt x="166626" y="246432"/>
                    <a:pt x="172173" y="247189"/>
                  </a:cubicBezTo>
                  <a:cubicBezTo>
                    <a:pt x="174569" y="247567"/>
                    <a:pt x="183897" y="240885"/>
                    <a:pt x="187049" y="240885"/>
                  </a:cubicBezTo>
                  <a:cubicBezTo>
                    <a:pt x="188310" y="240885"/>
                    <a:pt x="192218" y="243911"/>
                    <a:pt x="196378" y="247441"/>
                  </a:cubicBezTo>
                  <a:cubicBezTo>
                    <a:pt x="195495" y="235212"/>
                    <a:pt x="198017" y="235843"/>
                    <a:pt x="208984" y="227522"/>
                  </a:cubicBezTo>
                  <a:cubicBezTo>
                    <a:pt x="220330" y="218950"/>
                    <a:pt x="221591" y="202814"/>
                    <a:pt x="231676" y="200797"/>
                  </a:cubicBezTo>
                  <a:cubicBezTo>
                    <a:pt x="241887" y="198780"/>
                    <a:pt x="246173" y="194115"/>
                    <a:pt x="261049" y="196510"/>
                  </a:cubicBezTo>
                  <a:cubicBezTo>
                    <a:pt x="275925" y="198906"/>
                    <a:pt x="253611" y="208234"/>
                    <a:pt x="263822" y="213781"/>
                  </a:cubicBezTo>
                  <a:cubicBezTo>
                    <a:pt x="274034" y="219328"/>
                    <a:pt x="305424" y="212268"/>
                    <a:pt x="307063" y="220085"/>
                  </a:cubicBezTo>
                  <a:cubicBezTo>
                    <a:pt x="308576" y="227901"/>
                    <a:pt x="271008" y="235843"/>
                    <a:pt x="271765" y="239751"/>
                  </a:cubicBezTo>
                  <a:cubicBezTo>
                    <a:pt x="272521" y="243659"/>
                    <a:pt x="291809" y="247567"/>
                    <a:pt x="298490" y="251853"/>
                  </a:cubicBezTo>
                  <a:cubicBezTo>
                    <a:pt x="305172" y="256139"/>
                    <a:pt x="296473" y="268368"/>
                    <a:pt x="299625" y="272276"/>
                  </a:cubicBezTo>
                  <a:cubicBezTo>
                    <a:pt x="302777" y="276184"/>
                    <a:pt x="312988" y="273032"/>
                    <a:pt x="321182" y="267107"/>
                  </a:cubicBezTo>
                  <a:cubicBezTo>
                    <a:pt x="329376" y="261182"/>
                    <a:pt x="336058" y="263199"/>
                    <a:pt x="346647" y="256139"/>
                  </a:cubicBezTo>
                  <a:cubicBezTo>
                    <a:pt x="357237" y="249079"/>
                    <a:pt x="379172" y="255383"/>
                    <a:pt x="381945" y="251097"/>
                  </a:cubicBezTo>
                  <a:cubicBezTo>
                    <a:pt x="384719" y="246810"/>
                    <a:pt x="375642" y="242524"/>
                    <a:pt x="355220" y="244037"/>
                  </a:cubicBezTo>
                  <a:cubicBezTo>
                    <a:pt x="334797" y="245550"/>
                    <a:pt x="333663" y="226388"/>
                    <a:pt x="333663" y="222480"/>
                  </a:cubicBezTo>
                  <a:cubicBezTo>
                    <a:pt x="333663" y="218572"/>
                    <a:pt x="354841" y="202435"/>
                    <a:pt x="366944" y="201301"/>
                  </a:cubicBezTo>
                  <a:cubicBezTo>
                    <a:pt x="379172" y="200166"/>
                    <a:pt x="388879" y="196510"/>
                    <a:pt x="400729" y="191090"/>
                  </a:cubicBezTo>
                  <a:cubicBezTo>
                    <a:pt x="405520" y="188820"/>
                    <a:pt x="413840" y="186677"/>
                    <a:pt x="422286" y="185039"/>
                  </a:cubicBezTo>
                  <a:cubicBezTo>
                    <a:pt x="421152" y="179744"/>
                    <a:pt x="419513" y="173314"/>
                    <a:pt x="423043" y="17268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3" name="Google Shape;733;p22"/>
            <p:cNvSpPr/>
            <p:nvPr/>
          </p:nvSpPr>
          <p:spPr>
            <a:xfrm>
              <a:off x="6405899" y="2881871"/>
              <a:ext cx="252130" cy="176491"/>
            </a:xfrm>
            <a:custGeom>
              <a:rect b="b" l="l" r="r" t="t"/>
              <a:pathLst>
                <a:path extrusionOk="0" h="176491" w="252130">
                  <a:moveTo>
                    <a:pt x="235710" y="90357"/>
                  </a:moveTo>
                  <a:cubicBezTo>
                    <a:pt x="231046" y="89223"/>
                    <a:pt x="228020" y="78633"/>
                    <a:pt x="220456" y="75608"/>
                  </a:cubicBezTo>
                  <a:cubicBezTo>
                    <a:pt x="212766" y="72708"/>
                    <a:pt x="214531" y="63253"/>
                    <a:pt x="208102" y="59093"/>
                  </a:cubicBezTo>
                  <a:cubicBezTo>
                    <a:pt x="201673" y="54933"/>
                    <a:pt x="205707" y="46739"/>
                    <a:pt x="205202" y="40183"/>
                  </a:cubicBezTo>
                  <a:cubicBezTo>
                    <a:pt x="204572" y="33754"/>
                    <a:pt x="206337" y="23669"/>
                    <a:pt x="202807" y="21904"/>
                  </a:cubicBezTo>
                  <a:cubicBezTo>
                    <a:pt x="199278" y="20139"/>
                    <a:pt x="184528" y="11945"/>
                    <a:pt x="178098" y="14844"/>
                  </a:cubicBezTo>
                  <a:cubicBezTo>
                    <a:pt x="171669" y="17744"/>
                    <a:pt x="166879" y="20139"/>
                    <a:pt x="163979" y="14844"/>
                  </a:cubicBezTo>
                  <a:cubicBezTo>
                    <a:pt x="161080" y="9549"/>
                    <a:pt x="156920" y="6650"/>
                    <a:pt x="150490" y="8415"/>
                  </a:cubicBezTo>
                  <a:cubicBezTo>
                    <a:pt x="144061" y="10180"/>
                    <a:pt x="139901" y="7280"/>
                    <a:pt x="136371" y="4255"/>
                  </a:cubicBezTo>
                  <a:cubicBezTo>
                    <a:pt x="135867" y="3750"/>
                    <a:pt x="135363" y="3120"/>
                    <a:pt x="134984" y="2364"/>
                  </a:cubicBezTo>
                  <a:cubicBezTo>
                    <a:pt x="132337" y="2868"/>
                    <a:pt x="128933" y="3877"/>
                    <a:pt x="126790" y="5641"/>
                  </a:cubicBezTo>
                  <a:cubicBezTo>
                    <a:pt x="122882" y="8793"/>
                    <a:pt x="122126" y="15096"/>
                    <a:pt x="116579" y="15096"/>
                  </a:cubicBezTo>
                  <a:cubicBezTo>
                    <a:pt x="111032" y="15096"/>
                    <a:pt x="104855" y="12701"/>
                    <a:pt x="98551" y="17492"/>
                  </a:cubicBezTo>
                  <a:cubicBezTo>
                    <a:pt x="92248" y="22156"/>
                    <a:pt x="90735" y="27703"/>
                    <a:pt x="91492" y="31611"/>
                  </a:cubicBezTo>
                  <a:cubicBezTo>
                    <a:pt x="92248" y="35519"/>
                    <a:pt x="93131" y="41822"/>
                    <a:pt x="88340" y="41822"/>
                  </a:cubicBezTo>
                  <a:cubicBezTo>
                    <a:pt x="83676" y="41822"/>
                    <a:pt x="84432" y="47369"/>
                    <a:pt x="79768" y="48882"/>
                  </a:cubicBezTo>
                  <a:cubicBezTo>
                    <a:pt x="75103" y="50395"/>
                    <a:pt x="67161" y="57454"/>
                    <a:pt x="66405" y="61362"/>
                  </a:cubicBezTo>
                  <a:cubicBezTo>
                    <a:pt x="65649" y="65270"/>
                    <a:pt x="65649" y="73969"/>
                    <a:pt x="62497" y="73969"/>
                  </a:cubicBezTo>
                  <a:cubicBezTo>
                    <a:pt x="59345" y="73969"/>
                    <a:pt x="48378" y="75481"/>
                    <a:pt x="45226" y="79516"/>
                  </a:cubicBezTo>
                  <a:cubicBezTo>
                    <a:pt x="42075" y="83424"/>
                    <a:pt x="38166" y="87332"/>
                    <a:pt x="31863" y="85819"/>
                  </a:cubicBezTo>
                  <a:cubicBezTo>
                    <a:pt x="28585" y="85062"/>
                    <a:pt x="20013" y="84684"/>
                    <a:pt x="12449" y="84432"/>
                  </a:cubicBezTo>
                  <a:cubicBezTo>
                    <a:pt x="12575" y="85188"/>
                    <a:pt x="12575" y="85945"/>
                    <a:pt x="12323" y="86827"/>
                  </a:cubicBezTo>
                  <a:cubicBezTo>
                    <a:pt x="9423" y="95022"/>
                    <a:pt x="11693" y="102712"/>
                    <a:pt x="16483" y="106872"/>
                  </a:cubicBezTo>
                  <a:cubicBezTo>
                    <a:pt x="21148" y="111032"/>
                    <a:pt x="22912" y="127420"/>
                    <a:pt x="17618" y="129815"/>
                  </a:cubicBezTo>
                  <a:cubicBezTo>
                    <a:pt x="12323" y="132211"/>
                    <a:pt x="2364" y="139270"/>
                    <a:pt x="2364" y="143304"/>
                  </a:cubicBezTo>
                  <a:cubicBezTo>
                    <a:pt x="2364" y="147465"/>
                    <a:pt x="12953" y="150994"/>
                    <a:pt x="11188" y="156793"/>
                  </a:cubicBezTo>
                  <a:cubicBezTo>
                    <a:pt x="10180" y="160197"/>
                    <a:pt x="10180" y="166122"/>
                    <a:pt x="10684" y="171291"/>
                  </a:cubicBezTo>
                  <a:cubicBezTo>
                    <a:pt x="15727" y="171543"/>
                    <a:pt x="20643" y="172426"/>
                    <a:pt x="24929" y="168139"/>
                  </a:cubicBezTo>
                  <a:cubicBezTo>
                    <a:pt x="29594" y="163475"/>
                    <a:pt x="31989" y="157928"/>
                    <a:pt x="42200" y="157928"/>
                  </a:cubicBezTo>
                  <a:cubicBezTo>
                    <a:pt x="52412" y="157928"/>
                    <a:pt x="83046" y="157928"/>
                    <a:pt x="87710" y="163475"/>
                  </a:cubicBezTo>
                  <a:cubicBezTo>
                    <a:pt x="92374" y="169022"/>
                    <a:pt x="104981" y="164231"/>
                    <a:pt x="112040" y="167383"/>
                  </a:cubicBezTo>
                  <a:cubicBezTo>
                    <a:pt x="119100" y="170535"/>
                    <a:pt x="129311" y="173686"/>
                    <a:pt x="130068" y="169778"/>
                  </a:cubicBezTo>
                  <a:cubicBezTo>
                    <a:pt x="130824" y="165870"/>
                    <a:pt x="140279" y="175325"/>
                    <a:pt x="147339" y="171417"/>
                  </a:cubicBezTo>
                  <a:cubicBezTo>
                    <a:pt x="154398" y="167509"/>
                    <a:pt x="160701" y="179233"/>
                    <a:pt x="164610" y="176964"/>
                  </a:cubicBezTo>
                  <a:cubicBezTo>
                    <a:pt x="168518" y="174569"/>
                    <a:pt x="185032" y="174569"/>
                    <a:pt x="188940" y="178603"/>
                  </a:cubicBezTo>
                  <a:cubicBezTo>
                    <a:pt x="192848" y="182511"/>
                    <a:pt x="193605" y="174695"/>
                    <a:pt x="193605" y="169904"/>
                  </a:cubicBezTo>
                  <a:cubicBezTo>
                    <a:pt x="193605" y="165240"/>
                    <a:pt x="209363" y="152633"/>
                    <a:pt x="209363" y="152633"/>
                  </a:cubicBezTo>
                  <a:cubicBezTo>
                    <a:pt x="209363" y="152633"/>
                    <a:pt x="220078" y="152003"/>
                    <a:pt x="226382" y="149230"/>
                  </a:cubicBezTo>
                  <a:cubicBezTo>
                    <a:pt x="224995" y="147213"/>
                    <a:pt x="223734" y="143809"/>
                    <a:pt x="222474" y="138136"/>
                  </a:cubicBezTo>
                  <a:cubicBezTo>
                    <a:pt x="219574" y="125151"/>
                    <a:pt x="214783" y="117587"/>
                    <a:pt x="218313" y="113427"/>
                  </a:cubicBezTo>
                  <a:cubicBezTo>
                    <a:pt x="221843" y="109267"/>
                    <a:pt x="231802" y="118722"/>
                    <a:pt x="237097" y="116327"/>
                  </a:cubicBezTo>
                  <a:cubicBezTo>
                    <a:pt x="242392" y="113931"/>
                    <a:pt x="251847" y="109267"/>
                    <a:pt x="250586" y="103972"/>
                  </a:cubicBezTo>
                  <a:cubicBezTo>
                    <a:pt x="249325" y="98551"/>
                    <a:pt x="240501" y="91492"/>
                    <a:pt x="235710" y="9035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4" name="Google Shape;734;p22"/>
            <p:cNvSpPr/>
            <p:nvPr/>
          </p:nvSpPr>
          <p:spPr>
            <a:xfrm>
              <a:off x="6345968" y="2810562"/>
              <a:ext cx="189098" cy="88246"/>
            </a:xfrm>
            <a:custGeom>
              <a:rect b="b" l="l" r="r" t="t"/>
              <a:pathLst>
                <a:path extrusionOk="0" h="88245" w="189097">
                  <a:moveTo>
                    <a:pt x="65447" y="66740"/>
                  </a:moveTo>
                  <a:cubicBezTo>
                    <a:pt x="72633" y="66740"/>
                    <a:pt x="89399" y="70396"/>
                    <a:pt x="99106" y="66740"/>
                  </a:cubicBezTo>
                  <a:cubicBezTo>
                    <a:pt x="108687" y="63084"/>
                    <a:pt x="108687" y="73926"/>
                    <a:pt x="114738" y="72665"/>
                  </a:cubicBezTo>
                  <a:cubicBezTo>
                    <a:pt x="120663" y="71530"/>
                    <a:pt x="132765" y="79851"/>
                    <a:pt x="139951" y="85902"/>
                  </a:cubicBezTo>
                  <a:cubicBezTo>
                    <a:pt x="143733" y="89053"/>
                    <a:pt x="148398" y="91701"/>
                    <a:pt x="153440" y="94600"/>
                  </a:cubicBezTo>
                  <a:cubicBezTo>
                    <a:pt x="154575" y="92583"/>
                    <a:pt x="156088" y="90692"/>
                    <a:pt x="158609" y="88801"/>
                  </a:cubicBezTo>
                  <a:cubicBezTo>
                    <a:pt x="164912" y="84137"/>
                    <a:pt x="171216" y="86406"/>
                    <a:pt x="176636" y="86406"/>
                  </a:cubicBezTo>
                  <a:cubicBezTo>
                    <a:pt x="182183" y="86406"/>
                    <a:pt x="182939" y="80103"/>
                    <a:pt x="186847" y="76951"/>
                  </a:cubicBezTo>
                  <a:cubicBezTo>
                    <a:pt x="188991" y="75186"/>
                    <a:pt x="192521" y="74178"/>
                    <a:pt x="195042" y="73673"/>
                  </a:cubicBezTo>
                  <a:cubicBezTo>
                    <a:pt x="192899" y="69387"/>
                    <a:pt x="192773" y="60815"/>
                    <a:pt x="189369" y="57411"/>
                  </a:cubicBezTo>
                  <a:cubicBezTo>
                    <a:pt x="185209" y="53251"/>
                    <a:pt x="179410" y="46191"/>
                    <a:pt x="181175" y="42157"/>
                  </a:cubicBezTo>
                  <a:cubicBezTo>
                    <a:pt x="182939" y="37997"/>
                    <a:pt x="182939" y="32198"/>
                    <a:pt x="178275" y="27407"/>
                  </a:cubicBezTo>
                  <a:cubicBezTo>
                    <a:pt x="176258" y="25390"/>
                    <a:pt x="174619" y="22995"/>
                    <a:pt x="173737" y="20600"/>
                  </a:cubicBezTo>
                  <a:cubicBezTo>
                    <a:pt x="164156" y="19339"/>
                    <a:pt x="151297" y="17953"/>
                    <a:pt x="148398" y="18961"/>
                  </a:cubicBezTo>
                  <a:cubicBezTo>
                    <a:pt x="143733" y="20600"/>
                    <a:pt x="124824" y="5598"/>
                    <a:pt x="121672" y="3203"/>
                  </a:cubicBezTo>
                  <a:cubicBezTo>
                    <a:pt x="119655" y="1690"/>
                    <a:pt x="105662" y="2447"/>
                    <a:pt x="93055" y="3707"/>
                  </a:cubicBezTo>
                  <a:cubicBezTo>
                    <a:pt x="85870" y="11775"/>
                    <a:pt x="91038" y="17574"/>
                    <a:pt x="90660" y="29929"/>
                  </a:cubicBezTo>
                  <a:cubicBezTo>
                    <a:pt x="90282" y="42535"/>
                    <a:pt x="76541" y="40140"/>
                    <a:pt x="69103" y="40140"/>
                  </a:cubicBezTo>
                  <a:cubicBezTo>
                    <a:pt x="61665" y="40140"/>
                    <a:pt x="49437" y="17827"/>
                    <a:pt x="45529" y="12658"/>
                  </a:cubicBezTo>
                  <a:cubicBezTo>
                    <a:pt x="41621" y="7615"/>
                    <a:pt x="29014" y="18961"/>
                    <a:pt x="20064" y="24382"/>
                  </a:cubicBezTo>
                  <a:cubicBezTo>
                    <a:pt x="10987" y="29929"/>
                    <a:pt x="15777" y="40518"/>
                    <a:pt x="9474" y="45561"/>
                  </a:cubicBezTo>
                  <a:cubicBezTo>
                    <a:pt x="3171" y="50603"/>
                    <a:pt x="-737" y="59302"/>
                    <a:pt x="5566" y="70648"/>
                  </a:cubicBezTo>
                  <a:cubicBezTo>
                    <a:pt x="5818" y="71152"/>
                    <a:pt x="5944" y="71656"/>
                    <a:pt x="6196" y="72035"/>
                  </a:cubicBezTo>
                  <a:cubicBezTo>
                    <a:pt x="14012" y="71404"/>
                    <a:pt x="22459" y="70018"/>
                    <a:pt x="27249" y="66488"/>
                  </a:cubicBezTo>
                  <a:cubicBezTo>
                    <a:pt x="35444" y="60689"/>
                    <a:pt x="58261" y="66740"/>
                    <a:pt x="65447" y="6674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5" name="Google Shape;735;p22"/>
            <p:cNvSpPr/>
            <p:nvPr/>
          </p:nvSpPr>
          <p:spPr>
            <a:xfrm>
              <a:off x="6344499" y="2872375"/>
              <a:ext cx="151278" cy="88246"/>
            </a:xfrm>
            <a:custGeom>
              <a:rect b="b" l="l" r="r" t="t"/>
              <a:pathLst>
                <a:path extrusionOk="0" h="88245" w="151278">
                  <a:moveTo>
                    <a:pt x="22289" y="48041"/>
                  </a:moveTo>
                  <a:cubicBezTo>
                    <a:pt x="25189" y="52201"/>
                    <a:pt x="34643" y="55731"/>
                    <a:pt x="38173" y="53966"/>
                  </a:cubicBezTo>
                  <a:cubicBezTo>
                    <a:pt x="41703" y="52201"/>
                    <a:pt x="52923" y="58126"/>
                    <a:pt x="52923" y="62791"/>
                  </a:cubicBezTo>
                  <a:cubicBezTo>
                    <a:pt x="52923" y="67455"/>
                    <a:pt x="50023" y="81701"/>
                    <a:pt x="52923" y="81701"/>
                  </a:cubicBezTo>
                  <a:cubicBezTo>
                    <a:pt x="55570" y="81701"/>
                    <a:pt x="72589" y="86995"/>
                    <a:pt x="73724" y="94055"/>
                  </a:cubicBezTo>
                  <a:cubicBezTo>
                    <a:pt x="81288" y="94181"/>
                    <a:pt x="89986" y="94559"/>
                    <a:pt x="93138" y="95442"/>
                  </a:cubicBezTo>
                  <a:cubicBezTo>
                    <a:pt x="99441" y="96954"/>
                    <a:pt x="103349" y="93046"/>
                    <a:pt x="106501" y="89138"/>
                  </a:cubicBezTo>
                  <a:cubicBezTo>
                    <a:pt x="109652" y="85230"/>
                    <a:pt x="120620" y="83592"/>
                    <a:pt x="123771" y="83592"/>
                  </a:cubicBezTo>
                  <a:cubicBezTo>
                    <a:pt x="126923" y="83592"/>
                    <a:pt x="126923" y="75019"/>
                    <a:pt x="127679" y="70985"/>
                  </a:cubicBezTo>
                  <a:cubicBezTo>
                    <a:pt x="128436" y="67077"/>
                    <a:pt x="136378" y="60017"/>
                    <a:pt x="141042" y="58505"/>
                  </a:cubicBezTo>
                  <a:cubicBezTo>
                    <a:pt x="145707" y="56992"/>
                    <a:pt x="144950" y="51445"/>
                    <a:pt x="149615" y="51445"/>
                  </a:cubicBezTo>
                  <a:cubicBezTo>
                    <a:pt x="154279" y="51445"/>
                    <a:pt x="153523" y="45142"/>
                    <a:pt x="152766" y="41234"/>
                  </a:cubicBezTo>
                  <a:cubicBezTo>
                    <a:pt x="152262" y="38839"/>
                    <a:pt x="152892" y="35939"/>
                    <a:pt x="154658" y="32913"/>
                  </a:cubicBezTo>
                  <a:cubicBezTo>
                    <a:pt x="149615" y="30014"/>
                    <a:pt x="145076" y="27493"/>
                    <a:pt x="141169" y="24215"/>
                  </a:cubicBezTo>
                  <a:cubicBezTo>
                    <a:pt x="133983" y="18164"/>
                    <a:pt x="122007" y="9844"/>
                    <a:pt x="115956" y="10978"/>
                  </a:cubicBezTo>
                  <a:cubicBezTo>
                    <a:pt x="109904" y="12239"/>
                    <a:pt x="109904" y="1397"/>
                    <a:pt x="100324" y="5053"/>
                  </a:cubicBezTo>
                  <a:cubicBezTo>
                    <a:pt x="90742" y="8709"/>
                    <a:pt x="73976" y="5053"/>
                    <a:pt x="66664" y="5053"/>
                  </a:cubicBezTo>
                  <a:cubicBezTo>
                    <a:pt x="59478" y="5053"/>
                    <a:pt x="36660" y="-998"/>
                    <a:pt x="28340" y="5053"/>
                  </a:cubicBezTo>
                  <a:cubicBezTo>
                    <a:pt x="23550" y="8457"/>
                    <a:pt x="15103" y="9970"/>
                    <a:pt x="7288" y="10600"/>
                  </a:cubicBezTo>
                  <a:cubicBezTo>
                    <a:pt x="12582" y="21568"/>
                    <a:pt x="10691" y="32661"/>
                    <a:pt x="4640" y="39469"/>
                  </a:cubicBezTo>
                  <a:cubicBezTo>
                    <a:pt x="354" y="44259"/>
                    <a:pt x="2875" y="44890"/>
                    <a:pt x="6027" y="46781"/>
                  </a:cubicBezTo>
                  <a:cubicBezTo>
                    <a:pt x="12708" y="46024"/>
                    <a:pt x="20020" y="44764"/>
                    <a:pt x="22289" y="48041"/>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6" name="Google Shape;736;p22"/>
            <p:cNvSpPr/>
            <p:nvPr/>
          </p:nvSpPr>
          <p:spPr>
            <a:xfrm>
              <a:off x="5964852" y="3188137"/>
              <a:ext cx="113459" cy="63033"/>
            </a:xfrm>
            <a:custGeom>
              <a:rect b="b" l="l" r="r" t="t"/>
              <a:pathLst>
                <a:path extrusionOk="0" h="63032" w="113458">
                  <a:moveTo>
                    <a:pt x="107700" y="28910"/>
                  </a:moveTo>
                  <a:cubicBezTo>
                    <a:pt x="102405" y="31305"/>
                    <a:pt x="94211" y="24120"/>
                    <a:pt x="94211" y="21851"/>
                  </a:cubicBezTo>
                  <a:cubicBezTo>
                    <a:pt x="94211" y="20212"/>
                    <a:pt x="93076" y="14413"/>
                    <a:pt x="94211" y="10757"/>
                  </a:cubicBezTo>
                  <a:cubicBezTo>
                    <a:pt x="89798" y="8488"/>
                    <a:pt x="83621" y="5462"/>
                    <a:pt x="78831" y="4075"/>
                  </a:cubicBezTo>
                  <a:cubicBezTo>
                    <a:pt x="71015" y="1680"/>
                    <a:pt x="67107" y="1680"/>
                    <a:pt x="60804" y="4832"/>
                  </a:cubicBezTo>
                  <a:cubicBezTo>
                    <a:pt x="56769" y="6849"/>
                    <a:pt x="45802" y="6218"/>
                    <a:pt x="38238" y="5588"/>
                  </a:cubicBezTo>
                  <a:cubicBezTo>
                    <a:pt x="37607" y="7983"/>
                    <a:pt x="36473" y="9496"/>
                    <a:pt x="34708" y="9496"/>
                  </a:cubicBezTo>
                  <a:cubicBezTo>
                    <a:pt x="29413" y="9496"/>
                    <a:pt x="22353" y="14791"/>
                    <a:pt x="21219" y="20716"/>
                  </a:cubicBezTo>
                  <a:cubicBezTo>
                    <a:pt x="20084" y="26641"/>
                    <a:pt x="7730" y="31305"/>
                    <a:pt x="4200" y="41895"/>
                  </a:cubicBezTo>
                  <a:cubicBezTo>
                    <a:pt x="670" y="52484"/>
                    <a:pt x="2435" y="57149"/>
                    <a:pt x="7730" y="50719"/>
                  </a:cubicBezTo>
                  <a:cubicBezTo>
                    <a:pt x="13025" y="44290"/>
                    <a:pt x="19454" y="46559"/>
                    <a:pt x="19454" y="51854"/>
                  </a:cubicBezTo>
                  <a:cubicBezTo>
                    <a:pt x="19454" y="57149"/>
                    <a:pt x="26514" y="57779"/>
                    <a:pt x="24119" y="64839"/>
                  </a:cubicBezTo>
                  <a:cubicBezTo>
                    <a:pt x="24119" y="64965"/>
                    <a:pt x="24119" y="65091"/>
                    <a:pt x="23992" y="65217"/>
                  </a:cubicBezTo>
                  <a:cubicBezTo>
                    <a:pt x="32061" y="64461"/>
                    <a:pt x="43280" y="63578"/>
                    <a:pt x="46684" y="63578"/>
                  </a:cubicBezTo>
                  <a:cubicBezTo>
                    <a:pt x="52231" y="63578"/>
                    <a:pt x="57652" y="46307"/>
                    <a:pt x="60047" y="44794"/>
                  </a:cubicBezTo>
                  <a:cubicBezTo>
                    <a:pt x="62442" y="43282"/>
                    <a:pt x="68745" y="57401"/>
                    <a:pt x="74923" y="62822"/>
                  </a:cubicBezTo>
                  <a:cubicBezTo>
                    <a:pt x="81226" y="68369"/>
                    <a:pt x="81982" y="58031"/>
                    <a:pt x="81982" y="53367"/>
                  </a:cubicBezTo>
                  <a:cubicBezTo>
                    <a:pt x="81982" y="48702"/>
                    <a:pt x="87529" y="47064"/>
                    <a:pt x="91437" y="47820"/>
                  </a:cubicBezTo>
                  <a:cubicBezTo>
                    <a:pt x="95345" y="48576"/>
                    <a:pt x="104044" y="50215"/>
                    <a:pt x="104044" y="44668"/>
                  </a:cubicBezTo>
                  <a:cubicBezTo>
                    <a:pt x="104044" y="39248"/>
                    <a:pt x="108708" y="41517"/>
                    <a:pt x="111860" y="41517"/>
                  </a:cubicBezTo>
                  <a:cubicBezTo>
                    <a:pt x="115011" y="41517"/>
                    <a:pt x="115768" y="35213"/>
                    <a:pt x="115768" y="35213"/>
                  </a:cubicBezTo>
                  <a:lnTo>
                    <a:pt x="120936" y="30423"/>
                  </a:lnTo>
                  <a:cubicBezTo>
                    <a:pt x="116776" y="28406"/>
                    <a:pt x="111860" y="27019"/>
                    <a:pt x="107700" y="2891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p22"/>
            <p:cNvSpPr/>
            <p:nvPr/>
          </p:nvSpPr>
          <p:spPr>
            <a:xfrm>
              <a:off x="5961347" y="2934188"/>
              <a:ext cx="239524" cy="264737"/>
            </a:xfrm>
            <a:custGeom>
              <a:rect b="b" l="l" r="r" t="t"/>
              <a:pathLst>
                <a:path extrusionOk="0" h="264736" w="239523">
                  <a:moveTo>
                    <a:pt x="32288" y="71952"/>
                  </a:moveTo>
                  <a:cubicBezTo>
                    <a:pt x="25985" y="81407"/>
                    <a:pt x="17413" y="82163"/>
                    <a:pt x="18926" y="84432"/>
                  </a:cubicBezTo>
                  <a:cubicBezTo>
                    <a:pt x="20564" y="86827"/>
                    <a:pt x="29893" y="94643"/>
                    <a:pt x="27624" y="98551"/>
                  </a:cubicBezTo>
                  <a:cubicBezTo>
                    <a:pt x="25229" y="102459"/>
                    <a:pt x="22077" y="100190"/>
                    <a:pt x="22077" y="107250"/>
                  </a:cubicBezTo>
                  <a:cubicBezTo>
                    <a:pt x="22077" y="114310"/>
                    <a:pt x="11110" y="114310"/>
                    <a:pt x="7202" y="114310"/>
                  </a:cubicBezTo>
                  <a:cubicBezTo>
                    <a:pt x="3293" y="114310"/>
                    <a:pt x="7958" y="121369"/>
                    <a:pt x="5563" y="126916"/>
                  </a:cubicBezTo>
                  <a:cubicBezTo>
                    <a:pt x="3167" y="132463"/>
                    <a:pt x="3167" y="143431"/>
                    <a:pt x="2411" y="148095"/>
                  </a:cubicBezTo>
                  <a:cubicBezTo>
                    <a:pt x="1655" y="152759"/>
                    <a:pt x="10227" y="160701"/>
                    <a:pt x="9471" y="164609"/>
                  </a:cubicBezTo>
                  <a:cubicBezTo>
                    <a:pt x="8714" y="168517"/>
                    <a:pt x="2411" y="171669"/>
                    <a:pt x="4050" y="174821"/>
                  </a:cubicBezTo>
                  <a:cubicBezTo>
                    <a:pt x="5563" y="177846"/>
                    <a:pt x="11235" y="182259"/>
                    <a:pt x="12496" y="196756"/>
                  </a:cubicBezTo>
                  <a:cubicBezTo>
                    <a:pt x="15143" y="197512"/>
                    <a:pt x="17413" y="198521"/>
                    <a:pt x="18421" y="199908"/>
                  </a:cubicBezTo>
                  <a:cubicBezTo>
                    <a:pt x="21951" y="204572"/>
                    <a:pt x="27876" y="208102"/>
                    <a:pt x="35440" y="208102"/>
                  </a:cubicBezTo>
                  <a:cubicBezTo>
                    <a:pt x="43130" y="208102"/>
                    <a:pt x="46029" y="213397"/>
                    <a:pt x="49559" y="212766"/>
                  </a:cubicBezTo>
                  <a:cubicBezTo>
                    <a:pt x="53089" y="212136"/>
                    <a:pt x="62544" y="215162"/>
                    <a:pt x="54854" y="221591"/>
                  </a:cubicBezTo>
                  <a:cubicBezTo>
                    <a:pt x="47164" y="228020"/>
                    <a:pt x="46029" y="235710"/>
                    <a:pt x="44264" y="243400"/>
                  </a:cubicBezTo>
                  <a:cubicBezTo>
                    <a:pt x="43130" y="248317"/>
                    <a:pt x="43130" y="255250"/>
                    <a:pt x="41995" y="259536"/>
                  </a:cubicBezTo>
                  <a:cubicBezTo>
                    <a:pt x="49433" y="260167"/>
                    <a:pt x="60527" y="260797"/>
                    <a:pt x="64561" y="258780"/>
                  </a:cubicBezTo>
                  <a:cubicBezTo>
                    <a:pt x="70864" y="255628"/>
                    <a:pt x="74772" y="255628"/>
                    <a:pt x="82588" y="258024"/>
                  </a:cubicBezTo>
                  <a:cubicBezTo>
                    <a:pt x="87253" y="259410"/>
                    <a:pt x="93556" y="262436"/>
                    <a:pt x="97968" y="264705"/>
                  </a:cubicBezTo>
                  <a:cubicBezTo>
                    <a:pt x="98473" y="263066"/>
                    <a:pt x="99229" y="261932"/>
                    <a:pt x="100868" y="261680"/>
                  </a:cubicBezTo>
                  <a:cubicBezTo>
                    <a:pt x="106162" y="261049"/>
                    <a:pt x="112592" y="271639"/>
                    <a:pt x="116122" y="265840"/>
                  </a:cubicBezTo>
                  <a:cubicBezTo>
                    <a:pt x="119651" y="259915"/>
                    <a:pt x="127846" y="261175"/>
                    <a:pt x="132006" y="263444"/>
                  </a:cubicBezTo>
                  <a:cubicBezTo>
                    <a:pt x="136166" y="265840"/>
                    <a:pt x="142595" y="266974"/>
                    <a:pt x="147260" y="262310"/>
                  </a:cubicBezTo>
                  <a:cubicBezTo>
                    <a:pt x="151924" y="257645"/>
                    <a:pt x="170204" y="255250"/>
                    <a:pt x="174364" y="257015"/>
                  </a:cubicBezTo>
                  <a:cubicBezTo>
                    <a:pt x="178524" y="258780"/>
                    <a:pt x="189113" y="263444"/>
                    <a:pt x="184953" y="249325"/>
                  </a:cubicBezTo>
                  <a:cubicBezTo>
                    <a:pt x="180793" y="235206"/>
                    <a:pt x="193778" y="238105"/>
                    <a:pt x="195542" y="232811"/>
                  </a:cubicBezTo>
                  <a:cubicBezTo>
                    <a:pt x="197307" y="227516"/>
                    <a:pt x="212561" y="225121"/>
                    <a:pt x="210292" y="221087"/>
                  </a:cubicBezTo>
                  <a:cubicBezTo>
                    <a:pt x="207897" y="216926"/>
                    <a:pt x="188483" y="204572"/>
                    <a:pt x="182684" y="200538"/>
                  </a:cubicBezTo>
                  <a:cubicBezTo>
                    <a:pt x="176759" y="196378"/>
                    <a:pt x="176759" y="183393"/>
                    <a:pt x="173859" y="178224"/>
                  </a:cubicBezTo>
                  <a:cubicBezTo>
                    <a:pt x="170960" y="172930"/>
                    <a:pt x="164404" y="165870"/>
                    <a:pt x="172094" y="164105"/>
                  </a:cubicBezTo>
                  <a:cubicBezTo>
                    <a:pt x="179784" y="162340"/>
                    <a:pt x="193273" y="159441"/>
                    <a:pt x="199703" y="153516"/>
                  </a:cubicBezTo>
                  <a:cubicBezTo>
                    <a:pt x="206132" y="147591"/>
                    <a:pt x="217982" y="147086"/>
                    <a:pt x="221512" y="143557"/>
                  </a:cubicBezTo>
                  <a:cubicBezTo>
                    <a:pt x="225042" y="140027"/>
                    <a:pt x="233236" y="146456"/>
                    <a:pt x="235631" y="142926"/>
                  </a:cubicBezTo>
                  <a:cubicBezTo>
                    <a:pt x="238027" y="139396"/>
                    <a:pt x="239791" y="132337"/>
                    <a:pt x="236262" y="128177"/>
                  </a:cubicBezTo>
                  <a:cubicBezTo>
                    <a:pt x="232732" y="124016"/>
                    <a:pt x="230336" y="116957"/>
                    <a:pt x="229832" y="106998"/>
                  </a:cubicBezTo>
                  <a:cubicBezTo>
                    <a:pt x="229202" y="97039"/>
                    <a:pt x="226302" y="97543"/>
                    <a:pt x="226302" y="92878"/>
                  </a:cubicBezTo>
                  <a:cubicBezTo>
                    <a:pt x="226302" y="88214"/>
                    <a:pt x="224538" y="82289"/>
                    <a:pt x="220377" y="79894"/>
                  </a:cubicBezTo>
                  <a:cubicBezTo>
                    <a:pt x="216217" y="77498"/>
                    <a:pt x="214452" y="75734"/>
                    <a:pt x="218613" y="69304"/>
                  </a:cubicBezTo>
                  <a:cubicBezTo>
                    <a:pt x="222772" y="62875"/>
                    <a:pt x="221008" y="46360"/>
                    <a:pt x="219243" y="41696"/>
                  </a:cubicBezTo>
                  <a:cubicBezTo>
                    <a:pt x="218864" y="40814"/>
                    <a:pt x="218991" y="39679"/>
                    <a:pt x="219117" y="38418"/>
                  </a:cubicBezTo>
                  <a:cubicBezTo>
                    <a:pt x="218108" y="37914"/>
                    <a:pt x="217226" y="36906"/>
                    <a:pt x="216847" y="35141"/>
                  </a:cubicBezTo>
                  <a:cubicBezTo>
                    <a:pt x="215713" y="28837"/>
                    <a:pt x="211427" y="26568"/>
                    <a:pt x="201215" y="26568"/>
                  </a:cubicBezTo>
                  <a:cubicBezTo>
                    <a:pt x="191004" y="26568"/>
                    <a:pt x="207519" y="16357"/>
                    <a:pt x="203611" y="11314"/>
                  </a:cubicBezTo>
                  <a:cubicBezTo>
                    <a:pt x="199703" y="6272"/>
                    <a:pt x="189492" y="20769"/>
                    <a:pt x="180037" y="17618"/>
                  </a:cubicBezTo>
                  <a:cubicBezTo>
                    <a:pt x="170582" y="14466"/>
                    <a:pt x="158480" y="28585"/>
                    <a:pt x="150159" y="34889"/>
                  </a:cubicBezTo>
                  <a:cubicBezTo>
                    <a:pt x="141965" y="41192"/>
                    <a:pt x="130115" y="33754"/>
                    <a:pt x="136418" y="24677"/>
                  </a:cubicBezTo>
                  <a:cubicBezTo>
                    <a:pt x="142721" y="15727"/>
                    <a:pt x="136418" y="16483"/>
                    <a:pt x="126963" y="20013"/>
                  </a:cubicBezTo>
                  <a:cubicBezTo>
                    <a:pt x="117508" y="23543"/>
                    <a:pt x="106162" y="19256"/>
                    <a:pt x="107297" y="10558"/>
                  </a:cubicBezTo>
                  <a:cubicBezTo>
                    <a:pt x="107549" y="8415"/>
                    <a:pt x="106919" y="6398"/>
                    <a:pt x="105784" y="4507"/>
                  </a:cubicBezTo>
                  <a:cubicBezTo>
                    <a:pt x="101246" y="5137"/>
                    <a:pt x="97716" y="5263"/>
                    <a:pt x="95951" y="4759"/>
                  </a:cubicBezTo>
                  <a:cubicBezTo>
                    <a:pt x="91791" y="3372"/>
                    <a:pt x="82210" y="2616"/>
                    <a:pt x="71747" y="2364"/>
                  </a:cubicBezTo>
                  <a:cubicBezTo>
                    <a:pt x="74898" y="6902"/>
                    <a:pt x="78302" y="11440"/>
                    <a:pt x="76285" y="14970"/>
                  </a:cubicBezTo>
                  <a:cubicBezTo>
                    <a:pt x="72755" y="21652"/>
                    <a:pt x="78302" y="27955"/>
                    <a:pt x="83345" y="37662"/>
                  </a:cubicBezTo>
                  <a:cubicBezTo>
                    <a:pt x="88387" y="47495"/>
                    <a:pt x="72377" y="41948"/>
                    <a:pt x="71999" y="48251"/>
                  </a:cubicBezTo>
                  <a:cubicBezTo>
                    <a:pt x="71621" y="54555"/>
                    <a:pt x="57123" y="47873"/>
                    <a:pt x="52333" y="45478"/>
                  </a:cubicBezTo>
                  <a:cubicBezTo>
                    <a:pt x="47668" y="43083"/>
                    <a:pt x="31910" y="44722"/>
                    <a:pt x="32288" y="48630"/>
                  </a:cubicBezTo>
                  <a:cubicBezTo>
                    <a:pt x="32415" y="50142"/>
                    <a:pt x="32162" y="52285"/>
                    <a:pt x="31532" y="54176"/>
                  </a:cubicBezTo>
                  <a:cubicBezTo>
                    <a:pt x="33549" y="61488"/>
                    <a:pt x="34557" y="68548"/>
                    <a:pt x="32288" y="71952"/>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8" name="Google Shape;738;p22"/>
            <p:cNvSpPr/>
            <p:nvPr/>
          </p:nvSpPr>
          <p:spPr>
            <a:xfrm>
              <a:off x="6348162" y="2292897"/>
              <a:ext cx="277343" cy="441228"/>
            </a:xfrm>
            <a:custGeom>
              <a:rect b="b" l="l" r="r" t="t"/>
              <a:pathLst>
                <a:path extrusionOk="0" h="441227" w="277343">
                  <a:moveTo>
                    <a:pt x="239366" y="371985"/>
                  </a:moveTo>
                  <a:cubicBezTo>
                    <a:pt x="245669" y="357866"/>
                    <a:pt x="273908" y="346898"/>
                    <a:pt x="278572" y="334292"/>
                  </a:cubicBezTo>
                  <a:cubicBezTo>
                    <a:pt x="280968" y="327988"/>
                    <a:pt x="281724" y="324837"/>
                    <a:pt x="271513" y="313113"/>
                  </a:cubicBezTo>
                  <a:cubicBezTo>
                    <a:pt x="261301" y="301389"/>
                    <a:pt x="238609" y="293447"/>
                    <a:pt x="237727" y="287270"/>
                  </a:cubicBezTo>
                  <a:cubicBezTo>
                    <a:pt x="236971" y="280966"/>
                    <a:pt x="254998" y="280210"/>
                    <a:pt x="254242" y="272394"/>
                  </a:cubicBezTo>
                  <a:cubicBezTo>
                    <a:pt x="253485" y="264578"/>
                    <a:pt x="244030" y="264578"/>
                    <a:pt x="240122" y="258275"/>
                  </a:cubicBezTo>
                  <a:cubicBezTo>
                    <a:pt x="236214" y="251971"/>
                    <a:pt x="244913" y="248063"/>
                    <a:pt x="244030" y="244912"/>
                  </a:cubicBezTo>
                  <a:cubicBezTo>
                    <a:pt x="243274" y="241760"/>
                    <a:pt x="231424" y="240247"/>
                    <a:pt x="230667" y="236213"/>
                  </a:cubicBezTo>
                  <a:cubicBezTo>
                    <a:pt x="229911" y="232305"/>
                    <a:pt x="238484" y="233062"/>
                    <a:pt x="236971" y="228397"/>
                  </a:cubicBezTo>
                  <a:cubicBezTo>
                    <a:pt x="235458" y="223733"/>
                    <a:pt x="227516" y="215034"/>
                    <a:pt x="233063" y="207975"/>
                  </a:cubicBezTo>
                  <a:cubicBezTo>
                    <a:pt x="238609" y="200915"/>
                    <a:pt x="250333" y="207975"/>
                    <a:pt x="241635" y="192343"/>
                  </a:cubicBezTo>
                  <a:cubicBezTo>
                    <a:pt x="233063" y="176584"/>
                    <a:pt x="219700" y="157044"/>
                    <a:pt x="216548" y="152254"/>
                  </a:cubicBezTo>
                  <a:cubicBezTo>
                    <a:pt x="213396" y="147589"/>
                    <a:pt x="219700" y="139647"/>
                    <a:pt x="224364" y="136622"/>
                  </a:cubicBezTo>
                  <a:cubicBezTo>
                    <a:pt x="229029" y="133470"/>
                    <a:pt x="240879" y="121746"/>
                    <a:pt x="240879" y="116956"/>
                  </a:cubicBezTo>
                  <a:cubicBezTo>
                    <a:pt x="240879" y="112291"/>
                    <a:pt x="226003" y="99685"/>
                    <a:pt x="222095" y="97290"/>
                  </a:cubicBezTo>
                  <a:cubicBezTo>
                    <a:pt x="218187" y="94894"/>
                    <a:pt x="209488" y="95777"/>
                    <a:pt x="205580" y="87835"/>
                  </a:cubicBezTo>
                  <a:cubicBezTo>
                    <a:pt x="201673" y="80019"/>
                    <a:pt x="197765" y="77623"/>
                    <a:pt x="201673" y="72959"/>
                  </a:cubicBezTo>
                  <a:cubicBezTo>
                    <a:pt x="205580" y="68295"/>
                    <a:pt x="205580" y="63504"/>
                    <a:pt x="205580" y="58840"/>
                  </a:cubicBezTo>
                  <a:cubicBezTo>
                    <a:pt x="205580" y="54175"/>
                    <a:pt x="214153" y="58083"/>
                    <a:pt x="215792" y="51024"/>
                  </a:cubicBezTo>
                  <a:cubicBezTo>
                    <a:pt x="216548" y="47872"/>
                    <a:pt x="218817" y="44342"/>
                    <a:pt x="221717" y="41317"/>
                  </a:cubicBezTo>
                  <a:cubicBezTo>
                    <a:pt x="221717" y="36022"/>
                    <a:pt x="222347" y="30223"/>
                    <a:pt x="221717" y="26567"/>
                  </a:cubicBezTo>
                  <a:cubicBezTo>
                    <a:pt x="220456" y="19003"/>
                    <a:pt x="199025" y="16482"/>
                    <a:pt x="193983" y="7657"/>
                  </a:cubicBezTo>
                  <a:cubicBezTo>
                    <a:pt x="188940" y="-1167"/>
                    <a:pt x="176333" y="2615"/>
                    <a:pt x="172552" y="7657"/>
                  </a:cubicBezTo>
                  <a:cubicBezTo>
                    <a:pt x="168770" y="12700"/>
                    <a:pt x="146078" y="6397"/>
                    <a:pt x="146078" y="13961"/>
                  </a:cubicBezTo>
                  <a:cubicBezTo>
                    <a:pt x="146078" y="21524"/>
                    <a:pt x="129689" y="22785"/>
                    <a:pt x="129689" y="31610"/>
                  </a:cubicBezTo>
                  <a:cubicBezTo>
                    <a:pt x="129689" y="40434"/>
                    <a:pt x="137253" y="55562"/>
                    <a:pt x="124647" y="54301"/>
                  </a:cubicBezTo>
                  <a:cubicBezTo>
                    <a:pt x="112040" y="53041"/>
                    <a:pt x="120865" y="59344"/>
                    <a:pt x="113301" y="69429"/>
                  </a:cubicBezTo>
                  <a:cubicBezTo>
                    <a:pt x="105737" y="79514"/>
                    <a:pt x="105737" y="63126"/>
                    <a:pt x="98173" y="65647"/>
                  </a:cubicBezTo>
                  <a:cubicBezTo>
                    <a:pt x="90609" y="68168"/>
                    <a:pt x="81785" y="58083"/>
                    <a:pt x="78003" y="64387"/>
                  </a:cubicBezTo>
                  <a:cubicBezTo>
                    <a:pt x="74221" y="70690"/>
                    <a:pt x="61614" y="65647"/>
                    <a:pt x="49008" y="63126"/>
                  </a:cubicBezTo>
                  <a:cubicBezTo>
                    <a:pt x="36401" y="60605"/>
                    <a:pt x="30098" y="42955"/>
                    <a:pt x="20013" y="41695"/>
                  </a:cubicBezTo>
                  <a:cubicBezTo>
                    <a:pt x="13331" y="40812"/>
                    <a:pt x="6146" y="46233"/>
                    <a:pt x="2364" y="54679"/>
                  </a:cubicBezTo>
                  <a:cubicBezTo>
                    <a:pt x="12071" y="60983"/>
                    <a:pt x="18500" y="69933"/>
                    <a:pt x="31359" y="75732"/>
                  </a:cubicBezTo>
                  <a:cubicBezTo>
                    <a:pt x="45226" y="82036"/>
                    <a:pt x="70439" y="89600"/>
                    <a:pt x="69178" y="98424"/>
                  </a:cubicBezTo>
                  <a:cubicBezTo>
                    <a:pt x="67918" y="107249"/>
                    <a:pt x="64136" y="119855"/>
                    <a:pt x="70439" y="123637"/>
                  </a:cubicBezTo>
                  <a:cubicBezTo>
                    <a:pt x="76742" y="127419"/>
                    <a:pt x="69178" y="143807"/>
                    <a:pt x="76742" y="147589"/>
                  </a:cubicBezTo>
                  <a:cubicBezTo>
                    <a:pt x="84306" y="151371"/>
                    <a:pt x="81785" y="170281"/>
                    <a:pt x="75481" y="170281"/>
                  </a:cubicBezTo>
                  <a:cubicBezTo>
                    <a:pt x="69178" y="170281"/>
                    <a:pt x="76742" y="180366"/>
                    <a:pt x="80524" y="184148"/>
                  </a:cubicBezTo>
                  <a:cubicBezTo>
                    <a:pt x="82289" y="185913"/>
                    <a:pt x="83676" y="190956"/>
                    <a:pt x="84306" y="197259"/>
                  </a:cubicBezTo>
                  <a:cubicBezTo>
                    <a:pt x="91996" y="199150"/>
                    <a:pt x="98930" y="203058"/>
                    <a:pt x="105611" y="206084"/>
                  </a:cubicBezTo>
                  <a:cubicBezTo>
                    <a:pt x="116200" y="210748"/>
                    <a:pt x="114562" y="218186"/>
                    <a:pt x="115066" y="226506"/>
                  </a:cubicBezTo>
                  <a:cubicBezTo>
                    <a:pt x="115444" y="234700"/>
                    <a:pt x="115822" y="239491"/>
                    <a:pt x="110402" y="235961"/>
                  </a:cubicBezTo>
                  <a:cubicBezTo>
                    <a:pt x="104855" y="232431"/>
                    <a:pt x="99055" y="235961"/>
                    <a:pt x="95904" y="247685"/>
                  </a:cubicBezTo>
                  <a:cubicBezTo>
                    <a:pt x="92752" y="259409"/>
                    <a:pt x="77877" y="273528"/>
                    <a:pt x="68800" y="274411"/>
                  </a:cubicBezTo>
                  <a:cubicBezTo>
                    <a:pt x="59723" y="275167"/>
                    <a:pt x="60606" y="284622"/>
                    <a:pt x="53042" y="286513"/>
                  </a:cubicBezTo>
                  <a:cubicBezTo>
                    <a:pt x="45604" y="288530"/>
                    <a:pt x="38544" y="292816"/>
                    <a:pt x="38923" y="301011"/>
                  </a:cubicBezTo>
                  <a:cubicBezTo>
                    <a:pt x="39301" y="309205"/>
                    <a:pt x="27955" y="310087"/>
                    <a:pt x="20517" y="310087"/>
                  </a:cubicBezTo>
                  <a:cubicBezTo>
                    <a:pt x="13079" y="310087"/>
                    <a:pt x="14592" y="323450"/>
                    <a:pt x="8793" y="326980"/>
                  </a:cubicBezTo>
                  <a:cubicBezTo>
                    <a:pt x="2868" y="330510"/>
                    <a:pt x="4128" y="335174"/>
                    <a:pt x="9550" y="342234"/>
                  </a:cubicBezTo>
                  <a:cubicBezTo>
                    <a:pt x="15096" y="349294"/>
                    <a:pt x="10306" y="355597"/>
                    <a:pt x="12323" y="360639"/>
                  </a:cubicBezTo>
                  <a:cubicBezTo>
                    <a:pt x="14340" y="365682"/>
                    <a:pt x="22912" y="377532"/>
                    <a:pt x="16987" y="390391"/>
                  </a:cubicBezTo>
                  <a:cubicBezTo>
                    <a:pt x="11062" y="403375"/>
                    <a:pt x="4885" y="419386"/>
                    <a:pt x="9928" y="417873"/>
                  </a:cubicBezTo>
                  <a:cubicBezTo>
                    <a:pt x="14970" y="416360"/>
                    <a:pt x="26820" y="428462"/>
                    <a:pt x="34636" y="427706"/>
                  </a:cubicBezTo>
                  <a:cubicBezTo>
                    <a:pt x="42452" y="426950"/>
                    <a:pt x="43335" y="438674"/>
                    <a:pt x="50773" y="436278"/>
                  </a:cubicBezTo>
                  <a:cubicBezTo>
                    <a:pt x="58210" y="433883"/>
                    <a:pt x="58210" y="443338"/>
                    <a:pt x="79767" y="442582"/>
                  </a:cubicBezTo>
                  <a:cubicBezTo>
                    <a:pt x="101325" y="441825"/>
                    <a:pt x="144817" y="423798"/>
                    <a:pt x="162214" y="423798"/>
                  </a:cubicBezTo>
                  <a:cubicBezTo>
                    <a:pt x="172047" y="423798"/>
                    <a:pt x="179863" y="422663"/>
                    <a:pt x="186041" y="421151"/>
                  </a:cubicBezTo>
                  <a:cubicBezTo>
                    <a:pt x="189696" y="415604"/>
                    <a:pt x="194235" y="409553"/>
                    <a:pt x="198773" y="405014"/>
                  </a:cubicBezTo>
                  <a:cubicBezTo>
                    <a:pt x="209615" y="393921"/>
                    <a:pt x="233063" y="386104"/>
                    <a:pt x="239366" y="37198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9" name="Google Shape;739;p22"/>
            <p:cNvSpPr/>
            <p:nvPr/>
          </p:nvSpPr>
          <p:spPr>
            <a:xfrm>
              <a:off x="6705052" y="3681432"/>
              <a:ext cx="554686" cy="441228"/>
            </a:xfrm>
            <a:custGeom>
              <a:rect b="b" l="l" r="r" t="t"/>
              <a:pathLst>
                <a:path extrusionOk="0" h="441227" w="554686">
                  <a:moveTo>
                    <a:pt x="336436" y="95974"/>
                  </a:moveTo>
                  <a:cubicBezTo>
                    <a:pt x="336436" y="95974"/>
                    <a:pt x="295591" y="90805"/>
                    <a:pt x="289288" y="90805"/>
                  </a:cubicBezTo>
                  <a:cubicBezTo>
                    <a:pt x="282985" y="90805"/>
                    <a:pt x="267352" y="88662"/>
                    <a:pt x="257897" y="80342"/>
                  </a:cubicBezTo>
                  <a:cubicBezTo>
                    <a:pt x="248443" y="71896"/>
                    <a:pt x="202303" y="37354"/>
                    <a:pt x="193983" y="33194"/>
                  </a:cubicBezTo>
                  <a:cubicBezTo>
                    <a:pt x="185536" y="29034"/>
                    <a:pt x="150995" y="3821"/>
                    <a:pt x="141540" y="2812"/>
                  </a:cubicBezTo>
                  <a:cubicBezTo>
                    <a:pt x="132085" y="1803"/>
                    <a:pt x="131076" y="2812"/>
                    <a:pt x="119478" y="2812"/>
                  </a:cubicBezTo>
                  <a:cubicBezTo>
                    <a:pt x="108006" y="2812"/>
                    <a:pt x="113175" y="10124"/>
                    <a:pt x="92248" y="11132"/>
                  </a:cubicBezTo>
                  <a:cubicBezTo>
                    <a:pt x="71321" y="12141"/>
                    <a:pt x="59723" y="25882"/>
                    <a:pt x="66026" y="27899"/>
                  </a:cubicBezTo>
                  <a:cubicBezTo>
                    <a:pt x="72330" y="30042"/>
                    <a:pt x="92248" y="47817"/>
                    <a:pt x="85945" y="50969"/>
                  </a:cubicBezTo>
                  <a:cubicBezTo>
                    <a:pt x="79642" y="54121"/>
                    <a:pt x="78633" y="63575"/>
                    <a:pt x="70187" y="63575"/>
                  </a:cubicBezTo>
                  <a:cubicBezTo>
                    <a:pt x="61740" y="63575"/>
                    <a:pt x="53420" y="64584"/>
                    <a:pt x="53420" y="70887"/>
                  </a:cubicBezTo>
                  <a:cubicBezTo>
                    <a:pt x="53420" y="77190"/>
                    <a:pt x="41948" y="87654"/>
                    <a:pt x="32493" y="86645"/>
                  </a:cubicBezTo>
                  <a:cubicBezTo>
                    <a:pt x="27072" y="86015"/>
                    <a:pt x="15348" y="79964"/>
                    <a:pt x="6146" y="74921"/>
                  </a:cubicBezTo>
                  <a:lnTo>
                    <a:pt x="3372" y="82485"/>
                  </a:lnTo>
                  <a:lnTo>
                    <a:pt x="2364" y="89671"/>
                  </a:lnTo>
                  <a:cubicBezTo>
                    <a:pt x="4255" y="95218"/>
                    <a:pt x="1481" y="118162"/>
                    <a:pt x="6776" y="119926"/>
                  </a:cubicBezTo>
                  <a:cubicBezTo>
                    <a:pt x="12701" y="121943"/>
                    <a:pt x="15727" y="132533"/>
                    <a:pt x="28333" y="146274"/>
                  </a:cubicBezTo>
                  <a:cubicBezTo>
                    <a:pt x="40940" y="160015"/>
                    <a:pt x="66405" y="196826"/>
                    <a:pt x="66783" y="205903"/>
                  </a:cubicBezTo>
                  <a:cubicBezTo>
                    <a:pt x="67161" y="214979"/>
                    <a:pt x="71447" y="224686"/>
                    <a:pt x="87206" y="235276"/>
                  </a:cubicBezTo>
                  <a:cubicBezTo>
                    <a:pt x="102964" y="245865"/>
                    <a:pt x="102964" y="258850"/>
                    <a:pt x="111158" y="265153"/>
                  </a:cubicBezTo>
                  <a:cubicBezTo>
                    <a:pt x="119352" y="271457"/>
                    <a:pt x="117461" y="278895"/>
                    <a:pt x="117839" y="294526"/>
                  </a:cubicBezTo>
                  <a:cubicBezTo>
                    <a:pt x="118218" y="310285"/>
                    <a:pt x="125277" y="330581"/>
                    <a:pt x="139396" y="339280"/>
                  </a:cubicBezTo>
                  <a:cubicBezTo>
                    <a:pt x="153516" y="347852"/>
                    <a:pt x="163349" y="357307"/>
                    <a:pt x="170030" y="374200"/>
                  </a:cubicBezTo>
                  <a:cubicBezTo>
                    <a:pt x="176711" y="391092"/>
                    <a:pt x="185284" y="405590"/>
                    <a:pt x="194361" y="414666"/>
                  </a:cubicBezTo>
                  <a:cubicBezTo>
                    <a:pt x="203311" y="423617"/>
                    <a:pt x="198269" y="428408"/>
                    <a:pt x="203311" y="435089"/>
                  </a:cubicBezTo>
                  <a:cubicBezTo>
                    <a:pt x="205959" y="438493"/>
                    <a:pt x="209615" y="444418"/>
                    <a:pt x="212010" y="450469"/>
                  </a:cubicBezTo>
                  <a:cubicBezTo>
                    <a:pt x="218943" y="447191"/>
                    <a:pt x="223860" y="444544"/>
                    <a:pt x="224238" y="443788"/>
                  </a:cubicBezTo>
                  <a:cubicBezTo>
                    <a:pt x="225751" y="440762"/>
                    <a:pt x="221212" y="432442"/>
                    <a:pt x="223482" y="429290"/>
                  </a:cubicBezTo>
                  <a:cubicBezTo>
                    <a:pt x="225751" y="426265"/>
                    <a:pt x="230289" y="420970"/>
                    <a:pt x="234828" y="419457"/>
                  </a:cubicBezTo>
                  <a:cubicBezTo>
                    <a:pt x="239366" y="417944"/>
                    <a:pt x="244661" y="423995"/>
                    <a:pt x="254494" y="422483"/>
                  </a:cubicBezTo>
                  <a:cubicBezTo>
                    <a:pt x="264327" y="420970"/>
                    <a:pt x="284876" y="423239"/>
                    <a:pt x="287145" y="425508"/>
                  </a:cubicBezTo>
                  <a:cubicBezTo>
                    <a:pt x="289414" y="427777"/>
                    <a:pt x="317526" y="426265"/>
                    <a:pt x="324334" y="431559"/>
                  </a:cubicBezTo>
                  <a:cubicBezTo>
                    <a:pt x="331141" y="436854"/>
                    <a:pt x="337949" y="435341"/>
                    <a:pt x="342487" y="424752"/>
                  </a:cubicBezTo>
                  <a:cubicBezTo>
                    <a:pt x="347025" y="414162"/>
                    <a:pt x="378794" y="391344"/>
                    <a:pt x="383458" y="389075"/>
                  </a:cubicBezTo>
                  <a:cubicBezTo>
                    <a:pt x="387997" y="386806"/>
                    <a:pt x="422160" y="389075"/>
                    <a:pt x="435775" y="386050"/>
                  </a:cubicBezTo>
                  <a:cubicBezTo>
                    <a:pt x="449390" y="383024"/>
                    <a:pt x="538897" y="354155"/>
                    <a:pt x="542678" y="351130"/>
                  </a:cubicBezTo>
                  <a:cubicBezTo>
                    <a:pt x="546460" y="348104"/>
                    <a:pt x="560832" y="301082"/>
                    <a:pt x="560832" y="295787"/>
                  </a:cubicBezTo>
                  <a:cubicBezTo>
                    <a:pt x="560832" y="290492"/>
                    <a:pt x="554024" y="276121"/>
                    <a:pt x="547217" y="276877"/>
                  </a:cubicBezTo>
                  <a:cubicBezTo>
                    <a:pt x="540409" y="277634"/>
                    <a:pt x="484310" y="271583"/>
                    <a:pt x="480528" y="269313"/>
                  </a:cubicBezTo>
                  <a:cubicBezTo>
                    <a:pt x="477503" y="267423"/>
                    <a:pt x="462627" y="256203"/>
                    <a:pt x="460484" y="240823"/>
                  </a:cubicBezTo>
                  <a:cubicBezTo>
                    <a:pt x="456072" y="237419"/>
                    <a:pt x="451029" y="230107"/>
                    <a:pt x="449516" y="223804"/>
                  </a:cubicBezTo>
                  <a:cubicBezTo>
                    <a:pt x="443087" y="224686"/>
                    <a:pt x="433002" y="223174"/>
                    <a:pt x="427329" y="208550"/>
                  </a:cubicBezTo>
                  <a:cubicBezTo>
                    <a:pt x="422160" y="205020"/>
                    <a:pt x="408293" y="185354"/>
                    <a:pt x="413083" y="179933"/>
                  </a:cubicBezTo>
                  <a:cubicBezTo>
                    <a:pt x="419009" y="173252"/>
                    <a:pt x="409932" y="159133"/>
                    <a:pt x="401359" y="151317"/>
                  </a:cubicBezTo>
                  <a:cubicBezTo>
                    <a:pt x="392787" y="143501"/>
                    <a:pt x="375138" y="129003"/>
                    <a:pt x="374256" y="119926"/>
                  </a:cubicBezTo>
                  <a:cubicBezTo>
                    <a:pt x="374004" y="117405"/>
                    <a:pt x="372743" y="113371"/>
                    <a:pt x="370978" y="108707"/>
                  </a:cubicBezTo>
                  <a:lnTo>
                    <a:pt x="349925" y="107572"/>
                  </a:lnTo>
                  <a:lnTo>
                    <a:pt x="336436" y="95974"/>
                  </a:ln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0" name="Google Shape;740;p22"/>
            <p:cNvSpPr/>
            <p:nvPr/>
          </p:nvSpPr>
          <p:spPr>
            <a:xfrm>
              <a:off x="7164181" y="3886610"/>
              <a:ext cx="214311" cy="239524"/>
            </a:xfrm>
            <a:custGeom>
              <a:rect b="b" l="l" r="r" t="t"/>
              <a:pathLst>
                <a:path extrusionOk="0" h="239523" w="214310">
                  <a:moveTo>
                    <a:pt x="108510" y="7911"/>
                  </a:moveTo>
                  <a:lnTo>
                    <a:pt x="108510" y="27955"/>
                  </a:lnTo>
                  <a:lnTo>
                    <a:pt x="91744" y="49134"/>
                  </a:lnTo>
                  <a:lnTo>
                    <a:pt x="82793" y="71447"/>
                  </a:lnTo>
                  <a:cubicBezTo>
                    <a:pt x="85314" y="71573"/>
                    <a:pt x="87331" y="71573"/>
                    <a:pt x="88214" y="71447"/>
                  </a:cubicBezTo>
                  <a:cubicBezTo>
                    <a:pt x="95021" y="70691"/>
                    <a:pt x="101829" y="85062"/>
                    <a:pt x="101829" y="90357"/>
                  </a:cubicBezTo>
                  <a:cubicBezTo>
                    <a:pt x="101829" y="95652"/>
                    <a:pt x="87458" y="142674"/>
                    <a:pt x="83675" y="145700"/>
                  </a:cubicBezTo>
                  <a:cubicBezTo>
                    <a:pt x="80902" y="147843"/>
                    <a:pt x="33628" y="163475"/>
                    <a:pt x="2364" y="173182"/>
                  </a:cubicBezTo>
                  <a:cubicBezTo>
                    <a:pt x="9171" y="187175"/>
                    <a:pt x="22660" y="215162"/>
                    <a:pt x="34888" y="240248"/>
                  </a:cubicBezTo>
                  <a:cubicBezTo>
                    <a:pt x="37032" y="239366"/>
                    <a:pt x="39174" y="238357"/>
                    <a:pt x="41570" y="236971"/>
                  </a:cubicBezTo>
                  <a:cubicBezTo>
                    <a:pt x="56445" y="228398"/>
                    <a:pt x="73338" y="232685"/>
                    <a:pt x="84684" y="229533"/>
                  </a:cubicBezTo>
                  <a:cubicBezTo>
                    <a:pt x="96030" y="226381"/>
                    <a:pt x="85062" y="216926"/>
                    <a:pt x="94895" y="208732"/>
                  </a:cubicBezTo>
                  <a:cubicBezTo>
                    <a:pt x="104728" y="200538"/>
                    <a:pt x="118848" y="206715"/>
                    <a:pt x="123890" y="204068"/>
                  </a:cubicBezTo>
                  <a:cubicBezTo>
                    <a:pt x="129059" y="201294"/>
                    <a:pt x="132589" y="183267"/>
                    <a:pt x="141161" y="179737"/>
                  </a:cubicBezTo>
                  <a:cubicBezTo>
                    <a:pt x="149733" y="176207"/>
                    <a:pt x="159188" y="178603"/>
                    <a:pt x="158054" y="171039"/>
                  </a:cubicBezTo>
                  <a:cubicBezTo>
                    <a:pt x="156919" y="163601"/>
                    <a:pt x="158810" y="136875"/>
                    <a:pt x="167130" y="135362"/>
                  </a:cubicBezTo>
                  <a:cubicBezTo>
                    <a:pt x="175325" y="133849"/>
                    <a:pt x="188310" y="125151"/>
                    <a:pt x="188688" y="120487"/>
                  </a:cubicBezTo>
                  <a:cubicBezTo>
                    <a:pt x="189066" y="115822"/>
                    <a:pt x="205580" y="98173"/>
                    <a:pt x="210623" y="89475"/>
                  </a:cubicBezTo>
                  <a:cubicBezTo>
                    <a:pt x="215666" y="80776"/>
                    <a:pt x="216170" y="76112"/>
                    <a:pt x="208732" y="74977"/>
                  </a:cubicBezTo>
                  <a:cubicBezTo>
                    <a:pt x="201294" y="73843"/>
                    <a:pt x="189444" y="53042"/>
                    <a:pt x="186418" y="47117"/>
                  </a:cubicBezTo>
                  <a:cubicBezTo>
                    <a:pt x="183267" y="41192"/>
                    <a:pt x="160575" y="45100"/>
                    <a:pt x="142044" y="30602"/>
                  </a:cubicBezTo>
                  <a:cubicBezTo>
                    <a:pt x="134606" y="24677"/>
                    <a:pt x="130445" y="13583"/>
                    <a:pt x="127798" y="2364"/>
                  </a:cubicBezTo>
                  <a:lnTo>
                    <a:pt x="118596" y="7658"/>
                  </a:lnTo>
                  <a:lnTo>
                    <a:pt x="108510" y="7658"/>
                  </a:ln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1" name="Google Shape;741;p22"/>
            <p:cNvSpPr/>
            <p:nvPr/>
          </p:nvSpPr>
          <p:spPr>
            <a:xfrm>
              <a:off x="7130143" y="3860974"/>
              <a:ext cx="25213" cy="37820"/>
            </a:xfrm>
            <a:custGeom>
              <a:rect b="b" l="l" r="r" t="t"/>
              <a:pathLst>
                <a:path extrusionOk="0" h="37819" w="25213">
                  <a:moveTo>
                    <a:pt x="24551" y="44262"/>
                  </a:moveTo>
                  <a:cubicBezTo>
                    <a:pt x="23921" y="41489"/>
                    <a:pt x="23921" y="38841"/>
                    <a:pt x="25055" y="36824"/>
                  </a:cubicBezTo>
                  <a:cubicBezTo>
                    <a:pt x="30098" y="28252"/>
                    <a:pt x="33250" y="5813"/>
                    <a:pt x="21904" y="2661"/>
                  </a:cubicBezTo>
                  <a:cubicBezTo>
                    <a:pt x="10558" y="-491"/>
                    <a:pt x="4255" y="22327"/>
                    <a:pt x="4255" y="28504"/>
                  </a:cubicBezTo>
                  <a:cubicBezTo>
                    <a:pt x="4255" y="29639"/>
                    <a:pt x="3498" y="29639"/>
                    <a:pt x="2364" y="28882"/>
                  </a:cubicBezTo>
                  <a:cubicBezTo>
                    <a:pt x="7911" y="43632"/>
                    <a:pt x="18122" y="45145"/>
                    <a:pt x="24551" y="44262"/>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2" name="Google Shape;742;p22"/>
            <p:cNvSpPr/>
            <p:nvPr/>
          </p:nvSpPr>
          <p:spPr>
            <a:xfrm>
              <a:off x="7163298" y="3854080"/>
              <a:ext cx="126065" cy="100852"/>
            </a:xfrm>
            <a:custGeom>
              <a:rect b="b" l="l" r="r" t="t"/>
              <a:pathLst>
                <a:path extrusionOk="0" h="100852" w="126065">
                  <a:moveTo>
                    <a:pt x="22408" y="96665"/>
                  </a:moveTo>
                  <a:cubicBezTo>
                    <a:pt x="25686" y="98682"/>
                    <a:pt x="67792" y="103347"/>
                    <a:pt x="83675" y="104229"/>
                  </a:cubicBezTo>
                  <a:lnTo>
                    <a:pt x="92626" y="81916"/>
                  </a:lnTo>
                  <a:lnTo>
                    <a:pt x="109393" y="60737"/>
                  </a:lnTo>
                  <a:lnTo>
                    <a:pt x="109393" y="40692"/>
                  </a:lnTo>
                  <a:lnTo>
                    <a:pt x="119478" y="40692"/>
                  </a:lnTo>
                  <a:lnTo>
                    <a:pt x="128681" y="35398"/>
                  </a:lnTo>
                  <a:cubicBezTo>
                    <a:pt x="124773" y="19009"/>
                    <a:pt x="124143" y="2621"/>
                    <a:pt x="121369" y="2369"/>
                  </a:cubicBezTo>
                  <a:cubicBezTo>
                    <a:pt x="116705" y="1991"/>
                    <a:pt x="97417" y="22791"/>
                    <a:pt x="89601" y="38045"/>
                  </a:cubicBezTo>
                  <a:cubicBezTo>
                    <a:pt x="81785" y="53299"/>
                    <a:pt x="58967" y="65149"/>
                    <a:pt x="39427" y="61619"/>
                  </a:cubicBezTo>
                  <a:cubicBezTo>
                    <a:pt x="19761" y="58090"/>
                    <a:pt x="13205" y="66284"/>
                    <a:pt x="8036" y="69814"/>
                  </a:cubicBezTo>
                  <a:cubicBezTo>
                    <a:pt x="6776" y="70696"/>
                    <a:pt x="4633" y="69940"/>
                    <a:pt x="2364" y="68301"/>
                  </a:cubicBezTo>
                  <a:cubicBezTo>
                    <a:pt x="4381" y="83555"/>
                    <a:pt x="19256" y="94774"/>
                    <a:pt x="22408" y="9666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3" name="Google Shape;743;p22"/>
            <p:cNvSpPr/>
            <p:nvPr/>
          </p:nvSpPr>
          <p:spPr>
            <a:xfrm>
              <a:off x="8417267" y="4396417"/>
              <a:ext cx="516867" cy="151278"/>
            </a:xfrm>
            <a:custGeom>
              <a:rect b="b" l="l" r="r" t="t"/>
              <a:pathLst>
                <a:path extrusionOk="0" h="151278" w="516866">
                  <a:moveTo>
                    <a:pt x="95274" y="59219"/>
                  </a:moveTo>
                  <a:cubicBezTo>
                    <a:pt x="95651" y="41570"/>
                    <a:pt x="78759" y="43587"/>
                    <a:pt x="74851" y="31359"/>
                  </a:cubicBezTo>
                  <a:cubicBezTo>
                    <a:pt x="70943" y="19130"/>
                    <a:pt x="64261" y="26190"/>
                    <a:pt x="61866" y="18374"/>
                  </a:cubicBezTo>
                  <a:cubicBezTo>
                    <a:pt x="61488" y="17239"/>
                    <a:pt x="60732" y="15979"/>
                    <a:pt x="59849" y="14592"/>
                  </a:cubicBezTo>
                  <a:cubicBezTo>
                    <a:pt x="51025" y="17491"/>
                    <a:pt x="54176" y="24803"/>
                    <a:pt x="51655" y="25307"/>
                  </a:cubicBezTo>
                  <a:cubicBezTo>
                    <a:pt x="48377" y="25938"/>
                    <a:pt x="30728" y="27955"/>
                    <a:pt x="30728" y="22660"/>
                  </a:cubicBezTo>
                  <a:cubicBezTo>
                    <a:pt x="30728" y="17491"/>
                    <a:pt x="28081" y="8919"/>
                    <a:pt x="17743" y="7028"/>
                  </a:cubicBezTo>
                  <a:cubicBezTo>
                    <a:pt x="12449" y="6020"/>
                    <a:pt x="7154" y="5767"/>
                    <a:pt x="2364" y="6020"/>
                  </a:cubicBezTo>
                  <a:cubicBezTo>
                    <a:pt x="8667" y="20013"/>
                    <a:pt x="9423" y="34762"/>
                    <a:pt x="9676" y="46612"/>
                  </a:cubicBezTo>
                  <a:cubicBezTo>
                    <a:pt x="10054" y="62245"/>
                    <a:pt x="33250" y="87458"/>
                    <a:pt x="36779" y="97543"/>
                  </a:cubicBezTo>
                  <a:cubicBezTo>
                    <a:pt x="40309" y="107754"/>
                    <a:pt x="46990" y="110906"/>
                    <a:pt x="62245" y="121873"/>
                  </a:cubicBezTo>
                  <a:cubicBezTo>
                    <a:pt x="77499" y="132841"/>
                    <a:pt x="107376" y="150490"/>
                    <a:pt x="113175" y="147717"/>
                  </a:cubicBezTo>
                  <a:cubicBezTo>
                    <a:pt x="119100" y="144943"/>
                    <a:pt x="104224" y="119100"/>
                    <a:pt x="95526" y="110023"/>
                  </a:cubicBezTo>
                  <a:cubicBezTo>
                    <a:pt x="87079" y="101325"/>
                    <a:pt x="94895" y="76994"/>
                    <a:pt x="95274" y="59219"/>
                  </a:cubicBezTo>
                  <a:close/>
                  <a:moveTo>
                    <a:pt x="496665" y="29089"/>
                  </a:moveTo>
                  <a:cubicBezTo>
                    <a:pt x="489605" y="30728"/>
                    <a:pt x="473090" y="29846"/>
                    <a:pt x="473090" y="22786"/>
                  </a:cubicBezTo>
                  <a:cubicBezTo>
                    <a:pt x="473090" y="15727"/>
                    <a:pt x="458215" y="2364"/>
                    <a:pt x="448760" y="2364"/>
                  </a:cubicBezTo>
                  <a:cubicBezTo>
                    <a:pt x="439305" y="2364"/>
                    <a:pt x="428337" y="21147"/>
                    <a:pt x="427581" y="29089"/>
                  </a:cubicBezTo>
                  <a:cubicBezTo>
                    <a:pt x="426824" y="36905"/>
                    <a:pt x="411823" y="36149"/>
                    <a:pt x="413462" y="47117"/>
                  </a:cubicBezTo>
                  <a:cubicBezTo>
                    <a:pt x="414092" y="51403"/>
                    <a:pt x="411319" y="53294"/>
                    <a:pt x="407662" y="54428"/>
                  </a:cubicBezTo>
                  <a:cubicBezTo>
                    <a:pt x="410058" y="63883"/>
                    <a:pt x="411445" y="70691"/>
                    <a:pt x="407915" y="69935"/>
                  </a:cubicBezTo>
                  <a:cubicBezTo>
                    <a:pt x="401611" y="68296"/>
                    <a:pt x="400099" y="76238"/>
                    <a:pt x="390644" y="76238"/>
                  </a:cubicBezTo>
                  <a:cubicBezTo>
                    <a:pt x="387366" y="76238"/>
                    <a:pt x="381945" y="68170"/>
                    <a:pt x="376272" y="57454"/>
                  </a:cubicBezTo>
                  <a:cubicBezTo>
                    <a:pt x="376146" y="57454"/>
                    <a:pt x="375894" y="57328"/>
                    <a:pt x="375768" y="57328"/>
                  </a:cubicBezTo>
                  <a:cubicBezTo>
                    <a:pt x="369465" y="57328"/>
                    <a:pt x="355346" y="79263"/>
                    <a:pt x="352194" y="94139"/>
                  </a:cubicBezTo>
                  <a:cubicBezTo>
                    <a:pt x="349043" y="109015"/>
                    <a:pt x="334923" y="104350"/>
                    <a:pt x="313745" y="105863"/>
                  </a:cubicBezTo>
                  <a:cubicBezTo>
                    <a:pt x="292566" y="107502"/>
                    <a:pt x="301138" y="129437"/>
                    <a:pt x="296474" y="139649"/>
                  </a:cubicBezTo>
                  <a:cubicBezTo>
                    <a:pt x="292187" y="148977"/>
                    <a:pt x="268865" y="132085"/>
                    <a:pt x="257141" y="129689"/>
                  </a:cubicBezTo>
                  <a:cubicBezTo>
                    <a:pt x="259158" y="138136"/>
                    <a:pt x="261931" y="146708"/>
                    <a:pt x="265083" y="146708"/>
                  </a:cubicBezTo>
                  <a:cubicBezTo>
                    <a:pt x="271386" y="146708"/>
                    <a:pt x="280841" y="162340"/>
                    <a:pt x="287019" y="157676"/>
                  </a:cubicBezTo>
                  <a:cubicBezTo>
                    <a:pt x="293322" y="153011"/>
                    <a:pt x="312106" y="157676"/>
                    <a:pt x="321560" y="154524"/>
                  </a:cubicBezTo>
                  <a:cubicBezTo>
                    <a:pt x="331015" y="151372"/>
                    <a:pt x="332528" y="143557"/>
                    <a:pt x="348286" y="143557"/>
                  </a:cubicBezTo>
                  <a:cubicBezTo>
                    <a:pt x="363918" y="143557"/>
                    <a:pt x="357741" y="156163"/>
                    <a:pt x="373373" y="148347"/>
                  </a:cubicBezTo>
                  <a:cubicBezTo>
                    <a:pt x="389131" y="140531"/>
                    <a:pt x="398460" y="146708"/>
                    <a:pt x="396947" y="132589"/>
                  </a:cubicBezTo>
                  <a:cubicBezTo>
                    <a:pt x="395434" y="118470"/>
                    <a:pt x="406402" y="118470"/>
                    <a:pt x="404763" y="107502"/>
                  </a:cubicBezTo>
                  <a:cubicBezTo>
                    <a:pt x="403250" y="96534"/>
                    <a:pt x="422034" y="104350"/>
                    <a:pt x="420395" y="83928"/>
                  </a:cubicBezTo>
                  <a:cubicBezTo>
                    <a:pt x="418882" y="63505"/>
                    <a:pt x="448633" y="66657"/>
                    <a:pt x="461240" y="66657"/>
                  </a:cubicBezTo>
                  <a:cubicBezTo>
                    <a:pt x="464140" y="66657"/>
                    <a:pt x="468678" y="68422"/>
                    <a:pt x="473846" y="70943"/>
                  </a:cubicBezTo>
                  <a:cubicBezTo>
                    <a:pt x="483176" y="66405"/>
                    <a:pt x="496413" y="60354"/>
                    <a:pt x="490362" y="54933"/>
                  </a:cubicBezTo>
                  <a:cubicBezTo>
                    <a:pt x="483301" y="48630"/>
                    <a:pt x="511541" y="54176"/>
                    <a:pt x="514692" y="44722"/>
                  </a:cubicBezTo>
                  <a:cubicBezTo>
                    <a:pt x="517844" y="35393"/>
                    <a:pt x="503725" y="27577"/>
                    <a:pt x="496665" y="29089"/>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4" name="Google Shape;744;p22"/>
            <p:cNvSpPr/>
            <p:nvPr/>
          </p:nvSpPr>
          <p:spPr>
            <a:xfrm>
              <a:off x="8791302" y="4448355"/>
              <a:ext cx="37820" cy="25213"/>
            </a:xfrm>
            <a:custGeom>
              <a:rect b="b" l="l" r="r" t="t"/>
              <a:pathLst>
                <a:path extrusionOk="0" h="25213" w="37819">
                  <a:moveTo>
                    <a:pt x="16735" y="24173"/>
                  </a:moveTo>
                  <a:cubicBezTo>
                    <a:pt x="26190" y="24173"/>
                    <a:pt x="27703" y="16357"/>
                    <a:pt x="34006" y="17870"/>
                  </a:cubicBezTo>
                  <a:cubicBezTo>
                    <a:pt x="37536" y="18752"/>
                    <a:pt x="36149" y="11945"/>
                    <a:pt x="33754" y="2364"/>
                  </a:cubicBezTo>
                  <a:cubicBezTo>
                    <a:pt x="28207" y="4129"/>
                    <a:pt x="20643" y="4129"/>
                    <a:pt x="20643" y="8415"/>
                  </a:cubicBezTo>
                  <a:cubicBezTo>
                    <a:pt x="20643" y="15348"/>
                    <a:pt x="8793" y="5894"/>
                    <a:pt x="2364" y="5389"/>
                  </a:cubicBezTo>
                  <a:cubicBezTo>
                    <a:pt x="8037" y="16105"/>
                    <a:pt x="13458" y="24173"/>
                    <a:pt x="16735" y="2417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5" name="Google Shape;745;p22"/>
            <p:cNvSpPr/>
            <p:nvPr/>
          </p:nvSpPr>
          <p:spPr>
            <a:xfrm>
              <a:off x="6814980" y="3520703"/>
              <a:ext cx="252130" cy="252130"/>
            </a:xfrm>
            <a:custGeom>
              <a:rect b="b" l="l" r="r" t="t"/>
              <a:pathLst>
                <a:path extrusionOk="0" h="252130" w="252130">
                  <a:moveTo>
                    <a:pt x="221087" y="231364"/>
                  </a:moveTo>
                  <a:cubicBezTo>
                    <a:pt x="224490" y="227834"/>
                    <a:pt x="225121" y="222792"/>
                    <a:pt x="233189" y="221657"/>
                  </a:cubicBezTo>
                  <a:cubicBezTo>
                    <a:pt x="239618" y="220649"/>
                    <a:pt x="243652" y="224935"/>
                    <a:pt x="250712" y="231490"/>
                  </a:cubicBezTo>
                  <a:cubicBezTo>
                    <a:pt x="253359" y="228843"/>
                    <a:pt x="258024" y="226574"/>
                    <a:pt x="262310" y="225313"/>
                  </a:cubicBezTo>
                  <a:cubicBezTo>
                    <a:pt x="255250" y="218001"/>
                    <a:pt x="246678" y="209555"/>
                    <a:pt x="247308" y="204386"/>
                  </a:cubicBezTo>
                  <a:cubicBezTo>
                    <a:pt x="248317" y="195940"/>
                    <a:pt x="238862" y="191780"/>
                    <a:pt x="237853" y="186611"/>
                  </a:cubicBezTo>
                  <a:cubicBezTo>
                    <a:pt x="236845" y="181442"/>
                    <a:pt x="244156" y="172996"/>
                    <a:pt x="239996" y="168836"/>
                  </a:cubicBezTo>
                  <a:cubicBezTo>
                    <a:pt x="235836" y="164676"/>
                    <a:pt x="234701" y="154212"/>
                    <a:pt x="227390" y="153078"/>
                  </a:cubicBezTo>
                  <a:cubicBezTo>
                    <a:pt x="220078" y="152069"/>
                    <a:pt x="197008" y="140471"/>
                    <a:pt x="198017" y="133160"/>
                  </a:cubicBezTo>
                  <a:cubicBezTo>
                    <a:pt x="199025" y="125848"/>
                    <a:pt x="189696" y="120553"/>
                    <a:pt x="185410" y="118536"/>
                  </a:cubicBezTo>
                  <a:cubicBezTo>
                    <a:pt x="181250" y="116393"/>
                    <a:pt x="176964" y="97609"/>
                    <a:pt x="182258" y="94458"/>
                  </a:cubicBezTo>
                  <a:cubicBezTo>
                    <a:pt x="187427" y="91306"/>
                    <a:pt x="186419" y="73531"/>
                    <a:pt x="192722" y="73531"/>
                  </a:cubicBezTo>
                  <a:cubicBezTo>
                    <a:pt x="199025" y="73531"/>
                    <a:pt x="193730" y="64076"/>
                    <a:pt x="195874" y="57773"/>
                  </a:cubicBezTo>
                  <a:cubicBezTo>
                    <a:pt x="198017" y="51469"/>
                    <a:pt x="190705" y="48318"/>
                    <a:pt x="185410" y="48318"/>
                  </a:cubicBezTo>
                  <a:cubicBezTo>
                    <a:pt x="180116" y="48318"/>
                    <a:pt x="170786" y="39871"/>
                    <a:pt x="170786" y="32560"/>
                  </a:cubicBezTo>
                  <a:cubicBezTo>
                    <a:pt x="170786" y="25248"/>
                    <a:pt x="160323" y="14784"/>
                    <a:pt x="161332" y="11633"/>
                  </a:cubicBezTo>
                  <a:cubicBezTo>
                    <a:pt x="159567" y="25500"/>
                    <a:pt x="139523" y="4069"/>
                    <a:pt x="133345" y="7221"/>
                  </a:cubicBezTo>
                  <a:cubicBezTo>
                    <a:pt x="127042" y="10372"/>
                    <a:pt x="122377" y="917"/>
                    <a:pt x="109771" y="2556"/>
                  </a:cubicBezTo>
                  <a:cubicBezTo>
                    <a:pt x="101703" y="3565"/>
                    <a:pt x="102081" y="7725"/>
                    <a:pt x="97921" y="11507"/>
                  </a:cubicBezTo>
                  <a:lnTo>
                    <a:pt x="98425" y="11633"/>
                  </a:lnTo>
                  <a:lnTo>
                    <a:pt x="82667" y="23105"/>
                  </a:lnTo>
                  <a:cubicBezTo>
                    <a:pt x="82667" y="23105"/>
                    <a:pt x="69052" y="27265"/>
                    <a:pt x="65901" y="35711"/>
                  </a:cubicBezTo>
                  <a:cubicBezTo>
                    <a:pt x="62749" y="44158"/>
                    <a:pt x="72204" y="52478"/>
                    <a:pt x="68043" y="57773"/>
                  </a:cubicBezTo>
                  <a:cubicBezTo>
                    <a:pt x="63884" y="62941"/>
                    <a:pt x="64892" y="74539"/>
                    <a:pt x="65901" y="78699"/>
                  </a:cubicBezTo>
                  <a:cubicBezTo>
                    <a:pt x="66909" y="82860"/>
                    <a:pt x="59597" y="94458"/>
                    <a:pt x="59597" y="94458"/>
                  </a:cubicBezTo>
                  <a:cubicBezTo>
                    <a:pt x="59597" y="94458"/>
                    <a:pt x="28459" y="111224"/>
                    <a:pt x="2364" y="124461"/>
                  </a:cubicBezTo>
                  <a:cubicBezTo>
                    <a:pt x="2868" y="129251"/>
                    <a:pt x="3498" y="134042"/>
                    <a:pt x="4507" y="137446"/>
                  </a:cubicBezTo>
                  <a:cubicBezTo>
                    <a:pt x="6146" y="143245"/>
                    <a:pt x="8667" y="154338"/>
                    <a:pt x="10684" y="163541"/>
                  </a:cubicBezTo>
                  <a:cubicBezTo>
                    <a:pt x="20769" y="163415"/>
                    <a:pt x="22282" y="162533"/>
                    <a:pt x="31233" y="163541"/>
                  </a:cubicBezTo>
                  <a:cubicBezTo>
                    <a:pt x="40688" y="164550"/>
                    <a:pt x="75229" y="189763"/>
                    <a:pt x="83676" y="193923"/>
                  </a:cubicBezTo>
                  <a:cubicBezTo>
                    <a:pt x="91996" y="198083"/>
                    <a:pt x="138136" y="232625"/>
                    <a:pt x="147591" y="241071"/>
                  </a:cubicBezTo>
                  <a:cubicBezTo>
                    <a:pt x="157045" y="249518"/>
                    <a:pt x="172678" y="251535"/>
                    <a:pt x="178981" y="251535"/>
                  </a:cubicBezTo>
                  <a:cubicBezTo>
                    <a:pt x="182637" y="251535"/>
                    <a:pt x="197638" y="253300"/>
                    <a:pt x="209741" y="254686"/>
                  </a:cubicBezTo>
                  <a:cubicBezTo>
                    <a:pt x="213775" y="245862"/>
                    <a:pt x="218943" y="233633"/>
                    <a:pt x="221087" y="23136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6" name="Google Shape;746;p22"/>
            <p:cNvSpPr/>
            <p:nvPr/>
          </p:nvSpPr>
          <p:spPr>
            <a:xfrm>
              <a:off x="7022736" y="3739849"/>
              <a:ext cx="50426" cy="50426"/>
            </a:xfrm>
            <a:custGeom>
              <a:rect b="b" l="l" r="r" t="t"/>
              <a:pathLst>
                <a:path extrusionOk="0" h="50426" w="50426">
                  <a:moveTo>
                    <a:pt x="18752" y="37557"/>
                  </a:moveTo>
                  <a:lnTo>
                    <a:pt x="32367" y="49029"/>
                  </a:lnTo>
                  <a:lnTo>
                    <a:pt x="53420" y="50163"/>
                  </a:lnTo>
                  <a:cubicBezTo>
                    <a:pt x="48629" y="37809"/>
                    <a:pt x="40687" y="20916"/>
                    <a:pt x="40687" y="16756"/>
                  </a:cubicBezTo>
                  <a:cubicBezTo>
                    <a:pt x="40687" y="15243"/>
                    <a:pt x="41570" y="13730"/>
                    <a:pt x="43082" y="12344"/>
                  </a:cubicBezTo>
                  <a:cubicBezTo>
                    <a:pt x="36023" y="5788"/>
                    <a:pt x="31989" y="1502"/>
                    <a:pt x="25560" y="2511"/>
                  </a:cubicBezTo>
                  <a:cubicBezTo>
                    <a:pt x="17365" y="3645"/>
                    <a:pt x="16861" y="8688"/>
                    <a:pt x="13457" y="12218"/>
                  </a:cubicBezTo>
                  <a:cubicBezTo>
                    <a:pt x="11314" y="14487"/>
                    <a:pt x="6146" y="26715"/>
                    <a:pt x="2364" y="35666"/>
                  </a:cubicBezTo>
                  <a:cubicBezTo>
                    <a:pt x="11314" y="36674"/>
                    <a:pt x="18752" y="37557"/>
                    <a:pt x="18752" y="3755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7" name="Google Shape;747;p22"/>
            <p:cNvSpPr/>
            <p:nvPr/>
          </p:nvSpPr>
          <p:spPr>
            <a:xfrm>
              <a:off x="5671165" y="3071221"/>
              <a:ext cx="378195" cy="315163"/>
            </a:xfrm>
            <a:custGeom>
              <a:rect b="b" l="l" r="r" t="t"/>
              <a:pathLst>
                <a:path extrusionOk="0" h="315162" w="378195">
                  <a:moveTo>
                    <a:pt x="339615" y="75734"/>
                  </a:moveTo>
                  <a:cubicBezTo>
                    <a:pt x="336085" y="76364"/>
                    <a:pt x="333186" y="71069"/>
                    <a:pt x="325496" y="71069"/>
                  </a:cubicBezTo>
                  <a:cubicBezTo>
                    <a:pt x="317806" y="71069"/>
                    <a:pt x="312007" y="67539"/>
                    <a:pt x="308477" y="62875"/>
                  </a:cubicBezTo>
                  <a:cubicBezTo>
                    <a:pt x="304947" y="58084"/>
                    <a:pt x="286668" y="56950"/>
                    <a:pt x="280869" y="58084"/>
                  </a:cubicBezTo>
                  <a:cubicBezTo>
                    <a:pt x="274944" y="59219"/>
                    <a:pt x="273179" y="48125"/>
                    <a:pt x="267380" y="49260"/>
                  </a:cubicBezTo>
                  <a:cubicBezTo>
                    <a:pt x="261455" y="50394"/>
                    <a:pt x="259690" y="41570"/>
                    <a:pt x="259690" y="36906"/>
                  </a:cubicBezTo>
                  <a:cubicBezTo>
                    <a:pt x="259690" y="32241"/>
                    <a:pt x="253261" y="40435"/>
                    <a:pt x="247966" y="42831"/>
                  </a:cubicBezTo>
                  <a:cubicBezTo>
                    <a:pt x="242671" y="45226"/>
                    <a:pt x="240906" y="37536"/>
                    <a:pt x="240276" y="34006"/>
                  </a:cubicBezTo>
                  <a:cubicBezTo>
                    <a:pt x="239645" y="30476"/>
                    <a:pt x="229056" y="26946"/>
                    <a:pt x="223761" y="24047"/>
                  </a:cubicBezTo>
                  <a:cubicBezTo>
                    <a:pt x="218467" y="21147"/>
                    <a:pt x="212542" y="11693"/>
                    <a:pt x="210273" y="15853"/>
                  </a:cubicBezTo>
                  <a:cubicBezTo>
                    <a:pt x="207877" y="20013"/>
                    <a:pt x="201448" y="9928"/>
                    <a:pt x="200818" y="5894"/>
                  </a:cubicBezTo>
                  <a:cubicBezTo>
                    <a:pt x="200439" y="3120"/>
                    <a:pt x="198548" y="4003"/>
                    <a:pt x="197414" y="2364"/>
                  </a:cubicBezTo>
                  <a:cubicBezTo>
                    <a:pt x="195397" y="2742"/>
                    <a:pt x="193380" y="2994"/>
                    <a:pt x="191363" y="2868"/>
                  </a:cubicBezTo>
                  <a:cubicBezTo>
                    <a:pt x="181908" y="2490"/>
                    <a:pt x="173713" y="9928"/>
                    <a:pt x="175352" y="25686"/>
                  </a:cubicBezTo>
                  <a:cubicBezTo>
                    <a:pt x="176865" y="41318"/>
                    <a:pt x="164006" y="42957"/>
                    <a:pt x="147870" y="44091"/>
                  </a:cubicBezTo>
                  <a:cubicBezTo>
                    <a:pt x="131734" y="45226"/>
                    <a:pt x="137281" y="57832"/>
                    <a:pt x="130599" y="62875"/>
                  </a:cubicBezTo>
                  <a:cubicBezTo>
                    <a:pt x="123918" y="68044"/>
                    <a:pt x="100344" y="60102"/>
                    <a:pt x="97192" y="51529"/>
                  </a:cubicBezTo>
                  <a:cubicBezTo>
                    <a:pt x="94041" y="42957"/>
                    <a:pt x="72861" y="51529"/>
                    <a:pt x="81938" y="61740"/>
                  </a:cubicBezTo>
                  <a:cubicBezTo>
                    <a:pt x="91015" y="71952"/>
                    <a:pt x="90511" y="86071"/>
                    <a:pt x="85468" y="89979"/>
                  </a:cubicBezTo>
                  <a:cubicBezTo>
                    <a:pt x="80425" y="93887"/>
                    <a:pt x="69332" y="83676"/>
                    <a:pt x="62272" y="88844"/>
                  </a:cubicBezTo>
                  <a:cubicBezTo>
                    <a:pt x="55212" y="94013"/>
                    <a:pt x="54834" y="84180"/>
                    <a:pt x="46262" y="81028"/>
                  </a:cubicBezTo>
                  <a:cubicBezTo>
                    <a:pt x="37689" y="77877"/>
                    <a:pt x="34033" y="84936"/>
                    <a:pt x="20419" y="83802"/>
                  </a:cubicBezTo>
                  <a:cubicBezTo>
                    <a:pt x="6677" y="82667"/>
                    <a:pt x="-1139" y="90483"/>
                    <a:pt x="3904" y="96408"/>
                  </a:cubicBezTo>
                  <a:cubicBezTo>
                    <a:pt x="8947" y="102333"/>
                    <a:pt x="3147" y="107754"/>
                    <a:pt x="7055" y="112923"/>
                  </a:cubicBezTo>
                  <a:cubicBezTo>
                    <a:pt x="10964" y="117965"/>
                    <a:pt x="28991" y="117209"/>
                    <a:pt x="42354" y="124269"/>
                  </a:cubicBezTo>
                  <a:cubicBezTo>
                    <a:pt x="55717" y="131328"/>
                    <a:pt x="58868" y="125403"/>
                    <a:pt x="65550" y="130572"/>
                  </a:cubicBezTo>
                  <a:cubicBezTo>
                    <a:pt x="72231" y="135614"/>
                    <a:pt x="73744" y="132463"/>
                    <a:pt x="74248" y="142296"/>
                  </a:cubicBezTo>
                  <a:cubicBezTo>
                    <a:pt x="74626" y="152129"/>
                    <a:pt x="82064" y="161458"/>
                    <a:pt x="95049" y="164988"/>
                  </a:cubicBezTo>
                  <a:cubicBezTo>
                    <a:pt x="108034" y="168517"/>
                    <a:pt x="98201" y="177090"/>
                    <a:pt x="102108" y="185788"/>
                  </a:cubicBezTo>
                  <a:cubicBezTo>
                    <a:pt x="106016" y="194361"/>
                    <a:pt x="96183" y="206967"/>
                    <a:pt x="98201" y="217557"/>
                  </a:cubicBezTo>
                  <a:cubicBezTo>
                    <a:pt x="100218" y="228146"/>
                    <a:pt x="91897" y="262310"/>
                    <a:pt x="85594" y="265461"/>
                  </a:cubicBezTo>
                  <a:cubicBezTo>
                    <a:pt x="85216" y="265713"/>
                    <a:pt x="84586" y="265713"/>
                    <a:pt x="84081" y="265713"/>
                  </a:cubicBezTo>
                  <a:cubicBezTo>
                    <a:pt x="90006" y="268613"/>
                    <a:pt x="96183" y="271260"/>
                    <a:pt x="99209" y="273151"/>
                  </a:cubicBezTo>
                  <a:cubicBezTo>
                    <a:pt x="105008" y="276933"/>
                    <a:pt x="117362" y="280841"/>
                    <a:pt x="124926" y="285506"/>
                  </a:cubicBezTo>
                  <a:cubicBezTo>
                    <a:pt x="132616" y="290296"/>
                    <a:pt x="145979" y="289288"/>
                    <a:pt x="145979" y="283615"/>
                  </a:cubicBezTo>
                  <a:cubicBezTo>
                    <a:pt x="145979" y="277942"/>
                    <a:pt x="153669" y="281724"/>
                    <a:pt x="158333" y="286514"/>
                  </a:cubicBezTo>
                  <a:cubicBezTo>
                    <a:pt x="163124" y="291305"/>
                    <a:pt x="181277" y="292313"/>
                    <a:pt x="189850" y="294204"/>
                  </a:cubicBezTo>
                  <a:cubicBezTo>
                    <a:pt x="197035" y="295843"/>
                    <a:pt x="207625" y="294835"/>
                    <a:pt x="217080" y="294961"/>
                  </a:cubicBezTo>
                  <a:cubicBezTo>
                    <a:pt x="216702" y="292818"/>
                    <a:pt x="216198" y="290548"/>
                    <a:pt x="215441" y="288153"/>
                  </a:cubicBezTo>
                  <a:cubicBezTo>
                    <a:pt x="210776" y="272899"/>
                    <a:pt x="224392" y="263823"/>
                    <a:pt x="237376" y="261805"/>
                  </a:cubicBezTo>
                  <a:cubicBezTo>
                    <a:pt x="250361" y="259915"/>
                    <a:pt x="278600" y="267731"/>
                    <a:pt x="286037" y="272395"/>
                  </a:cubicBezTo>
                  <a:cubicBezTo>
                    <a:pt x="293475" y="277059"/>
                    <a:pt x="303687" y="275925"/>
                    <a:pt x="316671" y="262184"/>
                  </a:cubicBezTo>
                  <a:cubicBezTo>
                    <a:pt x="323227" y="255250"/>
                    <a:pt x="328521" y="252729"/>
                    <a:pt x="333312" y="251342"/>
                  </a:cubicBezTo>
                  <a:cubicBezTo>
                    <a:pt x="333690" y="248317"/>
                    <a:pt x="335203" y="245165"/>
                    <a:pt x="336338" y="242392"/>
                  </a:cubicBezTo>
                  <a:cubicBezTo>
                    <a:pt x="338102" y="237601"/>
                    <a:pt x="329908" y="238862"/>
                    <a:pt x="323983" y="238231"/>
                  </a:cubicBezTo>
                  <a:cubicBezTo>
                    <a:pt x="318058" y="237601"/>
                    <a:pt x="314024" y="231802"/>
                    <a:pt x="318058" y="225247"/>
                  </a:cubicBezTo>
                  <a:cubicBezTo>
                    <a:pt x="322218" y="218817"/>
                    <a:pt x="314528" y="218187"/>
                    <a:pt x="310368" y="211758"/>
                  </a:cubicBezTo>
                  <a:cubicBezTo>
                    <a:pt x="306208" y="205328"/>
                    <a:pt x="312133" y="207093"/>
                    <a:pt x="315663" y="205328"/>
                  </a:cubicBezTo>
                  <a:cubicBezTo>
                    <a:pt x="319193" y="203563"/>
                    <a:pt x="323857" y="196504"/>
                    <a:pt x="320958" y="194739"/>
                  </a:cubicBezTo>
                  <a:cubicBezTo>
                    <a:pt x="318058" y="192974"/>
                    <a:pt x="315663" y="188814"/>
                    <a:pt x="318058" y="181754"/>
                  </a:cubicBezTo>
                  <a:cubicBezTo>
                    <a:pt x="320453" y="174695"/>
                    <a:pt x="313394" y="174064"/>
                    <a:pt x="313394" y="168770"/>
                  </a:cubicBezTo>
                  <a:cubicBezTo>
                    <a:pt x="313394" y="163475"/>
                    <a:pt x="306964" y="161080"/>
                    <a:pt x="301670" y="167635"/>
                  </a:cubicBezTo>
                  <a:cubicBezTo>
                    <a:pt x="296375" y="174064"/>
                    <a:pt x="294610" y="169400"/>
                    <a:pt x="298140" y="158810"/>
                  </a:cubicBezTo>
                  <a:cubicBezTo>
                    <a:pt x="301670" y="148221"/>
                    <a:pt x="314024" y="143557"/>
                    <a:pt x="315158" y="137632"/>
                  </a:cubicBezTo>
                  <a:cubicBezTo>
                    <a:pt x="316293" y="131706"/>
                    <a:pt x="323353" y="126412"/>
                    <a:pt x="328647" y="126412"/>
                  </a:cubicBezTo>
                  <a:cubicBezTo>
                    <a:pt x="333942" y="126412"/>
                    <a:pt x="332808" y="114057"/>
                    <a:pt x="334572" y="106367"/>
                  </a:cubicBezTo>
                  <a:cubicBezTo>
                    <a:pt x="336338" y="98677"/>
                    <a:pt x="337472" y="91114"/>
                    <a:pt x="345162" y="84558"/>
                  </a:cubicBezTo>
                  <a:cubicBezTo>
                    <a:pt x="352600" y="78129"/>
                    <a:pt x="343145" y="75103"/>
                    <a:pt x="339615" y="75734"/>
                  </a:cubicBezTo>
                  <a:close/>
                  <a:moveTo>
                    <a:pt x="381595" y="275421"/>
                  </a:moveTo>
                  <a:cubicBezTo>
                    <a:pt x="377309" y="275042"/>
                    <a:pt x="376048" y="282858"/>
                    <a:pt x="365080" y="289540"/>
                  </a:cubicBezTo>
                  <a:cubicBezTo>
                    <a:pt x="354113" y="296221"/>
                    <a:pt x="365206" y="326351"/>
                    <a:pt x="376048" y="324838"/>
                  </a:cubicBezTo>
                  <a:cubicBezTo>
                    <a:pt x="387520" y="323325"/>
                    <a:pt x="386007" y="275799"/>
                    <a:pt x="381595" y="275421"/>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8" name="Google Shape;748;p22"/>
            <p:cNvSpPr/>
            <p:nvPr/>
          </p:nvSpPr>
          <p:spPr>
            <a:xfrm>
              <a:off x="3388155" y="4184753"/>
              <a:ext cx="63033" cy="37820"/>
            </a:xfrm>
            <a:custGeom>
              <a:rect b="b" l="l" r="r" t="t"/>
              <a:pathLst>
                <a:path extrusionOk="0" h="37819" w="63032">
                  <a:moveTo>
                    <a:pt x="62875" y="15348"/>
                  </a:moveTo>
                  <a:cubicBezTo>
                    <a:pt x="58337" y="9045"/>
                    <a:pt x="46360" y="16483"/>
                    <a:pt x="33880" y="8037"/>
                  </a:cubicBezTo>
                  <a:cubicBezTo>
                    <a:pt x="30602" y="5768"/>
                    <a:pt x="26568" y="3877"/>
                    <a:pt x="22282" y="2364"/>
                  </a:cubicBezTo>
                  <a:cubicBezTo>
                    <a:pt x="22030" y="2490"/>
                    <a:pt x="21778" y="2742"/>
                    <a:pt x="21273" y="2994"/>
                  </a:cubicBezTo>
                  <a:cubicBezTo>
                    <a:pt x="18626" y="3750"/>
                    <a:pt x="10432" y="11188"/>
                    <a:pt x="2364" y="18752"/>
                  </a:cubicBezTo>
                  <a:cubicBezTo>
                    <a:pt x="11314" y="25812"/>
                    <a:pt x="44722" y="36401"/>
                    <a:pt x="53924" y="36401"/>
                  </a:cubicBezTo>
                  <a:cubicBezTo>
                    <a:pt x="58211" y="36401"/>
                    <a:pt x="60480" y="34384"/>
                    <a:pt x="62497" y="32871"/>
                  </a:cubicBezTo>
                  <a:cubicBezTo>
                    <a:pt x="63884" y="24425"/>
                    <a:pt x="64388" y="17492"/>
                    <a:pt x="62875" y="15348"/>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9" name="Google Shape;749;p22"/>
            <p:cNvSpPr/>
            <p:nvPr/>
          </p:nvSpPr>
          <p:spPr>
            <a:xfrm>
              <a:off x="3408073" y="4139470"/>
              <a:ext cx="163885" cy="88246"/>
            </a:xfrm>
            <a:custGeom>
              <a:rect b="b" l="l" r="r" t="t"/>
              <a:pathLst>
                <a:path extrusionOk="0" h="88245" w="163884">
                  <a:moveTo>
                    <a:pt x="70691" y="78154"/>
                  </a:moveTo>
                  <a:cubicBezTo>
                    <a:pt x="71825" y="75885"/>
                    <a:pt x="63884" y="62775"/>
                    <a:pt x="79263" y="61640"/>
                  </a:cubicBezTo>
                  <a:cubicBezTo>
                    <a:pt x="94643" y="60505"/>
                    <a:pt x="105989" y="58867"/>
                    <a:pt x="108258" y="49160"/>
                  </a:cubicBezTo>
                  <a:cubicBezTo>
                    <a:pt x="110528" y="39579"/>
                    <a:pt x="128681" y="43991"/>
                    <a:pt x="133849" y="43487"/>
                  </a:cubicBezTo>
                  <a:cubicBezTo>
                    <a:pt x="138010" y="42982"/>
                    <a:pt x="151625" y="30502"/>
                    <a:pt x="164862" y="31006"/>
                  </a:cubicBezTo>
                  <a:cubicBezTo>
                    <a:pt x="165114" y="18148"/>
                    <a:pt x="147465" y="22308"/>
                    <a:pt x="135362" y="10079"/>
                  </a:cubicBezTo>
                  <a:cubicBezTo>
                    <a:pt x="122378" y="-2779"/>
                    <a:pt x="94139" y="3020"/>
                    <a:pt x="78885" y="8945"/>
                  </a:cubicBezTo>
                  <a:cubicBezTo>
                    <a:pt x="63631" y="14870"/>
                    <a:pt x="45982" y="2515"/>
                    <a:pt x="29468" y="11844"/>
                  </a:cubicBezTo>
                  <a:cubicBezTo>
                    <a:pt x="29216" y="11970"/>
                    <a:pt x="29089" y="11970"/>
                    <a:pt x="28837" y="12097"/>
                  </a:cubicBezTo>
                  <a:cubicBezTo>
                    <a:pt x="25181" y="16635"/>
                    <a:pt x="20265" y="22182"/>
                    <a:pt x="14466" y="26846"/>
                  </a:cubicBezTo>
                  <a:cubicBezTo>
                    <a:pt x="3372" y="35797"/>
                    <a:pt x="6398" y="44747"/>
                    <a:pt x="2364" y="47269"/>
                  </a:cubicBezTo>
                  <a:cubicBezTo>
                    <a:pt x="6524" y="48907"/>
                    <a:pt x="10684" y="50672"/>
                    <a:pt x="13962" y="52941"/>
                  </a:cubicBezTo>
                  <a:cubicBezTo>
                    <a:pt x="26442" y="61388"/>
                    <a:pt x="38418" y="54076"/>
                    <a:pt x="42957" y="60253"/>
                  </a:cubicBezTo>
                  <a:cubicBezTo>
                    <a:pt x="44469" y="62396"/>
                    <a:pt x="43965" y="69330"/>
                    <a:pt x="42704" y="77524"/>
                  </a:cubicBezTo>
                  <a:cubicBezTo>
                    <a:pt x="44974" y="75633"/>
                    <a:pt x="46739" y="74373"/>
                    <a:pt x="50647" y="77524"/>
                  </a:cubicBezTo>
                  <a:cubicBezTo>
                    <a:pt x="54050" y="80424"/>
                    <a:pt x="53420" y="83954"/>
                    <a:pt x="53042" y="87483"/>
                  </a:cubicBezTo>
                  <a:lnTo>
                    <a:pt x="62875" y="85214"/>
                  </a:lnTo>
                  <a:cubicBezTo>
                    <a:pt x="62749" y="85592"/>
                    <a:pt x="69556" y="80550"/>
                    <a:pt x="70691" y="7815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0" name="Google Shape;750;p22"/>
            <p:cNvSpPr/>
            <p:nvPr/>
          </p:nvSpPr>
          <p:spPr>
            <a:xfrm>
              <a:off x="2670340" y="3665996"/>
              <a:ext cx="806816" cy="504260"/>
            </a:xfrm>
            <a:custGeom>
              <a:rect b="b" l="l" r="r" t="t"/>
              <a:pathLst>
                <a:path extrusionOk="0" h="504260" w="806816">
                  <a:moveTo>
                    <a:pt x="675047" y="476746"/>
                  </a:moveTo>
                  <a:cubicBezTo>
                    <a:pt x="677820" y="476242"/>
                    <a:pt x="707446" y="480150"/>
                    <a:pt x="710219" y="472838"/>
                  </a:cubicBezTo>
                  <a:cubicBezTo>
                    <a:pt x="713118" y="465527"/>
                    <a:pt x="688031" y="449012"/>
                    <a:pt x="690931" y="447247"/>
                  </a:cubicBezTo>
                  <a:cubicBezTo>
                    <a:pt x="693831" y="445608"/>
                    <a:pt x="694965" y="427329"/>
                    <a:pt x="699503" y="427329"/>
                  </a:cubicBezTo>
                  <a:cubicBezTo>
                    <a:pt x="704042" y="427329"/>
                    <a:pt x="745517" y="428464"/>
                    <a:pt x="747786" y="427329"/>
                  </a:cubicBezTo>
                  <a:cubicBezTo>
                    <a:pt x="750055" y="426194"/>
                    <a:pt x="757998" y="411445"/>
                    <a:pt x="764805" y="410814"/>
                  </a:cubicBezTo>
                  <a:cubicBezTo>
                    <a:pt x="767957" y="410562"/>
                    <a:pt x="772747" y="414344"/>
                    <a:pt x="777160" y="418504"/>
                  </a:cubicBezTo>
                  <a:cubicBezTo>
                    <a:pt x="784850" y="411445"/>
                    <a:pt x="787497" y="395434"/>
                    <a:pt x="789010" y="382450"/>
                  </a:cubicBezTo>
                  <a:cubicBezTo>
                    <a:pt x="790775" y="366566"/>
                    <a:pt x="785480" y="361271"/>
                    <a:pt x="793674" y="352446"/>
                  </a:cubicBezTo>
                  <a:cubicBezTo>
                    <a:pt x="801868" y="343622"/>
                    <a:pt x="810693" y="342991"/>
                    <a:pt x="808424" y="330637"/>
                  </a:cubicBezTo>
                  <a:cubicBezTo>
                    <a:pt x="806028" y="318283"/>
                    <a:pt x="794935" y="330637"/>
                    <a:pt x="785480" y="324712"/>
                  </a:cubicBezTo>
                  <a:cubicBezTo>
                    <a:pt x="776025" y="318787"/>
                    <a:pt x="767831" y="322947"/>
                    <a:pt x="743752" y="326477"/>
                  </a:cubicBezTo>
                  <a:cubicBezTo>
                    <a:pt x="719674" y="330007"/>
                    <a:pt x="708454" y="339966"/>
                    <a:pt x="709589" y="357111"/>
                  </a:cubicBezTo>
                  <a:cubicBezTo>
                    <a:pt x="710723" y="374256"/>
                    <a:pt x="701394" y="366566"/>
                    <a:pt x="701899" y="381189"/>
                  </a:cubicBezTo>
                  <a:cubicBezTo>
                    <a:pt x="702529" y="395939"/>
                    <a:pt x="683115" y="396443"/>
                    <a:pt x="684249" y="405394"/>
                  </a:cubicBezTo>
                  <a:cubicBezTo>
                    <a:pt x="685384" y="414218"/>
                    <a:pt x="668996" y="405394"/>
                    <a:pt x="664205" y="402368"/>
                  </a:cubicBezTo>
                  <a:cubicBezTo>
                    <a:pt x="659541" y="399469"/>
                    <a:pt x="608863" y="414722"/>
                    <a:pt x="601803" y="415857"/>
                  </a:cubicBezTo>
                  <a:cubicBezTo>
                    <a:pt x="594743" y="416992"/>
                    <a:pt x="581759" y="401233"/>
                    <a:pt x="571799" y="401738"/>
                  </a:cubicBezTo>
                  <a:cubicBezTo>
                    <a:pt x="561840" y="402242"/>
                    <a:pt x="557680" y="386988"/>
                    <a:pt x="556546" y="374634"/>
                  </a:cubicBezTo>
                  <a:cubicBezTo>
                    <a:pt x="555411" y="362279"/>
                    <a:pt x="536501" y="351060"/>
                    <a:pt x="528307" y="339966"/>
                  </a:cubicBezTo>
                  <a:cubicBezTo>
                    <a:pt x="520113" y="328746"/>
                    <a:pt x="518852" y="304037"/>
                    <a:pt x="518348" y="288153"/>
                  </a:cubicBezTo>
                  <a:cubicBezTo>
                    <a:pt x="517718" y="272269"/>
                    <a:pt x="515953" y="245165"/>
                    <a:pt x="527173" y="214027"/>
                  </a:cubicBezTo>
                  <a:cubicBezTo>
                    <a:pt x="528685" y="209867"/>
                    <a:pt x="529316" y="206211"/>
                    <a:pt x="529568" y="202933"/>
                  </a:cubicBezTo>
                  <a:cubicBezTo>
                    <a:pt x="525534" y="200412"/>
                    <a:pt x="521500" y="198647"/>
                    <a:pt x="518474" y="198773"/>
                  </a:cubicBezTo>
                  <a:cubicBezTo>
                    <a:pt x="508389" y="199403"/>
                    <a:pt x="485823" y="185536"/>
                    <a:pt x="481411" y="185536"/>
                  </a:cubicBezTo>
                  <a:cubicBezTo>
                    <a:pt x="476999" y="185536"/>
                    <a:pt x="477629" y="174821"/>
                    <a:pt x="473847" y="169148"/>
                  </a:cubicBezTo>
                  <a:cubicBezTo>
                    <a:pt x="470065" y="163475"/>
                    <a:pt x="472586" y="152759"/>
                    <a:pt x="467544" y="148977"/>
                  </a:cubicBezTo>
                  <a:cubicBezTo>
                    <a:pt x="462501" y="145195"/>
                    <a:pt x="447373" y="130698"/>
                    <a:pt x="442457" y="113175"/>
                  </a:cubicBezTo>
                  <a:cubicBezTo>
                    <a:pt x="437414" y="95526"/>
                    <a:pt x="406654" y="86827"/>
                    <a:pt x="395308" y="86197"/>
                  </a:cubicBezTo>
                  <a:cubicBezTo>
                    <a:pt x="383963" y="85567"/>
                    <a:pt x="377659" y="109519"/>
                    <a:pt x="374508" y="110654"/>
                  </a:cubicBezTo>
                  <a:cubicBezTo>
                    <a:pt x="371356" y="111914"/>
                    <a:pt x="350051" y="98047"/>
                    <a:pt x="343748" y="94895"/>
                  </a:cubicBezTo>
                  <a:cubicBezTo>
                    <a:pt x="337445" y="91744"/>
                    <a:pt x="334293" y="85441"/>
                    <a:pt x="334293" y="77877"/>
                  </a:cubicBezTo>
                  <a:cubicBezTo>
                    <a:pt x="334293" y="70313"/>
                    <a:pt x="321056" y="58337"/>
                    <a:pt x="317274" y="57076"/>
                  </a:cubicBezTo>
                  <a:cubicBezTo>
                    <a:pt x="313492" y="55815"/>
                    <a:pt x="287145" y="29972"/>
                    <a:pt x="287145" y="29972"/>
                  </a:cubicBezTo>
                  <a:lnTo>
                    <a:pt x="245669" y="29972"/>
                  </a:lnTo>
                  <a:lnTo>
                    <a:pt x="236845" y="41318"/>
                  </a:lnTo>
                  <a:lnTo>
                    <a:pt x="161458" y="41948"/>
                  </a:lnTo>
                  <a:cubicBezTo>
                    <a:pt x="161458" y="41948"/>
                    <a:pt x="103594" y="20517"/>
                    <a:pt x="92878" y="18122"/>
                  </a:cubicBezTo>
                  <a:cubicBezTo>
                    <a:pt x="82163" y="15601"/>
                    <a:pt x="63379" y="2364"/>
                    <a:pt x="63379" y="2364"/>
                  </a:cubicBezTo>
                  <a:lnTo>
                    <a:pt x="2364" y="10306"/>
                  </a:lnTo>
                  <a:cubicBezTo>
                    <a:pt x="5515" y="16987"/>
                    <a:pt x="9802" y="24299"/>
                    <a:pt x="16357" y="32367"/>
                  </a:cubicBezTo>
                  <a:cubicBezTo>
                    <a:pt x="28711" y="47621"/>
                    <a:pt x="37536" y="74725"/>
                    <a:pt x="38671" y="84180"/>
                  </a:cubicBezTo>
                  <a:cubicBezTo>
                    <a:pt x="39805" y="93635"/>
                    <a:pt x="56950" y="101199"/>
                    <a:pt x="71573" y="110654"/>
                  </a:cubicBezTo>
                  <a:cubicBezTo>
                    <a:pt x="86323" y="119982"/>
                    <a:pt x="86323" y="140657"/>
                    <a:pt x="84558" y="145952"/>
                  </a:cubicBezTo>
                  <a:cubicBezTo>
                    <a:pt x="82793" y="151246"/>
                    <a:pt x="64514" y="142422"/>
                    <a:pt x="63379" y="147717"/>
                  </a:cubicBezTo>
                  <a:cubicBezTo>
                    <a:pt x="62245" y="153011"/>
                    <a:pt x="86953" y="173560"/>
                    <a:pt x="96282" y="172426"/>
                  </a:cubicBezTo>
                  <a:cubicBezTo>
                    <a:pt x="105737" y="171291"/>
                    <a:pt x="110401" y="177090"/>
                    <a:pt x="125151" y="190075"/>
                  </a:cubicBezTo>
                  <a:cubicBezTo>
                    <a:pt x="139901" y="203059"/>
                    <a:pt x="138640" y="218313"/>
                    <a:pt x="132841" y="222978"/>
                  </a:cubicBezTo>
                  <a:cubicBezTo>
                    <a:pt x="126916" y="227642"/>
                    <a:pt x="144565" y="237727"/>
                    <a:pt x="163475" y="250081"/>
                  </a:cubicBezTo>
                  <a:cubicBezTo>
                    <a:pt x="182259" y="262436"/>
                    <a:pt x="189949" y="277690"/>
                    <a:pt x="191713" y="284245"/>
                  </a:cubicBezTo>
                  <a:cubicBezTo>
                    <a:pt x="193478" y="290674"/>
                    <a:pt x="201673" y="284876"/>
                    <a:pt x="204698" y="276051"/>
                  </a:cubicBezTo>
                  <a:cubicBezTo>
                    <a:pt x="207598" y="267226"/>
                    <a:pt x="198773" y="264831"/>
                    <a:pt x="198773" y="254872"/>
                  </a:cubicBezTo>
                  <a:cubicBezTo>
                    <a:pt x="198773" y="244913"/>
                    <a:pt x="183519" y="246678"/>
                    <a:pt x="176460" y="245417"/>
                  </a:cubicBezTo>
                  <a:cubicBezTo>
                    <a:pt x="169400" y="244283"/>
                    <a:pt x="177090" y="228903"/>
                    <a:pt x="170030" y="221843"/>
                  </a:cubicBezTo>
                  <a:cubicBezTo>
                    <a:pt x="162971" y="214783"/>
                    <a:pt x="156541" y="197134"/>
                    <a:pt x="153011" y="184149"/>
                  </a:cubicBezTo>
                  <a:cubicBezTo>
                    <a:pt x="149482" y="171165"/>
                    <a:pt x="131202" y="158306"/>
                    <a:pt x="123638" y="144187"/>
                  </a:cubicBezTo>
                  <a:cubicBezTo>
                    <a:pt x="115948" y="130068"/>
                    <a:pt x="107754" y="118848"/>
                    <a:pt x="102459" y="115318"/>
                  </a:cubicBezTo>
                  <a:cubicBezTo>
                    <a:pt x="97165" y="111788"/>
                    <a:pt x="110149" y="106493"/>
                    <a:pt x="105359" y="101199"/>
                  </a:cubicBezTo>
                  <a:cubicBezTo>
                    <a:pt x="100694" y="95904"/>
                    <a:pt x="93635" y="96534"/>
                    <a:pt x="84810" y="92374"/>
                  </a:cubicBezTo>
                  <a:cubicBezTo>
                    <a:pt x="75986" y="88214"/>
                    <a:pt x="70061" y="81154"/>
                    <a:pt x="70061" y="71825"/>
                  </a:cubicBezTo>
                  <a:cubicBezTo>
                    <a:pt x="70061" y="62371"/>
                    <a:pt x="64136" y="40057"/>
                    <a:pt x="61236" y="32367"/>
                  </a:cubicBezTo>
                  <a:cubicBezTo>
                    <a:pt x="58337" y="24677"/>
                    <a:pt x="67665" y="25938"/>
                    <a:pt x="70691" y="29468"/>
                  </a:cubicBezTo>
                  <a:cubicBezTo>
                    <a:pt x="73590" y="32997"/>
                    <a:pt x="75986" y="36527"/>
                    <a:pt x="80146" y="34132"/>
                  </a:cubicBezTo>
                  <a:cubicBezTo>
                    <a:pt x="84306" y="31737"/>
                    <a:pt x="91366" y="33502"/>
                    <a:pt x="94265" y="40057"/>
                  </a:cubicBezTo>
                  <a:cubicBezTo>
                    <a:pt x="97165" y="46486"/>
                    <a:pt x="107250" y="40687"/>
                    <a:pt x="111914" y="43587"/>
                  </a:cubicBezTo>
                  <a:cubicBezTo>
                    <a:pt x="116579" y="46486"/>
                    <a:pt x="101325" y="50016"/>
                    <a:pt x="116579" y="77120"/>
                  </a:cubicBezTo>
                  <a:cubicBezTo>
                    <a:pt x="131833" y="104224"/>
                    <a:pt x="121243" y="88844"/>
                    <a:pt x="121243" y="107124"/>
                  </a:cubicBezTo>
                  <a:cubicBezTo>
                    <a:pt x="121243" y="125403"/>
                    <a:pt x="130698" y="117083"/>
                    <a:pt x="133597" y="114183"/>
                  </a:cubicBezTo>
                  <a:cubicBezTo>
                    <a:pt x="136497" y="111284"/>
                    <a:pt x="144817" y="120108"/>
                    <a:pt x="152381" y="129437"/>
                  </a:cubicBezTo>
                  <a:cubicBezTo>
                    <a:pt x="160071" y="138892"/>
                    <a:pt x="174695" y="139396"/>
                    <a:pt x="174695" y="144691"/>
                  </a:cubicBezTo>
                  <a:cubicBezTo>
                    <a:pt x="174695" y="149986"/>
                    <a:pt x="177594" y="160575"/>
                    <a:pt x="187679" y="162340"/>
                  </a:cubicBezTo>
                  <a:cubicBezTo>
                    <a:pt x="197639" y="164105"/>
                    <a:pt x="199403" y="175325"/>
                    <a:pt x="205959" y="176459"/>
                  </a:cubicBezTo>
                  <a:cubicBezTo>
                    <a:pt x="212388" y="177594"/>
                    <a:pt x="213649" y="184654"/>
                    <a:pt x="210119" y="192344"/>
                  </a:cubicBezTo>
                  <a:cubicBezTo>
                    <a:pt x="206589" y="200034"/>
                    <a:pt x="210119" y="206463"/>
                    <a:pt x="226633" y="212892"/>
                  </a:cubicBezTo>
                  <a:cubicBezTo>
                    <a:pt x="243148" y="219322"/>
                    <a:pt x="235458" y="220582"/>
                    <a:pt x="248443" y="232937"/>
                  </a:cubicBezTo>
                  <a:cubicBezTo>
                    <a:pt x="261427" y="245291"/>
                    <a:pt x="297860" y="285254"/>
                    <a:pt x="305550" y="296473"/>
                  </a:cubicBezTo>
                  <a:cubicBezTo>
                    <a:pt x="313240" y="307693"/>
                    <a:pt x="315509" y="317022"/>
                    <a:pt x="318535" y="325342"/>
                  </a:cubicBezTo>
                  <a:cubicBezTo>
                    <a:pt x="321434" y="333537"/>
                    <a:pt x="312610" y="337697"/>
                    <a:pt x="317400" y="344756"/>
                  </a:cubicBezTo>
                  <a:cubicBezTo>
                    <a:pt x="322065" y="351816"/>
                    <a:pt x="308576" y="348917"/>
                    <a:pt x="309206" y="354211"/>
                  </a:cubicBezTo>
                  <a:cubicBezTo>
                    <a:pt x="309836" y="359506"/>
                    <a:pt x="317400" y="385980"/>
                    <a:pt x="330385" y="387240"/>
                  </a:cubicBezTo>
                  <a:cubicBezTo>
                    <a:pt x="343370" y="388375"/>
                    <a:pt x="357993" y="404259"/>
                    <a:pt x="368583" y="413084"/>
                  </a:cubicBezTo>
                  <a:cubicBezTo>
                    <a:pt x="379172" y="421908"/>
                    <a:pt x="395056" y="420143"/>
                    <a:pt x="410941" y="426068"/>
                  </a:cubicBezTo>
                  <a:cubicBezTo>
                    <a:pt x="426825" y="431993"/>
                    <a:pt x="440314" y="446113"/>
                    <a:pt x="463257" y="452542"/>
                  </a:cubicBezTo>
                  <a:cubicBezTo>
                    <a:pt x="486201" y="458971"/>
                    <a:pt x="508515" y="469057"/>
                    <a:pt x="523265" y="478385"/>
                  </a:cubicBezTo>
                  <a:cubicBezTo>
                    <a:pt x="538014" y="487840"/>
                    <a:pt x="556168" y="483680"/>
                    <a:pt x="576842" y="475486"/>
                  </a:cubicBezTo>
                  <a:cubicBezTo>
                    <a:pt x="597391" y="467292"/>
                    <a:pt x="613275" y="477881"/>
                    <a:pt x="625125" y="482545"/>
                  </a:cubicBezTo>
                  <a:cubicBezTo>
                    <a:pt x="630924" y="484815"/>
                    <a:pt x="642270" y="494648"/>
                    <a:pt x="653742" y="504733"/>
                  </a:cubicBezTo>
                  <a:cubicBezTo>
                    <a:pt x="663701" y="490488"/>
                    <a:pt x="673660" y="476998"/>
                    <a:pt x="675047" y="47674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1" name="Google Shape;751;p22"/>
            <p:cNvSpPr/>
            <p:nvPr/>
          </p:nvSpPr>
          <p:spPr>
            <a:xfrm>
              <a:off x="3321340" y="4090961"/>
              <a:ext cx="113459" cy="113459"/>
            </a:xfrm>
            <a:custGeom>
              <a:rect b="b" l="l" r="r" t="t"/>
              <a:pathLst>
                <a:path extrusionOk="0" h="113458" w="113458">
                  <a:moveTo>
                    <a:pt x="101199" y="75608"/>
                  </a:moveTo>
                  <a:cubicBezTo>
                    <a:pt x="106998" y="70943"/>
                    <a:pt x="111914" y="65396"/>
                    <a:pt x="115570" y="60858"/>
                  </a:cubicBezTo>
                  <a:cubicBezTo>
                    <a:pt x="106367" y="65901"/>
                    <a:pt x="103468" y="61110"/>
                    <a:pt x="104855" y="54555"/>
                  </a:cubicBezTo>
                  <a:lnTo>
                    <a:pt x="91618" y="56320"/>
                  </a:lnTo>
                  <a:lnTo>
                    <a:pt x="93005" y="2742"/>
                  </a:lnTo>
                  <a:cubicBezTo>
                    <a:pt x="82289" y="3246"/>
                    <a:pt x="52286" y="2364"/>
                    <a:pt x="48504" y="2364"/>
                  </a:cubicBezTo>
                  <a:cubicBezTo>
                    <a:pt x="43965" y="2364"/>
                    <a:pt x="42831" y="20517"/>
                    <a:pt x="39931" y="22282"/>
                  </a:cubicBezTo>
                  <a:cubicBezTo>
                    <a:pt x="37158" y="24047"/>
                    <a:pt x="62119" y="40435"/>
                    <a:pt x="59219" y="47873"/>
                  </a:cubicBezTo>
                  <a:cubicBezTo>
                    <a:pt x="56320" y="55311"/>
                    <a:pt x="26820" y="51277"/>
                    <a:pt x="24047" y="51781"/>
                  </a:cubicBezTo>
                  <a:cubicBezTo>
                    <a:pt x="22786" y="52033"/>
                    <a:pt x="12701" y="65522"/>
                    <a:pt x="2364" y="80398"/>
                  </a:cubicBezTo>
                  <a:cubicBezTo>
                    <a:pt x="14088" y="90861"/>
                    <a:pt x="25812" y="101703"/>
                    <a:pt x="31485" y="105233"/>
                  </a:cubicBezTo>
                  <a:cubicBezTo>
                    <a:pt x="42704" y="112292"/>
                    <a:pt x="60858" y="104602"/>
                    <a:pt x="68548" y="111662"/>
                  </a:cubicBezTo>
                  <a:cubicBezTo>
                    <a:pt x="68800" y="111914"/>
                    <a:pt x="69052" y="112040"/>
                    <a:pt x="69430" y="112292"/>
                  </a:cubicBezTo>
                  <a:cubicBezTo>
                    <a:pt x="77372" y="104729"/>
                    <a:pt x="85567" y="97291"/>
                    <a:pt x="88340" y="96534"/>
                  </a:cubicBezTo>
                  <a:cubicBezTo>
                    <a:pt x="93887" y="94896"/>
                    <a:pt x="89349" y="85315"/>
                    <a:pt x="101199" y="75608"/>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2" name="Google Shape;752;p22"/>
            <p:cNvSpPr/>
            <p:nvPr/>
          </p:nvSpPr>
          <p:spPr>
            <a:xfrm>
              <a:off x="3410468" y="4074561"/>
              <a:ext cx="37820" cy="63033"/>
            </a:xfrm>
            <a:custGeom>
              <a:rect b="b" l="l" r="r" t="t"/>
              <a:pathLst>
                <a:path extrusionOk="0" h="63032" w="37819">
                  <a:moveTo>
                    <a:pt x="7532" y="18764"/>
                  </a:moveTo>
                  <a:cubicBezTo>
                    <a:pt x="7154" y="18890"/>
                    <a:pt x="5767" y="19016"/>
                    <a:pt x="3750" y="19142"/>
                  </a:cubicBezTo>
                  <a:lnTo>
                    <a:pt x="2364" y="72720"/>
                  </a:lnTo>
                  <a:lnTo>
                    <a:pt x="15601" y="70955"/>
                  </a:lnTo>
                  <a:cubicBezTo>
                    <a:pt x="16609" y="66417"/>
                    <a:pt x="19635" y="60996"/>
                    <a:pt x="23921" y="57592"/>
                  </a:cubicBezTo>
                  <a:cubicBezTo>
                    <a:pt x="34510" y="49398"/>
                    <a:pt x="18626" y="16369"/>
                    <a:pt x="30980" y="13469"/>
                  </a:cubicBezTo>
                  <a:cubicBezTo>
                    <a:pt x="33250" y="12965"/>
                    <a:pt x="35141" y="11578"/>
                    <a:pt x="36905" y="10066"/>
                  </a:cubicBezTo>
                  <a:cubicBezTo>
                    <a:pt x="32493" y="5905"/>
                    <a:pt x="27577" y="2123"/>
                    <a:pt x="24551" y="2376"/>
                  </a:cubicBezTo>
                  <a:cubicBezTo>
                    <a:pt x="17744" y="2754"/>
                    <a:pt x="9802" y="17629"/>
                    <a:pt x="7532" y="1876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3" name="Google Shape;753;p22"/>
            <p:cNvSpPr/>
            <p:nvPr/>
          </p:nvSpPr>
          <p:spPr>
            <a:xfrm>
              <a:off x="3802702" y="4027738"/>
              <a:ext cx="75639" cy="63033"/>
            </a:xfrm>
            <a:custGeom>
              <a:rect b="b" l="l" r="r" t="t"/>
              <a:pathLst>
                <a:path extrusionOk="0" h="63032" w="75639">
                  <a:moveTo>
                    <a:pt x="36734" y="4319"/>
                  </a:moveTo>
                  <a:cubicBezTo>
                    <a:pt x="25010" y="12513"/>
                    <a:pt x="54383" y="30162"/>
                    <a:pt x="54383" y="40752"/>
                  </a:cubicBezTo>
                  <a:cubicBezTo>
                    <a:pt x="54383" y="51341"/>
                    <a:pt x="7108" y="38735"/>
                    <a:pt x="2570" y="50207"/>
                  </a:cubicBezTo>
                  <a:cubicBezTo>
                    <a:pt x="175" y="56132"/>
                    <a:pt x="19085" y="64326"/>
                    <a:pt x="36734" y="58401"/>
                  </a:cubicBezTo>
                  <a:cubicBezTo>
                    <a:pt x="53122" y="52980"/>
                    <a:pt x="64468" y="58653"/>
                    <a:pt x="73545" y="63191"/>
                  </a:cubicBezTo>
                  <a:cubicBezTo>
                    <a:pt x="74805" y="45416"/>
                    <a:pt x="76948" y="25246"/>
                    <a:pt x="78713" y="11631"/>
                  </a:cubicBezTo>
                  <a:cubicBezTo>
                    <a:pt x="63837" y="7849"/>
                    <a:pt x="45306" y="-1732"/>
                    <a:pt x="36734" y="4319"/>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4" name="Google Shape;754;p22"/>
            <p:cNvSpPr/>
            <p:nvPr/>
          </p:nvSpPr>
          <p:spPr>
            <a:xfrm>
              <a:off x="3873883" y="4037131"/>
              <a:ext cx="88246" cy="50426"/>
            </a:xfrm>
            <a:custGeom>
              <a:rect b="b" l="l" r="r" t="t"/>
              <a:pathLst>
                <a:path extrusionOk="0" h="50426" w="88245">
                  <a:moveTo>
                    <a:pt x="37284" y="43209"/>
                  </a:moveTo>
                  <a:cubicBezTo>
                    <a:pt x="58463" y="36149"/>
                    <a:pt x="92626" y="49134"/>
                    <a:pt x="92626" y="32619"/>
                  </a:cubicBezTo>
                  <a:cubicBezTo>
                    <a:pt x="92626" y="16105"/>
                    <a:pt x="36149" y="-1544"/>
                    <a:pt x="22030" y="3246"/>
                  </a:cubicBezTo>
                  <a:cubicBezTo>
                    <a:pt x="18248" y="4507"/>
                    <a:pt x="13079" y="3876"/>
                    <a:pt x="7532" y="2364"/>
                  </a:cubicBezTo>
                  <a:cubicBezTo>
                    <a:pt x="5641" y="15979"/>
                    <a:pt x="3624" y="36149"/>
                    <a:pt x="2364" y="53924"/>
                  </a:cubicBezTo>
                  <a:cubicBezTo>
                    <a:pt x="2994" y="54302"/>
                    <a:pt x="3750" y="54681"/>
                    <a:pt x="4381" y="54933"/>
                  </a:cubicBezTo>
                  <a:cubicBezTo>
                    <a:pt x="13710" y="59597"/>
                    <a:pt x="16105" y="50268"/>
                    <a:pt x="37284" y="43209"/>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5" name="Google Shape;755;p22"/>
            <p:cNvSpPr/>
            <p:nvPr/>
          </p:nvSpPr>
          <p:spPr>
            <a:xfrm>
              <a:off x="3458240" y="4168476"/>
              <a:ext cx="113459" cy="113459"/>
            </a:xfrm>
            <a:custGeom>
              <a:rect b="b" l="l" r="r" t="t"/>
              <a:pathLst>
                <a:path extrusionOk="0" h="113458" w="113458">
                  <a:moveTo>
                    <a:pt x="63008" y="111803"/>
                  </a:moveTo>
                  <a:cubicBezTo>
                    <a:pt x="68807" y="114703"/>
                    <a:pt x="83431" y="111803"/>
                    <a:pt x="89230" y="116215"/>
                  </a:cubicBezTo>
                  <a:cubicBezTo>
                    <a:pt x="92003" y="118358"/>
                    <a:pt x="96794" y="118358"/>
                    <a:pt x="102340" y="117728"/>
                  </a:cubicBezTo>
                  <a:cubicBezTo>
                    <a:pt x="100576" y="115207"/>
                    <a:pt x="99315" y="113316"/>
                    <a:pt x="98684" y="112055"/>
                  </a:cubicBezTo>
                  <a:cubicBezTo>
                    <a:pt x="94524" y="104491"/>
                    <a:pt x="101584" y="89111"/>
                    <a:pt x="105114" y="77892"/>
                  </a:cubicBezTo>
                  <a:cubicBezTo>
                    <a:pt x="108644" y="66672"/>
                    <a:pt x="102214" y="39694"/>
                    <a:pt x="108644" y="32634"/>
                  </a:cubicBezTo>
                  <a:cubicBezTo>
                    <a:pt x="115073" y="25575"/>
                    <a:pt x="111543" y="21414"/>
                    <a:pt x="114569" y="5026"/>
                  </a:cubicBezTo>
                  <a:cubicBezTo>
                    <a:pt x="114695" y="3891"/>
                    <a:pt x="114569" y="3261"/>
                    <a:pt x="114569" y="2379"/>
                  </a:cubicBezTo>
                  <a:cubicBezTo>
                    <a:pt x="101332" y="1874"/>
                    <a:pt x="87843" y="14355"/>
                    <a:pt x="83557" y="14859"/>
                  </a:cubicBezTo>
                  <a:cubicBezTo>
                    <a:pt x="78388" y="15363"/>
                    <a:pt x="60235" y="10951"/>
                    <a:pt x="57965" y="20532"/>
                  </a:cubicBezTo>
                  <a:cubicBezTo>
                    <a:pt x="55696" y="30239"/>
                    <a:pt x="44350" y="31878"/>
                    <a:pt x="28971" y="33012"/>
                  </a:cubicBezTo>
                  <a:cubicBezTo>
                    <a:pt x="13591" y="34147"/>
                    <a:pt x="21533" y="47258"/>
                    <a:pt x="20398" y="49527"/>
                  </a:cubicBezTo>
                  <a:cubicBezTo>
                    <a:pt x="19263" y="51796"/>
                    <a:pt x="12456" y="56965"/>
                    <a:pt x="12456" y="56965"/>
                  </a:cubicBezTo>
                  <a:lnTo>
                    <a:pt x="2623" y="59234"/>
                  </a:lnTo>
                  <a:cubicBezTo>
                    <a:pt x="2119" y="62890"/>
                    <a:pt x="1867" y="66546"/>
                    <a:pt x="6657" y="69319"/>
                  </a:cubicBezTo>
                  <a:cubicBezTo>
                    <a:pt x="16112" y="74614"/>
                    <a:pt x="28971" y="95162"/>
                    <a:pt x="39056" y="100457"/>
                  </a:cubicBezTo>
                  <a:cubicBezTo>
                    <a:pt x="43846" y="102978"/>
                    <a:pt x="46872" y="107139"/>
                    <a:pt x="48132" y="111173"/>
                  </a:cubicBezTo>
                  <a:cubicBezTo>
                    <a:pt x="54058" y="110416"/>
                    <a:pt x="59983" y="110164"/>
                    <a:pt x="63008" y="11180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6" name="Google Shape;756;p22"/>
            <p:cNvSpPr/>
            <p:nvPr/>
          </p:nvSpPr>
          <p:spPr>
            <a:xfrm>
              <a:off x="3819560" y="4434737"/>
              <a:ext cx="1046340" cy="1071553"/>
            </a:xfrm>
            <a:custGeom>
              <a:rect b="b" l="l" r="r" t="t"/>
              <a:pathLst>
                <a:path extrusionOk="0" h="1071552" w="1046339">
                  <a:moveTo>
                    <a:pt x="560064" y="1069634"/>
                  </a:moveTo>
                  <a:cubicBezTo>
                    <a:pt x="576579" y="1057910"/>
                    <a:pt x="572419" y="1050850"/>
                    <a:pt x="580109" y="1036731"/>
                  </a:cubicBezTo>
                  <a:cubicBezTo>
                    <a:pt x="587799" y="1022612"/>
                    <a:pt x="581243" y="1016687"/>
                    <a:pt x="594228" y="1004332"/>
                  </a:cubicBezTo>
                  <a:cubicBezTo>
                    <a:pt x="607212" y="991978"/>
                    <a:pt x="591833" y="983784"/>
                    <a:pt x="608347" y="976094"/>
                  </a:cubicBezTo>
                  <a:cubicBezTo>
                    <a:pt x="624862" y="968404"/>
                    <a:pt x="622466" y="983153"/>
                    <a:pt x="608977" y="1000172"/>
                  </a:cubicBezTo>
                  <a:cubicBezTo>
                    <a:pt x="595489" y="1017317"/>
                    <a:pt x="593093" y="1021981"/>
                    <a:pt x="610742" y="1008997"/>
                  </a:cubicBezTo>
                  <a:cubicBezTo>
                    <a:pt x="628392" y="996012"/>
                    <a:pt x="634821" y="977858"/>
                    <a:pt x="644906" y="957184"/>
                  </a:cubicBezTo>
                  <a:cubicBezTo>
                    <a:pt x="654865" y="936635"/>
                    <a:pt x="662555" y="930080"/>
                    <a:pt x="671380" y="928946"/>
                  </a:cubicBezTo>
                  <a:cubicBezTo>
                    <a:pt x="680204" y="927811"/>
                    <a:pt x="680204" y="906002"/>
                    <a:pt x="679070" y="890748"/>
                  </a:cubicBezTo>
                  <a:cubicBezTo>
                    <a:pt x="677935" y="875494"/>
                    <a:pt x="673145" y="861248"/>
                    <a:pt x="679700" y="851289"/>
                  </a:cubicBezTo>
                  <a:cubicBezTo>
                    <a:pt x="686129" y="841330"/>
                    <a:pt x="679700" y="831875"/>
                    <a:pt x="687894" y="831875"/>
                  </a:cubicBezTo>
                  <a:cubicBezTo>
                    <a:pt x="696088" y="831875"/>
                    <a:pt x="708443" y="819521"/>
                    <a:pt x="721427" y="806536"/>
                  </a:cubicBezTo>
                  <a:cubicBezTo>
                    <a:pt x="734412" y="793551"/>
                    <a:pt x="742606" y="792417"/>
                    <a:pt x="756095" y="791282"/>
                  </a:cubicBezTo>
                  <a:cubicBezTo>
                    <a:pt x="769584" y="790148"/>
                    <a:pt x="762020" y="785357"/>
                    <a:pt x="770845" y="783088"/>
                  </a:cubicBezTo>
                  <a:cubicBezTo>
                    <a:pt x="779669" y="780693"/>
                    <a:pt x="785594" y="772499"/>
                    <a:pt x="791394" y="767204"/>
                  </a:cubicBezTo>
                  <a:cubicBezTo>
                    <a:pt x="797319" y="761909"/>
                    <a:pt x="821397" y="767834"/>
                    <a:pt x="835516" y="767834"/>
                  </a:cubicBezTo>
                  <a:cubicBezTo>
                    <a:pt x="849636" y="767834"/>
                    <a:pt x="859091" y="768969"/>
                    <a:pt x="859091" y="760144"/>
                  </a:cubicBezTo>
                  <a:cubicBezTo>
                    <a:pt x="859091" y="751320"/>
                    <a:pt x="865520" y="744260"/>
                    <a:pt x="873840" y="744260"/>
                  </a:cubicBezTo>
                  <a:cubicBezTo>
                    <a:pt x="882035" y="744260"/>
                    <a:pt x="885564" y="741865"/>
                    <a:pt x="885564" y="730141"/>
                  </a:cubicBezTo>
                  <a:cubicBezTo>
                    <a:pt x="885564" y="718417"/>
                    <a:pt x="889094" y="711357"/>
                    <a:pt x="896154" y="706062"/>
                  </a:cubicBezTo>
                  <a:cubicBezTo>
                    <a:pt x="903213" y="700768"/>
                    <a:pt x="904348" y="689044"/>
                    <a:pt x="906743" y="681354"/>
                  </a:cubicBezTo>
                  <a:cubicBezTo>
                    <a:pt x="909138" y="673664"/>
                    <a:pt x="916702" y="678328"/>
                    <a:pt x="916702" y="667234"/>
                  </a:cubicBezTo>
                  <a:cubicBezTo>
                    <a:pt x="916702" y="656014"/>
                    <a:pt x="920862" y="643660"/>
                    <a:pt x="920862" y="634836"/>
                  </a:cubicBezTo>
                  <a:cubicBezTo>
                    <a:pt x="920862" y="626011"/>
                    <a:pt x="930317" y="627146"/>
                    <a:pt x="934351" y="620716"/>
                  </a:cubicBezTo>
                  <a:cubicBezTo>
                    <a:pt x="938511" y="614287"/>
                    <a:pt x="930822" y="605967"/>
                    <a:pt x="937251" y="587814"/>
                  </a:cubicBezTo>
                  <a:cubicBezTo>
                    <a:pt x="943680" y="569534"/>
                    <a:pt x="937251" y="552515"/>
                    <a:pt x="937251" y="536001"/>
                  </a:cubicBezTo>
                  <a:cubicBezTo>
                    <a:pt x="937251" y="519486"/>
                    <a:pt x="937251" y="502467"/>
                    <a:pt x="943176" y="497173"/>
                  </a:cubicBezTo>
                  <a:cubicBezTo>
                    <a:pt x="949101" y="491878"/>
                    <a:pt x="946075" y="488978"/>
                    <a:pt x="941411" y="486583"/>
                  </a:cubicBezTo>
                  <a:cubicBezTo>
                    <a:pt x="936747" y="484188"/>
                    <a:pt x="942041" y="477759"/>
                    <a:pt x="946075" y="479019"/>
                  </a:cubicBezTo>
                  <a:cubicBezTo>
                    <a:pt x="950235" y="480154"/>
                    <a:pt x="954900" y="488978"/>
                    <a:pt x="962590" y="484314"/>
                  </a:cubicBezTo>
                  <a:cubicBezTo>
                    <a:pt x="970280" y="479650"/>
                    <a:pt x="977340" y="459605"/>
                    <a:pt x="983769" y="443091"/>
                  </a:cubicBezTo>
                  <a:cubicBezTo>
                    <a:pt x="990198" y="426576"/>
                    <a:pt x="1000788" y="427207"/>
                    <a:pt x="1009108" y="423677"/>
                  </a:cubicBezTo>
                  <a:cubicBezTo>
                    <a:pt x="1017302" y="420147"/>
                    <a:pt x="1035077" y="400103"/>
                    <a:pt x="1046171" y="371234"/>
                  </a:cubicBezTo>
                  <a:cubicBezTo>
                    <a:pt x="1057391" y="342365"/>
                    <a:pt x="1045540" y="314126"/>
                    <a:pt x="1040876" y="294208"/>
                  </a:cubicBezTo>
                  <a:cubicBezTo>
                    <a:pt x="1036212" y="274164"/>
                    <a:pt x="1029657" y="278324"/>
                    <a:pt x="1017933" y="278954"/>
                  </a:cubicBezTo>
                  <a:cubicBezTo>
                    <a:pt x="1006208" y="279584"/>
                    <a:pt x="983769" y="276559"/>
                    <a:pt x="954396" y="244790"/>
                  </a:cubicBezTo>
                  <a:cubicBezTo>
                    <a:pt x="925022" y="213022"/>
                    <a:pt x="896154" y="215417"/>
                    <a:pt x="876740" y="220712"/>
                  </a:cubicBezTo>
                  <a:cubicBezTo>
                    <a:pt x="857325" y="226007"/>
                    <a:pt x="837281" y="211257"/>
                    <a:pt x="824297" y="208358"/>
                  </a:cubicBezTo>
                  <a:cubicBezTo>
                    <a:pt x="811312" y="205458"/>
                    <a:pt x="798957" y="221847"/>
                    <a:pt x="789629" y="225376"/>
                  </a:cubicBezTo>
                  <a:cubicBezTo>
                    <a:pt x="780174" y="228906"/>
                    <a:pt x="794293" y="211257"/>
                    <a:pt x="794924" y="200037"/>
                  </a:cubicBezTo>
                  <a:cubicBezTo>
                    <a:pt x="795554" y="188818"/>
                    <a:pt x="759625" y="172933"/>
                    <a:pt x="732521" y="162344"/>
                  </a:cubicBezTo>
                  <a:cubicBezTo>
                    <a:pt x="705417" y="151755"/>
                    <a:pt x="693693" y="157049"/>
                    <a:pt x="693693" y="174068"/>
                  </a:cubicBezTo>
                  <a:cubicBezTo>
                    <a:pt x="693693" y="191087"/>
                    <a:pt x="683104" y="168773"/>
                    <a:pt x="674910" y="187053"/>
                  </a:cubicBezTo>
                  <a:cubicBezTo>
                    <a:pt x="666715" y="205332"/>
                    <a:pt x="651335" y="193482"/>
                    <a:pt x="661421" y="187683"/>
                  </a:cubicBezTo>
                  <a:cubicBezTo>
                    <a:pt x="671380" y="181758"/>
                    <a:pt x="680834" y="168269"/>
                    <a:pt x="684364" y="157049"/>
                  </a:cubicBezTo>
                  <a:cubicBezTo>
                    <a:pt x="687894" y="145829"/>
                    <a:pt x="645536" y="137005"/>
                    <a:pt x="630787" y="142930"/>
                  </a:cubicBezTo>
                  <a:cubicBezTo>
                    <a:pt x="616037" y="148855"/>
                    <a:pt x="625492" y="170034"/>
                    <a:pt x="613768" y="163478"/>
                  </a:cubicBezTo>
                  <a:cubicBezTo>
                    <a:pt x="602044" y="157049"/>
                    <a:pt x="611373" y="141039"/>
                    <a:pt x="620828" y="141669"/>
                  </a:cubicBezTo>
                  <a:cubicBezTo>
                    <a:pt x="630282" y="142300"/>
                    <a:pt x="640872" y="122886"/>
                    <a:pt x="647301" y="108766"/>
                  </a:cubicBezTo>
                  <a:cubicBezTo>
                    <a:pt x="653731" y="94647"/>
                    <a:pt x="636081" y="92252"/>
                    <a:pt x="625492" y="80528"/>
                  </a:cubicBezTo>
                  <a:cubicBezTo>
                    <a:pt x="615029" y="68930"/>
                    <a:pt x="617172" y="34892"/>
                    <a:pt x="606456" y="29597"/>
                  </a:cubicBezTo>
                  <a:cubicBezTo>
                    <a:pt x="594984" y="40943"/>
                    <a:pt x="579478" y="58844"/>
                    <a:pt x="575066" y="71955"/>
                  </a:cubicBezTo>
                  <a:cubicBezTo>
                    <a:pt x="569519" y="88722"/>
                    <a:pt x="562333" y="79141"/>
                    <a:pt x="547206" y="83931"/>
                  </a:cubicBezTo>
                  <a:cubicBezTo>
                    <a:pt x="532078" y="88722"/>
                    <a:pt x="524892" y="82293"/>
                    <a:pt x="520858" y="75989"/>
                  </a:cubicBezTo>
                  <a:cubicBezTo>
                    <a:pt x="516950" y="69560"/>
                    <a:pt x="501696" y="75989"/>
                    <a:pt x="491359" y="75107"/>
                  </a:cubicBezTo>
                  <a:cubicBezTo>
                    <a:pt x="481021" y="74351"/>
                    <a:pt x="487325" y="87839"/>
                    <a:pt x="480139" y="91874"/>
                  </a:cubicBezTo>
                  <a:cubicBezTo>
                    <a:pt x="472953" y="95782"/>
                    <a:pt x="454674" y="83931"/>
                    <a:pt x="448244" y="91117"/>
                  </a:cubicBezTo>
                  <a:cubicBezTo>
                    <a:pt x="441815" y="98303"/>
                    <a:pt x="437907" y="91117"/>
                    <a:pt x="434756" y="97421"/>
                  </a:cubicBezTo>
                  <a:cubicBezTo>
                    <a:pt x="431604" y="103724"/>
                    <a:pt x="420384" y="99816"/>
                    <a:pt x="417233" y="103724"/>
                  </a:cubicBezTo>
                  <a:cubicBezTo>
                    <a:pt x="414081" y="107758"/>
                    <a:pt x="402861" y="110027"/>
                    <a:pt x="388490" y="94143"/>
                  </a:cubicBezTo>
                  <a:cubicBezTo>
                    <a:pt x="374118" y="78259"/>
                    <a:pt x="376513" y="51911"/>
                    <a:pt x="382943" y="47121"/>
                  </a:cubicBezTo>
                  <a:cubicBezTo>
                    <a:pt x="389246" y="42330"/>
                    <a:pt x="389246" y="28841"/>
                    <a:pt x="380548" y="24807"/>
                  </a:cubicBezTo>
                  <a:cubicBezTo>
                    <a:pt x="371723" y="20899"/>
                    <a:pt x="380548" y="4132"/>
                    <a:pt x="369454" y="2494"/>
                  </a:cubicBezTo>
                  <a:cubicBezTo>
                    <a:pt x="358234" y="855"/>
                    <a:pt x="359873" y="15226"/>
                    <a:pt x="352687" y="17621"/>
                  </a:cubicBezTo>
                  <a:cubicBezTo>
                    <a:pt x="345502" y="20017"/>
                    <a:pt x="327979" y="31993"/>
                    <a:pt x="320036" y="30354"/>
                  </a:cubicBezTo>
                  <a:cubicBezTo>
                    <a:pt x="312094" y="28715"/>
                    <a:pt x="301757" y="31993"/>
                    <a:pt x="301757" y="40691"/>
                  </a:cubicBezTo>
                  <a:cubicBezTo>
                    <a:pt x="301757" y="49516"/>
                    <a:pt x="293058" y="47121"/>
                    <a:pt x="291420" y="39935"/>
                  </a:cubicBezTo>
                  <a:cubicBezTo>
                    <a:pt x="289781" y="32749"/>
                    <a:pt x="273140" y="36783"/>
                    <a:pt x="268350" y="31993"/>
                  </a:cubicBezTo>
                  <a:cubicBezTo>
                    <a:pt x="263559" y="27202"/>
                    <a:pt x="241246" y="29597"/>
                    <a:pt x="250827" y="35144"/>
                  </a:cubicBezTo>
                  <a:cubicBezTo>
                    <a:pt x="260408" y="40691"/>
                    <a:pt x="261164" y="46238"/>
                    <a:pt x="261164" y="55063"/>
                  </a:cubicBezTo>
                  <a:cubicBezTo>
                    <a:pt x="261164" y="63887"/>
                    <a:pt x="268350" y="61366"/>
                    <a:pt x="268350" y="71829"/>
                  </a:cubicBezTo>
                  <a:cubicBezTo>
                    <a:pt x="268350" y="82167"/>
                    <a:pt x="276292" y="74981"/>
                    <a:pt x="281839" y="74981"/>
                  </a:cubicBezTo>
                  <a:cubicBezTo>
                    <a:pt x="287386" y="74981"/>
                    <a:pt x="287386" y="84562"/>
                    <a:pt x="278687" y="86075"/>
                  </a:cubicBezTo>
                  <a:cubicBezTo>
                    <a:pt x="269863" y="87713"/>
                    <a:pt x="265955" y="92378"/>
                    <a:pt x="263559" y="100446"/>
                  </a:cubicBezTo>
                  <a:cubicBezTo>
                    <a:pt x="261164" y="108388"/>
                    <a:pt x="253222" y="102841"/>
                    <a:pt x="246036" y="109144"/>
                  </a:cubicBezTo>
                  <a:cubicBezTo>
                    <a:pt x="238850" y="115574"/>
                    <a:pt x="232547" y="121877"/>
                    <a:pt x="227757" y="118725"/>
                  </a:cubicBezTo>
                  <a:cubicBezTo>
                    <a:pt x="222966" y="115574"/>
                    <a:pt x="219058" y="117969"/>
                    <a:pt x="213385" y="121121"/>
                  </a:cubicBezTo>
                  <a:cubicBezTo>
                    <a:pt x="207839" y="124272"/>
                    <a:pt x="205443" y="121121"/>
                    <a:pt x="197501" y="114817"/>
                  </a:cubicBezTo>
                  <a:cubicBezTo>
                    <a:pt x="191576" y="110027"/>
                    <a:pt x="187794" y="98555"/>
                    <a:pt x="177205" y="87966"/>
                  </a:cubicBezTo>
                  <a:cubicBezTo>
                    <a:pt x="170901" y="90991"/>
                    <a:pt x="158043" y="95529"/>
                    <a:pt x="151235" y="95529"/>
                  </a:cubicBezTo>
                  <a:cubicBezTo>
                    <a:pt x="141906" y="95529"/>
                    <a:pt x="112785" y="93386"/>
                    <a:pt x="111147" y="98429"/>
                  </a:cubicBezTo>
                  <a:cubicBezTo>
                    <a:pt x="109508" y="103472"/>
                    <a:pt x="113290" y="111918"/>
                    <a:pt x="118080" y="113052"/>
                  </a:cubicBezTo>
                  <a:cubicBezTo>
                    <a:pt x="122871" y="114187"/>
                    <a:pt x="132956" y="117087"/>
                    <a:pt x="123375" y="123894"/>
                  </a:cubicBezTo>
                  <a:cubicBezTo>
                    <a:pt x="113794" y="130828"/>
                    <a:pt x="105348" y="121499"/>
                    <a:pt x="105348" y="138139"/>
                  </a:cubicBezTo>
                  <a:cubicBezTo>
                    <a:pt x="105348" y="154906"/>
                    <a:pt x="126779" y="165748"/>
                    <a:pt x="122366" y="181128"/>
                  </a:cubicBezTo>
                  <a:cubicBezTo>
                    <a:pt x="120097" y="189070"/>
                    <a:pt x="116946" y="209492"/>
                    <a:pt x="116946" y="217308"/>
                  </a:cubicBezTo>
                  <a:cubicBezTo>
                    <a:pt x="116946" y="225124"/>
                    <a:pt x="113794" y="251850"/>
                    <a:pt x="106734" y="253363"/>
                  </a:cubicBezTo>
                  <a:cubicBezTo>
                    <a:pt x="99675" y="255002"/>
                    <a:pt x="93371" y="247186"/>
                    <a:pt x="83917" y="255002"/>
                  </a:cubicBezTo>
                  <a:cubicBezTo>
                    <a:pt x="74462" y="262818"/>
                    <a:pt x="62738" y="258153"/>
                    <a:pt x="51770" y="266726"/>
                  </a:cubicBezTo>
                  <a:cubicBezTo>
                    <a:pt x="40802" y="275298"/>
                    <a:pt x="29078" y="272147"/>
                    <a:pt x="28196" y="282358"/>
                  </a:cubicBezTo>
                  <a:cubicBezTo>
                    <a:pt x="27313" y="292569"/>
                    <a:pt x="17228" y="298116"/>
                    <a:pt x="19623" y="307445"/>
                  </a:cubicBezTo>
                  <a:cubicBezTo>
                    <a:pt x="22019" y="316900"/>
                    <a:pt x="14959" y="314505"/>
                    <a:pt x="7899" y="321564"/>
                  </a:cubicBezTo>
                  <a:cubicBezTo>
                    <a:pt x="840" y="328624"/>
                    <a:pt x="8656" y="333288"/>
                    <a:pt x="3991" y="338835"/>
                  </a:cubicBezTo>
                  <a:cubicBezTo>
                    <a:pt x="-673" y="344382"/>
                    <a:pt x="5630" y="352954"/>
                    <a:pt x="11051" y="361527"/>
                  </a:cubicBezTo>
                  <a:cubicBezTo>
                    <a:pt x="16598" y="370099"/>
                    <a:pt x="22775" y="376402"/>
                    <a:pt x="22019" y="384344"/>
                  </a:cubicBezTo>
                  <a:cubicBezTo>
                    <a:pt x="21262" y="392160"/>
                    <a:pt x="27440" y="395312"/>
                    <a:pt x="35381" y="394556"/>
                  </a:cubicBezTo>
                  <a:cubicBezTo>
                    <a:pt x="43198" y="393799"/>
                    <a:pt x="36894" y="409431"/>
                    <a:pt x="49501" y="409431"/>
                  </a:cubicBezTo>
                  <a:cubicBezTo>
                    <a:pt x="62107" y="409431"/>
                    <a:pt x="74588" y="412583"/>
                    <a:pt x="77739" y="405523"/>
                  </a:cubicBezTo>
                  <a:cubicBezTo>
                    <a:pt x="80891" y="398464"/>
                    <a:pt x="89463" y="392917"/>
                    <a:pt x="89463" y="403128"/>
                  </a:cubicBezTo>
                  <a:cubicBezTo>
                    <a:pt x="89463" y="413339"/>
                    <a:pt x="87068" y="440822"/>
                    <a:pt x="95767" y="437670"/>
                  </a:cubicBezTo>
                  <a:cubicBezTo>
                    <a:pt x="104465" y="434518"/>
                    <a:pt x="121610" y="435275"/>
                    <a:pt x="130308" y="438426"/>
                  </a:cubicBezTo>
                  <a:cubicBezTo>
                    <a:pt x="138881" y="441578"/>
                    <a:pt x="147579" y="438426"/>
                    <a:pt x="153000" y="432880"/>
                  </a:cubicBezTo>
                  <a:cubicBezTo>
                    <a:pt x="158547" y="427333"/>
                    <a:pt x="164724" y="427459"/>
                    <a:pt x="175692" y="421156"/>
                  </a:cubicBezTo>
                  <a:cubicBezTo>
                    <a:pt x="186660" y="414852"/>
                    <a:pt x="196871" y="407036"/>
                    <a:pt x="207082" y="407036"/>
                  </a:cubicBezTo>
                  <a:cubicBezTo>
                    <a:pt x="217293" y="407036"/>
                    <a:pt x="234564" y="400733"/>
                    <a:pt x="232169" y="408549"/>
                  </a:cubicBezTo>
                  <a:cubicBezTo>
                    <a:pt x="229774" y="416365"/>
                    <a:pt x="228261" y="445486"/>
                    <a:pt x="240742" y="460362"/>
                  </a:cubicBezTo>
                  <a:cubicBezTo>
                    <a:pt x="253348" y="475237"/>
                    <a:pt x="260408" y="480784"/>
                    <a:pt x="272132" y="479271"/>
                  </a:cubicBezTo>
                  <a:cubicBezTo>
                    <a:pt x="283856" y="477633"/>
                    <a:pt x="282343" y="483936"/>
                    <a:pt x="290915" y="483179"/>
                  </a:cubicBezTo>
                  <a:cubicBezTo>
                    <a:pt x="299488" y="482423"/>
                    <a:pt x="294067" y="492508"/>
                    <a:pt x="301883" y="492508"/>
                  </a:cubicBezTo>
                  <a:cubicBezTo>
                    <a:pt x="309699" y="492508"/>
                    <a:pt x="323818" y="494147"/>
                    <a:pt x="323818" y="502720"/>
                  </a:cubicBezTo>
                  <a:cubicBezTo>
                    <a:pt x="323818" y="511418"/>
                    <a:pt x="347392" y="504358"/>
                    <a:pt x="352813" y="509023"/>
                  </a:cubicBezTo>
                  <a:cubicBezTo>
                    <a:pt x="358360" y="513687"/>
                    <a:pt x="364537" y="517595"/>
                    <a:pt x="363025" y="527050"/>
                  </a:cubicBezTo>
                  <a:cubicBezTo>
                    <a:pt x="361386" y="536505"/>
                    <a:pt x="374749" y="543565"/>
                    <a:pt x="366933" y="547473"/>
                  </a:cubicBezTo>
                  <a:cubicBezTo>
                    <a:pt x="359117" y="551381"/>
                    <a:pt x="369328" y="559197"/>
                    <a:pt x="370084" y="569408"/>
                  </a:cubicBezTo>
                  <a:cubicBezTo>
                    <a:pt x="370841" y="579619"/>
                    <a:pt x="381808" y="583527"/>
                    <a:pt x="399079" y="582771"/>
                  </a:cubicBezTo>
                  <a:cubicBezTo>
                    <a:pt x="416350" y="582014"/>
                    <a:pt x="421015" y="583527"/>
                    <a:pt x="421015" y="596134"/>
                  </a:cubicBezTo>
                  <a:cubicBezTo>
                    <a:pt x="421015" y="608614"/>
                    <a:pt x="432739" y="610253"/>
                    <a:pt x="436647" y="621977"/>
                  </a:cubicBezTo>
                  <a:cubicBezTo>
                    <a:pt x="440554" y="633701"/>
                    <a:pt x="431982" y="647064"/>
                    <a:pt x="433495" y="656519"/>
                  </a:cubicBezTo>
                  <a:cubicBezTo>
                    <a:pt x="434629" y="663705"/>
                    <a:pt x="430343" y="671394"/>
                    <a:pt x="425427" y="674546"/>
                  </a:cubicBezTo>
                  <a:cubicBezTo>
                    <a:pt x="431478" y="682236"/>
                    <a:pt x="431982" y="685766"/>
                    <a:pt x="426561" y="688791"/>
                  </a:cubicBezTo>
                  <a:cubicBezTo>
                    <a:pt x="419376" y="692699"/>
                    <a:pt x="435386" y="703919"/>
                    <a:pt x="431352" y="721442"/>
                  </a:cubicBezTo>
                  <a:cubicBezTo>
                    <a:pt x="427444" y="738965"/>
                    <a:pt x="426561" y="742117"/>
                    <a:pt x="444967" y="743000"/>
                  </a:cubicBezTo>
                  <a:cubicBezTo>
                    <a:pt x="463246" y="743756"/>
                    <a:pt x="461734" y="749303"/>
                    <a:pt x="468037" y="745395"/>
                  </a:cubicBezTo>
                  <a:cubicBezTo>
                    <a:pt x="474466" y="741361"/>
                    <a:pt x="483921" y="759010"/>
                    <a:pt x="486316" y="767708"/>
                  </a:cubicBezTo>
                  <a:cubicBezTo>
                    <a:pt x="488711" y="776407"/>
                    <a:pt x="495897" y="797081"/>
                    <a:pt x="499049" y="797081"/>
                  </a:cubicBezTo>
                  <a:cubicBezTo>
                    <a:pt x="502200" y="797081"/>
                    <a:pt x="511781" y="787501"/>
                    <a:pt x="521362" y="792291"/>
                  </a:cubicBezTo>
                  <a:cubicBezTo>
                    <a:pt x="530313" y="796703"/>
                    <a:pt x="519219" y="826707"/>
                    <a:pt x="518841" y="839817"/>
                  </a:cubicBezTo>
                  <a:cubicBezTo>
                    <a:pt x="525522" y="839565"/>
                    <a:pt x="533591" y="839565"/>
                    <a:pt x="536238" y="840952"/>
                  </a:cubicBezTo>
                  <a:cubicBezTo>
                    <a:pt x="541028" y="843347"/>
                    <a:pt x="543424" y="875494"/>
                    <a:pt x="541028" y="881545"/>
                  </a:cubicBezTo>
                  <a:cubicBezTo>
                    <a:pt x="538633" y="887470"/>
                    <a:pt x="518967" y="892891"/>
                    <a:pt x="508882" y="899446"/>
                  </a:cubicBezTo>
                  <a:cubicBezTo>
                    <a:pt x="498797" y="906002"/>
                    <a:pt x="474340" y="929324"/>
                    <a:pt x="462994" y="947729"/>
                  </a:cubicBezTo>
                  <a:cubicBezTo>
                    <a:pt x="456313" y="958697"/>
                    <a:pt x="446480" y="967773"/>
                    <a:pt x="439546" y="975589"/>
                  </a:cubicBezTo>
                  <a:cubicBezTo>
                    <a:pt x="442824" y="976094"/>
                    <a:pt x="445597" y="975968"/>
                    <a:pt x="447488" y="975085"/>
                  </a:cubicBezTo>
                  <a:cubicBezTo>
                    <a:pt x="452909" y="972690"/>
                    <a:pt x="461229" y="972690"/>
                    <a:pt x="470180" y="983405"/>
                  </a:cubicBezTo>
                  <a:cubicBezTo>
                    <a:pt x="479130" y="994121"/>
                    <a:pt x="478500" y="1002441"/>
                    <a:pt x="482156" y="1001937"/>
                  </a:cubicBezTo>
                  <a:cubicBezTo>
                    <a:pt x="485686" y="1001307"/>
                    <a:pt x="489972" y="987692"/>
                    <a:pt x="497032" y="997777"/>
                  </a:cubicBezTo>
                  <a:cubicBezTo>
                    <a:pt x="504217" y="1007862"/>
                    <a:pt x="522623" y="1015678"/>
                    <a:pt x="526783" y="1020469"/>
                  </a:cubicBezTo>
                  <a:cubicBezTo>
                    <a:pt x="530943" y="1025259"/>
                    <a:pt x="544684" y="1028789"/>
                    <a:pt x="544684" y="1041269"/>
                  </a:cubicBezTo>
                  <a:cubicBezTo>
                    <a:pt x="544684" y="1050220"/>
                    <a:pt x="540398" y="1067113"/>
                    <a:pt x="547458" y="1081484"/>
                  </a:cubicBezTo>
                  <a:cubicBezTo>
                    <a:pt x="550988" y="1077576"/>
                    <a:pt x="554896" y="1073290"/>
                    <a:pt x="560064" y="106963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7" name="Google Shape;757;p22"/>
            <p:cNvSpPr/>
            <p:nvPr/>
          </p:nvSpPr>
          <p:spPr>
            <a:xfrm>
              <a:off x="4232619" y="5406546"/>
              <a:ext cx="126065" cy="138672"/>
            </a:xfrm>
            <a:custGeom>
              <a:rect b="b" l="l" r="r" t="t"/>
              <a:pathLst>
                <a:path extrusionOk="0" h="138671" w="126065">
                  <a:moveTo>
                    <a:pt x="131878" y="69839"/>
                  </a:moveTo>
                  <a:cubicBezTo>
                    <a:pt x="131878" y="57358"/>
                    <a:pt x="118137" y="53702"/>
                    <a:pt x="113977" y="49038"/>
                  </a:cubicBezTo>
                  <a:cubicBezTo>
                    <a:pt x="109817" y="44247"/>
                    <a:pt x="91285" y="36558"/>
                    <a:pt x="84226" y="26346"/>
                  </a:cubicBezTo>
                  <a:cubicBezTo>
                    <a:pt x="77040" y="16261"/>
                    <a:pt x="72880" y="29876"/>
                    <a:pt x="69350" y="30506"/>
                  </a:cubicBezTo>
                  <a:cubicBezTo>
                    <a:pt x="65820" y="31137"/>
                    <a:pt x="66324" y="22690"/>
                    <a:pt x="57374" y="11975"/>
                  </a:cubicBezTo>
                  <a:cubicBezTo>
                    <a:pt x="48423" y="1259"/>
                    <a:pt x="40103" y="1259"/>
                    <a:pt x="34682" y="3655"/>
                  </a:cubicBezTo>
                  <a:cubicBezTo>
                    <a:pt x="32791" y="4537"/>
                    <a:pt x="30018" y="4663"/>
                    <a:pt x="26740" y="4159"/>
                  </a:cubicBezTo>
                  <a:cubicBezTo>
                    <a:pt x="21949" y="9579"/>
                    <a:pt x="18546" y="14496"/>
                    <a:pt x="18546" y="19160"/>
                  </a:cubicBezTo>
                  <a:cubicBezTo>
                    <a:pt x="18546" y="30506"/>
                    <a:pt x="10225" y="42987"/>
                    <a:pt x="9595" y="64418"/>
                  </a:cubicBezTo>
                  <a:cubicBezTo>
                    <a:pt x="8965" y="85849"/>
                    <a:pt x="3040" y="82319"/>
                    <a:pt x="2409" y="98960"/>
                  </a:cubicBezTo>
                  <a:cubicBezTo>
                    <a:pt x="1779" y="115726"/>
                    <a:pt x="7830" y="112701"/>
                    <a:pt x="10099" y="115096"/>
                  </a:cubicBezTo>
                  <a:cubicBezTo>
                    <a:pt x="11486" y="116357"/>
                    <a:pt x="9847" y="121778"/>
                    <a:pt x="8082" y="126190"/>
                  </a:cubicBezTo>
                  <a:cubicBezTo>
                    <a:pt x="10604" y="128459"/>
                    <a:pt x="13125" y="131863"/>
                    <a:pt x="18546" y="131232"/>
                  </a:cubicBezTo>
                  <a:cubicBezTo>
                    <a:pt x="29135" y="130098"/>
                    <a:pt x="39725" y="134258"/>
                    <a:pt x="52709" y="140057"/>
                  </a:cubicBezTo>
                  <a:cubicBezTo>
                    <a:pt x="65694" y="145982"/>
                    <a:pt x="60904" y="138292"/>
                    <a:pt x="73258" y="140057"/>
                  </a:cubicBezTo>
                  <a:cubicBezTo>
                    <a:pt x="85612" y="141822"/>
                    <a:pt x="99732" y="142956"/>
                    <a:pt x="113221" y="134762"/>
                  </a:cubicBezTo>
                  <a:cubicBezTo>
                    <a:pt x="122549" y="129089"/>
                    <a:pt x="127088" y="119382"/>
                    <a:pt x="134400" y="109927"/>
                  </a:cubicBezTo>
                  <a:cubicBezTo>
                    <a:pt x="127592" y="95682"/>
                    <a:pt x="131878" y="78789"/>
                    <a:pt x="131878" y="69839"/>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8" name="Google Shape;758;p22"/>
            <p:cNvSpPr/>
            <p:nvPr/>
          </p:nvSpPr>
          <p:spPr>
            <a:xfrm>
              <a:off x="3826290" y="5170050"/>
              <a:ext cx="529473" cy="1046340"/>
            </a:xfrm>
            <a:custGeom>
              <a:rect b="b" l="l" r="r" t="t"/>
              <a:pathLst>
                <a:path extrusionOk="0" h="1046339" w="529473">
                  <a:moveTo>
                    <a:pt x="203756" y="1035242"/>
                  </a:moveTo>
                  <a:cubicBezTo>
                    <a:pt x="189007" y="1034612"/>
                    <a:pt x="160264" y="1007634"/>
                    <a:pt x="151440" y="1000575"/>
                  </a:cubicBezTo>
                  <a:cubicBezTo>
                    <a:pt x="142615" y="993515"/>
                    <a:pt x="149044" y="986455"/>
                    <a:pt x="138455" y="988220"/>
                  </a:cubicBezTo>
                  <a:cubicBezTo>
                    <a:pt x="127865" y="989985"/>
                    <a:pt x="134925" y="980026"/>
                    <a:pt x="140850" y="977001"/>
                  </a:cubicBezTo>
                  <a:cubicBezTo>
                    <a:pt x="146271" y="974227"/>
                    <a:pt x="138707" y="964268"/>
                    <a:pt x="131521" y="962629"/>
                  </a:cubicBezTo>
                  <a:cubicBezTo>
                    <a:pt x="130765" y="978387"/>
                    <a:pt x="127487" y="1049362"/>
                    <a:pt x="131647" y="1049992"/>
                  </a:cubicBezTo>
                  <a:cubicBezTo>
                    <a:pt x="135934" y="1050749"/>
                    <a:pt x="167198" y="1046336"/>
                    <a:pt x="176400" y="1052388"/>
                  </a:cubicBezTo>
                  <a:cubicBezTo>
                    <a:pt x="179930" y="1053522"/>
                    <a:pt x="184721" y="1056422"/>
                    <a:pt x="188503" y="1052388"/>
                  </a:cubicBezTo>
                  <a:cubicBezTo>
                    <a:pt x="194428" y="1045958"/>
                    <a:pt x="212077" y="1049488"/>
                    <a:pt x="221406" y="1043563"/>
                  </a:cubicBezTo>
                  <a:cubicBezTo>
                    <a:pt x="230861" y="1037512"/>
                    <a:pt x="218506" y="1035747"/>
                    <a:pt x="203756" y="1035242"/>
                  </a:cubicBezTo>
                  <a:close/>
                  <a:moveTo>
                    <a:pt x="529761" y="106017"/>
                  </a:moveTo>
                  <a:cubicBezTo>
                    <a:pt x="527113" y="104631"/>
                    <a:pt x="518919" y="104631"/>
                    <a:pt x="512364" y="104883"/>
                  </a:cubicBezTo>
                  <a:cubicBezTo>
                    <a:pt x="512364" y="105891"/>
                    <a:pt x="512364" y="106774"/>
                    <a:pt x="512490" y="107530"/>
                  </a:cubicBezTo>
                  <a:cubicBezTo>
                    <a:pt x="514129" y="118624"/>
                    <a:pt x="506943" y="147367"/>
                    <a:pt x="499001" y="146610"/>
                  </a:cubicBezTo>
                  <a:cubicBezTo>
                    <a:pt x="491059" y="145854"/>
                    <a:pt x="484629" y="158587"/>
                    <a:pt x="478326" y="156948"/>
                  </a:cubicBezTo>
                  <a:cubicBezTo>
                    <a:pt x="471897" y="155309"/>
                    <a:pt x="463198" y="166528"/>
                    <a:pt x="455256" y="161738"/>
                  </a:cubicBezTo>
                  <a:cubicBezTo>
                    <a:pt x="447314" y="156948"/>
                    <a:pt x="436094" y="163377"/>
                    <a:pt x="429791" y="159343"/>
                  </a:cubicBezTo>
                  <a:cubicBezTo>
                    <a:pt x="423362" y="155435"/>
                    <a:pt x="405082" y="158587"/>
                    <a:pt x="405082" y="153796"/>
                  </a:cubicBezTo>
                  <a:cubicBezTo>
                    <a:pt x="405082" y="149005"/>
                    <a:pt x="413907" y="150644"/>
                    <a:pt x="413907" y="136273"/>
                  </a:cubicBezTo>
                  <a:cubicBezTo>
                    <a:pt x="413907" y="121902"/>
                    <a:pt x="437733" y="106017"/>
                    <a:pt x="434582" y="100470"/>
                  </a:cubicBezTo>
                  <a:cubicBezTo>
                    <a:pt x="431430" y="94923"/>
                    <a:pt x="390711" y="82948"/>
                    <a:pt x="385164" y="75762"/>
                  </a:cubicBezTo>
                  <a:cubicBezTo>
                    <a:pt x="379617" y="68576"/>
                    <a:pt x="371675" y="62146"/>
                    <a:pt x="355665" y="60634"/>
                  </a:cubicBezTo>
                  <a:cubicBezTo>
                    <a:pt x="339781" y="58995"/>
                    <a:pt x="340537" y="51053"/>
                    <a:pt x="326166" y="42355"/>
                  </a:cubicBezTo>
                  <a:cubicBezTo>
                    <a:pt x="314190" y="35043"/>
                    <a:pt x="295658" y="15503"/>
                    <a:pt x="289355" y="4661"/>
                  </a:cubicBezTo>
                  <a:cubicBezTo>
                    <a:pt x="279648" y="3653"/>
                    <a:pt x="265907" y="1635"/>
                    <a:pt x="263133" y="4913"/>
                  </a:cubicBezTo>
                  <a:cubicBezTo>
                    <a:pt x="259225" y="9578"/>
                    <a:pt x="252922" y="31639"/>
                    <a:pt x="247501" y="20671"/>
                  </a:cubicBezTo>
                  <a:cubicBezTo>
                    <a:pt x="241954" y="9703"/>
                    <a:pt x="228718" y="9703"/>
                    <a:pt x="216867" y="8065"/>
                  </a:cubicBezTo>
                  <a:cubicBezTo>
                    <a:pt x="205143" y="6552"/>
                    <a:pt x="205900" y="-4416"/>
                    <a:pt x="193293" y="8821"/>
                  </a:cubicBezTo>
                  <a:cubicBezTo>
                    <a:pt x="187746" y="14746"/>
                    <a:pt x="180435" y="20671"/>
                    <a:pt x="173879" y="24831"/>
                  </a:cubicBezTo>
                  <a:cubicBezTo>
                    <a:pt x="173123" y="37564"/>
                    <a:pt x="170728" y="51809"/>
                    <a:pt x="168458" y="55843"/>
                  </a:cubicBezTo>
                  <a:cubicBezTo>
                    <a:pt x="165307" y="61390"/>
                    <a:pt x="138959" y="73366"/>
                    <a:pt x="138203" y="79796"/>
                  </a:cubicBezTo>
                  <a:cubicBezTo>
                    <a:pt x="137446" y="86099"/>
                    <a:pt x="141354" y="94923"/>
                    <a:pt x="136564" y="98958"/>
                  </a:cubicBezTo>
                  <a:cubicBezTo>
                    <a:pt x="131773" y="102866"/>
                    <a:pt x="147658" y="122784"/>
                    <a:pt x="138959" y="127574"/>
                  </a:cubicBezTo>
                  <a:cubicBezTo>
                    <a:pt x="130135" y="132365"/>
                    <a:pt x="145262" y="140307"/>
                    <a:pt x="139715" y="145097"/>
                  </a:cubicBezTo>
                  <a:cubicBezTo>
                    <a:pt x="134169" y="149888"/>
                    <a:pt x="123831" y="152283"/>
                    <a:pt x="123831" y="157830"/>
                  </a:cubicBezTo>
                  <a:cubicBezTo>
                    <a:pt x="123831" y="163377"/>
                    <a:pt x="123075" y="176992"/>
                    <a:pt x="115889" y="180144"/>
                  </a:cubicBezTo>
                  <a:cubicBezTo>
                    <a:pt x="108704" y="183295"/>
                    <a:pt x="103913" y="195271"/>
                    <a:pt x="103913" y="204096"/>
                  </a:cubicBezTo>
                  <a:cubicBezTo>
                    <a:pt x="103913" y="212921"/>
                    <a:pt x="92819" y="207247"/>
                    <a:pt x="96727" y="218467"/>
                  </a:cubicBezTo>
                  <a:cubicBezTo>
                    <a:pt x="100761" y="229687"/>
                    <a:pt x="105426" y="243176"/>
                    <a:pt x="96727" y="245571"/>
                  </a:cubicBezTo>
                  <a:cubicBezTo>
                    <a:pt x="87903" y="247967"/>
                    <a:pt x="90298" y="266246"/>
                    <a:pt x="85508" y="266246"/>
                  </a:cubicBezTo>
                  <a:cubicBezTo>
                    <a:pt x="80717" y="266246"/>
                    <a:pt x="78322" y="285408"/>
                    <a:pt x="85508" y="294863"/>
                  </a:cubicBezTo>
                  <a:cubicBezTo>
                    <a:pt x="92693" y="304443"/>
                    <a:pt x="94332" y="312386"/>
                    <a:pt x="94332" y="321210"/>
                  </a:cubicBezTo>
                  <a:cubicBezTo>
                    <a:pt x="94332" y="329909"/>
                    <a:pt x="103913" y="334699"/>
                    <a:pt x="100635" y="344280"/>
                  </a:cubicBezTo>
                  <a:cubicBezTo>
                    <a:pt x="97484" y="353861"/>
                    <a:pt x="98996" y="362560"/>
                    <a:pt x="93450" y="366594"/>
                  </a:cubicBezTo>
                  <a:cubicBezTo>
                    <a:pt x="87903" y="370628"/>
                    <a:pt x="92693" y="382478"/>
                    <a:pt x="85508" y="385756"/>
                  </a:cubicBezTo>
                  <a:cubicBezTo>
                    <a:pt x="78322" y="388907"/>
                    <a:pt x="91054" y="414372"/>
                    <a:pt x="85508" y="419163"/>
                  </a:cubicBezTo>
                  <a:cubicBezTo>
                    <a:pt x="79961" y="423953"/>
                    <a:pt x="65589" y="427987"/>
                    <a:pt x="65589" y="445510"/>
                  </a:cubicBezTo>
                  <a:cubicBezTo>
                    <a:pt x="65589" y="463034"/>
                    <a:pt x="68237" y="472992"/>
                    <a:pt x="66346" y="480556"/>
                  </a:cubicBezTo>
                  <a:cubicBezTo>
                    <a:pt x="64707" y="486860"/>
                    <a:pt x="74288" y="485347"/>
                    <a:pt x="72775" y="495684"/>
                  </a:cubicBezTo>
                  <a:cubicBezTo>
                    <a:pt x="71136" y="506022"/>
                    <a:pt x="58404" y="499592"/>
                    <a:pt x="57647" y="506022"/>
                  </a:cubicBezTo>
                  <a:cubicBezTo>
                    <a:pt x="56891" y="512451"/>
                    <a:pt x="60799" y="525183"/>
                    <a:pt x="56008" y="525940"/>
                  </a:cubicBezTo>
                  <a:cubicBezTo>
                    <a:pt x="51218" y="526696"/>
                    <a:pt x="48823" y="531487"/>
                    <a:pt x="48823" y="542707"/>
                  </a:cubicBezTo>
                  <a:cubicBezTo>
                    <a:pt x="48823" y="553800"/>
                    <a:pt x="42393" y="555439"/>
                    <a:pt x="41637" y="560986"/>
                  </a:cubicBezTo>
                  <a:cubicBezTo>
                    <a:pt x="40880" y="566533"/>
                    <a:pt x="47184" y="572962"/>
                    <a:pt x="47184" y="579265"/>
                  </a:cubicBezTo>
                  <a:cubicBezTo>
                    <a:pt x="47184" y="585695"/>
                    <a:pt x="51092" y="607126"/>
                    <a:pt x="45545" y="608008"/>
                  </a:cubicBezTo>
                  <a:cubicBezTo>
                    <a:pt x="39998" y="608765"/>
                    <a:pt x="36847" y="632717"/>
                    <a:pt x="41637" y="635869"/>
                  </a:cubicBezTo>
                  <a:cubicBezTo>
                    <a:pt x="46427" y="639020"/>
                    <a:pt x="46427" y="645450"/>
                    <a:pt x="44032" y="650240"/>
                  </a:cubicBezTo>
                  <a:cubicBezTo>
                    <a:pt x="41637" y="655030"/>
                    <a:pt x="55126" y="659821"/>
                    <a:pt x="48066" y="667007"/>
                  </a:cubicBezTo>
                  <a:cubicBezTo>
                    <a:pt x="40880" y="674192"/>
                    <a:pt x="46553" y="683395"/>
                    <a:pt x="56008" y="680496"/>
                  </a:cubicBezTo>
                  <a:cubicBezTo>
                    <a:pt x="63950" y="678100"/>
                    <a:pt x="68741" y="692472"/>
                    <a:pt x="60042" y="692472"/>
                  </a:cubicBezTo>
                  <a:cubicBezTo>
                    <a:pt x="51218" y="692472"/>
                    <a:pt x="42519" y="692472"/>
                    <a:pt x="49705" y="698019"/>
                  </a:cubicBezTo>
                  <a:cubicBezTo>
                    <a:pt x="56891" y="703565"/>
                    <a:pt x="64076" y="711508"/>
                    <a:pt x="53739" y="715542"/>
                  </a:cubicBezTo>
                  <a:cubicBezTo>
                    <a:pt x="43402" y="719576"/>
                    <a:pt x="52100" y="726636"/>
                    <a:pt x="49705" y="736216"/>
                  </a:cubicBezTo>
                  <a:cubicBezTo>
                    <a:pt x="47310" y="745797"/>
                    <a:pt x="56891" y="754496"/>
                    <a:pt x="48949" y="756891"/>
                  </a:cubicBezTo>
                  <a:cubicBezTo>
                    <a:pt x="41007" y="759286"/>
                    <a:pt x="52100" y="773658"/>
                    <a:pt x="41007" y="775170"/>
                  </a:cubicBezTo>
                  <a:cubicBezTo>
                    <a:pt x="29913" y="776809"/>
                    <a:pt x="36972" y="787147"/>
                    <a:pt x="29913" y="792693"/>
                  </a:cubicBezTo>
                  <a:cubicBezTo>
                    <a:pt x="22727" y="798240"/>
                    <a:pt x="39494" y="807821"/>
                    <a:pt x="30669" y="813368"/>
                  </a:cubicBezTo>
                  <a:cubicBezTo>
                    <a:pt x="21971" y="818915"/>
                    <a:pt x="28274" y="831648"/>
                    <a:pt x="19575" y="831648"/>
                  </a:cubicBezTo>
                  <a:cubicBezTo>
                    <a:pt x="10751" y="831648"/>
                    <a:pt x="5960" y="843624"/>
                    <a:pt x="5204" y="849171"/>
                  </a:cubicBezTo>
                  <a:cubicBezTo>
                    <a:pt x="4448" y="854718"/>
                    <a:pt x="-1225" y="865937"/>
                    <a:pt x="5960" y="873879"/>
                  </a:cubicBezTo>
                  <a:cubicBezTo>
                    <a:pt x="13146" y="881822"/>
                    <a:pt x="4322" y="888251"/>
                    <a:pt x="10751" y="891402"/>
                  </a:cubicBezTo>
                  <a:cubicBezTo>
                    <a:pt x="17180" y="894554"/>
                    <a:pt x="38611" y="889764"/>
                    <a:pt x="35460" y="899344"/>
                  </a:cubicBezTo>
                  <a:cubicBezTo>
                    <a:pt x="32308" y="908925"/>
                    <a:pt x="33065" y="929600"/>
                    <a:pt x="37098" y="929600"/>
                  </a:cubicBezTo>
                  <a:cubicBezTo>
                    <a:pt x="41133" y="929600"/>
                    <a:pt x="43528" y="941576"/>
                    <a:pt x="49831" y="940694"/>
                  </a:cubicBezTo>
                  <a:cubicBezTo>
                    <a:pt x="56260" y="939937"/>
                    <a:pt x="84877" y="936660"/>
                    <a:pt x="96853" y="939937"/>
                  </a:cubicBezTo>
                  <a:cubicBezTo>
                    <a:pt x="102778" y="941450"/>
                    <a:pt x="107695" y="944980"/>
                    <a:pt x="111099" y="948132"/>
                  </a:cubicBezTo>
                  <a:cubicBezTo>
                    <a:pt x="117906" y="945106"/>
                    <a:pt x="132908" y="954813"/>
                    <a:pt x="136312" y="951536"/>
                  </a:cubicBezTo>
                  <a:cubicBezTo>
                    <a:pt x="140472" y="947375"/>
                    <a:pt x="121562" y="932121"/>
                    <a:pt x="122192" y="926826"/>
                  </a:cubicBezTo>
                  <a:cubicBezTo>
                    <a:pt x="122823" y="921532"/>
                    <a:pt x="119293" y="912707"/>
                    <a:pt x="119293" y="906782"/>
                  </a:cubicBezTo>
                  <a:cubicBezTo>
                    <a:pt x="119293" y="900857"/>
                    <a:pt x="116394" y="887999"/>
                    <a:pt x="124588" y="882074"/>
                  </a:cubicBezTo>
                  <a:cubicBezTo>
                    <a:pt x="132782" y="876148"/>
                    <a:pt x="133412" y="870350"/>
                    <a:pt x="138707" y="871484"/>
                  </a:cubicBezTo>
                  <a:cubicBezTo>
                    <a:pt x="144002" y="872619"/>
                    <a:pt x="154591" y="866694"/>
                    <a:pt x="155222" y="852574"/>
                  </a:cubicBezTo>
                  <a:cubicBezTo>
                    <a:pt x="155852" y="838455"/>
                    <a:pt x="162281" y="833160"/>
                    <a:pt x="174005" y="823201"/>
                  </a:cubicBezTo>
                  <a:cubicBezTo>
                    <a:pt x="186864" y="812360"/>
                    <a:pt x="208169" y="802022"/>
                    <a:pt x="205143" y="797358"/>
                  </a:cubicBezTo>
                  <a:cubicBezTo>
                    <a:pt x="202244" y="792693"/>
                    <a:pt x="209808" y="777314"/>
                    <a:pt x="209808" y="771515"/>
                  </a:cubicBezTo>
                  <a:cubicBezTo>
                    <a:pt x="209808" y="765590"/>
                    <a:pt x="189763" y="766850"/>
                    <a:pt x="183334" y="764455"/>
                  </a:cubicBezTo>
                  <a:cubicBezTo>
                    <a:pt x="176905" y="762060"/>
                    <a:pt x="153330" y="745671"/>
                    <a:pt x="165055" y="723862"/>
                  </a:cubicBezTo>
                  <a:cubicBezTo>
                    <a:pt x="176779" y="702053"/>
                    <a:pt x="201487" y="699657"/>
                    <a:pt x="208547" y="699153"/>
                  </a:cubicBezTo>
                  <a:cubicBezTo>
                    <a:pt x="215607" y="698523"/>
                    <a:pt x="209177" y="688564"/>
                    <a:pt x="214976" y="685034"/>
                  </a:cubicBezTo>
                  <a:cubicBezTo>
                    <a:pt x="220901" y="681504"/>
                    <a:pt x="222036" y="675579"/>
                    <a:pt x="222036" y="666755"/>
                  </a:cubicBezTo>
                  <a:cubicBezTo>
                    <a:pt x="222036" y="656795"/>
                    <a:pt x="222036" y="640911"/>
                    <a:pt x="232625" y="639650"/>
                  </a:cubicBezTo>
                  <a:cubicBezTo>
                    <a:pt x="243215" y="638516"/>
                    <a:pt x="246114" y="632591"/>
                    <a:pt x="239685" y="630826"/>
                  </a:cubicBezTo>
                  <a:cubicBezTo>
                    <a:pt x="233256" y="629061"/>
                    <a:pt x="230230" y="621371"/>
                    <a:pt x="240820" y="620237"/>
                  </a:cubicBezTo>
                  <a:cubicBezTo>
                    <a:pt x="251409" y="619102"/>
                    <a:pt x="247879" y="629061"/>
                    <a:pt x="255569" y="629061"/>
                  </a:cubicBezTo>
                  <a:cubicBezTo>
                    <a:pt x="263259" y="629061"/>
                    <a:pt x="276118" y="616076"/>
                    <a:pt x="266159" y="608512"/>
                  </a:cubicBezTo>
                  <a:cubicBezTo>
                    <a:pt x="256200" y="600823"/>
                    <a:pt x="253174" y="612042"/>
                    <a:pt x="247879" y="613177"/>
                  </a:cubicBezTo>
                  <a:cubicBezTo>
                    <a:pt x="242585" y="614312"/>
                    <a:pt x="238424" y="606117"/>
                    <a:pt x="233130" y="606117"/>
                  </a:cubicBezTo>
                  <a:cubicBezTo>
                    <a:pt x="227835" y="606117"/>
                    <a:pt x="231365" y="591368"/>
                    <a:pt x="228969" y="586073"/>
                  </a:cubicBezTo>
                  <a:cubicBezTo>
                    <a:pt x="226574" y="580778"/>
                    <a:pt x="223044" y="567794"/>
                    <a:pt x="227835" y="561364"/>
                  </a:cubicBezTo>
                  <a:cubicBezTo>
                    <a:pt x="232499" y="554935"/>
                    <a:pt x="252544" y="571323"/>
                    <a:pt x="270193" y="572584"/>
                  </a:cubicBezTo>
                  <a:cubicBezTo>
                    <a:pt x="287842" y="573719"/>
                    <a:pt x="300827" y="563759"/>
                    <a:pt x="300827" y="557330"/>
                  </a:cubicBezTo>
                  <a:cubicBezTo>
                    <a:pt x="300827" y="550901"/>
                    <a:pt x="292632" y="539051"/>
                    <a:pt x="303222" y="531991"/>
                  </a:cubicBezTo>
                  <a:cubicBezTo>
                    <a:pt x="313811" y="524932"/>
                    <a:pt x="304987" y="522536"/>
                    <a:pt x="302087" y="513081"/>
                  </a:cubicBezTo>
                  <a:cubicBezTo>
                    <a:pt x="299188" y="503626"/>
                    <a:pt x="306752" y="497827"/>
                    <a:pt x="311542" y="502492"/>
                  </a:cubicBezTo>
                  <a:cubicBezTo>
                    <a:pt x="316206" y="507156"/>
                    <a:pt x="351001" y="504257"/>
                    <a:pt x="379743" y="498332"/>
                  </a:cubicBezTo>
                  <a:cubicBezTo>
                    <a:pt x="408612" y="492406"/>
                    <a:pt x="428657" y="481817"/>
                    <a:pt x="430295" y="473623"/>
                  </a:cubicBezTo>
                  <a:cubicBezTo>
                    <a:pt x="432060" y="465429"/>
                    <a:pt x="450340" y="446015"/>
                    <a:pt x="454374" y="438955"/>
                  </a:cubicBezTo>
                  <a:cubicBezTo>
                    <a:pt x="458534" y="431895"/>
                    <a:pt x="455004" y="423071"/>
                    <a:pt x="443154" y="421306"/>
                  </a:cubicBezTo>
                  <a:cubicBezTo>
                    <a:pt x="431430" y="419541"/>
                    <a:pt x="431934" y="406052"/>
                    <a:pt x="438490" y="398362"/>
                  </a:cubicBezTo>
                  <a:cubicBezTo>
                    <a:pt x="444919" y="390672"/>
                    <a:pt x="434960" y="383612"/>
                    <a:pt x="423740" y="382478"/>
                  </a:cubicBezTo>
                  <a:cubicBezTo>
                    <a:pt x="412520" y="381343"/>
                    <a:pt x="394871" y="373653"/>
                    <a:pt x="404956" y="364199"/>
                  </a:cubicBezTo>
                  <a:cubicBezTo>
                    <a:pt x="409747" y="359660"/>
                    <a:pt x="412142" y="360543"/>
                    <a:pt x="414537" y="362560"/>
                  </a:cubicBezTo>
                  <a:cubicBezTo>
                    <a:pt x="416176" y="358021"/>
                    <a:pt x="417815" y="352727"/>
                    <a:pt x="416554" y="351466"/>
                  </a:cubicBezTo>
                  <a:cubicBezTo>
                    <a:pt x="414159" y="349071"/>
                    <a:pt x="408234" y="352096"/>
                    <a:pt x="408864" y="335330"/>
                  </a:cubicBezTo>
                  <a:cubicBezTo>
                    <a:pt x="409495" y="318689"/>
                    <a:pt x="415420" y="322219"/>
                    <a:pt x="416050" y="300788"/>
                  </a:cubicBezTo>
                  <a:cubicBezTo>
                    <a:pt x="416554" y="279357"/>
                    <a:pt x="425001" y="266750"/>
                    <a:pt x="425001" y="255530"/>
                  </a:cubicBezTo>
                  <a:cubicBezTo>
                    <a:pt x="425001" y="244184"/>
                    <a:pt x="445297" y="231074"/>
                    <a:pt x="456643" y="212668"/>
                  </a:cubicBezTo>
                  <a:cubicBezTo>
                    <a:pt x="467989" y="194137"/>
                    <a:pt x="492446" y="170941"/>
                    <a:pt x="502531" y="164385"/>
                  </a:cubicBezTo>
                  <a:cubicBezTo>
                    <a:pt x="512616" y="157830"/>
                    <a:pt x="532282" y="152409"/>
                    <a:pt x="534677" y="146484"/>
                  </a:cubicBezTo>
                  <a:cubicBezTo>
                    <a:pt x="536946" y="140559"/>
                    <a:pt x="534551" y="108413"/>
                    <a:pt x="529761" y="10601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9" name="Google Shape;759;p22"/>
            <p:cNvSpPr/>
            <p:nvPr/>
          </p:nvSpPr>
          <p:spPr>
            <a:xfrm>
              <a:off x="3769083" y="5047949"/>
              <a:ext cx="226917" cy="1197618"/>
            </a:xfrm>
            <a:custGeom>
              <a:rect b="b" l="l" r="r" t="t"/>
              <a:pathLst>
                <a:path extrusionOk="0" h="1197617" w="226917">
                  <a:moveTo>
                    <a:pt x="106785" y="1062920"/>
                  </a:moveTo>
                  <a:cubicBezTo>
                    <a:pt x="100356" y="1063677"/>
                    <a:pt x="97961" y="1051827"/>
                    <a:pt x="94053" y="1051827"/>
                  </a:cubicBezTo>
                  <a:cubicBezTo>
                    <a:pt x="90019" y="1051827"/>
                    <a:pt x="89262" y="1031152"/>
                    <a:pt x="92414" y="1021571"/>
                  </a:cubicBezTo>
                  <a:cubicBezTo>
                    <a:pt x="95566" y="1011990"/>
                    <a:pt x="74135" y="1016781"/>
                    <a:pt x="67705" y="1013629"/>
                  </a:cubicBezTo>
                  <a:cubicBezTo>
                    <a:pt x="61402" y="1010477"/>
                    <a:pt x="70100" y="1004048"/>
                    <a:pt x="62915" y="996106"/>
                  </a:cubicBezTo>
                  <a:cubicBezTo>
                    <a:pt x="55729" y="988164"/>
                    <a:pt x="61276" y="976944"/>
                    <a:pt x="62158" y="971397"/>
                  </a:cubicBezTo>
                  <a:cubicBezTo>
                    <a:pt x="62915" y="965850"/>
                    <a:pt x="67705" y="953874"/>
                    <a:pt x="76530" y="953874"/>
                  </a:cubicBezTo>
                  <a:cubicBezTo>
                    <a:pt x="85228" y="953874"/>
                    <a:pt x="78925" y="941142"/>
                    <a:pt x="87623" y="935595"/>
                  </a:cubicBezTo>
                  <a:cubicBezTo>
                    <a:pt x="96448" y="930048"/>
                    <a:pt x="79681" y="920467"/>
                    <a:pt x="86867" y="914920"/>
                  </a:cubicBezTo>
                  <a:cubicBezTo>
                    <a:pt x="94053" y="909373"/>
                    <a:pt x="86867" y="898910"/>
                    <a:pt x="97961" y="897397"/>
                  </a:cubicBezTo>
                  <a:cubicBezTo>
                    <a:pt x="109055" y="895758"/>
                    <a:pt x="97961" y="881387"/>
                    <a:pt x="105903" y="879118"/>
                  </a:cubicBezTo>
                  <a:cubicBezTo>
                    <a:pt x="113845" y="876723"/>
                    <a:pt x="104264" y="868024"/>
                    <a:pt x="106659" y="858443"/>
                  </a:cubicBezTo>
                  <a:cubicBezTo>
                    <a:pt x="109055" y="848862"/>
                    <a:pt x="100230" y="841676"/>
                    <a:pt x="110693" y="837768"/>
                  </a:cubicBezTo>
                  <a:cubicBezTo>
                    <a:pt x="121031" y="833734"/>
                    <a:pt x="113845" y="825792"/>
                    <a:pt x="106659" y="820245"/>
                  </a:cubicBezTo>
                  <a:cubicBezTo>
                    <a:pt x="99474" y="814698"/>
                    <a:pt x="108298" y="814698"/>
                    <a:pt x="116997" y="814698"/>
                  </a:cubicBezTo>
                  <a:cubicBezTo>
                    <a:pt x="125695" y="814698"/>
                    <a:pt x="121031" y="800453"/>
                    <a:pt x="112963" y="802722"/>
                  </a:cubicBezTo>
                  <a:cubicBezTo>
                    <a:pt x="103508" y="805495"/>
                    <a:pt x="97835" y="796419"/>
                    <a:pt x="105020" y="789233"/>
                  </a:cubicBezTo>
                  <a:cubicBezTo>
                    <a:pt x="112206" y="782048"/>
                    <a:pt x="98717" y="777257"/>
                    <a:pt x="100986" y="772466"/>
                  </a:cubicBezTo>
                  <a:cubicBezTo>
                    <a:pt x="103382" y="767676"/>
                    <a:pt x="103382" y="761247"/>
                    <a:pt x="98591" y="758095"/>
                  </a:cubicBezTo>
                  <a:cubicBezTo>
                    <a:pt x="93801" y="754944"/>
                    <a:pt x="96952" y="730991"/>
                    <a:pt x="102499" y="730235"/>
                  </a:cubicBezTo>
                  <a:cubicBezTo>
                    <a:pt x="108046" y="729478"/>
                    <a:pt x="104138" y="707921"/>
                    <a:pt x="104138" y="701492"/>
                  </a:cubicBezTo>
                  <a:cubicBezTo>
                    <a:pt x="104138" y="695189"/>
                    <a:pt x="97709" y="688760"/>
                    <a:pt x="98591" y="683213"/>
                  </a:cubicBezTo>
                  <a:cubicBezTo>
                    <a:pt x="99348" y="677666"/>
                    <a:pt x="105777" y="676027"/>
                    <a:pt x="105777" y="664933"/>
                  </a:cubicBezTo>
                  <a:cubicBezTo>
                    <a:pt x="105777" y="653713"/>
                    <a:pt x="108172" y="649049"/>
                    <a:pt x="112963" y="648167"/>
                  </a:cubicBezTo>
                  <a:cubicBezTo>
                    <a:pt x="117753" y="647410"/>
                    <a:pt x="113719" y="634551"/>
                    <a:pt x="114601" y="628248"/>
                  </a:cubicBezTo>
                  <a:cubicBezTo>
                    <a:pt x="115358" y="621945"/>
                    <a:pt x="128090" y="628248"/>
                    <a:pt x="129729" y="617911"/>
                  </a:cubicBezTo>
                  <a:cubicBezTo>
                    <a:pt x="131368" y="607574"/>
                    <a:pt x="121787" y="609086"/>
                    <a:pt x="123300" y="602783"/>
                  </a:cubicBezTo>
                  <a:cubicBezTo>
                    <a:pt x="125191" y="595093"/>
                    <a:pt x="122544" y="585260"/>
                    <a:pt x="122544" y="567737"/>
                  </a:cubicBezTo>
                  <a:cubicBezTo>
                    <a:pt x="122544" y="550214"/>
                    <a:pt x="136915" y="546180"/>
                    <a:pt x="142462" y="541389"/>
                  </a:cubicBezTo>
                  <a:cubicBezTo>
                    <a:pt x="148009" y="536599"/>
                    <a:pt x="135276" y="511134"/>
                    <a:pt x="142462" y="507982"/>
                  </a:cubicBezTo>
                  <a:cubicBezTo>
                    <a:pt x="149647" y="504831"/>
                    <a:pt x="144857" y="492854"/>
                    <a:pt x="150404" y="488820"/>
                  </a:cubicBezTo>
                  <a:cubicBezTo>
                    <a:pt x="155951" y="484786"/>
                    <a:pt x="154438" y="476088"/>
                    <a:pt x="157590" y="466507"/>
                  </a:cubicBezTo>
                  <a:cubicBezTo>
                    <a:pt x="160741" y="456926"/>
                    <a:pt x="151286" y="452135"/>
                    <a:pt x="151286" y="443437"/>
                  </a:cubicBezTo>
                  <a:cubicBezTo>
                    <a:pt x="151286" y="434612"/>
                    <a:pt x="149647" y="426670"/>
                    <a:pt x="142462" y="417089"/>
                  </a:cubicBezTo>
                  <a:cubicBezTo>
                    <a:pt x="135276" y="407508"/>
                    <a:pt x="137671" y="388473"/>
                    <a:pt x="142462" y="388473"/>
                  </a:cubicBezTo>
                  <a:cubicBezTo>
                    <a:pt x="147252" y="388473"/>
                    <a:pt x="144857" y="370193"/>
                    <a:pt x="153682" y="367798"/>
                  </a:cubicBezTo>
                  <a:cubicBezTo>
                    <a:pt x="162380" y="365403"/>
                    <a:pt x="157716" y="351914"/>
                    <a:pt x="153682" y="340694"/>
                  </a:cubicBezTo>
                  <a:cubicBezTo>
                    <a:pt x="149647" y="329474"/>
                    <a:pt x="160867" y="335147"/>
                    <a:pt x="160867" y="326323"/>
                  </a:cubicBezTo>
                  <a:cubicBezTo>
                    <a:pt x="160867" y="317498"/>
                    <a:pt x="165658" y="305648"/>
                    <a:pt x="172844" y="302370"/>
                  </a:cubicBezTo>
                  <a:cubicBezTo>
                    <a:pt x="180029" y="299219"/>
                    <a:pt x="180786" y="285603"/>
                    <a:pt x="180786" y="280057"/>
                  </a:cubicBezTo>
                  <a:cubicBezTo>
                    <a:pt x="180786" y="274510"/>
                    <a:pt x="191123" y="272114"/>
                    <a:pt x="196670" y="267324"/>
                  </a:cubicBezTo>
                  <a:cubicBezTo>
                    <a:pt x="202217" y="262534"/>
                    <a:pt x="187089" y="254592"/>
                    <a:pt x="195913" y="249801"/>
                  </a:cubicBezTo>
                  <a:cubicBezTo>
                    <a:pt x="204612" y="245010"/>
                    <a:pt x="188728" y="225092"/>
                    <a:pt x="193518" y="221184"/>
                  </a:cubicBezTo>
                  <a:cubicBezTo>
                    <a:pt x="198309" y="217150"/>
                    <a:pt x="194275" y="208452"/>
                    <a:pt x="195157" y="202022"/>
                  </a:cubicBezTo>
                  <a:cubicBezTo>
                    <a:pt x="195913" y="195719"/>
                    <a:pt x="222261" y="183743"/>
                    <a:pt x="225413" y="178070"/>
                  </a:cubicBezTo>
                  <a:cubicBezTo>
                    <a:pt x="227682" y="174036"/>
                    <a:pt x="230077" y="159665"/>
                    <a:pt x="230833" y="147058"/>
                  </a:cubicBezTo>
                  <a:cubicBezTo>
                    <a:pt x="222639" y="152353"/>
                    <a:pt x="215453" y="155252"/>
                    <a:pt x="214193" y="152227"/>
                  </a:cubicBezTo>
                  <a:cubicBezTo>
                    <a:pt x="211798" y="146680"/>
                    <a:pt x="214949" y="130291"/>
                    <a:pt x="207890" y="123232"/>
                  </a:cubicBezTo>
                  <a:cubicBezTo>
                    <a:pt x="200830" y="116172"/>
                    <a:pt x="205494" y="102053"/>
                    <a:pt x="198435" y="98901"/>
                  </a:cubicBezTo>
                  <a:cubicBezTo>
                    <a:pt x="191375" y="95749"/>
                    <a:pt x="182803" y="81630"/>
                    <a:pt x="188980" y="76966"/>
                  </a:cubicBezTo>
                  <a:cubicBezTo>
                    <a:pt x="195283" y="72302"/>
                    <a:pt x="188980" y="62847"/>
                    <a:pt x="194527" y="58182"/>
                  </a:cubicBezTo>
                  <a:cubicBezTo>
                    <a:pt x="199947" y="53518"/>
                    <a:pt x="191375" y="52635"/>
                    <a:pt x="183559" y="43306"/>
                  </a:cubicBezTo>
                  <a:cubicBezTo>
                    <a:pt x="175743" y="33852"/>
                    <a:pt x="186711" y="22128"/>
                    <a:pt x="177256" y="15068"/>
                  </a:cubicBezTo>
                  <a:cubicBezTo>
                    <a:pt x="167801" y="8008"/>
                    <a:pt x="167801" y="-564"/>
                    <a:pt x="165532" y="3344"/>
                  </a:cubicBezTo>
                  <a:cubicBezTo>
                    <a:pt x="163136" y="7252"/>
                    <a:pt x="162380" y="20615"/>
                    <a:pt x="154564" y="24523"/>
                  </a:cubicBezTo>
                  <a:cubicBezTo>
                    <a:pt x="153303" y="25153"/>
                    <a:pt x="151286" y="26666"/>
                    <a:pt x="148765" y="28683"/>
                  </a:cubicBezTo>
                  <a:cubicBezTo>
                    <a:pt x="148765" y="35238"/>
                    <a:pt x="146496" y="46206"/>
                    <a:pt x="149017" y="52509"/>
                  </a:cubicBezTo>
                  <a:cubicBezTo>
                    <a:pt x="152547" y="61334"/>
                    <a:pt x="154312" y="104322"/>
                    <a:pt x="150782" y="120836"/>
                  </a:cubicBezTo>
                  <a:cubicBezTo>
                    <a:pt x="147252" y="137351"/>
                    <a:pt x="143723" y="150840"/>
                    <a:pt x="140193" y="160799"/>
                  </a:cubicBezTo>
                  <a:cubicBezTo>
                    <a:pt x="136663" y="170884"/>
                    <a:pt x="148387" y="171389"/>
                    <a:pt x="143723" y="176053"/>
                  </a:cubicBezTo>
                  <a:cubicBezTo>
                    <a:pt x="139058" y="180717"/>
                    <a:pt x="140823" y="192567"/>
                    <a:pt x="140823" y="211351"/>
                  </a:cubicBezTo>
                  <a:cubicBezTo>
                    <a:pt x="140823" y="230135"/>
                    <a:pt x="129603" y="261903"/>
                    <a:pt x="129099" y="271989"/>
                  </a:cubicBezTo>
                  <a:cubicBezTo>
                    <a:pt x="128469" y="281947"/>
                    <a:pt x="120905" y="288503"/>
                    <a:pt x="122039" y="299597"/>
                  </a:cubicBezTo>
                  <a:cubicBezTo>
                    <a:pt x="123174" y="310816"/>
                    <a:pt x="116744" y="317246"/>
                    <a:pt x="110315" y="322540"/>
                  </a:cubicBezTo>
                  <a:cubicBezTo>
                    <a:pt x="103886" y="327835"/>
                    <a:pt x="120905" y="344854"/>
                    <a:pt x="120274" y="354309"/>
                  </a:cubicBezTo>
                  <a:cubicBezTo>
                    <a:pt x="119644" y="363764"/>
                    <a:pt x="107290" y="367798"/>
                    <a:pt x="110315" y="383178"/>
                  </a:cubicBezTo>
                  <a:cubicBezTo>
                    <a:pt x="113971" y="402214"/>
                    <a:pt x="110315" y="434991"/>
                    <a:pt x="110315" y="441420"/>
                  </a:cubicBezTo>
                  <a:cubicBezTo>
                    <a:pt x="110315" y="447849"/>
                    <a:pt x="102625" y="447345"/>
                    <a:pt x="104390" y="459699"/>
                  </a:cubicBezTo>
                  <a:cubicBezTo>
                    <a:pt x="106155" y="472054"/>
                    <a:pt x="96700" y="474953"/>
                    <a:pt x="94935" y="492728"/>
                  </a:cubicBezTo>
                  <a:cubicBezTo>
                    <a:pt x="93170" y="510378"/>
                    <a:pt x="79681" y="535716"/>
                    <a:pt x="74387" y="549205"/>
                  </a:cubicBezTo>
                  <a:cubicBezTo>
                    <a:pt x="69092" y="562694"/>
                    <a:pt x="69092" y="570384"/>
                    <a:pt x="62032" y="570384"/>
                  </a:cubicBezTo>
                  <a:cubicBezTo>
                    <a:pt x="54973" y="570384"/>
                    <a:pt x="53208" y="578074"/>
                    <a:pt x="58502" y="589798"/>
                  </a:cubicBezTo>
                  <a:cubicBezTo>
                    <a:pt x="63797" y="601522"/>
                    <a:pt x="54973" y="611608"/>
                    <a:pt x="62032" y="623332"/>
                  </a:cubicBezTo>
                  <a:cubicBezTo>
                    <a:pt x="69092" y="635056"/>
                    <a:pt x="66697" y="639216"/>
                    <a:pt x="63167" y="650436"/>
                  </a:cubicBezTo>
                  <a:cubicBezTo>
                    <a:pt x="59637" y="661529"/>
                    <a:pt x="54973" y="662160"/>
                    <a:pt x="54973" y="672749"/>
                  </a:cubicBezTo>
                  <a:cubicBezTo>
                    <a:pt x="54973" y="683338"/>
                    <a:pt x="46779" y="692163"/>
                    <a:pt x="51443" y="703887"/>
                  </a:cubicBezTo>
                  <a:cubicBezTo>
                    <a:pt x="56107" y="715611"/>
                    <a:pt x="54973" y="719771"/>
                    <a:pt x="49048" y="719771"/>
                  </a:cubicBezTo>
                  <a:cubicBezTo>
                    <a:pt x="43123" y="719771"/>
                    <a:pt x="40223" y="729226"/>
                    <a:pt x="37828" y="748640"/>
                  </a:cubicBezTo>
                  <a:cubicBezTo>
                    <a:pt x="35433" y="768054"/>
                    <a:pt x="36063" y="767424"/>
                    <a:pt x="50182" y="766289"/>
                  </a:cubicBezTo>
                  <a:cubicBezTo>
                    <a:pt x="64302" y="765155"/>
                    <a:pt x="53082" y="718637"/>
                    <a:pt x="61906" y="718637"/>
                  </a:cubicBezTo>
                  <a:cubicBezTo>
                    <a:pt x="70731" y="718637"/>
                    <a:pt x="63041" y="710947"/>
                    <a:pt x="71865" y="708678"/>
                  </a:cubicBezTo>
                  <a:cubicBezTo>
                    <a:pt x="80690" y="706282"/>
                    <a:pt x="73000" y="716872"/>
                    <a:pt x="78925" y="718637"/>
                  </a:cubicBezTo>
                  <a:cubicBezTo>
                    <a:pt x="84850" y="720402"/>
                    <a:pt x="88884" y="725066"/>
                    <a:pt x="80690" y="730361"/>
                  </a:cubicBezTo>
                  <a:cubicBezTo>
                    <a:pt x="72496" y="735656"/>
                    <a:pt x="82455" y="746245"/>
                    <a:pt x="78295" y="752800"/>
                  </a:cubicBezTo>
                  <a:cubicBezTo>
                    <a:pt x="74135" y="759230"/>
                    <a:pt x="68336" y="766289"/>
                    <a:pt x="71865" y="773979"/>
                  </a:cubicBezTo>
                  <a:cubicBezTo>
                    <a:pt x="75395" y="781669"/>
                    <a:pt x="67705" y="781039"/>
                    <a:pt x="67201" y="790998"/>
                  </a:cubicBezTo>
                  <a:cubicBezTo>
                    <a:pt x="66571" y="800957"/>
                    <a:pt x="72496" y="801587"/>
                    <a:pt x="68336" y="803983"/>
                  </a:cubicBezTo>
                  <a:cubicBezTo>
                    <a:pt x="64175" y="806378"/>
                    <a:pt x="73630" y="813942"/>
                    <a:pt x="67705" y="815203"/>
                  </a:cubicBezTo>
                  <a:cubicBezTo>
                    <a:pt x="61780" y="816337"/>
                    <a:pt x="65310" y="824027"/>
                    <a:pt x="68840" y="831087"/>
                  </a:cubicBezTo>
                  <a:cubicBezTo>
                    <a:pt x="72370" y="838147"/>
                    <a:pt x="61150" y="833986"/>
                    <a:pt x="55351" y="838777"/>
                  </a:cubicBezTo>
                  <a:cubicBezTo>
                    <a:pt x="49426" y="843441"/>
                    <a:pt x="61276" y="849871"/>
                    <a:pt x="57746" y="856426"/>
                  </a:cubicBezTo>
                  <a:cubicBezTo>
                    <a:pt x="54216" y="862855"/>
                    <a:pt x="44761" y="852896"/>
                    <a:pt x="40727" y="849366"/>
                  </a:cubicBezTo>
                  <a:cubicBezTo>
                    <a:pt x="36567" y="845836"/>
                    <a:pt x="47157" y="838777"/>
                    <a:pt x="52451" y="831717"/>
                  </a:cubicBezTo>
                  <a:cubicBezTo>
                    <a:pt x="57746" y="824658"/>
                    <a:pt x="47157" y="808773"/>
                    <a:pt x="38332" y="812303"/>
                  </a:cubicBezTo>
                  <a:cubicBezTo>
                    <a:pt x="29507" y="815833"/>
                    <a:pt x="47157" y="825792"/>
                    <a:pt x="47157" y="833482"/>
                  </a:cubicBezTo>
                  <a:cubicBezTo>
                    <a:pt x="47157" y="841172"/>
                    <a:pt x="32407" y="831717"/>
                    <a:pt x="33037" y="839911"/>
                  </a:cubicBezTo>
                  <a:cubicBezTo>
                    <a:pt x="33668" y="848106"/>
                    <a:pt x="23078" y="845206"/>
                    <a:pt x="17784" y="851131"/>
                  </a:cubicBezTo>
                  <a:cubicBezTo>
                    <a:pt x="12489" y="857056"/>
                    <a:pt x="24843" y="862351"/>
                    <a:pt x="18918" y="864116"/>
                  </a:cubicBezTo>
                  <a:cubicBezTo>
                    <a:pt x="12993" y="865881"/>
                    <a:pt x="3034" y="874075"/>
                    <a:pt x="2404" y="880000"/>
                  </a:cubicBezTo>
                  <a:cubicBezTo>
                    <a:pt x="1773" y="885925"/>
                    <a:pt x="8833" y="887060"/>
                    <a:pt x="8833" y="881134"/>
                  </a:cubicBezTo>
                  <a:cubicBezTo>
                    <a:pt x="8833" y="875209"/>
                    <a:pt x="18288" y="873445"/>
                    <a:pt x="21187" y="881134"/>
                  </a:cubicBezTo>
                  <a:cubicBezTo>
                    <a:pt x="24087" y="888825"/>
                    <a:pt x="28247" y="881134"/>
                    <a:pt x="36441" y="882900"/>
                  </a:cubicBezTo>
                  <a:cubicBezTo>
                    <a:pt x="44635" y="884664"/>
                    <a:pt x="43501" y="897019"/>
                    <a:pt x="38836" y="896389"/>
                  </a:cubicBezTo>
                  <a:cubicBezTo>
                    <a:pt x="34172" y="895758"/>
                    <a:pt x="29381" y="904078"/>
                    <a:pt x="30642" y="912903"/>
                  </a:cubicBezTo>
                  <a:cubicBezTo>
                    <a:pt x="31777" y="921727"/>
                    <a:pt x="48291" y="912903"/>
                    <a:pt x="55351" y="915298"/>
                  </a:cubicBezTo>
                  <a:cubicBezTo>
                    <a:pt x="62410" y="917694"/>
                    <a:pt x="60015" y="930048"/>
                    <a:pt x="55981" y="925888"/>
                  </a:cubicBezTo>
                  <a:cubicBezTo>
                    <a:pt x="51821" y="921727"/>
                    <a:pt x="42492" y="914668"/>
                    <a:pt x="38332" y="921727"/>
                  </a:cubicBezTo>
                  <a:cubicBezTo>
                    <a:pt x="34172" y="928787"/>
                    <a:pt x="27743" y="925257"/>
                    <a:pt x="22448" y="922862"/>
                  </a:cubicBezTo>
                  <a:cubicBezTo>
                    <a:pt x="17153" y="920467"/>
                    <a:pt x="-1631" y="932947"/>
                    <a:pt x="4799" y="937612"/>
                  </a:cubicBezTo>
                  <a:cubicBezTo>
                    <a:pt x="11228" y="942276"/>
                    <a:pt x="10724" y="949966"/>
                    <a:pt x="14758" y="949336"/>
                  </a:cubicBezTo>
                  <a:cubicBezTo>
                    <a:pt x="18918" y="948706"/>
                    <a:pt x="25347" y="945806"/>
                    <a:pt x="27743" y="941142"/>
                  </a:cubicBezTo>
                  <a:cubicBezTo>
                    <a:pt x="30138" y="936351"/>
                    <a:pt x="38332" y="931687"/>
                    <a:pt x="38962" y="942276"/>
                  </a:cubicBezTo>
                  <a:cubicBezTo>
                    <a:pt x="39593" y="952866"/>
                    <a:pt x="27743" y="947571"/>
                    <a:pt x="25473" y="953496"/>
                  </a:cubicBezTo>
                  <a:cubicBezTo>
                    <a:pt x="23078" y="959421"/>
                    <a:pt x="18414" y="964085"/>
                    <a:pt x="11354" y="969380"/>
                  </a:cubicBezTo>
                  <a:cubicBezTo>
                    <a:pt x="4294" y="974675"/>
                    <a:pt x="11354" y="983500"/>
                    <a:pt x="17279" y="980600"/>
                  </a:cubicBezTo>
                  <a:cubicBezTo>
                    <a:pt x="23204" y="977575"/>
                    <a:pt x="15514" y="987660"/>
                    <a:pt x="23709" y="988794"/>
                  </a:cubicBezTo>
                  <a:cubicBezTo>
                    <a:pt x="31272" y="989929"/>
                    <a:pt x="33668" y="984130"/>
                    <a:pt x="31903" y="978205"/>
                  </a:cubicBezTo>
                  <a:cubicBezTo>
                    <a:pt x="30138" y="972280"/>
                    <a:pt x="36063" y="959421"/>
                    <a:pt x="43123" y="965850"/>
                  </a:cubicBezTo>
                  <a:cubicBezTo>
                    <a:pt x="50182" y="972280"/>
                    <a:pt x="39593" y="978835"/>
                    <a:pt x="39593" y="984634"/>
                  </a:cubicBezTo>
                  <a:cubicBezTo>
                    <a:pt x="39593" y="990559"/>
                    <a:pt x="35433" y="998249"/>
                    <a:pt x="35433" y="1004678"/>
                  </a:cubicBezTo>
                  <a:cubicBezTo>
                    <a:pt x="35433" y="1011107"/>
                    <a:pt x="27743" y="1007578"/>
                    <a:pt x="28373" y="1014638"/>
                  </a:cubicBezTo>
                  <a:cubicBezTo>
                    <a:pt x="29003" y="1021697"/>
                    <a:pt x="11858" y="1017033"/>
                    <a:pt x="19548" y="1021697"/>
                  </a:cubicBezTo>
                  <a:cubicBezTo>
                    <a:pt x="27238" y="1026362"/>
                    <a:pt x="14884" y="1032917"/>
                    <a:pt x="18918" y="1037581"/>
                  </a:cubicBezTo>
                  <a:cubicBezTo>
                    <a:pt x="23078" y="1042246"/>
                    <a:pt x="26608" y="1031152"/>
                    <a:pt x="33037" y="1033421"/>
                  </a:cubicBezTo>
                  <a:cubicBezTo>
                    <a:pt x="39467" y="1035817"/>
                    <a:pt x="38332" y="1037581"/>
                    <a:pt x="46526" y="1034051"/>
                  </a:cubicBezTo>
                  <a:cubicBezTo>
                    <a:pt x="54720" y="1030522"/>
                    <a:pt x="59511" y="1040481"/>
                    <a:pt x="51821" y="1042876"/>
                  </a:cubicBezTo>
                  <a:cubicBezTo>
                    <a:pt x="44131" y="1045271"/>
                    <a:pt x="35937" y="1054096"/>
                    <a:pt x="39467" y="1055230"/>
                  </a:cubicBezTo>
                  <a:cubicBezTo>
                    <a:pt x="42997" y="1056365"/>
                    <a:pt x="52956" y="1049306"/>
                    <a:pt x="55351" y="1056995"/>
                  </a:cubicBezTo>
                  <a:cubicBezTo>
                    <a:pt x="57746" y="1064685"/>
                    <a:pt x="63545" y="1062290"/>
                    <a:pt x="64175" y="1054096"/>
                  </a:cubicBezTo>
                  <a:cubicBezTo>
                    <a:pt x="64806" y="1045902"/>
                    <a:pt x="78925" y="1052961"/>
                    <a:pt x="81194" y="1060021"/>
                  </a:cubicBezTo>
                  <a:cubicBezTo>
                    <a:pt x="83589" y="1067080"/>
                    <a:pt x="66445" y="1071241"/>
                    <a:pt x="57620" y="1069476"/>
                  </a:cubicBezTo>
                  <a:cubicBezTo>
                    <a:pt x="48795" y="1067711"/>
                    <a:pt x="44131" y="1077670"/>
                    <a:pt x="49930" y="1085360"/>
                  </a:cubicBezTo>
                  <a:cubicBezTo>
                    <a:pt x="55855" y="1093050"/>
                    <a:pt x="62915" y="1085360"/>
                    <a:pt x="69344" y="1078931"/>
                  </a:cubicBezTo>
                  <a:cubicBezTo>
                    <a:pt x="75773" y="1072502"/>
                    <a:pt x="107542" y="1074266"/>
                    <a:pt x="109937" y="1081326"/>
                  </a:cubicBezTo>
                  <a:cubicBezTo>
                    <a:pt x="112332" y="1088385"/>
                    <a:pt x="95187" y="1082460"/>
                    <a:pt x="93423" y="1086621"/>
                  </a:cubicBezTo>
                  <a:cubicBezTo>
                    <a:pt x="91658" y="1090781"/>
                    <a:pt x="78673" y="1094311"/>
                    <a:pt x="76908" y="1089646"/>
                  </a:cubicBezTo>
                  <a:cubicBezTo>
                    <a:pt x="75143" y="1084982"/>
                    <a:pt x="62789" y="1091411"/>
                    <a:pt x="62158" y="1099101"/>
                  </a:cubicBezTo>
                  <a:cubicBezTo>
                    <a:pt x="61528" y="1106791"/>
                    <a:pt x="52199" y="1106791"/>
                    <a:pt x="62789" y="1109690"/>
                  </a:cubicBezTo>
                  <a:cubicBezTo>
                    <a:pt x="73378" y="1112590"/>
                    <a:pt x="70479" y="1098471"/>
                    <a:pt x="86867" y="1099732"/>
                  </a:cubicBezTo>
                  <a:cubicBezTo>
                    <a:pt x="103382" y="1100866"/>
                    <a:pt x="112206" y="1084477"/>
                    <a:pt x="116871" y="1093807"/>
                  </a:cubicBezTo>
                  <a:cubicBezTo>
                    <a:pt x="121535" y="1103261"/>
                    <a:pt x="103382" y="1110825"/>
                    <a:pt x="96826" y="1104900"/>
                  </a:cubicBezTo>
                  <a:cubicBezTo>
                    <a:pt x="90397" y="1098975"/>
                    <a:pt x="82707" y="1109060"/>
                    <a:pt x="83337" y="1117885"/>
                  </a:cubicBezTo>
                  <a:cubicBezTo>
                    <a:pt x="83968" y="1126709"/>
                    <a:pt x="64554" y="1115490"/>
                    <a:pt x="55099" y="1114355"/>
                  </a:cubicBezTo>
                  <a:cubicBezTo>
                    <a:pt x="45644" y="1113220"/>
                    <a:pt x="49804" y="1123180"/>
                    <a:pt x="57998" y="1132004"/>
                  </a:cubicBezTo>
                  <a:cubicBezTo>
                    <a:pt x="66192" y="1140829"/>
                    <a:pt x="70983" y="1130869"/>
                    <a:pt x="80942" y="1137299"/>
                  </a:cubicBezTo>
                  <a:cubicBezTo>
                    <a:pt x="90901" y="1143728"/>
                    <a:pt x="90901" y="1150788"/>
                    <a:pt x="97961" y="1144358"/>
                  </a:cubicBezTo>
                  <a:cubicBezTo>
                    <a:pt x="105020" y="1137803"/>
                    <a:pt x="97961" y="1138433"/>
                    <a:pt x="93297" y="1135534"/>
                  </a:cubicBezTo>
                  <a:cubicBezTo>
                    <a:pt x="88632" y="1132634"/>
                    <a:pt x="92666" y="1122549"/>
                    <a:pt x="103886" y="1127844"/>
                  </a:cubicBezTo>
                  <a:cubicBezTo>
                    <a:pt x="115106" y="1133139"/>
                    <a:pt x="127964" y="1123180"/>
                    <a:pt x="124434" y="1109060"/>
                  </a:cubicBezTo>
                  <a:cubicBezTo>
                    <a:pt x="120905" y="1094941"/>
                    <a:pt x="134394" y="1088512"/>
                    <a:pt x="148009" y="1083721"/>
                  </a:cubicBezTo>
                  <a:cubicBezTo>
                    <a:pt x="161498" y="1079057"/>
                    <a:pt x="154438" y="1092546"/>
                    <a:pt x="144479" y="1096706"/>
                  </a:cubicBezTo>
                  <a:cubicBezTo>
                    <a:pt x="134520" y="1100866"/>
                    <a:pt x="132755" y="1103765"/>
                    <a:pt x="140319" y="1111960"/>
                  </a:cubicBezTo>
                  <a:cubicBezTo>
                    <a:pt x="148009" y="1120154"/>
                    <a:pt x="157968" y="1106665"/>
                    <a:pt x="164397" y="1113094"/>
                  </a:cubicBezTo>
                  <a:cubicBezTo>
                    <a:pt x="170826" y="1119524"/>
                    <a:pt x="152673" y="1118389"/>
                    <a:pt x="149647" y="1124818"/>
                  </a:cubicBezTo>
                  <a:cubicBezTo>
                    <a:pt x="146748" y="1131248"/>
                    <a:pt x="160867" y="1138938"/>
                    <a:pt x="150782" y="1143602"/>
                  </a:cubicBezTo>
                  <a:cubicBezTo>
                    <a:pt x="140823" y="1148266"/>
                    <a:pt x="145487" y="1124188"/>
                    <a:pt x="139562" y="1121793"/>
                  </a:cubicBezTo>
                  <a:cubicBezTo>
                    <a:pt x="133637" y="1119398"/>
                    <a:pt x="128343" y="1124818"/>
                    <a:pt x="134268" y="1138307"/>
                  </a:cubicBezTo>
                  <a:cubicBezTo>
                    <a:pt x="140193" y="1151796"/>
                    <a:pt x="127208" y="1140072"/>
                    <a:pt x="121283" y="1133517"/>
                  </a:cubicBezTo>
                  <a:cubicBezTo>
                    <a:pt x="115358" y="1127087"/>
                    <a:pt x="107164" y="1136416"/>
                    <a:pt x="114223" y="1143476"/>
                  </a:cubicBezTo>
                  <a:cubicBezTo>
                    <a:pt x="121283" y="1150536"/>
                    <a:pt x="100734" y="1142846"/>
                    <a:pt x="100734" y="1154066"/>
                  </a:cubicBezTo>
                  <a:cubicBezTo>
                    <a:pt x="100734" y="1165285"/>
                    <a:pt x="109559" y="1155830"/>
                    <a:pt x="120148" y="1158226"/>
                  </a:cubicBezTo>
                  <a:cubicBezTo>
                    <a:pt x="130738" y="1160621"/>
                    <a:pt x="126073" y="1175875"/>
                    <a:pt x="133637" y="1181800"/>
                  </a:cubicBezTo>
                  <a:cubicBezTo>
                    <a:pt x="141327" y="1187725"/>
                    <a:pt x="134772" y="1163016"/>
                    <a:pt x="143092" y="1161251"/>
                  </a:cubicBezTo>
                  <a:cubicBezTo>
                    <a:pt x="151286" y="1159486"/>
                    <a:pt x="143723" y="1180035"/>
                    <a:pt x="161876" y="1185960"/>
                  </a:cubicBezTo>
                  <a:cubicBezTo>
                    <a:pt x="180155" y="1191885"/>
                    <a:pt x="163010" y="1182430"/>
                    <a:pt x="171331" y="1176505"/>
                  </a:cubicBezTo>
                  <a:cubicBezTo>
                    <a:pt x="179525" y="1170580"/>
                    <a:pt x="190114" y="1194154"/>
                    <a:pt x="198939" y="1196549"/>
                  </a:cubicBezTo>
                  <a:cubicBezTo>
                    <a:pt x="207763" y="1198945"/>
                    <a:pt x="201838" y="1185960"/>
                    <a:pt x="195409" y="1178900"/>
                  </a:cubicBezTo>
                  <a:cubicBezTo>
                    <a:pt x="188980" y="1171840"/>
                    <a:pt x="201838" y="1176001"/>
                    <a:pt x="210663" y="1178900"/>
                  </a:cubicBezTo>
                  <a:cubicBezTo>
                    <a:pt x="219488" y="1181926"/>
                    <a:pt x="226547" y="1183060"/>
                    <a:pt x="228312" y="1176505"/>
                  </a:cubicBezTo>
                  <a:cubicBezTo>
                    <a:pt x="228942" y="1174110"/>
                    <a:pt x="230581" y="1174110"/>
                    <a:pt x="232724" y="1174866"/>
                  </a:cubicBezTo>
                  <a:cubicBezTo>
                    <a:pt x="223522" y="1168815"/>
                    <a:pt x="192257" y="1173227"/>
                    <a:pt x="187971" y="1172471"/>
                  </a:cubicBezTo>
                  <a:cubicBezTo>
                    <a:pt x="183685" y="1171840"/>
                    <a:pt x="186963" y="1101244"/>
                    <a:pt x="187845" y="1085108"/>
                  </a:cubicBezTo>
                  <a:cubicBezTo>
                    <a:pt x="187215" y="1084982"/>
                    <a:pt x="186585" y="1084730"/>
                    <a:pt x="185954" y="1084730"/>
                  </a:cubicBezTo>
                  <a:cubicBezTo>
                    <a:pt x="178264" y="1084730"/>
                    <a:pt x="161246" y="1086495"/>
                    <a:pt x="164145" y="1074771"/>
                  </a:cubicBezTo>
                  <a:cubicBezTo>
                    <a:pt x="164649" y="1072627"/>
                    <a:pt x="165784" y="1071493"/>
                    <a:pt x="167297" y="1070863"/>
                  </a:cubicBezTo>
                  <a:cubicBezTo>
                    <a:pt x="163767" y="1067711"/>
                    <a:pt x="158850" y="1064181"/>
                    <a:pt x="153051" y="1062668"/>
                  </a:cubicBezTo>
                  <a:cubicBezTo>
                    <a:pt x="141831" y="1059012"/>
                    <a:pt x="113215" y="1062164"/>
                    <a:pt x="106785" y="106292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0" name="Google Shape;760;p22"/>
            <p:cNvSpPr/>
            <p:nvPr/>
          </p:nvSpPr>
          <p:spPr>
            <a:xfrm>
              <a:off x="4113281" y="5097910"/>
              <a:ext cx="226917" cy="226917"/>
            </a:xfrm>
            <a:custGeom>
              <a:rect b="b" l="l" r="r" t="t"/>
              <a:pathLst>
                <a:path extrusionOk="0" h="226917" w="226917">
                  <a:moveTo>
                    <a:pt x="227894" y="129496"/>
                  </a:moveTo>
                  <a:cubicBezTo>
                    <a:pt x="218313" y="124706"/>
                    <a:pt x="208732" y="134287"/>
                    <a:pt x="205580" y="134287"/>
                  </a:cubicBezTo>
                  <a:cubicBezTo>
                    <a:pt x="202429" y="134287"/>
                    <a:pt x="195243" y="113612"/>
                    <a:pt x="192848" y="104914"/>
                  </a:cubicBezTo>
                  <a:cubicBezTo>
                    <a:pt x="190453" y="96089"/>
                    <a:pt x="180872" y="78566"/>
                    <a:pt x="174569" y="82600"/>
                  </a:cubicBezTo>
                  <a:cubicBezTo>
                    <a:pt x="168139" y="86634"/>
                    <a:pt x="169778" y="80961"/>
                    <a:pt x="151499" y="80205"/>
                  </a:cubicBezTo>
                  <a:cubicBezTo>
                    <a:pt x="133219" y="79449"/>
                    <a:pt x="133976" y="76297"/>
                    <a:pt x="137884" y="58648"/>
                  </a:cubicBezTo>
                  <a:cubicBezTo>
                    <a:pt x="141918" y="41125"/>
                    <a:pt x="125907" y="30031"/>
                    <a:pt x="133093" y="25997"/>
                  </a:cubicBezTo>
                  <a:cubicBezTo>
                    <a:pt x="138514" y="22971"/>
                    <a:pt x="138010" y="19568"/>
                    <a:pt x="131959" y="11751"/>
                  </a:cubicBezTo>
                  <a:cubicBezTo>
                    <a:pt x="130446" y="12760"/>
                    <a:pt x="128933" y="13390"/>
                    <a:pt x="127546" y="13390"/>
                  </a:cubicBezTo>
                  <a:cubicBezTo>
                    <a:pt x="121243" y="13390"/>
                    <a:pt x="113427" y="2423"/>
                    <a:pt x="102459" y="2423"/>
                  </a:cubicBezTo>
                  <a:cubicBezTo>
                    <a:pt x="91492" y="2423"/>
                    <a:pt x="79641" y="1666"/>
                    <a:pt x="71825" y="5574"/>
                  </a:cubicBezTo>
                  <a:cubicBezTo>
                    <a:pt x="64010" y="9482"/>
                    <a:pt x="49008" y="4818"/>
                    <a:pt x="39679" y="11121"/>
                  </a:cubicBezTo>
                  <a:cubicBezTo>
                    <a:pt x="30224" y="17424"/>
                    <a:pt x="18500" y="30661"/>
                    <a:pt x="19256" y="36208"/>
                  </a:cubicBezTo>
                  <a:cubicBezTo>
                    <a:pt x="20013" y="41755"/>
                    <a:pt x="16105" y="75414"/>
                    <a:pt x="11440" y="77053"/>
                  </a:cubicBezTo>
                  <a:cubicBezTo>
                    <a:pt x="10054" y="77557"/>
                    <a:pt x="6524" y="77305"/>
                    <a:pt x="2364" y="76801"/>
                  </a:cubicBezTo>
                  <a:cubicBezTo>
                    <a:pt x="8667" y="87769"/>
                    <a:pt x="27199" y="107183"/>
                    <a:pt x="39175" y="114495"/>
                  </a:cubicBezTo>
                  <a:cubicBezTo>
                    <a:pt x="53546" y="123319"/>
                    <a:pt x="52664" y="131261"/>
                    <a:pt x="68674" y="132774"/>
                  </a:cubicBezTo>
                  <a:cubicBezTo>
                    <a:pt x="84558" y="134287"/>
                    <a:pt x="92626" y="140716"/>
                    <a:pt x="98173" y="147902"/>
                  </a:cubicBezTo>
                  <a:cubicBezTo>
                    <a:pt x="103720" y="155088"/>
                    <a:pt x="144439" y="166937"/>
                    <a:pt x="147591" y="172610"/>
                  </a:cubicBezTo>
                  <a:cubicBezTo>
                    <a:pt x="150742" y="178157"/>
                    <a:pt x="126916" y="194042"/>
                    <a:pt x="126916" y="208413"/>
                  </a:cubicBezTo>
                  <a:cubicBezTo>
                    <a:pt x="126916" y="222784"/>
                    <a:pt x="118091" y="221146"/>
                    <a:pt x="118091" y="225936"/>
                  </a:cubicBezTo>
                  <a:cubicBezTo>
                    <a:pt x="118091" y="230727"/>
                    <a:pt x="136371" y="227575"/>
                    <a:pt x="142800" y="231483"/>
                  </a:cubicBezTo>
                  <a:cubicBezTo>
                    <a:pt x="149229" y="235517"/>
                    <a:pt x="160323" y="229088"/>
                    <a:pt x="168265" y="233878"/>
                  </a:cubicBezTo>
                  <a:cubicBezTo>
                    <a:pt x="176207" y="238668"/>
                    <a:pt x="185032" y="227575"/>
                    <a:pt x="191335" y="229088"/>
                  </a:cubicBezTo>
                  <a:cubicBezTo>
                    <a:pt x="197765" y="230727"/>
                    <a:pt x="204068" y="217994"/>
                    <a:pt x="212010" y="218750"/>
                  </a:cubicBezTo>
                  <a:cubicBezTo>
                    <a:pt x="219952" y="219507"/>
                    <a:pt x="227138" y="190890"/>
                    <a:pt x="225499" y="179670"/>
                  </a:cubicBezTo>
                  <a:cubicBezTo>
                    <a:pt x="223860" y="168576"/>
                    <a:pt x="237475" y="134287"/>
                    <a:pt x="227894" y="12949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1" name="Google Shape;761;p22"/>
            <p:cNvSpPr/>
            <p:nvPr/>
          </p:nvSpPr>
          <p:spPr>
            <a:xfrm>
              <a:off x="3498700" y="4276492"/>
              <a:ext cx="88246" cy="75639"/>
            </a:xfrm>
            <a:custGeom>
              <a:rect b="b" l="l" r="r" t="t"/>
              <a:pathLst>
                <a:path extrusionOk="0" h="75639" w="88245">
                  <a:moveTo>
                    <a:pt x="84067" y="59129"/>
                  </a:moveTo>
                  <a:cubicBezTo>
                    <a:pt x="83185" y="56104"/>
                    <a:pt x="83689" y="48288"/>
                    <a:pt x="88102" y="42237"/>
                  </a:cubicBezTo>
                  <a:cubicBezTo>
                    <a:pt x="78521" y="31900"/>
                    <a:pt x="67679" y="17906"/>
                    <a:pt x="61880" y="9460"/>
                  </a:cubicBezTo>
                  <a:cubicBezTo>
                    <a:pt x="56333" y="10216"/>
                    <a:pt x="51543" y="10090"/>
                    <a:pt x="48769" y="7947"/>
                  </a:cubicBezTo>
                  <a:cubicBezTo>
                    <a:pt x="42970" y="3535"/>
                    <a:pt x="28347" y="6560"/>
                    <a:pt x="22548" y="3535"/>
                  </a:cubicBezTo>
                  <a:cubicBezTo>
                    <a:pt x="19522" y="2022"/>
                    <a:pt x="13723" y="2274"/>
                    <a:pt x="7924" y="2652"/>
                  </a:cubicBezTo>
                  <a:cubicBezTo>
                    <a:pt x="9311" y="7065"/>
                    <a:pt x="8681" y="11225"/>
                    <a:pt x="5907" y="13116"/>
                  </a:cubicBezTo>
                  <a:cubicBezTo>
                    <a:pt x="612" y="16646"/>
                    <a:pt x="-18" y="30765"/>
                    <a:pt x="12967" y="36060"/>
                  </a:cubicBezTo>
                  <a:cubicBezTo>
                    <a:pt x="25951" y="41354"/>
                    <a:pt x="21791" y="33160"/>
                    <a:pt x="28221" y="33160"/>
                  </a:cubicBezTo>
                  <a:cubicBezTo>
                    <a:pt x="34650" y="33160"/>
                    <a:pt x="34146" y="43119"/>
                    <a:pt x="39945" y="43119"/>
                  </a:cubicBezTo>
                  <a:cubicBezTo>
                    <a:pt x="45870" y="43119"/>
                    <a:pt x="59359" y="50179"/>
                    <a:pt x="58728" y="59634"/>
                  </a:cubicBezTo>
                  <a:cubicBezTo>
                    <a:pt x="58098" y="69089"/>
                    <a:pt x="63393" y="73123"/>
                    <a:pt x="73982" y="73123"/>
                  </a:cubicBezTo>
                  <a:cubicBezTo>
                    <a:pt x="75873" y="73123"/>
                    <a:pt x="78142" y="73249"/>
                    <a:pt x="80412" y="73627"/>
                  </a:cubicBezTo>
                  <a:cubicBezTo>
                    <a:pt x="82303" y="67450"/>
                    <a:pt x="85076" y="62407"/>
                    <a:pt x="84067" y="59129"/>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2" name="Google Shape;762;p22"/>
            <p:cNvSpPr/>
            <p:nvPr/>
          </p:nvSpPr>
          <p:spPr>
            <a:xfrm>
              <a:off x="3576874" y="4314086"/>
              <a:ext cx="151278" cy="63033"/>
            </a:xfrm>
            <a:custGeom>
              <a:rect b="b" l="l" r="r" t="t"/>
              <a:pathLst>
                <a:path extrusionOk="0" h="63032" w="151278">
                  <a:moveTo>
                    <a:pt x="140657" y="21536"/>
                  </a:moveTo>
                  <a:cubicBezTo>
                    <a:pt x="131202" y="7416"/>
                    <a:pt x="114183" y="8551"/>
                    <a:pt x="103594" y="3887"/>
                  </a:cubicBezTo>
                  <a:cubicBezTo>
                    <a:pt x="93005" y="-778"/>
                    <a:pt x="79515" y="5651"/>
                    <a:pt x="65900" y="18006"/>
                  </a:cubicBezTo>
                  <a:cubicBezTo>
                    <a:pt x="52412" y="30360"/>
                    <a:pt x="35267" y="23300"/>
                    <a:pt x="23543" y="16871"/>
                  </a:cubicBezTo>
                  <a:cubicBezTo>
                    <a:pt x="20013" y="14980"/>
                    <a:pt x="15096" y="10316"/>
                    <a:pt x="9928" y="4643"/>
                  </a:cubicBezTo>
                  <a:cubicBezTo>
                    <a:pt x="5515" y="10568"/>
                    <a:pt x="5011" y="18384"/>
                    <a:pt x="5894" y="21536"/>
                  </a:cubicBezTo>
                  <a:cubicBezTo>
                    <a:pt x="6776" y="24813"/>
                    <a:pt x="4129" y="29856"/>
                    <a:pt x="2364" y="36159"/>
                  </a:cubicBezTo>
                  <a:cubicBezTo>
                    <a:pt x="13962" y="37546"/>
                    <a:pt x="29216" y="42715"/>
                    <a:pt x="36527" y="51539"/>
                  </a:cubicBezTo>
                  <a:cubicBezTo>
                    <a:pt x="45352" y="62128"/>
                    <a:pt x="50647" y="55069"/>
                    <a:pt x="55941" y="64524"/>
                  </a:cubicBezTo>
                  <a:cubicBezTo>
                    <a:pt x="61236" y="73979"/>
                    <a:pt x="73590" y="65028"/>
                    <a:pt x="76490" y="59229"/>
                  </a:cubicBezTo>
                  <a:cubicBezTo>
                    <a:pt x="79389" y="53304"/>
                    <a:pt x="70061" y="51035"/>
                    <a:pt x="68800" y="44479"/>
                  </a:cubicBezTo>
                  <a:cubicBezTo>
                    <a:pt x="67665" y="38050"/>
                    <a:pt x="80524" y="40319"/>
                    <a:pt x="82919" y="31495"/>
                  </a:cubicBezTo>
                  <a:cubicBezTo>
                    <a:pt x="85315" y="22670"/>
                    <a:pt x="104098" y="18510"/>
                    <a:pt x="112292" y="22040"/>
                  </a:cubicBezTo>
                  <a:cubicBezTo>
                    <a:pt x="120487" y="25570"/>
                    <a:pt x="127546" y="31495"/>
                    <a:pt x="119982" y="40319"/>
                  </a:cubicBezTo>
                  <a:cubicBezTo>
                    <a:pt x="114310" y="46875"/>
                    <a:pt x="125907" y="58725"/>
                    <a:pt x="135614" y="67928"/>
                  </a:cubicBezTo>
                  <a:cubicBezTo>
                    <a:pt x="142422" y="60868"/>
                    <a:pt x="150238" y="52926"/>
                    <a:pt x="153516" y="50531"/>
                  </a:cubicBezTo>
                  <a:cubicBezTo>
                    <a:pt x="155281" y="49144"/>
                    <a:pt x="156415" y="46118"/>
                    <a:pt x="157172" y="42210"/>
                  </a:cubicBezTo>
                  <a:cubicBezTo>
                    <a:pt x="152633" y="40193"/>
                    <a:pt x="147213" y="31369"/>
                    <a:pt x="140657" y="2153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3" name="Google Shape;763;p22"/>
            <p:cNvSpPr/>
            <p:nvPr/>
          </p:nvSpPr>
          <p:spPr>
            <a:xfrm>
              <a:off x="3681634" y="4239265"/>
              <a:ext cx="315163" cy="441228"/>
            </a:xfrm>
            <a:custGeom>
              <a:rect b="b" l="l" r="r" t="t"/>
              <a:pathLst>
                <a:path extrusionOk="0" h="441227" w="315162">
                  <a:moveTo>
                    <a:pt x="52286" y="327056"/>
                  </a:moveTo>
                  <a:cubicBezTo>
                    <a:pt x="59597" y="331342"/>
                    <a:pt x="70061" y="330207"/>
                    <a:pt x="72582" y="327056"/>
                  </a:cubicBezTo>
                  <a:cubicBezTo>
                    <a:pt x="74977" y="324030"/>
                    <a:pt x="81785" y="330712"/>
                    <a:pt x="91618" y="341805"/>
                  </a:cubicBezTo>
                  <a:cubicBezTo>
                    <a:pt x="91996" y="342310"/>
                    <a:pt x="92374" y="342688"/>
                    <a:pt x="92752" y="343192"/>
                  </a:cubicBezTo>
                  <a:cubicBezTo>
                    <a:pt x="100947" y="341427"/>
                    <a:pt x="111410" y="339788"/>
                    <a:pt x="115570" y="342436"/>
                  </a:cubicBezTo>
                  <a:cubicBezTo>
                    <a:pt x="123008" y="347100"/>
                    <a:pt x="121117" y="363615"/>
                    <a:pt x="131202" y="364623"/>
                  </a:cubicBezTo>
                  <a:cubicBezTo>
                    <a:pt x="141413" y="365506"/>
                    <a:pt x="148725" y="375717"/>
                    <a:pt x="147843" y="381264"/>
                  </a:cubicBezTo>
                  <a:cubicBezTo>
                    <a:pt x="146960" y="386811"/>
                    <a:pt x="158936" y="389584"/>
                    <a:pt x="158054" y="397904"/>
                  </a:cubicBezTo>
                  <a:cubicBezTo>
                    <a:pt x="157172" y="406225"/>
                    <a:pt x="184906" y="404334"/>
                    <a:pt x="188562" y="401560"/>
                  </a:cubicBezTo>
                  <a:cubicBezTo>
                    <a:pt x="192218" y="398787"/>
                    <a:pt x="199656" y="396896"/>
                    <a:pt x="204194" y="399669"/>
                  </a:cubicBezTo>
                  <a:cubicBezTo>
                    <a:pt x="208858" y="402443"/>
                    <a:pt x="217179" y="396896"/>
                    <a:pt x="221717" y="398787"/>
                  </a:cubicBezTo>
                  <a:cubicBezTo>
                    <a:pt x="226381" y="400678"/>
                    <a:pt x="244787" y="407989"/>
                    <a:pt x="241131" y="414545"/>
                  </a:cubicBezTo>
                  <a:cubicBezTo>
                    <a:pt x="237475" y="420974"/>
                    <a:pt x="224490" y="431186"/>
                    <a:pt x="227264" y="436732"/>
                  </a:cubicBezTo>
                  <a:cubicBezTo>
                    <a:pt x="229407" y="441145"/>
                    <a:pt x="239114" y="443792"/>
                    <a:pt x="243022" y="449339"/>
                  </a:cubicBezTo>
                  <a:cubicBezTo>
                    <a:pt x="243400" y="449339"/>
                    <a:pt x="243904" y="449339"/>
                    <a:pt x="244283" y="449213"/>
                  </a:cubicBezTo>
                  <a:cubicBezTo>
                    <a:pt x="251342" y="447700"/>
                    <a:pt x="254494" y="420974"/>
                    <a:pt x="254494" y="413158"/>
                  </a:cubicBezTo>
                  <a:cubicBezTo>
                    <a:pt x="254494" y="405342"/>
                    <a:pt x="257645" y="384919"/>
                    <a:pt x="259915" y="376978"/>
                  </a:cubicBezTo>
                  <a:cubicBezTo>
                    <a:pt x="264327" y="361598"/>
                    <a:pt x="242896" y="350630"/>
                    <a:pt x="242896" y="333989"/>
                  </a:cubicBezTo>
                  <a:cubicBezTo>
                    <a:pt x="242896" y="317349"/>
                    <a:pt x="251342" y="326552"/>
                    <a:pt x="260923" y="319744"/>
                  </a:cubicBezTo>
                  <a:cubicBezTo>
                    <a:pt x="270504" y="312810"/>
                    <a:pt x="260419" y="309911"/>
                    <a:pt x="255628" y="308902"/>
                  </a:cubicBezTo>
                  <a:cubicBezTo>
                    <a:pt x="250838" y="307894"/>
                    <a:pt x="247182" y="299321"/>
                    <a:pt x="248695" y="294279"/>
                  </a:cubicBezTo>
                  <a:cubicBezTo>
                    <a:pt x="250334" y="289236"/>
                    <a:pt x="279455" y="291379"/>
                    <a:pt x="288784" y="291379"/>
                  </a:cubicBezTo>
                  <a:cubicBezTo>
                    <a:pt x="298112" y="291379"/>
                    <a:pt x="318283" y="282933"/>
                    <a:pt x="318535" y="281546"/>
                  </a:cubicBezTo>
                  <a:cubicBezTo>
                    <a:pt x="318787" y="280286"/>
                    <a:pt x="320930" y="273604"/>
                    <a:pt x="313744" y="268057"/>
                  </a:cubicBezTo>
                  <a:cubicBezTo>
                    <a:pt x="306559" y="262510"/>
                    <a:pt x="309206" y="254568"/>
                    <a:pt x="314753" y="248139"/>
                  </a:cubicBezTo>
                  <a:cubicBezTo>
                    <a:pt x="320300" y="241836"/>
                    <a:pt x="311349" y="235406"/>
                    <a:pt x="304416" y="227717"/>
                  </a:cubicBezTo>
                  <a:cubicBezTo>
                    <a:pt x="297482" y="220027"/>
                    <a:pt x="302777" y="192166"/>
                    <a:pt x="310719" y="179181"/>
                  </a:cubicBezTo>
                  <a:cubicBezTo>
                    <a:pt x="318661" y="166197"/>
                    <a:pt x="294583" y="169096"/>
                    <a:pt x="279707" y="170987"/>
                  </a:cubicBezTo>
                  <a:cubicBezTo>
                    <a:pt x="264831" y="172878"/>
                    <a:pt x="252099" y="166953"/>
                    <a:pt x="242518" y="154851"/>
                  </a:cubicBezTo>
                  <a:cubicBezTo>
                    <a:pt x="232937" y="142623"/>
                    <a:pt x="219952" y="150312"/>
                    <a:pt x="197134" y="150817"/>
                  </a:cubicBezTo>
                  <a:cubicBezTo>
                    <a:pt x="174316" y="151321"/>
                    <a:pt x="178855" y="125604"/>
                    <a:pt x="179863" y="115771"/>
                  </a:cubicBezTo>
                  <a:cubicBezTo>
                    <a:pt x="180872" y="105938"/>
                    <a:pt x="168139" y="104677"/>
                    <a:pt x="168139" y="98248"/>
                  </a:cubicBezTo>
                  <a:cubicBezTo>
                    <a:pt x="168139" y="91944"/>
                    <a:pt x="161458" y="91944"/>
                    <a:pt x="155659" y="92449"/>
                  </a:cubicBezTo>
                  <a:cubicBezTo>
                    <a:pt x="149860" y="92953"/>
                    <a:pt x="155659" y="85263"/>
                    <a:pt x="159693" y="80220"/>
                  </a:cubicBezTo>
                  <a:cubicBezTo>
                    <a:pt x="163601" y="75178"/>
                    <a:pt x="163349" y="71144"/>
                    <a:pt x="163601" y="60554"/>
                  </a:cubicBezTo>
                  <a:cubicBezTo>
                    <a:pt x="163853" y="49965"/>
                    <a:pt x="179233" y="40888"/>
                    <a:pt x="186923" y="30551"/>
                  </a:cubicBezTo>
                  <a:cubicBezTo>
                    <a:pt x="188814" y="28029"/>
                    <a:pt x="191713" y="26391"/>
                    <a:pt x="194991" y="25382"/>
                  </a:cubicBezTo>
                  <a:cubicBezTo>
                    <a:pt x="195874" y="22861"/>
                    <a:pt x="197765" y="20970"/>
                    <a:pt x="201421" y="20213"/>
                  </a:cubicBezTo>
                  <a:cubicBezTo>
                    <a:pt x="213144" y="17818"/>
                    <a:pt x="219070" y="10254"/>
                    <a:pt x="207850" y="3699"/>
                  </a:cubicBezTo>
                  <a:cubicBezTo>
                    <a:pt x="196630" y="-2730"/>
                    <a:pt x="190201" y="16053"/>
                    <a:pt x="177846" y="17818"/>
                  </a:cubicBezTo>
                  <a:cubicBezTo>
                    <a:pt x="165492" y="19583"/>
                    <a:pt x="163097" y="27273"/>
                    <a:pt x="154902" y="31307"/>
                  </a:cubicBezTo>
                  <a:cubicBezTo>
                    <a:pt x="146708" y="35467"/>
                    <a:pt x="131328" y="31937"/>
                    <a:pt x="130824" y="38997"/>
                  </a:cubicBezTo>
                  <a:cubicBezTo>
                    <a:pt x="130194" y="46687"/>
                    <a:pt x="125529" y="38997"/>
                    <a:pt x="118470" y="37232"/>
                  </a:cubicBezTo>
                  <a:cubicBezTo>
                    <a:pt x="111410" y="35467"/>
                    <a:pt x="93131" y="51352"/>
                    <a:pt x="93761" y="60176"/>
                  </a:cubicBezTo>
                  <a:cubicBezTo>
                    <a:pt x="94391" y="69001"/>
                    <a:pt x="97291" y="77195"/>
                    <a:pt x="84306" y="85515"/>
                  </a:cubicBezTo>
                  <a:cubicBezTo>
                    <a:pt x="71321" y="93709"/>
                    <a:pt x="63757" y="109089"/>
                    <a:pt x="57832" y="116149"/>
                  </a:cubicBezTo>
                  <a:cubicBezTo>
                    <a:pt x="56067" y="118292"/>
                    <a:pt x="54050" y="118418"/>
                    <a:pt x="52033" y="117536"/>
                  </a:cubicBezTo>
                  <a:cubicBezTo>
                    <a:pt x="51277" y="121444"/>
                    <a:pt x="50142" y="124469"/>
                    <a:pt x="48378" y="125856"/>
                  </a:cubicBezTo>
                  <a:cubicBezTo>
                    <a:pt x="45100" y="128251"/>
                    <a:pt x="37284" y="136193"/>
                    <a:pt x="30476" y="143253"/>
                  </a:cubicBezTo>
                  <a:cubicBezTo>
                    <a:pt x="33754" y="146404"/>
                    <a:pt x="36906" y="149304"/>
                    <a:pt x="38923" y="151573"/>
                  </a:cubicBezTo>
                  <a:cubicBezTo>
                    <a:pt x="47117" y="160398"/>
                    <a:pt x="41822" y="167457"/>
                    <a:pt x="44217" y="172248"/>
                  </a:cubicBezTo>
                  <a:cubicBezTo>
                    <a:pt x="46612" y="176912"/>
                    <a:pt x="48882" y="183972"/>
                    <a:pt x="44217" y="186997"/>
                  </a:cubicBezTo>
                  <a:cubicBezTo>
                    <a:pt x="39553" y="189897"/>
                    <a:pt x="43587" y="222296"/>
                    <a:pt x="48882" y="228221"/>
                  </a:cubicBezTo>
                  <a:cubicBezTo>
                    <a:pt x="54176" y="234146"/>
                    <a:pt x="48882" y="239441"/>
                    <a:pt x="42957" y="251164"/>
                  </a:cubicBezTo>
                  <a:cubicBezTo>
                    <a:pt x="37032" y="262889"/>
                    <a:pt x="31737" y="268183"/>
                    <a:pt x="21147" y="268814"/>
                  </a:cubicBezTo>
                  <a:cubicBezTo>
                    <a:pt x="10558" y="269444"/>
                    <a:pt x="11188" y="285832"/>
                    <a:pt x="7658" y="285832"/>
                  </a:cubicBezTo>
                  <a:cubicBezTo>
                    <a:pt x="4885" y="285832"/>
                    <a:pt x="2742" y="291757"/>
                    <a:pt x="2364" y="296926"/>
                  </a:cubicBezTo>
                  <a:cubicBezTo>
                    <a:pt x="12197" y="305246"/>
                    <a:pt x="29972" y="315332"/>
                    <a:pt x="35141" y="315332"/>
                  </a:cubicBezTo>
                  <a:cubicBezTo>
                    <a:pt x="41318" y="314701"/>
                    <a:pt x="44974" y="322770"/>
                    <a:pt x="52286" y="32705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4" name="Google Shape;764;p22"/>
            <p:cNvSpPr/>
            <p:nvPr/>
          </p:nvSpPr>
          <p:spPr>
            <a:xfrm>
              <a:off x="3933427" y="4837385"/>
              <a:ext cx="315163" cy="365589"/>
            </a:xfrm>
            <a:custGeom>
              <a:rect b="b" l="l" r="r" t="t"/>
              <a:pathLst>
                <a:path extrusionOk="0" h="365588" w="315162">
                  <a:moveTo>
                    <a:pt x="323032" y="219707"/>
                  </a:moveTo>
                  <a:cubicBezTo>
                    <a:pt x="319124" y="207983"/>
                    <a:pt x="307400" y="206344"/>
                    <a:pt x="307400" y="193863"/>
                  </a:cubicBezTo>
                  <a:cubicBezTo>
                    <a:pt x="307400" y="181256"/>
                    <a:pt x="302736" y="179744"/>
                    <a:pt x="285465" y="180500"/>
                  </a:cubicBezTo>
                  <a:cubicBezTo>
                    <a:pt x="268194" y="181256"/>
                    <a:pt x="257226" y="177348"/>
                    <a:pt x="256470" y="167137"/>
                  </a:cubicBezTo>
                  <a:cubicBezTo>
                    <a:pt x="255713" y="156926"/>
                    <a:pt x="245502" y="149110"/>
                    <a:pt x="253318" y="145202"/>
                  </a:cubicBezTo>
                  <a:cubicBezTo>
                    <a:pt x="261134" y="141294"/>
                    <a:pt x="247771" y="134234"/>
                    <a:pt x="249410" y="124780"/>
                  </a:cubicBezTo>
                  <a:cubicBezTo>
                    <a:pt x="250923" y="115325"/>
                    <a:pt x="244746" y="111417"/>
                    <a:pt x="239199" y="106752"/>
                  </a:cubicBezTo>
                  <a:cubicBezTo>
                    <a:pt x="233652" y="102088"/>
                    <a:pt x="210204" y="109147"/>
                    <a:pt x="210204" y="100449"/>
                  </a:cubicBezTo>
                  <a:cubicBezTo>
                    <a:pt x="210204" y="91876"/>
                    <a:pt x="196085" y="90238"/>
                    <a:pt x="188269" y="90238"/>
                  </a:cubicBezTo>
                  <a:cubicBezTo>
                    <a:pt x="180453" y="90238"/>
                    <a:pt x="185873" y="80026"/>
                    <a:pt x="177301" y="80909"/>
                  </a:cubicBezTo>
                  <a:cubicBezTo>
                    <a:pt x="168729" y="81665"/>
                    <a:pt x="170241" y="75362"/>
                    <a:pt x="158517" y="77001"/>
                  </a:cubicBezTo>
                  <a:cubicBezTo>
                    <a:pt x="146793" y="78514"/>
                    <a:pt x="139734" y="73093"/>
                    <a:pt x="127127" y="58091"/>
                  </a:cubicBezTo>
                  <a:cubicBezTo>
                    <a:pt x="114521" y="43215"/>
                    <a:pt x="116159" y="14220"/>
                    <a:pt x="118555" y="6279"/>
                  </a:cubicBezTo>
                  <a:cubicBezTo>
                    <a:pt x="120950" y="-1538"/>
                    <a:pt x="103679" y="4765"/>
                    <a:pt x="93468" y="4765"/>
                  </a:cubicBezTo>
                  <a:cubicBezTo>
                    <a:pt x="83256" y="4765"/>
                    <a:pt x="73045" y="12582"/>
                    <a:pt x="62078" y="18885"/>
                  </a:cubicBezTo>
                  <a:cubicBezTo>
                    <a:pt x="51110" y="25188"/>
                    <a:pt x="44807" y="25188"/>
                    <a:pt x="39386" y="30609"/>
                  </a:cubicBezTo>
                  <a:cubicBezTo>
                    <a:pt x="33839" y="36156"/>
                    <a:pt x="25267" y="39181"/>
                    <a:pt x="16694" y="36156"/>
                  </a:cubicBezTo>
                  <a:cubicBezTo>
                    <a:pt x="14299" y="35273"/>
                    <a:pt x="11147" y="34643"/>
                    <a:pt x="7870" y="34139"/>
                  </a:cubicBezTo>
                  <a:cubicBezTo>
                    <a:pt x="12534" y="45737"/>
                    <a:pt x="23628" y="64646"/>
                    <a:pt x="26149" y="71454"/>
                  </a:cubicBezTo>
                  <a:cubicBezTo>
                    <a:pt x="29301" y="80026"/>
                    <a:pt x="22241" y="82422"/>
                    <a:pt x="19089" y="85573"/>
                  </a:cubicBezTo>
                  <a:cubicBezTo>
                    <a:pt x="15938" y="88725"/>
                    <a:pt x="20602" y="116964"/>
                    <a:pt x="21485" y="123267"/>
                  </a:cubicBezTo>
                  <a:cubicBezTo>
                    <a:pt x="22241" y="129570"/>
                    <a:pt x="10517" y="141294"/>
                    <a:pt x="15181" y="145202"/>
                  </a:cubicBezTo>
                  <a:cubicBezTo>
                    <a:pt x="19846" y="149110"/>
                    <a:pt x="8878" y="160960"/>
                    <a:pt x="8878" y="168020"/>
                  </a:cubicBezTo>
                  <a:cubicBezTo>
                    <a:pt x="8878" y="175079"/>
                    <a:pt x="19089" y="175079"/>
                    <a:pt x="19089" y="180500"/>
                  </a:cubicBezTo>
                  <a:cubicBezTo>
                    <a:pt x="19089" y="186047"/>
                    <a:pt x="10391" y="198528"/>
                    <a:pt x="4970" y="201679"/>
                  </a:cubicBezTo>
                  <a:cubicBezTo>
                    <a:pt x="2071" y="203318"/>
                    <a:pt x="2071" y="207730"/>
                    <a:pt x="2701" y="212647"/>
                  </a:cubicBezTo>
                  <a:cubicBezTo>
                    <a:pt x="4340" y="212143"/>
                    <a:pt x="5474" y="219202"/>
                    <a:pt x="13542" y="225253"/>
                  </a:cubicBezTo>
                  <a:cubicBezTo>
                    <a:pt x="22997" y="232313"/>
                    <a:pt x="12030" y="244037"/>
                    <a:pt x="19846" y="253492"/>
                  </a:cubicBezTo>
                  <a:cubicBezTo>
                    <a:pt x="27662" y="262947"/>
                    <a:pt x="36360" y="263703"/>
                    <a:pt x="30813" y="268367"/>
                  </a:cubicBezTo>
                  <a:cubicBezTo>
                    <a:pt x="25267" y="273032"/>
                    <a:pt x="31570" y="282487"/>
                    <a:pt x="25267" y="287151"/>
                  </a:cubicBezTo>
                  <a:cubicBezTo>
                    <a:pt x="18963" y="291942"/>
                    <a:pt x="27662" y="306061"/>
                    <a:pt x="34722" y="309087"/>
                  </a:cubicBezTo>
                  <a:cubicBezTo>
                    <a:pt x="41781" y="312238"/>
                    <a:pt x="37117" y="326357"/>
                    <a:pt x="44176" y="333417"/>
                  </a:cubicBezTo>
                  <a:cubicBezTo>
                    <a:pt x="51236" y="340477"/>
                    <a:pt x="48084" y="356991"/>
                    <a:pt x="50480" y="362412"/>
                  </a:cubicBezTo>
                  <a:cubicBezTo>
                    <a:pt x="52875" y="367959"/>
                    <a:pt x="74054" y="354596"/>
                    <a:pt x="86534" y="341233"/>
                  </a:cubicBezTo>
                  <a:cubicBezTo>
                    <a:pt x="99141" y="327870"/>
                    <a:pt x="98258" y="338838"/>
                    <a:pt x="110108" y="340477"/>
                  </a:cubicBezTo>
                  <a:cubicBezTo>
                    <a:pt x="121832" y="342116"/>
                    <a:pt x="135195" y="342116"/>
                    <a:pt x="140742" y="353083"/>
                  </a:cubicBezTo>
                  <a:cubicBezTo>
                    <a:pt x="146289" y="364051"/>
                    <a:pt x="152466" y="342116"/>
                    <a:pt x="156374" y="337325"/>
                  </a:cubicBezTo>
                  <a:cubicBezTo>
                    <a:pt x="160282" y="332661"/>
                    <a:pt x="187008" y="338964"/>
                    <a:pt x="191672" y="337325"/>
                  </a:cubicBezTo>
                  <a:cubicBezTo>
                    <a:pt x="196337" y="335812"/>
                    <a:pt x="200245" y="302027"/>
                    <a:pt x="199488" y="296480"/>
                  </a:cubicBezTo>
                  <a:cubicBezTo>
                    <a:pt x="198732" y="290933"/>
                    <a:pt x="210456" y="277697"/>
                    <a:pt x="219911" y="271393"/>
                  </a:cubicBezTo>
                  <a:cubicBezTo>
                    <a:pt x="229366" y="265090"/>
                    <a:pt x="244242" y="269880"/>
                    <a:pt x="252058" y="265846"/>
                  </a:cubicBezTo>
                  <a:cubicBezTo>
                    <a:pt x="259874" y="261938"/>
                    <a:pt x="271724" y="262695"/>
                    <a:pt x="282691" y="262695"/>
                  </a:cubicBezTo>
                  <a:cubicBezTo>
                    <a:pt x="293659" y="262695"/>
                    <a:pt x="301475" y="273662"/>
                    <a:pt x="307778" y="273662"/>
                  </a:cubicBezTo>
                  <a:cubicBezTo>
                    <a:pt x="314081" y="273662"/>
                    <a:pt x="321898" y="263451"/>
                    <a:pt x="320385" y="253996"/>
                  </a:cubicBezTo>
                  <a:cubicBezTo>
                    <a:pt x="318242" y="244793"/>
                    <a:pt x="326940" y="231557"/>
                    <a:pt x="323032" y="21970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5" name="Google Shape;765;p22"/>
            <p:cNvSpPr/>
            <p:nvPr/>
          </p:nvSpPr>
          <p:spPr>
            <a:xfrm>
              <a:off x="3619858" y="4577913"/>
              <a:ext cx="340376" cy="491654"/>
            </a:xfrm>
            <a:custGeom>
              <a:rect b="b" l="l" r="r" t="t"/>
              <a:pathLst>
                <a:path extrusionOk="0" h="491653" w="340375">
                  <a:moveTo>
                    <a:pt x="314883" y="473002"/>
                  </a:moveTo>
                  <a:cubicBezTo>
                    <a:pt x="315261" y="472497"/>
                    <a:pt x="315514" y="472245"/>
                    <a:pt x="315766" y="472119"/>
                  </a:cubicBezTo>
                  <a:cubicBezTo>
                    <a:pt x="315009" y="467328"/>
                    <a:pt x="315135" y="462916"/>
                    <a:pt x="318035" y="461151"/>
                  </a:cubicBezTo>
                  <a:cubicBezTo>
                    <a:pt x="323456" y="458000"/>
                    <a:pt x="332154" y="445519"/>
                    <a:pt x="332154" y="439972"/>
                  </a:cubicBezTo>
                  <a:cubicBezTo>
                    <a:pt x="332154" y="434551"/>
                    <a:pt x="321943" y="434551"/>
                    <a:pt x="321943" y="427492"/>
                  </a:cubicBezTo>
                  <a:cubicBezTo>
                    <a:pt x="321943" y="420432"/>
                    <a:pt x="332911" y="408582"/>
                    <a:pt x="328246" y="404674"/>
                  </a:cubicBezTo>
                  <a:cubicBezTo>
                    <a:pt x="323582" y="400766"/>
                    <a:pt x="335306" y="388916"/>
                    <a:pt x="334549" y="382739"/>
                  </a:cubicBezTo>
                  <a:cubicBezTo>
                    <a:pt x="333793" y="376436"/>
                    <a:pt x="329003" y="348197"/>
                    <a:pt x="332154" y="345045"/>
                  </a:cubicBezTo>
                  <a:cubicBezTo>
                    <a:pt x="335306" y="341894"/>
                    <a:pt x="342366" y="339498"/>
                    <a:pt x="339214" y="330926"/>
                  </a:cubicBezTo>
                  <a:cubicBezTo>
                    <a:pt x="336692" y="324118"/>
                    <a:pt x="325599" y="305209"/>
                    <a:pt x="320934" y="293611"/>
                  </a:cubicBezTo>
                  <a:cubicBezTo>
                    <a:pt x="312236" y="292350"/>
                    <a:pt x="301520" y="292602"/>
                    <a:pt x="295217" y="294872"/>
                  </a:cubicBezTo>
                  <a:cubicBezTo>
                    <a:pt x="286645" y="298023"/>
                    <a:pt x="288914" y="270541"/>
                    <a:pt x="288914" y="260330"/>
                  </a:cubicBezTo>
                  <a:cubicBezTo>
                    <a:pt x="288914" y="250118"/>
                    <a:pt x="280342" y="255665"/>
                    <a:pt x="277190" y="262725"/>
                  </a:cubicBezTo>
                  <a:cubicBezTo>
                    <a:pt x="274038" y="269784"/>
                    <a:pt x="261558" y="266633"/>
                    <a:pt x="248951" y="266633"/>
                  </a:cubicBezTo>
                  <a:cubicBezTo>
                    <a:pt x="236345" y="266633"/>
                    <a:pt x="242648" y="250875"/>
                    <a:pt x="234832" y="251757"/>
                  </a:cubicBezTo>
                  <a:cubicBezTo>
                    <a:pt x="227016" y="252514"/>
                    <a:pt x="220713" y="249362"/>
                    <a:pt x="221469" y="241546"/>
                  </a:cubicBezTo>
                  <a:cubicBezTo>
                    <a:pt x="222226" y="233730"/>
                    <a:pt x="215922" y="227427"/>
                    <a:pt x="210501" y="218728"/>
                  </a:cubicBezTo>
                  <a:cubicBezTo>
                    <a:pt x="204955" y="210030"/>
                    <a:pt x="198777" y="201457"/>
                    <a:pt x="203442" y="196037"/>
                  </a:cubicBezTo>
                  <a:cubicBezTo>
                    <a:pt x="208106" y="190490"/>
                    <a:pt x="200290" y="185825"/>
                    <a:pt x="207350" y="178765"/>
                  </a:cubicBezTo>
                  <a:cubicBezTo>
                    <a:pt x="214409" y="171706"/>
                    <a:pt x="221469" y="174101"/>
                    <a:pt x="219074" y="164646"/>
                  </a:cubicBezTo>
                  <a:cubicBezTo>
                    <a:pt x="216679" y="155191"/>
                    <a:pt x="226890" y="149771"/>
                    <a:pt x="227646" y="139559"/>
                  </a:cubicBezTo>
                  <a:cubicBezTo>
                    <a:pt x="228403" y="129348"/>
                    <a:pt x="240253" y="132500"/>
                    <a:pt x="251220" y="123927"/>
                  </a:cubicBezTo>
                  <a:cubicBezTo>
                    <a:pt x="262188" y="115229"/>
                    <a:pt x="273912" y="120019"/>
                    <a:pt x="283367" y="112203"/>
                  </a:cubicBezTo>
                  <a:cubicBezTo>
                    <a:pt x="292192" y="104891"/>
                    <a:pt x="298243" y="111195"/>
                    <a:pt x="304798" y="110690"/>
                  </a:cubicBezTo>
                  <a:cubicBezTo>
                    <a:pt x="300890" y="105144"/>
                    <a:pt x="291183" y="102496"/>
                    <a:pt x="289040" y="98084"/>
                  </a:cubicBezTo>
                  <a:cubicBezTo>
                    <a:pt x="286266" y="92537"/>
                    <a:pt x="299251" y="82326"/>
                    <a:pt x="302907" y="75896"/>
                  </a:cubicBezTo>
                  <a:cubicBezTo>
                    <a:pt x="306563" y="69467"/>
                    <a:pt x="288158" y="62029"/>
                    <a:pt x="283493" y="60138"/>
                  </a:cubicBezTo>
                  <a:cubicBezTo>
                    <a:pt x="278829" y="58247"/>
                    <a:pt x="270508" y="63794"/>
                    <a:pt x="265970" y="61021"/>
                  </a:cubicBezTo>
                  <a:cubicBezTo>
                    <a:pt x="261306" y="58247"/>
                    <a:pt x="253994" y="60138"/>
                    <a:pt x="250338" y="62912"/>
                  </a:cubicBezTo>
                  <a:cubicBezTo>
                    <a:pt x="246682" y="65685"/>
                    <a:pt x="218948" y="67576"/>
                    <a:pt x="219830" y="59256"/>
                  </a:cubicBezTo>
                  <a:cubicBezTo>
                    <a:pt x="220713" y="50936"/>
                    <a:pt x="208737" y="48162"/>
                    <a:pt x="209619" y="42615"/>
                  </a:cubicBezTo>
                  <a:cubicBezTo>
                    <a:pt x="210501" y="37068"/>
                    <a:pt x="203190" y="26857"/>
                    <a:pt x="192978" y="25975"/>
                  </a:cubicBezTo>
                  <a:cubicBezTo>
                    <a:pt x="182767" y="25092"/>
                    <a:pt x="184658" y="8452"/>
                    <a:pt x="177346" y="3787"/>
                  </a:cubicBezTo>
                  <a:cubicBezTo>
                    <a:pt x="173186" y="1140"/>
                    <a:pt x="162723" y="2653"/>
                    <a:pt x="154529" y="4544"/>
                  </a:cubicBezTo>
                  <a:cubicBezTo>
                    <a:pt x="163353" y="14503"/>
                    <a:pt x="166505" y="18789"/>
                    <a:pt x="160706" y="23453"/>
                  </a:cubicBezTo>
                  <a:cubicBezTo>
                    <a:pt x="152890" y="29757"/>
                    <a:pt x="160706" y="30765"/>
                    <a:pt x="145956" y="50431"/>
                  </a:cubicBezTo>
                  <a:cubicBezTo>
                    <a:pt x="131207" y="70097"/>
                    <a:pt x="106120" y="75014"/>
                    <a:pt x="93765" y="78670"/>
                  </a:cubicBezTo>
                  <a:cubicBezTo>
                    <a:pt x="81537" y="82326"/>
                    <a:pt x="76620" y="105017"/>
                    <a:pt x="69813" y="121028"/>
                  </a:cubicBezTo>
                  <a:cubicBezTo>
                    <a:pt x="63005" y="136912"/>
                    <a:pt x="57584" y="131491"/>
                    <a:pt x="50777" y="122289"/>
                  </a:cubicBezTo>
                  <a:cubicBezTo>
                    <a:pt x="44096" y="113086"/>
                    <a:pt x="38549" y="124179"/>
                    <a:pt x="30481" y="116742"/>
                  </a:cubicBezTo>
                  <a:cubicBezTo>
                    <a:pt x="22538" y="109430"/>
                    <a:pt x="26194" y="109430"/>
                    <a:pt x="30481" y="103253"/>
                  </a:cubicBezTo>
                  <a:cubicBezTo>
                    <a:pt x="32750" y="99975"/>
                    <a:pt x="30228" y="94680"/>
                    <a:pt x="25312" y="89638"/>
                  </a:cubicBezTo>
                  <a:cubicBezTo>
                    <a:pt x="16613" y="91402"/>
                    <a:pt x="7663" y="103505"/>
                    <a:pt x="3377" y="112834"/>
                  </a:cubicBezTo>
                  <a:cubicBezTo>
                    <a:pt x="-1288" y="122793"/>
                    <a:pt x="11571" y="142207"/>
                    <a:pt x="13336" y="149266"/>
                  </a:cubicBezTo>
                  <a:cubicBezTo>
                    <a:pt x="15101" y="156326"/>
                    <a:pt x="6276" y="149897"/>
                    <a:pt x="5142" y="156326"/>
                  </a:cubicBezTo>
                  <a:cubicBezTo>
                    <a:pt x="4007" y="162755"/>
                    <a:pt x="24556" y="172210"/>
                    <a:pt x="34010" y="179270"/>
                  </a:cubicBezTo>
                  <a:cubicBezTo>
                    <a:pt x="43465" y="186329"/>
                    <a:pt x="51659" y="206374"/>
                    <a:pt x="60484" y="215829"/>
                  </a:cubicBezTo>
                  <a:cubicBezTo>
                    <a:pt x="69309" y="225283"/>
                    <a:pt x="69939" y="233478"/>
                    <a:pt x="79268" y="256422"/>
                  </a:cubicBezTo>
                  <a:cubicBezTo>
                    <a:pt x="88723" y="279365"/>
                    <a:pt x="107506" y="318193"/>
                    <a:pt x="120491" y="334708"/>
                  </a:cubicBezTo>
                  <a:cubicBezTo>
                    <a:pt x="133476" y="351223"/>
                    <a:pt x="139275" y="364081"/>
                    <a:pt x="136375" y="368872"/>
                  </a:cubicBezTo>
                  <a:cubicBezTo>
                    <a:pt x="133476" y="373536"/>
                    <a:pt x="137006" y="386521"/>
                    <a:pt x="146334" y="392950"/>
                  </a:cubicBezTo>
                  <a:cubicBezTo>
                    <a:pt x="155789" y="399379"/>
                    <a:pt x="163353" y="409969"/>
                    <a:pt x="188062" y="422449"/>
                  </a:cubicBezTo>
                  <a:cubicBezTo>
                    <a:pt x="212771" y="434803"/>
                    <a:pt x="258028" y="458378"/>
                    <a:pt x="264583" y="469471"/>
                  </a:cubicBezTo>
                  <a:cubicBezTo>
                    <a:pt x="271013" y="480691"/>
                    <a:pt x="292192" y="491281"/>
                    <a:pt x="296352" y="493550"/>
                  </a:cubicBezTo>
                  <a:cubicBezTo>
                    <a:pt x="297486" y="494180"/>
                    <a:pt x="297865" y="496071"/>
                    <a:pt x="297865" y="498467"/>
                  </a:cubicBezTo>
                  <a:cubicBezTo>
                    <a:pt x="300260" y="496449"/>
                    <a:pt x="302277" y="494937"/>
                    <a:pt x="303664" y="494306"/>
                  </a:cubicBezTo>
                  <a:cubicBezTo>
                    <a:pt x="311732" y="490272"/>
                    <a:pt x="312488" y="476910"/>
                    <a:pt x="314883" y="473002"/>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6" name="Google Shape;766;p22"/>
            <p:cNvSpPr/>
            <p:nvPr/>
          </p:nvSpPr>
          <p:spPr>
            <a:xfrm>
              <a:off x="3832985" y="4248038"/>
              <a:ext cx="365589" cy="302556"/>
            </a:xfrm>
            <a:custGeom>
              <a:rect b="b" l="l" r="r" t="t"/>
              <a:pathLst>
                <a:path extrusionOk="0" h="302556" w="365588">
                  <a:moveTo>
                    <a:pt x="36077" y="21399"/>
                  </a:moveTo>
                  <a:cubicBezTo>
                    <a:pt x="28387" y="31737"/>
                    <a:pt x="13007" y="40814"/>
                    <a:pt x="12754" y="51403"/>
                  </a:cubicBezTo>
                  <a:cubicBezTo>
                    <a:pt x="12502" y="61992"/>
                    <a:pt x="12754" y="66027"/>
                    <a:pt x="8846" y="71069"/>
                  </a:cubicBezTo>
                  <a:cubicBezTo>
                    <a:pt x="4812" y="76112"/>
                    <a:pt x="-987" y="83802"/>
                    <a:pt x="4812" y="83297"/>
                  </a:cubicBezTo>
                  <a:cubicBezTo>
                    <a:pt x="10611" y="82793"/>
                    <a:pt x="17293" y="82793"/>
                    <a:pt x="17293" y="89097"/>
                  </a:cubicBezTo>
                  <a:cubicBezTo>
                    <a:pt x="17293" y="95400"/>
                    <a:pt x="30025" y="96786"/>
                    <a:pt x="29017" y="106620"/>
                  </a:cubicBezTo>
                  <a:cubicBezTo>
                    <a:pt x="28008" y="116453"/>
                    <a:pt x="23470" y="142170"/>
                    <a:pt x="46288" y="141666"/>
                  </a:cubicBezTo>
                  <a:cubicBezTo>
                    <a:pt x="69106" y="141161"/>
                    <a:pt x="82090" y="133471"/>
                    <a:pt x="91671" y="145700"/>
                  </a:cubicBezTo>
                  <a:cubicBezTo>
                    <a:pt x="101252" y="157928"/>
                    <a:pt x="113985" y="163727"/>
                    <a:pt x="128860" y="161836"/>
                  </a:cubicBezTo>
                  <a:cubicBezTo>
                    <a:pt x="143736" y="159945"/>
                    <a:pt x="167814" y="157046"/>
                    <a:pt x="159872" y="170030"/>
                  </a:cubicBezTo>
                  <a:cubicBezTo>
                    <a:pt x="151930" y="183015"/>
                    <a:pt x="146635" y="210875"/>
                    <a:pt x="153569" y="218565"/>
                  </a:cubicBezTo>
                  <a:cubicBezTo>
                    <a:pt x="160503" y="226255"/>
                    <a:pt x="169453" y="232558"/>
                    <a:pt x="163906" y="238988"/>
                  </a:cubicBezTo>
                  <a:cubicBezTo>
                    <a:pt x="158360" y="245417"/>
                    <a:pt x="155712" y="253359"/>
                    <a:pt x="162898" y="258906"/>
                  </a:cubicBezTo>
                  <a:cubicBezTo>
                    <a:pt x="170084" y="264453"/>
                    <a:pt x="167940" y="271134"/>
                    <a:pt x="167688" y="272395"/>
                  </a:cubicBezTo>
                  <a:cubicBezTo>
                    <a:pt x="167688" y="272773"/>
                    <a:pt x="166176" y="273530"/>
                    <a:pt x="163906" y="274664"/>
                  </a:cubicBezTo>
                  <a:cubicBezTo>
                    <a:pt x="174496" y="285128"/>
                    <a:pt x="178152" y="296726"/>
                    <a:pt x="184203" y="301516"/>
                  </a:cubicBezTo>
                  <a:cubicBezTo>
                    <a:pt x="192145" y="307819"/>
                    <a:pt x="194540" y="311097"/>
                    <a:pt x="200087" y="307819"/>
                  </a:cubicBezTo>
                  <a:cubicBezTo>
                    <a:pt x="205634" y="304668"/>
                    <a:pt x="209668" y="302272"/>
                    <a:pt x="214459" y="305424"/>
                  </a:cubicBezTo>
                  <a:cubicBezTo>
                    <a:pt x="219249" y="308576"/>
                    <a:pt x="225552" y="302272"/>
                    <a:pt x="232738" y="295843"/>
                  </a:cubicBezTo>
                  <a:cubicBezTo>
                    <a:pt x="239924" y="289540"/>
                    <a:pt x="247866" y="295087"/>
                    <a:pt x="250261" y="287145"/>
                  </a:cubicBezTo>
                  <a:cubicBezTo>
                    <a:pt x="252656" y="279203"/>
                    <a:pt x="256690" y="274412"/>
                    <a:pt x="265389" y="272773"/>
                  </a:cubicBezTo>
                  <a:cubicBezTo>
                    <a:pt x="274087" y="271260"/>
                    <a:pt x="274087" y="261680"/>
                    <a:pt x="268540" y="261680"/>
                  </a:cubicBezTo>
                  <a:cubicBezTo>
                    <a:pt x="262994" y="261680"/>
                    <a:pt x="255051" y="268865"/>
                    <a:pt x="255051" y="258528"/>
                  </a:cubicBezTo>
                  <a:cubicBezTo>
                    <a:pt x="255051" y="248191"/>
                    <a:pt x="247866" y="250586"/>
                    <a:pt x="247866" y="241761"/>
                  </a:cubicBezTo>
                  <a:cubicBezTo>
                    <a:pt x="247866" y="232937"/>
                    <a:pt x="247109" y="227390"/>
                    <a:pt x="237528" y="221843"/>
                  </a:cubicBezTo>
                  <a:cubicBezTo>
                    <a:pt x="227948" y="216296"/>
                    <a:pt x="250261" y="213901"/>
                    <a:pt x="255051" y="218691"/>
                  </a:cubicBezTo>
                  <a:cubicBezTo>
                    <a:pt x="259842" y="223482"/>
                    <a:pt x="276608" y="219448"/>
                    <a:pt x="278121" y="226633"/>
                  </a:cubicBezTo>
                  <a:cubicBezTo>
                    <a:pt x="279760" y="233819"/>
                    <a:pt x="288459" y="236214"/>
                    <a:pt x="288459" y="227390"/>
                  </a:cubicBezTo>
                  <a:cubicBezTo>
                    <a:pt x="288459" y="218691"/>
                    <a:pt x="298796" y="215414"/>
                    <a:pt x="306738" y="217052"/>
                  </a:cubicBezTo>
                  <a:cubicBezTo>
                    <a:pt x="314680" y="218691"/>
                    <a:pt x="332203" y="206715"/>
                    <a:pt x="339389" y="204320"/>
                  </a:cubicBezTo>
                  <a:cubicBezTo>
                    <a:pt x="343171" y="203059"/>
                    <a:pt x="344432" y="198647"/>
                    <a:pt x="346575" y="194865"/>
                  </a:cubicBezTo>
                  <a:cubicBezTo>
                    <a:pt x="341280" y="187679"/>
                    <a:pt x="332960" y="176586"/>
                    <a:pt x="329178" y="173434"/>
                  </a:cubicBezTo>
                  <a:cubicBezTo>
                    <a:pt x="323505" y="168644"/>
                    <a:pt x="332960" y="165870"/>
                    <a:pt x="332077" y="159189"/>
                  </a:cubicBezTo>
                  <a:cubicBezTo>
                    <a:pt x="331069" y="152507"/>
                    <a:pt x="332077" y="147717"/>
                    <a:pt x="344432" y="146834"/>
                  </a:cubicBezTo>
                  <a:cubicBezTo>
                    <a:pt x="356786" y="145826"/>
                    <a:pt x="354895" y="136371"/>
                    <a:pt x="348214" y="132589"/>
                  </a:cubicBezTo>
                  <a:cubicBezTo>
                    <a:pt x="341532" y="128807"/>
                    <a:pt x="351113" y="118344"/>
                    <a:pt x="357794" y="114436"/>
                  </a:cubicBezTo>
                  <a:cubicBezTo>
                    <a:pt x="360568" y="112923"/>
                    <a:pt x="364224" y="108132"/>
                    <a:pt x="367501" y="101703"/>
                  </a:cubicBezTo>
                  <a:cubicBezTo>
                    <a:pt x="354769" y="96912"/>
                    <a:pt x="336616" y="97291"/>
                    <a:pt x="329052" y="97795"/>
                  </a:cubicBezTo>
                  <a:cubicBezTo>
                    <a:pt x="319093" y="98425"/>
                    <a:pt x="335481" y="86701"/>
                    <a:pt x="336111" y="75986"/>
                  </a:cubicBezTo>
                  <a:cubicBezTo>
                    <a:pt x="336742" y="65396"/>
                    <a:pt x="307873" y="63631"/>
                    <a:pt x="296653" y="61236"/>
                  </a:cubicBezTo>
                  <a:cubicBezTo>
                    <a:pt x="285433" y="58841"/>
                    <a:pt x="288459" y="47117"/>
                    <a:pt x="300183" y="46612"/>
                  </a:cubicBezTo>
                  <a:cubicBezTo>
                    <a:pt x="311907" y="45982"/>
                    <a:pt x="293753" y="37788"/>
                    <a:pt x="277869" y="40057"/>
                  </a:cubicBezTo>
                  <a:cubicBezTo>
                    <a:pt x="261985" y="42452"/>
                    <a:pt x="239672" y="51277"/>
                    <a:pt x="226687" y="58337"/>
                  </a:cubicBezTo>
                  <a:cubicBezTo>
                    <a:pt x="213702" y="65396"/>
                    <a:pt x="191389" y="37788"/>
                    <a:pt x="176639" y="43587"/>
                  </a:cubicBezTo>
                  <a:cubicBezTo>
                    <a:pt x="161889" y="49512"/>
                    <a:pt x="141341" y="49512"/>
                    <a:pt x="141971" y="37662"/>
                  </a:cubicBezTo>
                  <a:cubicBezTo>
                    <a:pt x="142601" y="25938"/>
                    <a:pt x="136046" y="15853"/>
                    <a:pt x="121422" y="17113"/>
                  </a:cubicBezTo>
                  <a:cubicBezTo>
                    <a:pt x="106673" y="18248"/>
                    <a:pt x="110203" y="2364"/>
                    <a:pt x="99109" y="2364"/>
                  </a:cubicBezTo>
                  <a:cubicBezTo>
                    <a:pt x="87889" y="2364"/>
                    <a:pt x="99109" y="15853"/>
                    <a:pt x="91419" y="19383"/>
                  </a:cubicBezTo>
                  <a:cubicBezTo>
                    <a:pt x="83729" y="22912"/>
                    <a:pt x="57255" y="29342"/>
                    <a:pt x="55490" y="39931"/>
                  </a:cubicBezTo>
                  <a:cubicBezTo>
                    <a:pt x="53726" y="50521"/>
                    <a:pt x="69610" y="68170"/>
                    <a:pt x="64315" y="78759"/>
                  </a:cubicBezTo>
                  <a:cubicBezTo>
                    <a:pt x="59020" y="89349"/>
                    <a:pt x="41371" y="80524"/>
                    <a:pt x="36077" y="69304"/>
                  </a:cubicBezTo>
                  <a:cubicBezTo>
                    <a:pt x="30782" y="58084"/>
                    <a:pt x="51330" y="41066"/>
                    <a:pt x="47801" y="34636"/>
                  </a:cubicBezTo>
                  <a:cubicBezTo>
                    <a:pt x="45405" y="30098"/>
                    <a:pt x="42254" y="21778"/>
                    <a:pt x="44271" y="16231"/>
                  </a:cubicBezTo>
                  <a:cubicBezTo>
                    <a:pt x="40741" y="17365"/>
                    <a:pt x="37967" y="18878"/>
                    <a:pt x="36077" y="21399"/>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7" name="Google Shape;767;p22"/>
            <p:cNvSpPr/>
            <p:nvPr/>
          </p:nvSpPr>
          <p:spPr>
            <a:xfrm>
              <a:off x="4245751" y="4407933"/>
              <a:ext cx="113459" cy="113459"/>
            </a:xfrm>
            <a:custGeom>
              <a:rect b="b" l="l" r="r" t="t"/>
              <a:pathLst>
                <a:path extrusionOk="0" h="113458" w="113458">
                  <a:moveTo>
                    <a:pt x="25836" y="24885"/>
                  </a:moveTo>
                  <a:cubicBezTo>
                    <a:pt x="29618" y="32575"/>
                    <a:pt x="21046" y="36357"/>
                    <a:pt x="13482" y="37239"/>
                  </a:cubicBezTo>
                  <a:cubicBezTo>
                    <a:pt x="5792" y="38248"/>
                    <a:pt x="7809" y="55393"/>
                    <a:pt x="3018" y="60183"/>
                  </a:cubicBezTo>
                  <a:cubicBezTo>
                    <a:pt x="-1772" y="64973"/>
                    <a:pt x="21172" y="77328"/>
                    <a:pt x="24954" y="87791"/>
                  </a:cubicBezTo>
                  <a:cubicBezTo>
                    <a:pt x="27223" y="93968"/>
                    <a:pt x="34787" y="107583"/>
                    <a:pt x="40712" y="117543"/>
                  </a:cubicBezTo>
                  <a:cubicBezTo>
                    <a:pt x="46007" y="118929"/>
                    <a:pt x="51049" y="120064"/>
                    <a:pt x="54075" y="118425"/>
                  </a:cubicBezTo>
                  <a:cubicBezTo>
                    <a:pt x="61260" y="114391"/>
                    <a:pt x="54831" y="100902"/>
                    <a:pt x="65295" y="101658"/>
                  </a:cubicBezTo>
                  <a:cubicBezTo>
                    <a:pt x="75632" y="102541"/>
                    <a:pt x="90760" y="96111"/>
                    <a:pt x="94794" y="102541"/>
                  </a:cubicBezTo>
                  <a:cubicBezTo>
                    <a:pt x="95550" y="103675"/>
                    <a:pt x="96433" y="104810"/>
                    <a:pt x="97441" y="105945"/>
                  </a:cubicBezTo>
                  <a:cubicBezTo>
                    <a:pt x="100719" y="100902"/>
                    <a:pt x="104375" y="95481"/>
                    <a:pt x="105257" y="93590"/>
                  </a:cubicBezTo>
                  <a:cubicBezTo>
                    <a:pt x="107148" y="89808"/>
                    <a:pt x="107148" y="69764"/>
                    <a:pt x="102358" y="58292"/>
                  </a:cubicBezTo>
                  <a:cubicBezTo>
                    <a:pt x="97567" y="46820"/>
                    <a:pt x="101475" y="31566"/>
                    <a:pt x="107148" y="26776"/>
                  </a:cubicBezTo>
                  <a:cubicBezTo>
                    <a:pt x="108409" y="25767"/>
                    <a:pt x="110174" y="20599"/>
                    <a:pt x="112317" y="13161"/>
                  </a:cubicBezTo>
                  <a:cubicBezTo>
                    <a:pt x="102862" y="9505"/>
                    <a:pt x="93785" y="6101"/>
                    <a:pt x="85717" y="7110"/>
                  </a:cubicBezTo>
                  <a:cubicBezTo>
                    <a:pt x="71598" y="8875"/>
                    <a:pt x="56848" y="15304"/>
                    <a:pt x="51554" y="7740"/>
                  </a:cubicBezTo>
                  <a:cubicBezTo>
                    <a:pt x="46259" y="50"/>
                    <a:pt x="38569" y="1311"/>
                    <a:pt x="31509" y="7110"/>
                  </a:cubicBezTo>
                  <a:cubicBezTo>
                    <a:pt x="30753" y="7740"/>
                    <a:pt x="29870" y="7992"/>
                    <a:pt x="28862" y="7866"/>
                  </a:cubicBezTo>
                  <a:cubicBezTo>
                    <a:pt x="26467" y="14800"/>
                    <a:pt x="23945" y="21103"/>
                    <a:pt x="25836" y="2488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8" name="Google Shape;768;p22"/>
            <p:cNvSpPr/>
            <p:nvPr/>
          </p:nvSpPr>
          <p:spPr>
            <a:xfrm>
              <a:off x="4157865" y="4347503"/>
              <a:ext cx="126065" cy="189098"/>
            </a:xfrm>
            <a:custGeom>
              <a:rect b="b" l="l" r="r" t="t"/>
              <a:pathLst>
                <a:path extrusionOk="0" h="189097" w="126065">
                  <a:moveTo>
                    <a:pt x="32789" y="14844"/>
                  </a:moveTo>
                  <a:cubicBezTo>
                    <a:pt x="26107" y="18626"/>
                    <a:pt x="16526" y="29089"/>
                    <a:pt x="23208" y="32998"/>
                  </a:cubicBezTo>
                  <a:cubicBezTo>
                    <a:pt x="29889" y="36779"/>
                    <a:pt x="31780" y="46360"/>
                    <a:pt x="19426" y="47243"/>
                  </a:cubicBezTo>
                  <a:cubicBezTo>
                    <a:pt x="7071" y="48251"/>
                    <a:pt x="6063" y="52916"/>
                    <a:pt x="7071" y="59597"/>
                  </a:cubicBezTo>
                  <a:cubicBezTo>
                    <a:pt x="8080" y="66279"/>
                    <a:pt x="-1501" y="69052"/>
                    <a:pt x="4172" y="73843"/>
                  </a:cubicBezTo>
                  <a:cubicBezTo>
                    <a:pt x="7954" y="76994"/>
                    <a:pt x="16274" y="88088"/>
                    <a:pt x="21569" y="95274"/>
                  </a:cubicBezTo>
                  <a:cubicBezTo>
                    <a:pt x="23460" y="91744"/>
                    <a:pt x="25855" y="88970"/>
                    <a:pt x="31150" y="89601"/>
                  </a:cubicBezTo>
                  <a:cubicBezTo>
                    <a:pt x="42243" y="91240"/>
                    <a:pt x="33545" y="108006"/>
                    <a:pt x="42243" y="111914"/>
                  </a:cubicBezTo>
                  <a:cubicBezTo>
                    <a:pt x="51068" y="115948"/>
                    <a:pt x="51068" y="129437"/>
                    <a:pt x="44639" y="134228"/>
                  </a:cubicBezTo>
                  <a:cubicBezTo>
                    <a:pt x="38209" y="139018"/>
                    <a:pt x="35814" y="165366"/>
                    <a:pt x="50186" y="181250"/>
                  </a:cubicBezTo>
                  <a:cubicBezTo>
                    <a:pt x="64557" y="197134"/>
                    <a:pt x="75651" y="194739"/>
                    <a:pt x="78928" y="190831"/>
                  </a:cubicBezTo>
                  <a:cubicBezTo>
                    <a:pt x="82080" y="186923"/>
                    <a:pt x="93300" y="190831"/>
                    <a:pt x="96451" y="184528"/>
                  </a:cubicBezTo>
                  <a:cubicBezTo>
                    <a:pt x="99603" y="178224"/>
                    <a:pt x="103637" y="185284"/>
                    <a:pt x="109940" y="178224"/>
                  </a:cubicBezTo>
                  <a:cubicBezTo>
                    <a:pt x="113596" y="174064"/>
                    <a:pt x="121286" y="176334"/>
                    <a:pt x="128472" y="178224"/>
                  </a:cubicBezTo>
                  <a:cubicBezTo>
                    <a:pt x="122673" y="168139"/>
                    <a:pt x="114983" y="154650"/>
                    <a:pt x="112714" y="148473"/>
                  </a:cubicBezTo>
                  <a:cubicBezTo>
                    <a:pt x="108932" y="138010"/>
                    <a:pt x="85988" y="125655"/>
                    <a:pt x="90779" y="120865"/>
                  </a:cubicBezTo>
                  <a:cubicBezTo>
                    <a:pt x="95569" y="116074"/>
                    <a:pt x="93678" y="98930"/>
                    <a:pt x="101242" y="97921"/>
                  </a:cubicBezTo>
                  <a:cubicBezTo>
                    <a:pt x="108932" y="96912"/>
                    <a:pt x="117504" y="93131"/>
                    <a:pt x="113596" y="85567"/>
                  </a:cubicBezTo>
                  <a:cubicBezTo>
                    <a:pt x="111705" y="81785"/>
                    <a:pt x="114100" y="75481"/>
                    <a:pt x="116496" y="68548"/>
                  </a:cubicBezTo>
                  <a:cubicBezTo>
                    <a:pt x="109184" y="67792"/>
                    <a:pt x="98342" y="46612"/>
                    <a:pt x="92039" y="46612"/>
                  </a:cubicBezTo>
                  <a:cubicBezTo>
                    <a:pt x="84979" y="46612"/>
                    <a:pt x="76785" y="40688"/>
                    <a:pt x="78550" y="30728"/>
                  </a:cubicBezTo>
                  <a:cubicBezTo>
                    <a:pt x="80315" y="20769"/>
                    <a:pt x="62036" y="19509"/>
                    <a:pt x="52076" y="8415"/>
                  </a:cubicBezTo>
                  <a:cubicBezTo>
                    <a:pt x="49681" y="5768"/>
                    <a:pt x="46277" y="3750"/>
                    <a:pt x="42369" y="2364"/>
                  </a:cubicBezTo>
                  <a:cubicBezTo>
                    <a:pt x="39092" y="8541"/>
                    <a:pt x="35436" y="13205"/>
                    <a:pt x="32789" y="1484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9" name="Google Shape;769;p22"/>
            <p:cNvSpPr/>
            <p:nvPr/>
          </p:nvSpPr>
          <p:spPr>
            <a:xfrm>
              <a:off x="4340576" y="4418604"/>
              <a:ext cx="75639" cy="100852"/>
            </a:xfrm>
            <a:custGeom>
              <a:rect b="b" l="l" r="r" t="t"/>
              <a:pathLst>
                <a:path extrusionOk="0" h="100852" w="75639">
                  <a:moveTo>
                    <a:pt x="7280" y="47621"/>
                  </a:moveTo>
                  <a:cubicBezTo>
                    <a:pt x="12071" y="59093"/>
                    <a:pt x="12071" y="79137"/>
                    <a:pt x="10180" y="82919"/>
                  </a:cubicBezTo>
                  <a:cubicBezTo>
                    <a:pt x="9171" y="84810"/>
                    <a:pt x="5641" y="90231"/>
                    <a:pt x="2364" y="95274"/>
                  </a:cubicBezTo>
                  <a:cubicBezTo>
                    <a:pt x="6650" y="100190"/>
                    <a:pt x="13709" y="103720"/>
                    <a:pt x="26064" y="99812"/>
                  </a:cubicBezTo>
                  <a:cubicBezTo>
                    <a:pt x="41192" y="95022"/>
                    <a:pt x="48377" y="104602"/>
                    <a:pt x="53924" y="87836"/>
                  </a:cubicBezTo>
                  <a:cubicBezTo>
                    <a:pt x="58337" y="74725"/>
                    <a:pt x="73717" y="56950"/>
                    <a:pt x="85315" y="45478"/>
                  </a:cubicBezTo>
                  <a:cubicBezTo>
                    <a:pt x="85188" y="45352"/>
                    <a:pt x="85062" y="45352"/>
                    <a:pt x="84936" y="45226"/>
                  </a:cubicBezTo>
                  <a:cubicBezTo>
                    <a:pt x="73717" y="40561"/>
                    <a:pt x="56698" y="13458"/>
                    <a:pt x="39679" y="9928"/>
                  </a:cubicBezTo>
                  <a:cubicBezTo>
                    <a:pt x="32241" y="8415"/>
                    <a:pt x="24677" y="5263"/>
                    <a:pt x="17365" y="2364"/>
                  </a:cubicBezTo>
                  <a:cubicBezTo>
                    <a:pt x="15222" y="9802"/>
                    <a:pt x="13458" y="14970"/>
                    <a:pt x="12197" y="15979"/>
                  </a:cubicBezTo>
                  <a:cubicBezTo>
                    <a:pt x="6398" y="20895"/>
                    <a:pt x="2616" y="36149"/>
                    <a:pt x="7280" y="47621"/>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0" name="Google Shape;770;p22"/>
            <p:cNvSpPr/>
            <p:nvPr/>
          </p:nvSpPr>
          <p:spPr>
            <a:xfrm>
              <a:off x="3535290" y="3942625"/>
              <a:ext cx="277343" cy="88246"/>
            </a:xfrm>
            <a:custGeom>
              <a:rect b="b" l="l" r="r" t="t"/>
              <a:pathLst>
                <a:path extrusionOk="0" h="88245" w="277343">
                  <a:moveTo>
                    <a:pt x="225229" y="56403"/>
                  </a:moveTo>
                  <a:cubicBezTo>
                    <a:pt x="207580" y="56403"/>
                    <a:pt x="149842" y="16315"/>
                    <a:pt x="96895" y="4591"/>
                  </a:cubicBezTo>
                  <a:cubicBezTo>
                    <a:pt x="43947" y="-7133"/>
                    <a:pt x="-2193" y="30938"/>
                    <a:pt x="2724" y="37493"/>
                  </a:cubicBezTo>
                  <a:cubicBezTo>
                    <a:pt x="9784" y="46948"/>
                    <a:pt x="35627" y="25770"/>
                    <a:pt x="48612" y="16315"/>
                  </a:cubicBezTo>
                  <a:cubicBezTo>
                    <a:pt x="61596" y="6860"/>
                    <a:pt x="73320" y="20979"/>
                    <a:pt x="74455" y="26904"/>
                  </a:cubicBezTo>
                  <a:cubicBezTo>
                    <a:pt x="75589" y="32829"/>
                    <a:pt x="92104" y="36359"/>
                    <a:pt x="119208" y="37493"/>
                  </a:cubicBezTo>
                  <a:cubicBezTo>
                    <a:pt x="146312" y="38628"/>
                    <a:pt x="149842" y="61068"/>
                    <a:pt x="175685" y="66867"/>
                  </a:cubicBezTo>
                  <a:cubicBezTo>
                    <a:pt x="201529" y="72792"/>
                    <a:pt x="175685" y="83381"/>
                    <a:pt x="188670" y="88046"/>
                  </a:cubicBezTo>
                  <a:cubicBezTo>
                    <a:pt x="201655" y="92710"/>
                    <a:pt x="269856" y="91575"/>
                    <a:pt x="274646" y="85650"/>
                  </a:cubicBezTo>
                  <a:cubicBezTo>
                    <a:pt x="279437" y="79978"/>
                    <a:pt x="242878" y="56403"/>
                    <a:pt x="225229" y="5640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1" name="Google Shape;771;p22"/>
            <p:cNvSpPr/>
            <p:nvPr/>
          </p:nvSpPr>
          <p:spPr>
            <a:xfrm>
              <a:off x="3697780" y="4073430"/>
              <a:ext cx="50426" cy="12607"/>
            </a:xfrm>
            <a:custGeom>
              <a:rect b="b" l="l" r="r" t="t"/>
              <a:pathLst>
                <a:path extrusionOk="0" h="12606" w="50426">
                  <a:moveTo>
                    <a:pt x="2732" y="6910"/>
                  </a:moveTo>
                  <a:cubicBezTo>
                    <a:pt x="7397" y="15104"/>
                    <a:pt x="52149" y="26954"/>
                    <a:pt x="56814" y="16365"/>
                  </a:cubicBezTo>
                  <a:cubicBezTo>
                    <a:pt x="61604" y="5649"/>
                    <a:pt x="-3067" y="-3427"/>
                    <a:pt x="2732" y="691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2" name="Google Shape;772;p22"/>
            <p:cNvSpPr/>
            <p:nvPr/>
          </p:nvSpPr>
          <p:spPr>
            <a:xfrm>
              <a:off x="3999301" y="4069632"/>
              <a:ext cx="37820" cy="12607"/>
            </a:xfrm>
            <a:custGeom>
              <a:rect b="b" l="l" r="r" t="t"/>
              <a:pathLst>
                <a:path extrusionOk="0" h="12606" w="37819">
                  <a:moveTo>
                    <a:pt x="3641" y="12978"/>
                  </a:moveTo>
                  <a:cubicBezTo>
                    <a:pt x="14230" y="29492"/>
                    <a:pt x="44486" y="19659"/>
                    <a:pt x="47133" y="12978"/>
                  </a:cubicBezTo>
                  <a:cubicBezTo>
                    <a:pt x="51924" y="1253"/>
                    <a:pt x="-6948" y="-3411"/>
                    <a:pt x="3641" y="12978"/>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3" name="Google Shape;773;p22"/>
            <p:cNvSpPr/>
            <p:nvPr/>
          </p:nvSpPr>
          <p:spPr>
            <a:xfrm>
              <a:off x="4165601" y="6079735"/>
              <a:ext cx="75639" cy="37820"/>
            </a:xfrm>
            <a:custGeom>
              <a:rect b="b" l="l" r="r" t="t"/>
              <a:pathLst>
                <a:path extrusionOk="0" h="37819" w="75639">
                  <a:moveTo>
                    <a:pt x="84555" y="15502"/>
                  </a:moveTo>
                  <a:cubicBezTo>
                    <a:pt x="75100" y="-2147"/>
                    <a:pt x="31608" y="30756"/>
                    <a:pt x="41063" y="35547"/>
                  </a:cubicBezTo>
                  <a:cubicBezTo>
                    <a:pt x="50391" y="40211"/>
                    <a:pt x="89093" y="24075"/>
                    <a:pt x="84555" y="15502"/>
                  </a:cubicBezTo>
                  <a:close/>
                  <a:moveTo>
                    <a:pt x="36272" y="2518"/>
                  </a:moveTo>
                  <a:cubicBezTo>
                    <a:pt x="23287" y="123"/>
                    <a:pt x="-7725" y="26344"/>
                    <a:pt x="5638" y="33152"/>
                  </a:cubicBezTo>
                  <a:cubicBezTo>
                    <a:pt x="19757" y="40211"/>
                    <a:pt x="49257" y="4913"/>
                    <a:pt x="36272" y="2518"/>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4" name="Google Shape;774;p22"/>
            <p:cNvSpPr/>
            <p:nvPr/>
          </p:nvSpPr>
          <p:spPr>
            <a:xfrm>
              <a:off x="3348843" y="4533323"/>
              <a:ext cx="428621" cy="176491"/>
            </a:xfrm>
            <a:custGeom>
              <a:rect b="b" l="l" r="r" t="t"/>
              <a:pathLst>
                <a:path extrusionOk="0" h="176491" w="428621">
                  <a:moveTo>
                    <a:pt x="424409" y="47747"/>
                  </a:moveTo>
                  <a:cubicBezTo>
                    <a:pt x="414576" y="36653"/>
                    <a:pt x="407895" y="29972"/>
                    <a:pt x="405373" y="32997"/>
                  </a:cubicBezTo>
                  <a:cubicBezTo>
                    <a:pt x="402852" y="36149"/>
                    <a:pt x="392515" y="37284"/>
                    <a:pt x="385077" y="32997"/>
                  </a:cubicBezTo>
                  <a:cubicBezTo>
                    <a:pt x="377765" y="28711"/>
                    <a:pt x="373983" y="20769"/>
                    <a:pt x="368562" y="20769"/>
                  </a:cubicBezTo>
                  <a:cubicBezTo>
                    <a:pt x="363394" y="20769"/>
                    <a:pt x="345744" y="10684"/>
                    <a:pt x="335785" y="2364"/>
                  </a:cubicBezTo>
                  <a:cubicBezTo>
                    <a:pt x="335659" y="3624"/>
                    <a:pt x="335659" y="4885"/>
                    <a:pt x="335785" y="6020"/>
                  </a:cubicBezTo>
                  <a:cubicBezTo>
                    <a:pt x="336416" y="11314"/>
                    <a:pt x="327591" y="14844"/>
                    <a:pt x="317506" y="15474"/>
                  </a:cubicBezTo>
                  <a:cubicBezTo>
                    <a:pt x="307547" y="16105"/>
                    <a:pt x="308681" y="27199"/>
                    <a:pt x="308681" y="34889"/>
                  </a:cubicBezTo>
                  <a:cubicBezTo>
                    <a:pt x="308681" y="42578"/>
                    <a:pt x="300487" y="42578"/>
                    <a:pt x="296957" y="50773"/>
                  </a:cubicBezTo>
                  <a:cubicBezTo>
                    <a:pt x="293427" y="58967"/>
                    <a:pt x="298092" y="60732"/>
                    <a:pt x="289898" y="64892"/>
                  </a:cubicBezTo>
                  <a:cubicBezTo>
                    <a:pt x="281703" y="69052"/>
                    <a:pt x="279308" y="76112"/>
                    <a:pt x="283973" y="83171"/>
                  </a:cubicBezTo>
                  <a:cubicBezTo>
                    <a:pt x="288637" y="90231"/>
                    <a:pt x="283342" y="96660"/>
                    <a:pt x="282208" y="100820"/>
                  </a:cubicBezTo>
                  <a:cubicBezTo>
                    <a:pt x="281073" y="104981"/>
                    <a:pt x="289267" y="106746"/>
                    <a:pt x="297461" y="114309"/>
                  </a:cubicBezTo>
                  <a:cubicBezTo>
                    <a:pt x="305656" y="121999"/>
                    <a:pt x="306916" y="111410"/>
                    <a:pt x="310446" y="117209"/>
                  </a:cubicBezTo>
                  <a:cubicBezTo>
                    <a:pt x="313976" y="123134"/>
                    <a:pt x="308051" y="133723"/>
                    <a:pt x="298722" y="133723"/>
                  </a:cubicBezTo>
                  <a:cubicBezTo>
                    <a:pt x="297966" y="133723"/>
                    <a:pt x="297335" y="133976"/>
                    <a:pt x="296579" y="134102"/>
                  </a:cubicBezTo>
                  <a:cubicBezTo>
                    <a:pt x="301496" y="139144"/>
                    <a:pt x="304017" y="144439"/>
                    <a:pt x="301748" y="147717"/>
                  </a:cubicBezTo>
                  <a:cubicBezTo>
                    <a:pt x="297461" y="153894"/>
                    <a:pt x="293806" y="153894"/>
                    <a:pt x="301748" y="161206"/>
                  </a:cubicBezTo>
                  <a:cubicBezTo>
                    <a:pt x="309690" y="168517"/>
                    <a:pt x="315237" y="157550"/>
                    <a:pt x="322044" y="166752"/>
                  </a:cubicBezTo>
                  <a:cubicBezTo>
                    <a:pt x="328852" y="175955"/>
                    <a:pt x="334273" y="181502"/>
                    <a:pt x="341080" y="165492"/>
                  </a:cubicBezTo>
                  <a:cubicBezTo>
                    <a:pt x="347887" y="149482"/>
                    <a:pt x="352804" y="126790"/>
                    <a:pt x="365032" y="123134"/>
                  </a:cubicBezTo>
                  <a:cubicBezTo>
                    <a:pt x="377261" y="119478"/>
                    <a:pt x="402474" y="114562"/>
                    <a:pt x="417223" y="94895"/>
                  </a:cubicBezTo>
                  <a:cubicBezTo>
                    <a:pt x="431973" y="75229"/>
                    <a:pt x="424157" y="74221"/>
                    <a:pt x="431973" y="67917"/>
                  </a:cubicBezTo>
                  <a:cubicBezTo>
                    <a:pt x="437898" y="63001"/>
                    <a:pt x="434242" y="58715"/>
                    <a:pt x="424409" y="47747"/>
                  </a:cubicBezTo>
                  <a:close/>
                  <a:moveTo>
                    <a:pt x="5621" y="40057"/>
                  </a:moveTo>
                  <a:cubicBezTo>
                    <a:pt x="-6103" y="57706"/>
                    <a:pt x="17219" y="74977"/>
                    <a:pt x="22135" y="67161"/>
                  </a:cubicBezTo>
                  <a:cubicBezTo>
                    <a:pt x="28061" y="57706"/>
                    <a:pt x="17471" y="22408"/>
                    <a:pt x="5621" y="4005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5" name="Google Shape;775;p22"/>
            <p:cNvSpPr/>
            <p:nvPr/>
          </p:nvSpPr>
          <p:spPr>
            <a:xfrm>
              <a:off x="3852452" y="1527797"/>
              <a:ext cx="1626239" cy="1210224"/>
            </a:xfrm>
            <a:custGeom>
              <a:rect b="b" l="l" r="r" t="t"/>
              <a:pathLst>
                <a:path extrusionOk="0" h="1210224" w="1626238">
                  <a:moveTo>
                    <a:pt x="1536197" y="113058"/>
                  </a:moveTo>
                  <a:cubicBezTo>
                    <a:pt x="1507202" y="113058"/>
                    <a:pt x="1483628" y="117723"/>
                    <a:pt x="1482115" y="138145"/>
                  </a:cubicBezTo>
                  <a:cubicBezTo>
                    <a:pt x="1480476" y="158568"/>
                    <a:pt x="1443665" y="134237"/>
                    <a:pt x="1427907" y="141297"/>
                  </a:cubicBezTo>
                  <a:cubicBezTo>
                    <a:pt x="1412149" y="148357"/>
                    <a:pt x="1420091" y="124783"/>
                    <a:pt x="1404333" y="132599"/>
                  </a:cubicBezTo>
                  <a:cubicBezTo>
                    <a:pt x="1388575" y="140415"/>
                    <a:pt x="1371430" y="159324"/>
                    <a:pt x="1352520" y="167140"/>
                  </a:cubicBezTo>
                  <a:cubicBezTo>
                    <a:pt x="1333736" y="174956"/>
                    <a:pt x="1319617" y="194623"/>
                    <a:pt x="1307767" y="196135"/>
                  </a:cubicBezTo>
                  <a:cubicBezTo>
                    <a:pt x="1296043" y="197774"/>
                    <a:pt x="1332854" y="160081"/>
                    <a:pt x="1351764" y="141171"/>
                  </a:cubicBezTo>
                  <a:cubicBezTo>
                    <a:pt x="1370548" y="122387"/>
                    <a:pt x="1360336" y="100326"/>
                    <a:pt x="1335250" y="102721"/>
                  </a:cubicBezTo>
                  <a:cubicBezTo>
                    <a:pt x="1310162" y="105116"/>
                    <a:pt x="1315583" y="120748"/>
                    <a:pt x="1301464" y="123900"/>
                  </a:cubicBezTo>
                  <a:cubicBezTo>
                    <a:pt x="1287345" y="127052"/>
                    <a:pt x="1219900" y="160711"/>
                    <a:pt x="1216748" y="150626"/>
                  </a:cubicBezTo>
                  <a:cubicBezTo>
                    <a:pt x="1213596" y="140415"/>
                    <a:pt x="1272469" y="123144"/>
                    <a:pt x="1271713" y="116084"/>
                  </a:cubicBezTo>
                  <a:cubicBezTo>
                    <a:pt x="1270956" y="109024"/>
                    <a:pt x="1197208" y="108268"/>
                    <a:pt x="1164179" y="112932"/>
                  </a:cubicBezTo>
                  <a:cubicBezTo>
                    <a:pt x="1131276" y="117597"/>
                    <a:pt x="1073160" y="136507"/>
                    <a:pt x="1072404" y="127052"/>
                  </a:cubicBezTo>
                  <a:cubicBezTo>
                    <a:pt x="1071647" y="117597"/>
                    <a:pt x="1139849" y="104234"/>
                    <a:pt x="1174390" y="100326"/>
                  </a:cubicBezTo>
                  <a:cubicBezTo>
                    <a:pt x="1209688" y="96292"/>
                    <a:pt x="1272469" y="102721"/>
                    <a:pt x="1299195" y="91754"/>
                  </a:cubicBezTo>
                  <a:cubicBezTo>
                    <a:pt x="1325920" y="80786"/>
                    <a:pt x="1365883" y="80029"/>
                    <a:pt x="1372943" y="71331"/>
                  </a:cubicBezTo>
                  <a:cubicBezTo>
                    <a:pt x="1380002" y="62759"/>
                    <a:pt x="1342309" y="50908"/>
                    <a:pt x="1323525" y="51665"/>
                  </a:cubicBezTo>
                  <a:cubicBezTo>
                    <a:pt x="1304742" y="52421"/>
                    <a:pt x="1285832" y="50026"/>
                    <a:pt x="1287471" y="40697"/>
                  </a:cubicBezTo>
                  <a:cubicBezTo>
                    <a:pt x="1289110" y="31242"/>
                    <a:pt x="1258476" y="28973"/>
                    <a:pt x="1255324" y="21913"/>
                  </a:cubicBezTo>
                  <a:cubicBezTo>
                    <a:pt x="1252172" y="14854"/>
                    <a:pt x="1193300" y="20401"/>
                    <a:pt x="1180820" y="12459"/>
                  </a:cubicBezTo>
                  <a:cubicBezTo>
                    <a:pt x="1168213" y="4643"/>
                    <a:pt x="1131402" y="735"/>
                    <a:pt x="1100012" y="3004"/>
                  </a:cubicBezTo>
                  <a:cubicBezTo>
                    <a:pt x="1068622" y="5399"/>
                    <a:pt x="1004329" y="4643"/>
                    <a:pt x="989327" y="6155"/>
                  </a:cubicBezTo>
                  <a:cubicBezTo>
                    <a:pt x="974451" y="7668"/>
                    <a:pt x="964996" y="13215"/>
                    <a:pt x="951633" y="12459"/>
                  </a:cubicBezTo>
                  <a:cubicBezTo>
                    <a:pt x="938270" y="11702"/>
                    <a:pt x="917848" y="16367"/>
                    <a:pt x="925790" y="25065"/>
                  </a:cubicBezTo>
                  <a:cubicBezTo>
                    <a:pt x="940036" y="40697"/>
                    <a:pt x="904611" y="47000"/>
                    <a:pt x="907007" y="35276"/>
                  </a:cubicBezTo>
                  <a:cubicBezTo>
                    <a:pt x="909402" y="23552"/>
                    <a:pt x="876372" y="18005"/>
                    <a:pt x="866161" y="26578"/>
                  </a:cubicBezTo>
                  <a:cubicBezTo>
                    <a:pt x="854563" y="36411"/>
                    <a:pt x="801742" y="16367"/>
                    <a:pt x="793926" y="26578"/>
                  </a:cubicBezTo>
                  <a:cubicBezTo>
                    <a:pt x="786110" y="36789"/>
                    <a:pt x="724086" y="33638"/>
                    <a:pt x="706059" y="36789"/>
                  </a:cubicBezTo>
                  <a:cubicBezTo>
                    <a:pt x="688031" y="39941"/>
                    <a:pt x="734297" y="53304"/>
                    <a:pt x="732785" y="61120"/>
                  </a:cubicBezTo>
                  <a:cubicBezTo>
                    <a:pt x="731272" y="68936"/>
                    <a:pt x="673912" y="61120"/>
                    <a:pt x="685762" y="75239"/>
                  </a:cubicBezTo>
                  <a:cubicBezTo>
                    <a:pt x="697486" y="89358"/>
                    <a:pt x="735180" y="99570"/>
                    <a:pt x="753207" y="117597"/>
                  </a:cubicBezTo>
                  <a:cubicBezTo>
                    <a:pt x="771234" y="135624"/>
                    <a:pt x="739088" y="124656"/>
                    <a:pt x="718665" y="111294"/>
                  </a:cubicBezTo>
                  <a:cubicBezTo>
                    <a:pt x="698243" y="97931"/>
                    <a:pt x="672399" y="102721"/>
                    <a:pt x="659793" y="89358"/>
                  </a:cubicBezTo>
                  <a:cubicBezTo>
                    <a:pt x="647186" y="75995"/>
                    <a:pt x="600164" y="65784"/>
                    <a:pt x="588440" y="73600"/>
                  </a:cubicBezTo>
                  <a:cubicBezTo>
                    <a:pt x="574447" y="82929"/>
                    <a:pt x="620587" y="100326"/>
                    <a:pt x="620587" y="110537"/>
                  </a:cubicBezTo>
                  <a:cubicBezTo>
                    <a:pt x="620587" y="120748"/>
                    <a:pt x="589197" y="108142"/>
                    <a:pt x="583776" y="112050"/>
                  </a:cubicBezTo>
                  <a:cubicBezTo>
                    <a:pt x="578229" y="115958"/>
                    <a:pt x="550873" y="85324"/>
                    <a:pt x="535115" y="85324"/>
                  </a:cubicBezTo>
                  <a:cubicBezTo>
                    <a:pt x="519356" y="85324"/>
                    <a:pt x="532719" y="99443"/>
                    <a:pt x="532719" y="119110"/>
                  </a:cubicBezTo>
                  <a:cubicBezTo>
                    <a:pt x="532719" y="138776"/>
                    <a:pt x="502086" y="150500"/>
                    <a:pt x="510784" y="137137"/>
                  </a:cubicBezTo>
                  <a:cubicBezTo>
                    <a:pt x="519356" y="123774"/>
                    <a:pt x="513179" y="89232"/>
                    <a:pt x="496665" y="82929"/>
                  </a:cubicBezTo>
                  <a:cubicBezTo>
                    <a:pt x="480150" y="76626"/>
                    <a:pt x="437792" y="96292"/>
                    <a:pt x="415857" y="95535"/>
                  </a:cubicBezTo>
                  <a:cubicBezTo>
                    <a:pt x="393922" y="94779"/>
                    <a:pt x="364927" y="101839"/>
                    <a:pt x="383710" y="112806"/>
                  </a:cubicBezTo>
                  <a:cubicBezTo>
                    <a:pt x="402494" y="123774"/>
                    <a:pt x="382954" y="130077"/>
                    <a:pt x="366440" y="118353"/>
                  </a:cubicBezTo>
                  <a:cubicBezTo>
                    <a:pt x="349925" y="106629"/>
                    <a:pt x="295843" y="118353"/>
                    <a:pt x="306811" y="126169"/>
                  </a:cubicBezTo>
                  <a:cubicBezTo>
                    <a:pt x="317779" y="133985"/>
                    <a:pt x="321686" y="156803"/>
                    <a:pt x="314627" y="166132"/>
                  </a:cubicBezTo>
                  <a:cubicBezTo>
                    <a:pt x="307567" y="175587"/>
                    <a:pt x="284749" y="156677"/>
                    <a:pt x="263570" y="158316"/>
                  </a:cubicBezTo>
                  <a:cubicBezTo>
                    <a:pt x="242391" y="159955"/>
                    <a:pt x="137253" y="210129"/>
                    <a:pt x="143557" y="223491"/>
                  </a:cubicBezTo>
                  <a:cubicBezTo>
                    <a:pt x="149860" y="236854"/>
                    <a:pt x="194487" y="225887"/>
                    <a:pt x="208732" y="233703"/>
                  </a:cubicBezTo>
                  <a:cubicBezTo>
                    <a:pt x="222852" y="241519"/>
                    <a:pt x="204068" y="270640"/>
                    <a:pt x="186797" y="282364"/>
                  </a:cubicBezTo>
                  <a:cubicBezTo>
                    <a:pt x="169526" y="294088"/>
                    <a:pt x="105233" y="283120"/>
                    <a:pt x="103594" y="297240"/>
                  </a:cubicBezTo>
                  <a:cubicBezTo>
                    <a:pt x="102081" y="311359"/>
                    <a:pt x="2364" y="313754"/>
                    <a:pt x="2364" y="336446"/>
                  </a:cubicBezTo>
                  <a:cubicBezTo>
                    <a:pt x="2364" y="345018"/>
                    <a:pt x="7028" y="353717"/>
                    <a:pt x="17996" y="355986"/>
                  </a:cubicBezTo>
                  <a:cubicBezTo>
                    <a:pt x="32115" y="359011"/>
                    <a:pt x="49386" y="354473"/>
                    <a:pt x="61992" y="368592"/>
                  </a:cubicBezTo>
                  <a:cubicBezTo>
                    <a:pt x="74599" y="382712"/>
                    <a:pt x="109897" y="383468"/>
                    <a:pt x="134228" y="374139"/>
                  </a:cubicBezTo>
                  <a:cubicBezTo>
                    <a:pt x="158558" y="364684"/>
                    <a:pt x="176586" y="375652"/>
                    <a:pt x="175829" y="389771"/>
                  </a:cubicBezTo>
                  <a:cubicBezTo>
                    <a:pt x="175073" y="403891"/>
                    <a:pt x="120865" y="384224"/>
                    <a:pt x="104476" y="394436"/>
                  </a:cubicBezTo>
                  <a:cubicBezTo>
                    <a:pt x="87962" y="404647"/>
                    <a:pt x="37032" y="395948"/>
                    <a:pt x="39301" y="407042"/>
                  </a:cubicBezTo>
                  <a:cubicBezTo>
                    <a:pt x="41696" y="418010"/>
                    <a:pt x="66783" y="415615"/>
                    <a:pt x="87205" y="419649"/>
                  </a:cubicBezTo>
                  <a:cubicBezTo>
                    <a:pt x="107628" y="423557"/>
                    <a:pt x="88718" y="432255"/>
                    <a:pt x="87962" y="440828"/>
                  </a:cubicBezTo>
                  <a:cubicBezTo>
                    <a:pt x="87205" y="449526"/>
                    <a:pt x="98930" y="447887"/>
                    <a:pt x="119352" y="458098"/>
                  </a:cubicBezTo>
                  <a:cubicBezTo>
                    <a:pt x="139775" y="468310"/>
                    <a:pt x="173434" y="474613"/>
                    <a:pt x="162466" y="462763"/>
                  </a:cubicBezTo>
                  <a:cubicBezTo>
                    <a:pt x="151499" y="451039"/>
                    <a:pt x="183645" y="452552"/>
                    <a:pt x="189192" y="459611"/>
                  </a:cubicBezTo>
                  <a:cubicBezTo>
                    <a:pt x="194739" y="466671"/>
                    <a:pt x="209615" y="449400"/>
                    <a:pt x="224490" y="453308"/>
                  </a:cubicBezTo>
                  <a:cubicBezTo>
                    <a:pt x="239366" y="457216"/>
                    <a:pt x="244913" y="439189"/>
                    <a:pt x="256637" y="447005"/>
                  </a:cubicBezTo>
                  <a:cubicBezTo>
                    <a:pt x="268361" y="454821"/>
                    <a:pt x="323325" y="459611"/>
                    <a:pt x="342109" y="469696"/>
                  </a:cubicBezTo>
                  <a:cubicBezTo>
                    <a:pt x="360893" y="479908"/>
                    <a:pt x="386862" y="482303"/>
                    <a:pt x="384467" y="497179"/>
                  </a:cubicBezTo>
                  <a:cubicBezTo>
                    <a:pt x="382072" y="512054"/>
                    <a:pt x="400099" y="523022"/>
                    <a:pt x="421278" y="532477"/>
                  </a:cubicBezTo>
                  <a:cubicBezTo>
                    <a:pt x="442457" y="541932"/>
                    <a:pt x="446365" y="562354"/>
                    <a:pt x="445608" y="575591"/>
                  </a:cubicBezTo>
                  <a:cubicBezTo>
                    <a:pt x="444852" y="588954"/>
                    <a:pt x="468300" y="598283"/>
                    <a:pt x="464392" y="604586"/>
                  </a:cubicBezTo>
                  <a:cubicBezTo>
                    <a:pt x="460484" y="610889"/>
                    <a:pt x="463636" y="619462"/>
                    <a:pt x="477755" y="632068"/>
                  </a:cubicBezTo>
                  <a:cubicBezTo>
                    <a:pt x="491874" y="644675"/>
                    <a:pt x="455820" y="654004"/>
                    <a:pt x="464392" y="664971"/>
                  </a:cubicBezTo>
                  <a:cubicBezTo>
                    <a:pt x="472965" y="675939"/>
                    <a:pt x="451786" y="697118"/>
                    <a:pt x="476999" y="701026"/>
                  </a:cubicBezTo>
                  <a:cubicBezTo>
                    <a:pt x="502086" y="704934"/>
                    <a:pt x="498178" y="683755"/>
                    <a:pt x="516961" y="683755"/>
                  </a:cubicBezTo>
                  <a:cubicBezTo>
                    <a:pt x="535745" y="683755"/>
                    <a:pt x="516205" y="700269"/>
                    <a:pt x="526416" y="710481"/>
                  </a:cubicBezTo>
                  <a:cubicBezTo>
                    <a:pt x="536627" y="720692"/>
                    <a:pt x="557806" y="718297"/>
                    <a:pt x="577472" y="734811"/>
                  </a:cubicBezTo>
                  <a:cubicBezTo>
                    <a:pt x="597012" y="751326"/>
                    <a:pt x="584532" y="759142"/>
                    <a:pt x="566505" y="745779"/>
                  </a:cubicBezTo>
                  <a:cubicBezTo>
                    <a:pt x="548477" y="732416"/>
                    <a:pt x="495908" y="735568"/>
                    <a:pt x="495908" y="740232"/>
                  </a:cubicBezTo>
                  <a:cubicBezTo>
                    <a:pt x="495908" y="744896"/>
                    <a:pt x="554024" y="777925"/>
                    <a:pt x="567261" y="773135"/>
                  </a:cubicBezTo>
                  <a:cubicBezTo>
                    <a:pt x="580624" y="768471"/>
                    <a:pt x="598651" y="792801"/>
                    <a:pt x="590835" y="800617"/>
                  </a:cubicBezTo>
                  <a:cubicBezTo>
                    <a:pt x="583019" y="808433"/>
                    <a:pt x="586927" y="828099"/>
                    <a:pt x="585289" y="837554"/>
                  </a:cubicBezTo>
                  <a:cubicBezTo>
                    <a:pt x="583776" y="847009"/>
                    <a:pt x="564110" y="837554"/>
                    <a:pt x="551629" y="839193"/>
                  </a:cubicBezTo>
                  <a:cubicBezTo>
                    <a:pt x="539022" y="840832"/>
                    <a:pt x="530450" y="844740"/>
                    <a:pt x="530450" y="857977"/>
                  </a:cubicBezTo>
                  <a:cubicBezTo>
                    <a:pt x="530450" y="871340"/>
                    <a:pt x="510784" y="880795"/>
                    <a:pt x="508515" y="897183"/>
                  </a:cubicBezTo>
                  <a:cubicBezTo>
                    <a:pt x="506119" y="913698"/>
                    <a:pt x="524147" y="912941"/>
                    <a:pt x="534358" y="920001"/>
                  </a:cubicBezTo>
                  <a:cubicBezTo>
                    <a:pt x="544569" y="927060"/>
                    <a:pt x="515574" y="931725"/>
                    <a:pt x="513936" y="943575"/>
                  </a:cubicBezTo>
                  <a:cubicBezTo>
                    <a:pt x="512297" y="955299"/>
                    <a:pt x="540661" y="976478"/>
                    <a:pt x="550747" y="982025"/>
                  </a:cubicBezTo>
                  <a:cubicBezTo>
                    <a:pt x="560958" y="987446"/>
                    <a:pt x="551503" y="1014171"/>
                    <a:pt x="555411" y="1027534"/>
                  </a:cubicBezTo>
                  <a:cubicBezTo>
                    <a:pt x="559319" y="1040897"/>
                    <a:pt x="572682" y="1024383"/>
                    <a:pt x="571043" y="1041654"/>
                  </a:cubicBezTo>
                  <a:cubicBezTo>
                    <a:pt x="569530" y="1058924"/>
                    <a:pt x="583650" y="1058168"/>
                    <a:pt x="584406" y="1068379"/>
                  </a:cubicBezTo>
                  <a:cubicBezTo>
                    <a:pt x="585162" y="1078591"/>
                    <a:pt x="609493" y="1076952"/>
                    <a:pt x="604828" y="1091071"/>
                  </a:cubicBezTo>
                  <a:cubicBezTo>
                    <a:pt x="600164" y="1105190"/>
                    <a:pt x="611888" y="1115402"/>
                    <a:pt x="617435" y="1123218"/>
                  </a:cubicBezTo>
                  <a:cubicBezTo>
                    <a:pt x="622982" y="1131034"/>
                    <a:pt x="643278" y="1144396"/>
                    <a:pt x="647186" y="1154608"/>
                  </a:cubicBezTo>
                  <a:cubicBezTo>
                    <a:pt x="651094" y="1164819"/>
                    <a:pt x="662944" y="1178182"/>
                    <a:pt x="676938" y="1174274"/>
                  </a:cubicBezTo>
                  <a:cubicBezTo>
                    <a:pt x="691057" y="1170366"/>
                    <a:pt x="691813" y="1183729"/>
                    <a:pt x="702781" y="1182090"/>
                  </a:cubicBezTo>
                  <a:cubicBezTo>
                    <a:pt x="713749" y="1180577"/>
                    <a:pt x="731019" y="1186754"/>
                    <a:pt x="734171" y="1195453"/>
                  </a:cubicBezTo>
                  <a:cubicBezTo>
                    <a:pt x="737323" y="1204025"/>
                    <a:pt x="770982" y="1211967"/>
                    <a:pt x="780437" y="1213480"/>
                  </a:cubicBezTo>
                  <a:cubicBezTo>
                    <a:pt x="789892" y="1215119"/>
                    <a:pt x="791405" y="1197848"/>
                    <a:pt x="800103" y="1193058"/>
                  </a:cubicBezTo>
                  <a:cubicBezTo>
                    <a:pt x="808676" y="1188393"/>
                    <a:pt x="805650" y="1153851"/>
                    <a:pt x="813466" y="1151456"/>
                  </a:cubicBezTo>
                  <a:cubicBezTo>
                    <a:pt x="821282" y="1149061"/>
                    <a:pt x="819013" y="1113006"/>
                    <a:pt x="811071" y="1109855"/>
                  </a:cubicBezTo>
                  <a:cubicBezTo>
                    <a:pt x="803255" y="1106703"/>
                    <a:pt x="806407" y="1094097"/>
                    <a:pt x="824434" y="1096492"/>
                  </a:cubicBezTo>
                  <a:cubicBezTo>
                    <a:pt x="842461" y="1098887"/>
                    <a:pt x="836158" y="1080734"/>
                    <a:pt x="844856" y="1078465"/>
                  </a:cubicBezTo>
                  <a:cubicBezTo>
                    <a:pt x="853429" y="1076069"/>
                    <a:pt x="849521" y="1059681"/>
                    <a:pt x="855824" y="1058042"/>
                  </a:cubicBezTo>
                  <a:cubicBezTo>
                    <a:pt x="862127" y="1056403"/>
                    <a:pt x="861371" y="1045435"/>
                    <a:pt x="856581" y="1039258"/>
                  </a:cubicBezTo>
                  <a:cubicBezTo>
                    <a:pt x="851916" y="1032955"/>
                    <a:pt x="857337" y="1028291"/>
                    <a:pt x="866792" y="1026652"/>
                  </a:cubicBezTo>
                  <a:cubicBezTo>
                    <a:pt x="876247" y="1025013"/>
                    <a:pt x="873851" y="1011776"/>
                    <a:pt x="861245" y="1006986"/>
                  </a:cubicBezTo>
                  <a:cubicBezTo>
                    <a:pt x="848638" y="1002321"/>
                    <a:pt x="852673" y="988202"/>
                    <a:pt x="865153" y="996774"/>
                  </a:cubicBezTo>
                  <a:cubicBezTo>
                    <a:pt x="877759" y="1005347"/>
                    <a:pt x="887088" y="999170"/>
                    <a:pt x="880028" y="989715"/>
                  </a:cubicBezTo>
                  <a:cubicBezTo>
                    <a:pt x="872969" y="980260"/>
                    <a:pt x="888727" y="975595"/>
                    <a:pt x="905115" y="974083"/>
                  </a:cubicBezTo>
                  <a:cubicBezTo>
                    <a:pt x="921630" y="972444"/>
                    <a:pt x="930202" y="963871"/>
                    <a:pt x="927051" y="951265"/>
                  </a:cubicBezTo>
                  <a:cubicBezTo>
                    <a:pt x="923899" y="938784"/>
                    <a:pt x="945834" y="939541"/>
                    <a:pt x="940414" y="950508"/>
                  </a:cubicBezTo>
                  <a:cubicBezTo>
                    <a:pt x="934993" y="961476"/>
                    <a:pt x="938018" y="972444"/>
                    <a:pt x="945961" y="964628"/>
                  </a:cubicBezTo>
                  <a:cubicBezTo>
                    <a:pt x="953777" y="956812"/>
                    <a:pt x="968652" y="962233"/>
                    <a:pt x="995378" y="954416"/>
                  </a:cubicBezTo>
                  <a:cubicBezTo>
                    <a:pt x="1022104" y="946601"/>
                    <a:pt x="1047947" y="924539"/>
                    <a:pt x="1054250" y="903486"/>
                  </a:cubicBezTo>
                  <a:cubicBezTo>
                    <a:pt x="1060554" y="882307"/>
                    <a:pt x="1091187" y="884703"/>
                    <a:pt x="1087279" y="870583"/>
                  </a:cubicBezTo>
                  <a:cubicBezTo>
                    <a:pt x="1083371" y="856464"/>
                    <a:pt x="1092826" y="850917"/>
                    <a:pt x="1112366" y="860372"/>
                  </a:cubicBezTo>
                  <a:cubicBezTo>
                    <a:pt x="1132032" y="869827"/>
                    <a:pt x="1116274" y="854069"/>
                    <a:pt x="1138210" y="854069"/>
                  </a:cubicBezTo>
                  <a:cubicBezTo>
                    <a:pt x="1160145" y="854069"/>
                    <a:pt x="1156237" y="846253"/>
                    <a:pt x="1177416" y="845496"/>
                  </a:cubicBezTo>
                  <a:cubicBezTo>
                    <a:pt x="1198595" y="844740"/>
                    <a:pt x="1253559" y="835285"/>
                    <a:pt x="1272343" y="819653"/>
                  </a:cubicBezTo>
                  <a:cubicBezTo>
                    <a:pt x="1291127" y="803895"/>
                    <a:pt x="1331215" y="790658"/>
                    <a:pt x="1347604" y="780447"/>
                  </a:cubicBezTo>
                  <a:cubicBezTo>
                    <a:pt x="1364118" y="770236"/>
                    <a:pt x="1368026" y="761663"/>
                    <a:pt x="1357815" y="767084"/>
                  </a:cubicBezTo>
                  <a:cubicBezTo>
                    <a:pt x="1347604" y="772631"/>
                    <a:pt x="1326425" y="773387"/>
                    <a:pt x="1310793" y="769479"/>
                  </a:cubicBezTo>
                  <a:cubicBezTo>
                    <a:pt x="1295161" y="765571"/>
                    <a:pt x="1269948" y="752208"/>
                    <a:pt x="1251920" y="762419"/>
                  </a:cubicBezTo>
                  <a:cubicBezTo>
                    <a:pt x="1233893" y="772631"/>
                    <a:pt x="1244861" y="747544"/>
                    <a:pt x="1259736" y="745149"/>
                  </a:cubicBezTo>
                  <a:cubicBezTo>
                    <a:pt x="1274612" y="742753"/>
                    <a:pt x="1268435" y="735694"/>
                    <a:pt x="1264401" y="720062"/>
                  </a:cubicBezTo>
                  <a:cubicBezTo>
                    <a:pt x="1260493" y="704430"/>
                    <a:pt x="1289488" y="714515"/>
                    <a:pt x="1302094" y="732668"/>
                  </a:cubicBezTo>
                  <a:cubicBezTo>
                    <a:pt x="1314701" y="750695"/>
                    <a:pt x="1338905" y="758511"/>
                    <a:pt x="1360084" y="752334"/>
                  </a:cubicBezTo>
                  <a:cubicBezTo>
                    <a:pt x="1381263" y="746031"/>
                    <a:pt x="1360841" y="728760"/>
                    <a:pt x="1369539" y="717036"/>
                  </a:cubicBezTo>
                  <a:cubicBezTo>
                    <a:pt x="1378112" y="705312"/>
                    <a:pt x="1304363" y="668375"/>
                    <a:pt x="1300455" y="655895"/>
                  </a:cubicBezTo>
                  <a:cubicBezTo>
                    <a:pt x="1296547" y="643288"/>
                    <a:pt x="1319239" y="651987"/>
                    <a:pt x="1339661" y="660559"/>
                  </a:cubicBezTo>
                  <a:cubicBezTo>
                    <a:pt x="1360084" y="669131"/>
                    <a:pt x="1364749" y="644044"/>
                    <a:pt x="1364749" y="633077"/>
                  </a:cubicBezTo>
                  <a:cubicBezTo>
                    <a:pt x="1364749" y="622109"/>
                    <a:pt x="1320752" y="621353"/>
                    <a:pt x="1301212" y="632320"/>
                  </a:cubicBezTo>
                  <a:cubicBezTo>
                    <a:pt x="1281546" y="643288"/>
                    <a:pt x="1262762" y="618201"/>
                    <a:pt x="1289488" y="615049"/>
                  </a:cubicBezTo>
                  <a:cubicBezTo>
                    <a:pt x="1316214" y="611898"/>
                    <a:pt x="1291883" y="600930"/>
                    <a:pt x="1299699" y="593114"/>
                  </a:cubicBezTo>
                  <a:cubicBezTo>
                    <a:pt x="1307515" y="585298"/>
                    <a:pt x="1341300" y="615806"/>
                    <a:pt x="1358571" y="610385"/>
                  </a:cubicBezTo>
                  <a:cubicBezTo>
                    <a:pt x="1375842" y="604964"/>
                    <a:pt x="1388323" y="611141"/>
                    <a:pt x="1403325" y="599417"/>
                  </a:cubicBezTo>
                  <a:cubicBezTo>
                    <a:pt x="1418200" y="587693"/>
                    <a:pt x="1376599" y="576726"/>
                    <a:pt x="1368026" y="566514"/>
                  </a:cubicBezTo>
                  <a:cubicBezTo>
                    <a:pt x="1359328" y="556303"/>
                    <a:pt x="1411141" y="560211"/>
                    <a:pt x="1426899" y="560968"/>
                  </a:cubicBezTo>
                  <a:cubicBezTo>
                    <a:pt x="1442531" y="561724"/>
                    <a:pt x="1446439" y="538276"/>
                    <a:pt x="1433958" y="542940"/>
                  </a:cubicBezTo>
                  <a:cubicBezTo>
                    <a:pt x="1421352" y="547605"/>
                    <a:pt x="1376725" y="527308"/>
                    <a:pt x="1386054" y="513189"/>
                  </a:cubicBezTo>
                  <a:cubicBezTo>
                    <a:pt x="1395509" y="499070"/>
                    <a:pt x="1412779" y="515584"/>
                    <a:pt x="1432319" y="505373"/>
                  </a:cubicBezTo>
                  <a:cubicBezTo>
                    <a:pt x="1451985" y="495162"/>
                    <a:pt x="1433958" y="456712"/>
                    <a:pt x="1419839" y="456712"/>
                  </a:cubicBezTo>
                  <a:cubicBezTo>
                    <a:pt x="1405720" y="456712"/>
                    <a:pt x="1372817" y="452047"/>
                    <a:pt x="1372817" y="444988"/>
                  </a:cubicBezTo>
                  <a:cubicBezTo>
                    <a:pt x="1372817" y="437928"/>
                    <a:pt x="1345335" y="431625"/>
                    <a:pt x="1353151" y="424565"/>
                  </a:cubicBezTo>
                  <a:cubicBezTo>
                    <a:pt x="1360967" y="417506"/>
                    <a:pt x="1371178" y="433264"/>
                    <a:pt x="1389205" y="419901"/>
                  </a:cubicBezTo>
                  <a:cubicBezTo>
                    <a:pt x="1407233" y="406538"/>
                    <a:pt x="1444926" y="423052"/>
                    <a:pt x="1461440" y="419901"/>
                  </a:cubicBezTo>
                  <a:cubicBezTo>
                    <a:pt x="1477955" y="416749"/>
                    <a:pt x="1454381" y="386241"/>
                    <a:pt x="1444926" y="391662"/>
                  </a:cubicBezTo>
                  <a:cubicBezTo>
                    <a:pt x="1435471" y="397209"/>
                    <a:pt x="1403325" y="398722"/>
                    <a:pt x="1401055" y="382207"/>
                  </a:cubicBezTo>
                  <a:cubicBezTo>
                    <a:pt x="1398660" y="365693"/>
                    <a:pt x="1431689" y="382207"/>
                    <a:pt x="1437110" y="374391"/>
                  </a:cubicBezTo>
                  <a:cubicBezTo>
                    <a:pt x="1442657" y="366575"/>
                    <a:pt x="1391601" y="346153"/>
                    <a:pt x="1383784" y="362667"/>
                  </a:cubicBezTo>
                  <a:cubicBezTo>
                    <a:pt x="1375968" y="379182"/>
                    <a:pt x="1347730" y="373635"/>
                    <a:pt x="1362605" y="364180"/>
                  </a:cubicBezTo>
                  <a:cubicBezTo>
                    <a:pt x="1377481" y="354725"/>
                    <a:pt x="1380633" y="328125"/>
                    <a:pt x="1379120" y="314763"/>
                  </a:cubicBezTo>
                  <a:cubicBezTo>
                    <a:pt x="1377607" y="301400"/>
                    <a:pt x="1432446" y="300643"/>
                    <a:pt x="1426142" y="278708"/>
                  </a:cubicBezTo>
                  <a:cubicBezTo>
                    <a:pt x="1419839" y="256773"/>
                    <a:pt x="1451985" y="251982"/>
                    <a:pt x="1470139" y="251982"/>
                  </a:cubicBezTo>
                  <a:cubicBezTo>
                    <a:pt x="1488166" y="251982"/>
                    <a:pt x="1469383" y="228408"/>
                    <a:pt x="1452112" y="230803"/>
                  </a:cubicBezTo>
                  <a:cubicBezTo>
                    <a:pt x="1434841" y="233198"/>
                    <a:pt x="1416814" y="252739"/>
                    <a:pt x="1408241" y="244923"/>
                  </a:cubicBezTo>
                  <a:cubicBezTo>
                    <a:pt x="1399669" y="237106"/>
                    <a:pt x="1428663" y="222987"/>
                    <a:pt x="1444296" y="222987"/>
                  </a:cubicBezTo>
                  <a:cubicBezTo>
                    <a:pt x="1459928" y="222987"/>
                    <a:pt x="1497621" y="221474"/>
                    <a:pt x="1510984" y="213532"/>
                  </a:cubicBezTo>
                  <a:cubicBezTo>
                    <a:pt x="1524347" y="205716"/>
                    <a:pt x="1487410" y="198657"/>
                    <a:pt x="1462323" y="201808"/>
                  </a:cubicBezTo>
                  <a:cubicBezTo>
                    <a:pt x="1437236" y="204960"/>
                    <a:pt x="1437236" y="193992"/>
                    <a:pt x="1474929" y="193236"/>
                  </a:cubicBezTo>
                  <a:cubicBezTo>
                    <a:pt x="1512623" y="192479"/>
                    <a:pt x="1506319" y="184537"/>
                    <a:pt x="1533046" y="181512"/>
                  </a:cubicBezTo>
                  <a:cubicBezTo>
                    <a:pt x="1559771" y="178360"/>
                    <a:pt x="1551073" y="167393"/>
                    <a:pt x="1567587" y="166636"/>
                  </a:cubicBezTo>
                  <a:cubicBezTo>
                    <a:pt x="1584102" y="165880"/>
                    <a:pt x="1627216" y="147852"/>
                    <a:pt x="1627216" y="139154"/>
                  </a:cubicBezTo>
                  <a:cubicBezTo>
                    <a:pt x="1627216" y="130329"/>
                    <a:pt x="1565192" y="113058"/>
                    <a:pt x="1536197" y="113058"/>
                  </a:cubicBezTo>
                  <a:close/>
                  <a:moveTo>
                    <a:pt x="558563" y="796457"/>
                  </a:moveTo>
                  <a:cubicBezTo>
                    <a:pt x="559319" y="783851"/>
                    <a:pt x="545200" y="791793"/>
                    <a:pt x="537384" y="776791"/>
                  </a:cubicBezTo>
                  <a:cubicBezTo>
                    <a:pt x="529568" y="761915"/>
                    <a:pt x="489479" y="755738"/>
                    <a:pt x="485571" y="767336"/>
                  </a:cubicBezTo>
                  <a:cubicBezTo>
                    <a:pt x="483932" y="772000"/>
                    <a:pt x="471452" y="779060"/>
                    <a:pt x="481663" y="790028"/>
                  </a:cubicBezTo>
                  <a:cubicBezTo>
                    <a:pt x="491874" y="800995"/>
                    <a:pt x="498934" y="796331"/>
                    <a:pt x="510658" y="807299"/>
                  </a:cubicBezTo>
                  <a:cubicBezTo>
                    <a:pt x="522382" y="818518"/>
                    <a:pt x="557806" y="809064"/>
                    <a:pt x="558563" y="79645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6" name="Google Shape;776;p22"/>
            <p:cNvSpPr/>
            <p:nvPr/>
          </p:nvSpPr>
          <p:spPr>
            <a:xfrm>
              <a:off x="4782037" y="6184134"/>
              <a:ext cx="50426" cy="37820"/>
            </a:xfrm>
            <a:custGeom>
              <a:rect b="b" l="l" r="r" t="t"/>
              <a:pathLst>
                <a:path extrusionOk="0" h="37819" w="50426">
                  <a:moveTo>
                    <a:pt x="2382" y="3636"/>
                  </a:moveTo>
                  <a:cubicBezTo>
                    <a:pt x="4651" y="13973"/>
                    <a:pt x="14988" y="9435"/>
                    <a:pt x="25326" y="18637"/>
                  </a:cubicBezTo>
                  <a:cubicBezTo>
                    <a:pt x="35663" y="27840"/>
                    <a:pt x="44866" y="44985"/>
                    <a:pt x="55203" y="28975"/>
                  </a:cubicBezTo>
                  <a:cubicBezTo>
                    <a:pt x="65541" y="12838"/>
                    <a:pt x="1121" y="-2164"/>
                    <a:pt x="2382" y="363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7" name="Google Shape;777;p22"/>
            <p:cNvSpPr/>
            <p:nvPr/>
          </p:nvSpPr>
          <p:spPr>
            <a:xfrm>
              <a:off x="2027283" y="1556475"/>
              <a:ext cx="2357416" cy="1815336"/>
            </a:xfrm>
            <a:custGeom>
              <a:rect b="b" l="l" r="r" t="t"/>
              <a:pathLst>
                <a:path extrusionOk="0" h="1815336" w="2357416">
                  <a:moveTo>
                    <a:pt x="469183" y="1591111"/>
                  </a:moveTo>
                  <a:cubicBezTo>
                    <a:pt x="461493" y="1582916"/>
                    <a:pt x="441574" y="1584681"/>
                    <a:pt x="438549" y="1576991"/>
                  </a:cubicBezTo>
                  <a:cubicBezTo>
                    <a:pt x="435649" y="1569301"/>
                    <a:pt x="417370" y="1541693"/>
                    <a:pt x="407411" y="1542323"/>
                  </a:cubicBezTo>
                  <a:cubicBezTo>
                    <a:pt x="397452" y="1542954"/>
                    <a:pt x="384467" y="1543458"/>
                    <a:pt x="372743" y="1534633"/>
                  </a:cubicBezTo>
                  <a:cubicBezTo>
                    <a:pt x="361019" y="1525809"/>
                    <a:pt x="353329" y="1525179"/>
                    <a:pt x="345135" y="1530473"/>
                  </a:cubicBezTo>
                  <a:cubicBezTo>
                    <a:pt x="336940" y="1535768"/>
                    <a:pt x="353959" y="1536903"/>
                    <a:pt x="353329" y="1542828"/>
                  </a:cubicBezTo>
                  <a:cubicBezTo>
                    <a:pt x="352699" y="1548753"/>
                    <a:pt x="358623" y="1552283"/>
                    <a:pt x="365683" y="1551022"/>
                  </a:cubicBezTo>
                  <a:cubicBezTo>
                    <a:pt x="372743" y="1549887"/>
                    <a:pt x="376903" y="1564511"/>
                    <a:pt x="383963" y="1565141"/>
                  </a:cubicBezTo>
                  <a:cubicBezTo>
                    <a:pt x="391022" y="1565771"/>
                    <a:pt x="393417" y="1576865"/>
                    <a:pt x="401612" y="1576865"/>
                  </a:cubicBezTo>
                  <a:cubicBezTo>
                    <a:pt x="409806" y="1576865"/>
                    <a:pt x="411571" y="1586320"/>
                    <a:pt x="415731" y="1591615"/>
                  </a:cubicBezTo>
                  <a:cubicBezTo>
                    <a:pt x="419891" y="1596909"/>
                    <a:pt x="429220" y="1592245"/>
                    <a:pt x="429220" y="1597540"/>
                  </a:cubicBezTo>
                  <a:cubicBezTo>
                    <a:pt x="429220" y="1602330"/>
                    <a:pt x="438675" y="1606617"/>
                    <a:pt x="440944" y="1612542"/>
                  </a:cubicBezTo>
                  <a:cubicBezTo>
                    <a:pt x="457080" y="1614432"/>
                    <a:pt x="470821" y="1615945"/>
                    <a:pt x="482924" y="1612668"/>
                  </a:cubicBezTo>
                  <a:cubicBezTo>
                    <a:pt x="483050" y="1609012"/>
                    <a:pt x="483932" y="1604852"/>
                    <a:pt x="485697" y="1601700"/>
                  </a:cubicBezTo>
                  <a:cubicBezTo>
                    <a:pt x="489857" y="1594010"/>
                    <a:pt x="476873" y="1599305"/>
                    <a:pt x="469183" y="1591111"/>
                  </a:cubicBezTo>
                  <a:close/>
                  <a:moveTo>
                    <a:pt x="449264" y="655960"/>
                  </a:moveTo>
                  <a:cubicBezTo>
                    <a:pt x="470443" y="660624"/>
                    <a:pt x="472712" y="698318"/>
                    <a:pt x="486958" y="698318"/>
                  </a:cubicBezTo>
                  <a:cubicBezTo>
                    <a:pt x="496413" y="698318"/>
                    <a:pt x="489353" y="686594"/>
                    <a:pt x="504607" y="686594"/>
                  </a:cubicBezTo>
                  <a:cubicBezTo>
                    <a:pt x="519861" y="686594"/>
                    <a:pt x="516331" y="678400"/>
                    <a:pt x="530450" y="679534"/>
                  </a:cubicBezTo>
                  <a:cubicBezTo>
                    <a:pt x="544569" y="680669"/>
                    <a:pt x="556293" y="676004"/>
                    <a:pt x="556293" y="659490"/>
                  </a:cubicBezTo>
                  <a:cubicBezTo>
                    <a:pt x="556293" y="642975"/>
                    <a:pt x="566883" y="637176"/>
                    <a:pt x="581002" y="633647"/>
                  </a:cubicBezTo>
                  <a:cubicBezTo>
                    <a:pt x="595122" y="630117"/>
                    <a:pt x="582137" y="612468"/>
                    <a:pt x="602181" y="607803"/>
                  </a:cubicBezTo>
                  <a:cubicBezTo>
                    <a:pt x="622226" y="603139"/>
                    <a:pt x="677568" y="579565"/>
                    <a:pt x="686897" y="572505"/>
                  </a:cubicBezTo>
                  <a:cubicBezTo>
                    <a:pt x="696352" y="565445"/>
                    <a:pt x="675173" y="555991"/>
                    <a:pt x="653994" y="543132"/>
                  </a:cubicBezTo>
                  <a:cubicBezTo>
                    <a:pt x="632815" y="530147"/>
                    <a:pt x="616300" y="526617"/>
                    <a:pt x="599912" y="537207"/>
                  </a:cubicBezTo>
                  <a:cubicBezTo>
                    <a:pt x="583397" y="547796"/>
                    <a:pt x="596382" y="525483"/>
                    <a:pt x="583397" y="531282"/>
                  </a:cubicBezTo>
                  <a:cubicBezTo>
                    <a:pt x="570413" y="537207"/>
                    <a:pt x="535115" y="521827"/>
                    <a:pt x="530450" y="516028"/>
                  </a:cubicBezTo>
                  <a:cubicBezTo>
                    <a:pt x="525786" y="510103"/>
                    <a:pt x="462123" y="529013"/>
                    <a:pt x="446869" y="529013"/>
                  </a:cubicBezTo>
                  <a:cubicBezTo>
                    <a:pt x="431615" y="529013"/>
                    <a:pt x="448004" y="545527"/>
                    <a:pt x="458593" y="553721"/>
                  </a:cubicBezTo>
                  <a:cubicBezTo>
                    <a:pt x="469183" y="561916"/>
                    <a:pt x="432750" y="587885"/>
                    <a:pt x="439809" y="593684"/>
                  </a:cubicBezTo>
                  <a:cubicBezTo>
                    <a:pt x="446869" y="599609"/>
                    <a:pt x="432750" y="614863"/>
                    <a:pt x="416235" y="633647"/>
                  </a:cubicBezTo>
                  <a:cubicBezTo>
                    <a:pt x="399847" y="652430"/>
                    <a:pt x="428085" y="651296"/>
                    <a:pt x="449264" y="655960"/>
                  </a:cubicBezTo>
                  <a:close/>
                  <a:moveTo>
                    <a:pt x="1037736" y="752526"/>
                  </a:moveTo>
                  <a:cubicBezTo>
                    <a:pt x="1044796" y="744332"/>
                    <a:pt x="1074169" y="769040"/>
                    <a:pt x="1075429" y="751391"/>
                  </a:cubicBezTo>
                  <a:cubicBezTo>
                    <a:pt x="1076564" y="733742"/>
                    <a:pt x="1042526" y="725548"/>
                    <a:pt x="1028407" y="716093"/>
                  </a:cubicBezTo>
                  <a:cubicBezTo>
                    <a:pt x="1014288" y="706638"/>
                    <a:pt x="1008363" y="711429"/>
                    <a:pt x="986049" y="694914"/>
                  </a:cubicBezTo>
                  <a:cubicBezTo>
                    <a:pt x="963736" y="678400"/>
                    <a:pt x="991974" y="670205"/>
                    <a:pt x="975460" y="657221"/>
                  </a:cubicBezTo>
                  <a:cubicBezTo>
                    <a:pt x="958945" y="644236"/>
                    <a:pt x="953146" y="608938"/>
                    <a:pt x="964870" y="597214"/>
                  </a:cubicBezTo>
                  <a:cubicBezTo>
                    <a:pt x="976594" y="585490"/>
                    <a:pt x="989579" y="567841"/>
                    <a:pt x="968400" y="559520"/>
                  </a:cubicBezTo>
                  <a:cubicBezTo>
                    <a:pt x="947221" y="551326"/>
                    <a:pt x="913057" y="566580"/>
                    <a:pt x="916587" y="571244"/>
                  </a:cubicBezTo>
                  <a:cubicBezTo>
                    <a:pt x="920117" y="575909"/>
                    <a:pt x="949490" y="592423"/>
                    <a:pt x="949490" y="599483"/>
                  </a:cubicBezTo>
                  <a:cubicBezTo>
                    <a:pt x="949490" y="606543"/>
                    <a:pt x="922386" y="579439"/>
                    <a:pt x="913057" y="585364"/>
                  </a:cubicBezTo>
                  <a:cubicBezTo>
                    <a:pt x="903603" y="591289"/>
                    <a:pt x="893013" y="573640"/>
                    <a:pt x="884819" y="585364"/>
                  </a:cubicBezTo>
                  <a:cubicBezTo>
                    <a:pt x="876625" y="597088"/>
                    <a:pt x="895408" y="638311"/>
                    <a:pt x="902468" y="650035"/>
                  </a:cubicBezTo>
                  <a:cubicBezTo>
                    <a:pt x="909528" y="661759"/>
                    <a:pt x="895408" y="661759"/>
                    <a:pt x="885954" y="664154"/>
                  </a:cubicBezTo>
                  <a:cubicBezTo>
                    <a:pt x="876499" y="666550"/>
                    <a:pt x="875364" y="631251"/>
                    <a:pt x="865909" y="618267"/>
                  </a:cubicBezTo>
                  <a:cubicBezTo>
                    <a:pt x="856454" y="605282"/>
                    <a:pt x="818887" y="590028"/>
                    <a:pt x="816492" y="599483"/>
                  </a:cubicBezTo>
                  <a:cubicBezTo>
                    <a:pt x="814097" y="608938"/>
                    <a:pt x="840066" y="608938"/>
                    <a:pt x="836536" y="621796"/>
                  </a:cubicBezTo>
                  <a:cubicBezTo>
                    <a:pt x="833006" y="634781"/>
                    <a:pt x="818887" y="613602"/>
                    <a:pt x="805902" y="624192"/>
                  </a:cubicBezTo>
                  <a:cubicBezTo>
                    <a:pt x="792918" y="634781"/>
                    <a:pt x="795313" y="627722"/>
                    <a:pt x="797708" y="617132"/>
                  </a:cubicBezTo>
                  <a:cubicBezTo>
                    <a:pt x="800103" y="606543"/>
                    <a:pt x="778924" y="594819"/>
                    <a:pt x="755350" y="597088"/>
                  </a:cubicBezTo>
                  <a:cubicBezTo>
                    <a:pt x="731776" y="599483"/>
                    <a:pt x="744761" y="615871"/>
                    <a:pt x="737701" y="621796"/>
                  </a:cubicBezTo>
                  <a:cubicBezTo>
                    <a:pt x="730641" y="627722"/>
                    <a:pt x="695343" y="618267"/>
                    <a:pt x="717657" y="613602"/>
                  </a:cubicBezTo>
                  <a:cubicBezTo>
                    <a:pt x="739970" y="608938"/>
                    <a:pt x="730641" y="595953"/>
                    <a:pt x="722321" y="582968"/>
                  </a:cubicBezTo>
                  <a:cubicBezTo>
                    <a:pt x="714127" y="569984"/>
                    <a:pt x="691687" y="585364"/>
                    <a:pt x="655255" y="598222"/>
                  </a:cubicBezTo>
                  <a:cubicBezTo>
                    <a:pt x="618822" y="611207"/>
                    <a:pt x="602307" y="625326"/>
                    <a:pt x="606972" y="626461"/>
                  </a:cubicBezTo>
                  <a:cubicBezTo>
                    <a:pt x="611636" y="627595"/>
                    <a:pt x="612897" y="633521"/>
                    <a:pt x="598777" y="645245"/>
                  </a:cubicBezTo>
                  <a:cubicBezTo>
                    <a:pt x="584658" y="656969"/>
                    <a:pt x="598777" y="667558"/>
                    <a:pt x="611762" y="667558"/>
                  </a:cubicBezTo>
                  <a:cubicBezTo>
                    <a:pt x="624747" y="667558"/>
                    <a:pt x="613275" y="677895"/>
                    <a:pt x="622352" y="680543"/>
                  </a:cubicBezTo>
                  <a:cubicBezTo>
                    <a:pt x="630546" y="682938"/>
                    <a:pt x="673030" y="664028"/>
                    <a:pt x="684754" y="672349"/>
                  </a:cubicBezTo>
                  <a:cubicBezTo>
                    <a:pt x="696478" y="680543"/>
                    <a:pt x="615292" y="685333"/>
                    <a:pt x="615292" y="699453"/>
                  </a:cubicBezTo>
                  <a:cubicBezTo>
                    <a:pt x="615292" y="713572"/>
                    <a:pt x="660045" y="721766"/>
                    <a:pt x="692948" y="715967"/>
                  </a:cubicBezTo>
                  <a:cubicBezTo>
                    <a:pt x="725851" y="710042"/>
                    <a:pt x="783589" y="720631"/>
                    <a:pt x="783589" y="728952"/>
                  </a:cubicBezTo>
                  <a:cubicBezTo>
                    <a:pt x="783589" y="737146"/>
                    <a:pt x="744761" y="734877"/>
                    <a:pt x="715262" y="733616"/>
                  </a:cubicBezTo>
                  <a:cubicBezTo>
                    <a:pt x="685888" y="732482"/>
                    <a:pt x="635210" y="741810"/>
                    <a:pt x="637605" y="751265"/>
                  </a:cubicBezTo>
                  <a:cubicBezTo>
                    <a:pt x="640253" y="761855"/>
                    <a:pt x="643531" y="761855"/>
                    <a:pt x="674038" y="775974"/>
                  </a:cubicBezTo>
                  <a:cubicBezTo>
                    <a:pt x="704672" y="790093"/>
                    <a:pt x="736440" y="768914"/>
                    <a:pt x="735306" y="788959"/>
                  </a:cubicBezTo>
                  <a:cubicBezTo>
                    <a:pt x="734171" y="809003"/>
                    <a:pt x="751820" y="813667"/>
                    <a:pt x="792918" y="814802"/>
                  </a:cubicBezTo>
                  <a:cubicBezTo>
                    <a:pt x="834141" y="815937"/>
                    <a:pt x="852925" y="796018"/>
                    <a:pt x="872969" y="797153"/>
                  </a:cubicBezTo>
                  <a:cubicBezTo>
                    <a:pt x="893013" y="798287"/>
                    <a:pt x="902342" y="794758"/>
                    <a:pt x="911797" y="780638"/>
                  </a:cubicBezTo>
                  <a:cubicBezTo>
                    <a:pt x="921252" y="766519"/>
                    <a:pt x="929446" y="774713"/>
                    <a:pt x="931841" y="781773"/>
                  </a:cubicBezTo>
                  <a:cubicBezTo>
                    <a:pt x="934236" y="788833"/>
                    <a:pt x="960080" y="787698"/>
                    <a:pt x="966005" y="793497"/>
                  </a:cubicBezTo>
                  <a:cubicBezTo>
                    <a:pt x="981007" y="808499"/>
                    <a:pt x="1030676" y="804087"/>
                    <a:pt x="1049586" y="794632"/>
                  </a:cubicBezTo>
                  <a:cubicBezTo>
                    <a:pt x="1068370" y="785177"/>
                    <a:pt x="1041392" y="759333"/>
                    <a:pt x="1031937" y="771057"/>
                  </a:cubicBezTo>
                  <a:cubicBezTo>
                    <a:pt x="1022482" y="782782"/>
                    <a:pt x="1014288" y="775722"/>
                    <a:pt x="1011893" y="769923"/>
                  </a:cubicBezTo>
                  <a:cubicBezTo>
                    <a:pt x="1009497" y="764250"/>
                    <a:pt x="1030676" y="760720"/>
                    <a:pt x="1037736" y="752526"/>
                  </a:cubicBezTo>
                  <a:close/>
                  <a:moveTo>
                    <a:pt x="590457" y="462955"/>
                  </a:moveTo>
                  <a:cubicBezTo>
                    <a:pt x="611636" y="465350"/>
                    <a:pt x="632815" y="446440"/>
                    <a:pt x="631680" y="435851"/>
                  </a:cubicBezTo>
                  <a:cubicBezTo>
                    <a:pt x="630420" y="425387"/>
                    <a:pt x="579868" y="461820"/>
                    <a:pt x="590457" y="462955"/>
                  </a:cubicBezTo>
                  <a:close/>
                  <a:moveTo>
                    <a:pt x="492757" y="430052"/>
                  </a:moveTo>
                  <a:cubicBezTo>
                    <a:pt x="500951" y="433581"/>
                    <a:pt x="492757" y="450096"/>
                    <a:pt x="502212" y="445305"/>
                  </a:cubicBezTo>
                  <a:cubicBezTo>
                    <a:pt x="511666" y="440641"/>
                    <a:pt x="513936" y="439380"/>
                    <a:pt x="520995" y="441776"/>
                  </a:cubicBezTo>
                  <a:cubicBezTo>
                    <a:pt x="533728" y="446062"/>
                    <a:pt x="536249" y="434716"/>
                    <a:pt x="542174" y="428791"/>
                  </a:cubicBezTo>
                  <a:cubicBezTo>
                    <a:pt x="548099" y="422866"/>
                    <a:pt x="545704" y="449970"/>
                    <a:pt x="560958" y="449970"/>
                  </a:cubicBezTo>
                  <a:cubicBezTo>
                    <a:pt x="573943" y="449970"/>
                    <a:pt x="571547" y="421731"/>
                    <a:pt x="583271" y="429925"/>
                  </a:cubicBezTo>
                  <a:cubicBezTo>
                    <a:pt x="594995" y="438120"/>
                    <a:pt x="598525" y="426396"/>
                    <a:pt x="600921" y="418201"/>
                  </a:cubicBezTo>
                  <a:cubicBezTo>
                    <a:pt x="603316" y="410007"/>
                    <a:pt x="603316" y="395888"/>
                    <a:pt x="616174" y="393493"/>
                  </a:cubicBezTo>
                  <a:cubicBezTo>
                    <a:pt x="629159" y="391097"/>
                    <a:pt x="618570" y="406477"/>
                    <a:pt x="624369" y="417067"/>
                  </a:cubicBezTo>
                  <a:cubicBezTo>
                    <a:pt x="632941" y="432447"/>
                    <a:pt x="647943" y="418201"/>
                    <a:pt x="649077" y="411142"/>
                  </a:cubicBezTo>
                  <a:cubicBezTo>
                    <a:pt x="650212" y="404082"/>
                    <a:pt x="671391" y="408747"/>
                    <a:pt x="670256" y="400552"/>
                  </a:cubicBezTo>
                  <a:cubicBezTo>
                    <a:pt x="669122" y="392358"/>
                    <a:pt x="676181" y="389963"/>
                    <a:pt x="670256" y="380508"/>
                  </a:cubicBezTo>
                  <a:cubicBezTo>
                    <a:pt x="664331" y="371053"/>
                    <a:pt x="679711" y="373448"/>
                    <a:pt x="686771" y="366389"/>
                  </a:cubicBezTo>
                  <a:cubicBezTo>
                    <a:pt x="693830" y="359329"/>
                    <a:pt x="677316" y="365254"/>
                    <a:pt x="665592" y="354665"/>
                  </a:cubicBezTo>
                  <a:cubicBezTo>
                    <a:pt x="653868" y="344075"/>
                    <a:pt x="649077" y="358195"/>
                    <a:pt x="649077" y="365254"/>
                  </a:cubicBezTo>
                  <a:cubicBezTo>
                    <a:pt x="649077" y="372314"/>
                    <a:pt x="626764" y="366389"/>
                    <a:pt x="613779" y="361724"/>
                  </a:cubicBezTo>
                  <a:cubicBezTo>
                    <a:pt x="600795" y="357060"/>
                    <a:pt x="584406" y="376978"/>
                    <a:pt x="565496" y="386433"/>
                  </a:cubicBezTo>
                  <a:cubicBezTo>
                    <a:pt x="546713" y="395888"/>
                    <a:pt x="545452" y="412276"/>
                    <a:pt x="527803" y="411142"/>
                  </a:cubicBezTo>
                  <a:cubicBezTo>
                    <a:pt x="510406" y="410007"/>
                    <a:pt x="484563" y="426522"/>
                    <a:pt x="492757" y="430052"/>
                  </a:cubicBezTo>
                  <a:close/>
                  <a:moveTo>
                    <a:pt x="676307" y="424127"/>
                  </a:moveTo>
                  <a:cubicBezTo>
                    <a:pt x="659793" y="425261"/>
                    <a:pt x="661054" y="441776"/>
                    <a:pt x="679837" y="441776"/>
                  </a:cubicBezTo>
                  <a:cubicBezTo>
                    <a:pt x="698621" y="441776"/>
                    <a:pt x="704546" y="447701"/>
                    <a:pt x="677442" y="446440"/>
                  </a:cubicBezTo>
                  <a:cubicBezTo>
                    <a:pt x="650338" y="445305"/>
                    <a:pt x="638614" y="468754"/>
                    <a:pt x="657398" y="464089"/>
                  </a:cubicBezTo>
                  <a:cubicBezTo>
                    <a:pt x="676181" y="459425"/>
                    <a:pt x="698621" y="459425"/>
                    <a:pt x="684502" y="464089"/>
                  </a:cubicBezTo>
                  <a:cubicBezTo>
                    <a:pt x="670382" y="468754"/>
                    <a:pt x="631933" y="472031"/>
                    <a:pt x="637479" y="479343"/>
                  </a:cubicBezTo>
                  <a:cubicBezTo>
                    <a:pt x="641009" y="484007"/>
                    <a:pt x="656263" y="482873"/>
                    <a:pt x="671643" y="488798"/>
                  </a:cubicBezTo>
                  <a:cubicBezTo>
                    <a:pt x="686897" y="494723"/>
                    <a:pt x="696352" y="498253"/>
                    <a:pt x="708076" y="485268"/>
                  </a:cubicBezTo>
                  <a:cubicBezTo>
                    <a:pt x="719800" y="472283"/>
                    <a:pt x="735180" y="459425"/>
                    <a:pt x="729255" y="477074"/>
                  </a:cubicBezTo>
                  <a:cubicBezTo>
                    <a:pt x="723330" y="494723"/>
                    <a:pt x="748038" y="481738"/>
                    <a:pt x="779807" y="480604"/>
                  </a:cubicBezTo>
                  <a:cubicBezTo>
                    <a:pt x="811575" y="479469"/>
                    <a:pt x="773882" y="499387"/>
                    <a:pt x="740979" y="501783"/>
                  </a:cubicBezTo>
                  <a:cubicBezTo>
                    <a:pt x="708076" y="504178"/>
                    <a:pt x="713875" y="520566"/>
                    <a:pt x="739844" y="526491"/>
                  </a:cubicBezTo>
                  <a:cubicBezTo>
                    <a:pt x="765814" y="532416"/>
                    <a:pt x="821030" y="509977"/>
                    <a:pt x="834015" y="497118"/>
                  </a:cubicBezTo>
                  <a:cubicBezTo>
                    <a:pt x="847000" y="484133"/>
                    <a:pt x="858724" y="504178"/>
                    <a:pt x="871708" y="494723"/>
                  </a:cubicBezTo>
                  <a:cubicBezTo>
                    <a:pt x="884693" y="485268"/>
                    <a:pt x="909402" y="495857"/>
                    <a:pt x="931715" y="491193"/>
                  </a:cubicBezTo>
                  <a:cubicBezTo>
                    <a:pt x="954029" y="486529"/>
                    <a:pt x="957559" y="444171"/>
                    <a:pt x="941170" y="437111"/>
                  </a:cubicBezTo>
                  <a:cubicBezTo>
                    <a:pt x="924656" y="430052"/>
                    <a:pt x="924656" y="445305"/>
                    <a:pt x="911797" y="447701"/>
                  </a:cubicBezTo>
                  <a:cubicBezTo>
                    <a:pt x="898812" y="450096"/>
                    <a:pt x="891753" y="433581"/>
                    <a:pt x="881163" y="422992"/>
                  </a:cubicBezTo>
                  <a:cubicBezTo>
                    <a:pt x="870574" y="412402"/>
                    <a:pt x="877633" y="392358"/>
                    <a:pt x="862379" y="394753"/>
                  </a:cubicBezTo>
                  <a:cubicBezTo>
                    <a:pt x="847252" y="397149"/>
                    <a:pt x="814097" y="421857"/>
                    <a:pt x="834141" y="424127"/>
                  </a:cubicBezTo>
                  <a:cubicBezTo>
                    <a:pt x="854185" y="426522"/>
                    <a:pt x="847126" y="437111"/>
                    <a:pt x="836536" y="441776"/>
                  </a:cubicBezTo>
                  <a:cubicBezTo>
                    <a:pt x="825947" y="446440"/>
                    <a:pt x="861245" y="454760"/>
                    <a:pt x="856580" y="461820"/>
                  </a:cubicBezTo>
                  <a:cubicBezTo>
                    <a:pt x="851916" y="468880"/>
                    <a:pt x="797708" y="462955"/>
                    <a:pt x="795439" y="451231"/>
                  </a:cubicBezTo>
                  <a:cubicBezTo>
                    <a:pt x="793044" y="439506"/>
                    <a:pt x="750686" y="418328"/>
                    <a:pt x="733037" y="422992"/>
                  </a:cubicBezTo>
                  <a:cubicBezTo>
                    <a:pt x="715388" y="427656"/>
                    <a:pt x="722447" y="408873"/>
                    <a:pt x="704798" y="407738"/>
                  </a:cubicBezTo>
                  <a:cubicBezTo>
                    <a:pt x="686897" y="406477"/>
                    <a:pt x="692822" y="422992"/>
                    <a:pt x="676307" y="424127"/>
                  </a:cubicBezTo>
                  <a:close/>
                  <a:moveTo>
                    <a:pt x="737575" y="339411"/>
                  </a:moveTo>
                  <a:cubicBezTo>
                    <a:pt x="743500" y="325292"/>
                    <a:pt x="698621" y="327687"/>
                    <a:pt x="702277" y="332351"/>
                  </a:cubicBezTo>
                  <a:cubicBezTo>
                    <a:pt x="710471" y="342941"/>
                    <a:pt x="731650" y="353530"/>
                    <a:pt x="737575" y="339411"/>
                  </a:cubicBezTo>
                  <a:close/>
                  <a:moveTo>
                    <a:pt x="835275" y="333486"/>
                  </a:moveTo>
                  <a:cubicBezTo>
                    <a:pt x="850529" y="331091"/>
                    <a:pt x="843470" y="319366"/>
                    <a:pt x="818761" y="322896"/>
                  </a:cubicBezTo>
                  <a:cubicBezTo>
                    <a:pt x="794052" y="326426"/>
                    <a:pt x="751694" y="326426"/>
                    <a:pt x="751694" y="344075"/>
                  </a:cubicBezTo>
                  <a:cubicBezTo>
                    <a:pt x="751694" y="358195"/>
                    <a:pt x="759889" y="365254"/>
                    <a:pt x="786993" y="367649"/>
                  </a:cubicBezTo>
                  <a:cubicBezTo>
                    <a:pt x="814097" y="370045"/>
                    <a:pt x="837671" y="344075"/>
                    <a:pt x="824686" y="344075"/>
                  </a:cubicBezTo>
                  <a:cubicBezTo>
                    <a:pt x="811701" y="344075"/>
                    <a:pt x="819896" y="335881"/>
                    <a:pt x="835275" y="333486"/>
                  </a:cubicBezTo>
                  <a:close/>
                  <a:moveTo>
                    <a:pt x="777538" y="311172"/>
                  </a:moveTo>
                  <a:cubicBezTo>
                    <a:pt x="789262" y="315837"/>
                    <a:pt x="801112" y="300583"/>
                    <a:pt x="809306" y="307642"/>
                  </a:cubicBezTo>
                  <a:cubicBezTo>
                    <a:pt x="817500" y="314702"/>
                    <a:pt x="854059" y="320627"/>
                    <a:pt x="854059" y="301717"/>
                  </a:cubicBezTo>
                  <a:cubicBezTo>
                    <a:pt x="854059" y="282808"/>
                    <a:pt x="808171" y="280538"/>
                    <a:pt x="796447" y="287598"/>
                  </a:cubicBezTo>
                  <a:cubicBezTo>
                    <a:pt x="784723" y="294658"/>
                    <a:pt x="730515" y="297053"/>
                    <a:pt x="745895" y="308777"/>
                  </a:cubicBezTo>
                  <a:cubicBezTo>
                    <a:pt x="755224" y="316089"/>
                    <a:pt x="765814" y="306508"/>
                    <a:pt x="777538" y="311172"/>
                  </a:cubicBezTo>
                  <a:close/>
                  <a:moveTo>
                    <a:pt x="974073" y="274739"/>
                  </a:moveTo>
                  <a:cubicBezTo>
                    <a:pt x="988192" y="265285"/>
                    <a:pt x="1014036" y="280665"/>
                    <a:pt x="1009371" y="291254"/>
                  </a:cubicBezTo>
                  <a:cubicBezTo>
                    <a:pt x="1004707" y="301843"/>
                    <a:pt x="963988" y="289111"/>
                    <a:pt x="967013" y="298314"/>
                  </a:cubicBezTo>
                  <a:cubicBezTo>
                    <a:pt x="968148" y="301843"/>
                    <a:pt x="972938" y="315963"/>
                    <a:pt x="1001177" y="307769"/>
                  </a:cubicBezTo>
                  <a:cubicBezTo>
                    <a:pt x="1029416" y="299574"/>
                    <a:pt x="1052990" y="305373"/>
                    <a:pt x="1071774" y="320753"/>
                  </a:cubicBezTo>
                  <a:cubicBezTo>
                    <a:pt x="1090557" y="336007"/>
                    <a:pt x="1108206" y="341932"/>
                    <a:pt x="1121191" y="326678"/>
                  </a:cubicBezTo>
                  <a:cubicBezTo>
                    <a:pt x="1134176" y="311424"/>
                    <a:pt x="1104677" y="309029"/>
                    <a:pt x="1110602" y="297305"/>
                  </a:cubicBezTo>
                  <a:cubicBezTo>
                    <a:pt x="1116527" y="285581"/>
                    <a:pt x="1091818" y="278521"/>
                    <a:pt x="1078833" y="278521"/>
                  </a:cubicBezTo>
                  <a:cubicBezTo>
                    <a:pt x="1065848" y="278521"/>
                    <a:pt x="1061184" y="254947"/>
                    <a:pt x="1050595" y="259738"/>
                  </a:cubicBezTo>
                  <a:cubicBezTo>
                    <a:pt x="1040005" y="264402"/>
                    <a:pt x="1032945" y="272722"/>
                    <a:pt x="1032945" y="257342"/>
                  </a:cubicBezTo>
                  <a:cubicBezTo>
                    <a:pt x="1032945" y="242089"/>
                    <a:pt x="971804" y="240828"/>
                    <a:pt x="956424" y="246753"/>
                  </a:cubicBezTo>
                  <a:cubicBezTo>
                    <a:pt x="941170" y="252300"/>
                    <a:pt x="959954" y="284068"/>
                    <a:pt x="974073" y="274739"/>
                  </a:cubicBezTo>
                  <a:close/>
                  <a:moveTo>
                    <a:pt x="982393" y="373574"/>
                  </a:moveTo>
                  <a:cubicBezTo>
                    <a:pt x="991848" y="361850"/>
                    <a:pt x="944700" y="324157"/>
                    <a:pt x="942431" y="341806"/>
                  </a:cubicBezTo>
                  <a:cubicBezTo>
                    <a:pt x="940036" y="359455"/>
                    <a:pt x="972308" y="386055"/>
                    <a:pt x="982393" y="373574"/>
                  </a:cubicBezTo>
                  <a:close/>
                  <a:moveTo>
                    <a:pt x="1135310" y="219397"/>
                  </a:moveTo>
                  <a:cubicBezTo>
                    <a:pt x="1143505" y="205278"/>
                    <a:pt x="1085641" y="194184"/>
                    <a:pt x="1100012" y="206412"/>
                  </a:cubicBezTo>
                  <a:cubicBezTo>
                    <a:pt x="1108332" y="213472"/>
                    <a:pt x="1127116" y="233516"/>
                    <a:pt x="1135310" y="219397"/>
                  </a:cubicBezTo>
                  <a:close/>
                  <a:moveTo>
                    <a:pt x="1002438" y="486529"/>
                  </a:moveTo>
                  <a:cubicBezTo>
                    <a:pt x="1010632" y="477074"/>
                    <a:pt x="984789" y="457156"/>
                    <a:pt x="977729" y="473544"/>
                  </a:cubicBezTo>
                  <a:cubicBezTo>
                    <a:pt x="970543" y="490059"/>
                    <a:pt x="993991" y="496110"/>
                    <a:pt x="1002438" y="486529"/>
                  </a:cubicBezTo>
                  <a:close/>
                  <a:moveTo>
                    <a:pt x="1135310" y="404208"/>
                  </a:moveTo>
                  <a:cubicBezTo>
                    <a:pt x="1134176" y="415932"/>
                    <a:pt x="1107072" y="401813"/>
                    <a:pt x="1085893" y="393619"/>
                  </a:cubicBezTo>
                  <a:cubicBezTo>
                    <a:pt x="1064714" y="385425"/>
                    <a:pt x="1077699" y="410133"/>
                    <a:pt x="1094087" y="424253"/>
                  </a:cubicBezTo>
                  <a:cubicBezTo>
                    <a:pt x="1110602" y="438372"/>
                    <a:pt x="1085893" y="431312"/>
                    <a:pt x="1063453" y="416058"/>
                  </a:cubicBezTo>
                  <a:cubicBezTo>
                    <a:pt x="1041140" y="400805"/>
                    <a:pt x="1043409" y="426648"/>
                    <a:pt x="1053998" y="434842"/>
                  </a:cubicBezTo>
                  <a:cubicBezTo>
                    <a:pt x="1064588" y="443036"/>
                    <a:pt x="1051603" y="454886"/>
                    <a:pt x="1037484" y="435977"/>
                  </a:cubicBezTo>
                  <a:cubicBezTo>
                    <a:pt x="1023364" y="417193"/>
                    <a:pt x="1016305" y="397149"/>
                    <a:pt x="993991" y="396014"/>
                  </a:cubicBezTo>
                  <a:cubicBezTo>
                    <a:pt x="971678" y="394879"/>
                    <a:pt x="981763" y="417697"/>
                    <a:pt x="990462" y="428917"/>
                  </a:cubicBezTo>
                  <a:cubicBezTo>
                    <a:pt x="1002186" y="444171"/>
                    <a:pt x="1014036" y="447701"/>
                    <a:pt x="1032819" y="458290"/>
                  </a:cubicBezTo>
                  <a:cubicBezTo>
                    <a:pt x="1051603" y="468880"/>
                    <a:pt x="1082237" y="453626"/>
                    <a:pt x="1096356" y="457156"/>
                  </a:cubicBezTo>
                  <a:cubicBezTo>
                    <a:pt x="1110475" y="460685"/>
                    <a:pt x="1081102" y="478334"/>
                    <a:pt x="1090431" y="490059"/>
                  </a:cubicBezTo>
                  <a:cubicBezTo>
                    <a:pt x="1099886" y="501783"/>
                    <a:pt x="1125729" y="493588"/>
                    <a:pt x="1145774" y="492454"/>
                  </a:cubicBezTo>
                  <a:cubicBezTo>
                    <a:pt x="1165818" y="491319"/>
                    <a:pt x="1156363" y="479469"/>
                    <a:pt x="1168087" y="471275"/>
                  </a:cubicBezTo>
                  <a:cubicBezTo>
                    <a:pt x="1179811" y="463081"/>
                    <a:pt x="1156363" y="464215"/>
                    <a:pt x="1165692" y="444171"/>
                  </a:cubicBezTo>
                  <a:cubicBezTo>
                    <a:pt x="1175399" y="424127"/>
                    <a:pt x="1136571" y="392358"/>
                    <a:pt x="1135310" y="404208"/>
                  </a:cubicBezTo>
                  <a:close/>
                  <a:moveTo>
                    <a:pt x="1184854" y="334746"/>
                  </a:moveTo>
                  <a:cubicBezTo>
                    <a:pt x="1202503" y="334746"/>
                    <a:pt x="1216622" y="332351"/>
                    <a:pt x="1231876" y="326552"/>
                  </a:cubicBezTo>
                  <a:cubicBezTo>
                    <a:pt x="1247130" y="320627"/>
                    <a:pt x="1223682" y="320627"/>
                    <a:pt x="1234271" y="306508"/>
                  </a:cubicBezTo>
                  <a:cubicBezTo>
                    <a:pt x="1244861" y="292389"/>
                    <a:pt x="1208428" y="291254"/>
                    <a:pt x="1206033" y="295918"/>
                  </a:cubicBezTo>
                  <a:cubicBezTo>
                    <a:pt x="1203637" y="300583"/>
                    <a:pt x="1157750" y="267680"/>
                    <a:pt x="1150690" y="278269"/>
                  </a:cubicBezTo>
                  <a:cubicBezTo>
                    <a:pt x="1143631" y="288859"/>
                    <a:pt x="1167205" y="334746"/>
                    <a:pt x="1184854" y="334746"/>
                  </a:cubicBezTo>
                  <a:close/>
                  <a:moveTo>
                    <a:pt x="1280159" y="340545"/>
                  </a:moveTo>
                  <a:cubicBezTo>
                    <a:pt x="1277764" y="333486"/>
                    <a:pt x="1188636" y="344201"/>
                    <a:pt x="1202503" y="354665"/>
                  </a:cubicBezTo>
                  <a:cubicBezTo>
                    <a:pt x="1225951" y="372314"/>
                    <a:pt x="1282554" y="347605"/>
                    <a:pt x="1280159" y="340545"/>
                  </a:cubicBezTo>
                  <a:close/>
                  <a:moveTo>
                    <a:pt x="1267174" y="512372"/>
                  </a:moveTo>
                  <a:cubicBezTo>
                    <a:pt x="1288353" y="511237"/>
                    <a:pt x="1277764" y="485268"/>
                    <a:pt x="1254190" y="467619"/>
                  </a:cubicBezTo>
                  <a:cubicBezTo>
                    <a:pt x="1230615" y="449970"/>
                    <a:pt x="1177794" y="486277"/>
                    <a:pt x="1187123" y="493462"/>
                  </a:cubicBezTo>
                  <a:cubicBezTo>
                    <a:pt x="1197712" y="501783"/>
                    <a:pt x="1245995" y="513633"/>
                    <a:pt x="1267174" y="512372"/>
                  </a:cubicBezTo>
                  <a:close/>
                  <a:moveTo>
                    <a:pt x="1116527" y="677139"/>
                  </a:moveTo>
                  <a:cubicBezTo>
                    <a:pt x="1142370" y="694788"/>
                    <a:pt x="1134176" y="663020"/>
                    <a:pt x="1163549" y="664154"/>
                  </a:cubicBezTo>
                  <a:cubicBezTo>
                    <a:pt x="1192922" y="665289"/>
                    <a:pt x="1194183" y="617132"/>
                    <a:pt x="1198847" y="599483"/>
                  </a:cubicBezTo>
                  <a:cubicBezTo>
                    <a:pt x="1203511" y="581834"/>
                    <a:pt x="1175273" y="582968"/>
                    <a:pt x="1182332" y="595953"/>
                  </a:cubicBezTo>
                  <a:cubicBezTo>
                    <a:pt x="1189392" y="608938"/>
                    <a:pt x="1181198" y="621796"/>
                    <a:pt x="1178803" y="606543"/>
                  </a:cubicBezTo>
                  <a:cubicBezTo>
                    <a:pt x="1176408" y="591289"/>
                    <a:pt x="1154094" y="605408"/>
                    <a:pt x="1145900" y="593558"/>
                  </a:cubicBezTo>
                  <a:cubicBezTo>
                    <a:pt x="1137705" y="581834"/>
                    <a:pt x="1171743" y="580573"/>
                    <a:pt x="1180063" y="565319"/>
                  </a:cubicBezTo>
                  <a:cubicBezTo>
                    <a:pt x="1188257" y="550066"/>
                    <a:pt x="1152959" y="552335"/>
                    <a:pt x="1161280" y="540611"/>
                  </a:cubicBezTo>
                  <a:cubicBezTo>
                    <a:pt x="1169474" y="528887"/>
                    <a:pt x="1109467" y="541745"/>
                    <a:pt x="1127116" y="548805"/>
                  </a:cubicBezTo>
                  <a:cubicBezTo>
                    <a:pt x="1144765" y="555864"/>
                    <a:pt x="1128251" y="565319"/>
                    <a:pt x="1111862" y="553469"/>
                  </a:cubicBezTo>
                  <a:cubicBezTo>
                    <a:pt x="1095348" y="541745"/>
                    <a:pt x="1049712" y="561411"/>
                    <a:pt x="1065974" y="574648"/>
                  </a:cubicBezTo>
                  <a:cubicBezTo>
                    <a:pt x="1078959" y="585238"/>
                    <a:pt x="1117787" y="567589"/>
                    <a:pt x="1095348" y="598222"/>
                  </a:cubicBezTo>
                  <a:cubicBezTo>
                    <a:pt x="1073034" y="628856"/>
                    <a:pt x="1063579" y="590028"/>
                    <a:pt x="1042400" y="593558"/>
                  </a:cubicBezTo>
                  <a:cubicBezTo>
                    <a:pt x="1021221" y="597088"/>
                    <a:pt x="1030676" y="622931"/>
                    <a:pt x="1062445" y="632386"/>
                  </a:cubicBezTo>
                  <a:cubicBezTo>
                    <a:pt x="1094213" y="641841"/>
                    <a:pt x="1090683" y="659490"/>
                    <a:pt x="1116527" y="677139"/>
                  </a:cubicBezTo>
                  <a:close/>
                  <a:moveTo>
                    <a:pt x="1308397" y="488924"/>
                  </a:moveTo>
                  <a:cubicBezTo>
                    <a:pt x="1316592" y="512498"/>
                    <a:pt x="1326047" y="495984"/>
                    <a:pt x="1339031" y="505438"/>
                  </a:cubicBezTo>
                  <a:cubicBezTo>
                    <a:pt x="1352016" y="514893"/>
                    <a:pt x="1371934" y="520692"/>
                    <a:pt x="1382524" y="511363"/>
                  </a:cubicBezTo>
                  <a:cubicBezTo>
                    <a:pt x="1393113" y="501909"/>
                    <a:pt x="1397778" y="494849"/>
                    <a:pt x="1401308" y="503169"/>
                  </a:cubicBezTo>
                  <a:cubicBezTo>
                    <a:pt x="1407106" y="516532"/>
                    <a:pt x="1433076" y="518423"/>
                    <a:pt x="1489553" y="519684"/>
                  </a:cubicBezTo>
                  <a:cubicBezTo>
                    <a:pt x="1546030" y="520818"/>
                    <a:pt x="1531911" y="496110"/>
                    <a:pt x="1548425" y="505565"/>
                  </a:cubicBezTo>
                  <a:cubicBezTo>
                    <a:pt x="1564940" y="515019"/>
                    <a:pt x="1602507" y="515019"/>
                    <a:pt x="1619022" y="511490"/>
                  </a:cubicBezTo>
                  <a:cubicBezTo>
                    <a:pt x="1635536" y="507960"/>
                    <a:pt x="1643731" y="482116"/>
                    <a:pt x="1642596" y="469132"/>
                  </a:cubicBezTo>
                  <a:cubicBezTo>
                    <a:pt x="1641461" y="456147"/>
                    <a:pt x="1515522" y="445558"/>
                    <a:pt x="1493083" y="458542"/>
                  </a:cubicBezTo>
                  <a:cubicBezTo>
                    <a:pt x="1470769" y="471527"/>
                    <a:pt x="1435471" y="452617"/>
                    <a:pt x="1417822" y="462072"/>
                  </a:cubicBezTo>
                  <a:cubicBezTo>
                    <a:pt x="1400173" y="471527"/>
                    <a:pt x="1406098" y="450348"/>
                    <a:pt x="1374330" y="449087"/>
                  </a:cubicBezTo>
                  <a:cubicBezTo>
                    <a:pt x="1342561" y="447953"/>
                    <a:pt x="1376725" y="431438"/>
                    <a:pt x="1382524" y="424379"/>
                  </a:cubicBezTo>
                  <a:cubicBezTo>
                    <a:pt x="1388449" y="417319"/>
                    <a:pt x="1334241" y="398535"/>
                    <a:pt x="1311927" y="403200"/>
                  </a:cubicBezTo>
                  <a:cubicBezTo>
                    <a:pt x="1289614" y="407864"/>
                    <a:pt x="1276629" y="396140"/>
                    <a:pt x="1255450" y="386685"/>
                  </a:cubicBezTo>
                  <a:cubicBezTo>
                    <a:pt x="1234271" y="377230"/>
                    <a:pt x="1176786" y="379499"/>
                    <a:pt x="1188384" y="396140"/>
                  </a:cubicBezTo>
                  <a:cubicBezTo>
                    <a:pt x="1196578" y="407864"/>
                    <a:pt x="1264905" y="432573"/>
                    <a:pt x="1271965" y="420849"/>
                  </a:cubicBezTo>
                  <a:cubicBezTo>
                    <a:pt x="1279024" y="409125"/>
                    <a:pt x="1296674" y="434968"/>
                    <a:pt x="1307263" y="447953"/>
                  </a:cubicBezTo>
                  <a:cubicBezTo>
                    <a:pt x="1317852" y="460685"/>
                    <a:pt x="1300203" y="465350"/>
                    <a:pt x="1308397" y="488924"/>
                  </a:cubicBezTo>
                  <a:close/>
                  <a:moveTo>
                    <a:pt x="1368405" y="350000"/>
                  </a:moveTo>
                  <a:cubicBezTo>
                    <a:pt x="1347226" y="339411"/>
                    <a:pt x="1320626" y="361850"/>
                    <a:pt x="1342561" y="370045"/>
                  </a:cubicBezTo>
                  <a:cubicBezTo>
                    <a:pt x="1361345" y="377104"/>
                    <a:pt x="1389583" y="360590"/>
                    <a:pt x="1368405" y="350000"/>
                  </a:cubicBezTo>
                  <a:close/>
                  <a:moveTo>
                    <a:pt x="1198973" y="218136"/>
                  </a:moveTo>
                  <a:cubicBezTo>
                    <a:pt x="1216370" y="226835"/>
                    <a:pt x="1206033" y="238181"/>
                    <a:pt x="1224816" y="246375"/>
                  </a:cubicBezTo>
                  <a:cubicBezTo>
                    <a:pt x="1243600" y="254569"/>
                    <a:pt x="1297808" y="235785"/>
                    <a:pt x="1302473" y="248770"/>
                  </a:cubicBezTo>
                  <a:cubicBezTo>
                    <a:pt x="1307137" y="261755"/>
                    <a:pt x="1247130" y="262889"/>
                    <a:pt x="1255450" y="271084"/>
                  </a:cubicBezTo>
                  <a:cubicBezTo>
                    <a:pt x="1263645" y="279278"/>
                    <a:pt x="1297808" y="292262"/>
                    <a:pt x="1293144" y="299322"/>
                  </a:cubicBezTo>
                  <a:cubicBezTo>
                    <a:pt x="1288479" y="306382"/>
                    <a:pt x="1349621" y="326426"/>
                    <a:pt x="1355546" y="316971"/>
                  </a:cubicBezTo>
                  <a:cubicBezTo>
                    <a:pt x="1361471" y="307516"/>
                    <a:pt x="1377859" y="309912"/>
                    <a:pt x="1393239" y="315837"/>
                  </a:cubicBezTo>
                  <a:cubicBezTo>
                    <a:pt x="1408493" y="321762"/>
                    <a:pt x="1409754" y="279404"/>
                    <a:pt x="1420343" y="286464"/>
                  </a:cubicBezTo>
                  <a:cubicBezTo>
                    <a:pt x="1430933" y="293523"/>
                    <a:pt x="1429798" y="271210"/>
                    <a:pt x="1447447" y="264150"/>
                  </a:cubicBezTo>
                  <a:cubicBezTo>
                    <a:pt x="1465096" y="257090"/>
                    <a:pt x="1490562" y="256964"/>
                    <a:pt x="1492200" y="248896"/>
                  </a:cubicBezTo>
                  <a:cubicBezTo>
                    <a:pt x="1493335" y="242971"/>
                    <a:pt x="1487536" y="234777"/>
                    <a:pt x="1466357" y="237172"/>
                  </a:cubicBezTo>
                  <a:cubicBezTo>
                    <a:pt x="1445178" y="239567"/>
                    <a:pt x="1431059" y="231247"/>
                    <a:pt x="1440514" y="219523"/>
                  </a:cubicBezTo>
                  <a:cubicBezTo>
                    <a:pt x="1449969" y="207799"/>
                    <a:pt x="1416939" y="204269"/>
                    <a:pt x="1428790" y="194814"/>
                  </a:cubicBezTo>
                  <a:cubicBezTo>
                    <a:pt x="1440514" y="185359"/>
                    <a:pt x="1406476" y="176031"/>
                    <a:pt x="1410006" y="190150"/>
                  </a:cubicBezTo>
                  <a:cubicBezTo>
                    <a:pt x="1413536" y="204269"/>
                    <a:pt x="1388827" y="191284"/>
                    <a:pt x="1385297" y="178426"/>
                  </a:cubicBezTo>
                  <a:cubicBezTo>
                    <a:pt x="1381767" y="165441"/>
                    <a:pt x="1333484" y="160777"/>
                    <a:pt x="1301716" y="132538"/>
                  </a:cubicBezTo>
                  <a:cubicBezTo>
                    <a:pt x="1269948" y="104300"/>
                    <a:pt x="1237045" y="123083"/>
                    <a:pt x="1255828" y="126613"/>
                  </a:cubicBezTo>
                  <a:cubicBezTo>
                    <a:pt x="1274612" y="130143"/>
                    <a:pt x="1273478" y="139598"/>
                    <a:pt x="1258224" y="138337"/>
                  </a:cubicBezTo>
                  <a:cubicBezTo>
                    <a:pt x="1242970" y="137203"/>
                    <a:pt x="1215866" y="139472"/>
                    <a:pt x="1240575" y="148927"/>
                  </a:cubicBezTo>
                  <a:cubicBezTo>
                    <a:pt x="1265283" y="158381"/>
                    <a:pt x="1238179" y="161911"/>
                    <a:pt x="1218261" y="161911"/>
                  </a:cubicBezTo>
                  <a:cubicBezTo>
                    <a:pt x="1198217" y="161911"/>
                    <a:pt x="1197082" y="187755"/>
                    <a:pt x="1222925" y="191284"/>
                  </a:cubicBezTo>
                  <a:cubicBezTo>
                    <a:pt x="1248769" y="194814"/>
                    <a:pt x="1229985" y="210068"/>
                    <a:pt x="1208806" y="204269"/>
                  </a:cubicBezTo>
                  <a:cubicBezTo>
                    <a:pt x="1187123" y="198218"/>
                    <a:pt x="1180063" y="208807"/>
                    <a:pt x="1198973" y="218136"/>
                  </a:cubicBezTo>
                  <a:close/>
                  <a:moveTo>
                    <a:pt x="1341300" y="101652"/>
                  </a:moveTo>
                  <a:cubicBezTo>
                    <a:pt x="1357815" y="91063"/>
                    <a:pt x="1370674" y="98122"/>
                    <a:pt x="1356554" y="105182"/>
                  </a:cubicBezTo>
                  <a:cubicBezTo>
                    <a:pt x="1342435" y="112242"/>
                    <a:pt x="1347100" y="116906"/>
                    <a:pt x="1367144" y="115771"/>
                  </a:cubicBezTo>
                  <a:cubicBezTo>
                    <a:pt x="1387188" y="114637"/>
                    <a:pt x="1358950" y="121697"/>
                    <a:pt x="1358950" y="133421"/>
                  </a:cubicBezTo>
                  <a:cubicBezTo>
                    <a:pt x="1358950" y="145145"/>
                    <a:pt x="1382524" y="138085"/>
                    <a:pt x="1383658" y="149935"/>
                  </a:cubicBezTo>
                  <a:cubicBezTo>
                    <a:pt x="1384793" y="161659"/>
                    <a:pt x="1435471" y="166450"/>
                    <a:pt x="1450725" y="152330"/>
                  </a:cubicBezTo>
                  <a:cubicBezTo>
                    <a:pt x="1465979" y="138211"/>
                    <a:pt x="1460180" y="155860"/>
                    <a:pt x="1458919" y="165315"/>
                  </a:cubicBezTo>
                  <a:cubicBezTo>
                    <a:pt x="1457785" y="174770"/>
                    <a:pt x="1530650" y="182964"/>
                    <a:pt x="1534180" y="171240"/>
                  </a:cubicBezTo>
                  <a:cubicBezTo>
                    <a:pt x="1537710" y="159516"/>
                    <a:pt x="1548299" y="164180"/>
                    <a:pt x="1562419" y="167710"/>
                  </a:cubicBezTo>
                  <a:cubicBezTo>
                    <a:pt x="1576538" y="171240"/>
                    <a:pt x="1646000" y="154726"/>
                    <a:pt x="1647134" y="140606"/>
                  </a:cubicBezTo>
                  <a:cubicBezTo>
                    <a:pt x="1648269" y="126487"/>
                    <a:pt x="1669448" y="147666"/>
                    <a:pt x="1647134" y="162920"/>
                  </a:cubicBezTo>
                  <a:cubicBezTo>
                    <a:pt x="1624821" y="178174"/>
                    <a:pt x="1580068" y="175904"/>
                    <a:pt x="1560023" y="181703"/>
                  </a:cubicBezTo>
                  <a:cubicBezTo>
                    <a:pt x="1539979" y="187629"/>
                    <a:pt x="1573008" y="201748"/>
                    <a:pt x="1592926" y="217002"/>
                  </a:cubicBezTo>
                  <a:cubicBezTo>
                    <a:pt x="1612971" y="232256"/>
                    <a:pt x="1567083" y="224061"/>
                    <a:pt x="1548173" y="204017"/>
                  </a:cubicBezTo>
                  <a:cubicBezTo>
                    <a:pt x="1529390" y="183973"/>
                    <a:pt x="1487032" y="183973"/>
                    <a:pt x="1464592" y="185233"/>
                  </a:cubicBezTo>
                  <a:cubicBezTo>
                    <a:pt x="1442279" y="186368"/>
                    <a:pt x="1449338" y="227591"/>
                    <a:pt x="1465727" y="227591"/>
                  </a:cubicBezTo>
                  <a:cubicBezTo>
                    <a:pt x="1482241" y="227591"/>
                    <a:pt x="1498630" y="233516"/>
                    <a:pt x="1515144" y="259360"/>
                  </a:cubicBezTo>
                  <a:cubicBezTo>
                    <a:pt x="1531659" y="285203"/>
                    <a:pt x="1566957" y="279404"/>
                    <a:pt x="1566957" y="291128"/>
                  </a:cubicBezTo>
                  <a:cubicBezTo>
                    <a:pt x="1566957" y="302852"/>
                    <a:pt x="1521069" y="281673"/>
                    <a:pt x="1495100" y="277009"/>
                  </a:cubicBezTo>
                  <a:cubicBezTo>
                    <a:pt x="1469257" y="272344"/>
                    <a:pt x="1428033" y="288733"/>
                    <a:pt x="1426899" y="307642"/>
                  </a:cubicBezTo>
                  <a:cubicBezTo>
                    <a:pt x="1425764" y="326426"/>
                    <a:pt x="1464592" y="324157"/>
                    <a:pt x="1490435" y="308777"/>
                  </a:cubicBezTo>
                  <a:cubicBezTo>
                    <a:pt x="1516279" y="293523"/>
                    <a:pt x="1497495" y="313441"/>
                    <a:pt x="1484510" y="325292"/>
                  </a:cubicBezTo>
                  <a:cubicBezTo>
                    <a:pt x="1471526" y="337016"/>
                    <a:pt x="1515144" y="346470"/>
                    <a:pt x="1515144" y="360590"/>
                  </a:cubicBezTo>
                  <a:cubicBezTo>
                    <a:pt x="1515144" y="374709"/>
                    <a:pt x="1483376" y="370045"/>
                    <a:pt x="1479846" y="357060"/>
                  </a:cubicBezTo>
                  <a:cubicBezTo>
                    <a:pt x="1476316" y="344075"/>
                    <a:pt x="1464592" y="331217"/>
                    <a:pt x="1433958" y="333486"/>
                  </a:cubicBezTo>
                  <a:cubicBezTo>
                    <a:pt x="1403325" y="335881"/>
                    <a:pt x="1411645" y="357060"/>
                    <a:pt x="1430429" y="359329"/>
                  </a:cubicBezTo>
                  <a:cubicBezTo>
                    <a:pt x="1449212" y="361724"/>
                    <a:pt x="1450473" y="375844"/>
                    <a:pt x="1429294" y="375844"/>
                  </a:cubicBezTo>
                  <a:cubicBezTo>
                    <a:pt x="1408115" y="375844"/>
                    <a:pt x="1360336" y="389080"/>
                    <a:pt x="1375212" y="402948"/>
                  </a:cubicBezTo>
                  <a:cubicBezTo>
                    <a:pt x="1391726" y="418201"/>
                    <a:pt x="1451734" y="402948"/>
                    <a:pt x="1462323" y="412402"/>
                  </a:cubicBezTo>
                  <a:cubicBezTo>
                    <a:pt x="1472912" y="421857"/>
                    <a:pt x="1502286" y="425387"/>
                    <a:pt x="1509345" y="414798"/>
                  </a:cubicBezTo>
                  <a:cubicBezTo>
                    <a:pt x="1516405" y="404208"/>
                    <a:pt x="1539979" y="408873"/>
                    <a:pt x="1563427" y="408873"/>
                  </a:cubicBezTo>
                  <a:cubicBezTo>
                    <a:pt x="1587001" y="408873"/>
                    <a:pt x="1592800" y="412402"/>
                    <a:pt x="1603390" y="421857"/>
                  </a:cubicBezTo>
                  <a:cubicBezTo>
                    <a:pt x="1613979" y="431312"/>
                    <a:pt x="1632763" y="427782"/>
                    <a:pt x="1645748" y="418328"/>
                  </a:cubicBezTo>
                  <a:cubicBezTo>
                    <a:pt x="1658732" y="408873"/>
                    <a:pt x="1658732" y="408873"/>
                    <a:pt x="1675121" y="408873"/>
                  </a:cubicBezTo>
                  <a:cubicBezTo>
                    <a:pt x="1691635" y="408873"/>
                    <a:pt x="1695165" y="398283"/>
                    <a:pt x="1686845" y="385298"/>
                  </a:cubicBezTo>
                  <a:cubicBezTo>
                    <a:pt x="1678651" y="372314"/>
                    <a:pt x="1657472" y="394753"/>
                    <a:pt x="1655076" y="385298"/>
                  </a:cubicBezTo>
                  <a:cubicBezTo>
                    <a:pt x="1652177" y="373701"/>
                    <a:pt x="1632763" y="370045"/>
                    <a:pt x="1599734" y="374709"/>
                  </a:cubicBezTo>
                  <a:cubicBezTo>
                    <a:pt x="1566831" y="379373"/>
                    <a:pt x="1580950" y="353530"/>
                    <a:pt x="1600868" y="359455"/>
                  </a:cubicBezTo>
                  <a:cubicBezTo>
                    <a:pt x="1620913" y="365380"/>
                    <a:pt x="1647891" y="362985"/>
                    <a:pt x="1670330" y="357060"/>
                  </a:cubicBezTo>
                  <a:cubicBezTo>
                    <a:pt x="1692644" y="351135"/>
                    <a:pt x="1674995" y="340545"/>
                    <a:pt x="1674995" y="331217"/>
                  </a:cubicBezTo>
                  <a:cubicBezTo>
                    <a:pt x="1674995" y="321762"/>
                    <a:pt x="1703233" y="327687"/>
                    <a:pt x="1724412" y="327687"/>
                  </a:cubicBezTo>
                  <a:cubicBezTo>
                    <a:pt x="1745591" y="327687"/>
                    <a:pt x="1776225" y="293523"/>
                    <a:pt x="1777360" y="273605"/>
                  </a:cubicBezTo>
                  <a:cubicBezTo>
                    <a:pt x="1778494" y="253561"/>
                    <a:pt x="1730337" y="258351"/>
                    <a:pt x="1706763" y="258351"/>
                  </a:cubicBezTo>
                  <a:cubicBezTo>
                    <a:pt x="1683189" y="258351"/>
                    <a:pt x="1722017" y="240702"/>
                    <a:pt x="1766770" y="243097"/>
                  </a:cubicBezTo>
                  <a:cubicBezTo>
                    <a:pt x="1811523" y="245492"/>
                    <a:pt x="1791479" y="225448"/>
                    <a:pt x="1799673" y="218388"/>
                  </a:cubicBezTo>
                  <a:cubicBezTo>
                    <a:pt x="1807867" y="211329"/>
                    <a:pt x="1829046" y="226583"/>
                    <a:pt x="1851486" y="221918"/>
                  </a:cubicBezTo>
                  <a:cubicBezTo>
                    <a:pt x="1873799" y="217254"/>
                    <a:pt x="1858545" y="198344"/>
                    <a:pt x="1873799" y="198344"/>
                  </a:cubicBezTo>
                  <a:cubicBezTo>
                    <a:pt x="1884641" y="198344"/>
                    <a:pt x="1909097" y="181830"/>
                    <a:pt x="1957380" y="154852"/>
                  </a:cubicBezTo>
                  <a:cubicBezTo>
                    <a:pt x="2005663" y="127748"/>
                    <a:pt x="2043231" y="132538"/>
                    <a:pt x="2045626" y="117158"/>
                  </a:cubicBezTo>
                  <a:cubicBezTo>
                    <a:pt x="2048021" y="101904"/>
                    <a:pt x="1978559" y="117158"/>
                    <a:pt x="1966709" y="112494"/>
                  </a:cubicBezTo>
                  <a:cubicBezTo>
                    <a:pt x="1954985" y="107829"/>
                    <a:pt x="2014992" y="94845"/>
                    <a:pt x="2029111" y="98374"/>
                  </a:cubicBezTo>
                  <a:cubicBezTo>
                    <a:pt x="2043231" y="101904"/>
                    <a:pt x="2062014" y="98374"/>
                    <a:pt x="2110297" y="74800"/>
                  </a:cubicBezTo>
                  <a:cubicBezTo>
                    <a:pt x="2158580" y="51226"/>
                    <a:pt x="2137401" y="45427"/>
                    <a:pt x="2117357" y="48957"/>
                  </a:cubicBezTo>
                  <a:cubicBezTo>
                    <a:pt x="2097313" y="52487"/>
                    <a:pt x="2074999" y="45427"/>
                    <a:pt x="2076134" y="32442"/>
                  </a:cubicBezTo>
                  <a:cubicBezTo>
                    <a:pt x="2077268" y="19458"/>
                    <a:pt x="2046760" y="31308"/>
                    <a:pt x="2045500" y="24248"/>
                  </a:cubicBezTo>
                  <a:cubicBezTo>
                    <a:pt x="2044365" y="17189"/>
                    <a:pt x="2016127" y="20718"/>
                    <a:pt x="1985493" y="32442"/>
                  </a:cubicBezTo>
                  <a:cubicBezTo>
                    <a:pt x="1954859" y="44167"/>
                    <a:pt x="1983098" y="20718"/>
                    <a:pt x="1996082" y="15928"/>
                  </a:cubicBezTo>
                  <a:cubicBezTo>
                    <a:pt x="2009067" y="11264"/>
                    <a:pt x="1918426" y="15928"/>
                    <a:pt x="1903046" y="5338"/>
                  </a:cubicBezTo>
                  <a:cubicBezTo>
                    <a:pt x="1887792" y="-5251"/>
                    <a:pt x="1870143" y="22988"/>
                    <a:pt x="1856024" y="8868"/>
                  </a:cubicBezTo>
                  <a:cubicBezTo>
                    <a:pt x="1841905" y="-5251"/>
                    <a:pt x="1805472" y="6473"/>
                    <a:pt x="1810136" y="17063"/>
                  </a:cubicBezTo>
                  <a:cubicBezTo>
                    <a:pt x="1814801" y="27652"/>
                    <a:pt x="1804211" y="27652"/>
                    <a:pt x="1790092" y="15928"/>
                  </a:cubicBezTo>
                  <a:cubicBezTo>
                    <a:pt x="1775973" y="4204"/>
                    <a:pt x="1748869" y="17063"/>
                    <a:pt x="1724160" y="13533"/>
                  </a:cubicBezTo>
                  <a:cubicBezTo>
                    <a:pt x="1699451" y="10003"/>
                    <a:pt x="1710041" y="33577"/>
                    <a:pt x="1682937" y="21727"/>
                  </a:cubicBezTo>
                  <a:cubicBezTo>
                    <a:pt x="1655833" y="10003"/>
                    <a:pt x="1626460" y="15802"/>
                    <a:pt x="1634654" y="19332"/>
                  </a:cubicBezTo>
                  <a:cubicBezTo>
                    <a:pt x="1642848" y="22862"/>
                    <a:pt x="1632259" y="29921"/>
                    <a:pt x="1620535" y="26391"/>
                  </a:cubicBezTo>
                  <a:cubicBezTo>
                    <a:pt x="1608810" y="22862"/>
                    <a:pt x="1598221" y="27526"/>
                    <a:pt x="1604020" y="39376"/>
                  </a:cubicBezTo>
                  <a:cubicBezTo>
                    <a:pt x="1609945" y="51100"/>
                    <a:pt x="1560528" y="35846"/>
                    <a:pt x="1560528" y="48831"/>
                  </a:cubicBezTo>
                  <a:cubicBezTo>
                    <a:pt x="1560528" y="61816"/>
                    <a:pt x="1542878" y="68875"/>
                    <a:pt x="1528759" y="57025"/>
                  </a:cubicBezTo>
                  <a:cubicBezTo>
                    <a:pt x="1514640" y="45301"/>
                    <a:pt x="1469887" y="41771"/>
                    <a:pt x="1482872" y="52361"/>
                  </a:cubicBezTo>
                  <a:cubicBezTo>
                    <a:pt x="1495856" y="62950"/>
                    <a:pt x="1442909" y="57025"/>
                    <a:pt x="1457028" y="67615"/>
                  </a:cubicBezTo>
                  <a:cubicBezTo>
                    <a:pt x="1471147" y="78204"/>
                    <a:pt x="1439379" y="86398"/>
                    <a:pt x="1439379" y="80599"/>
                  </a:cubicBezTo>
                  <a:cubicBezTo>
                    <a:pt x="1439379" y="74674"/>
                    <a:pt x="1410006" y="64085"/>
                    <a:pt x="1398156" y="74674"/>
                  </a:cubicBezTo>
                  <a:cubicBezTo>
                    <a:pt x="1386432" y="85264"/>
                    <a:pt x="1382902" y="98248"/>
                    <a:pt x="1376977" y="91189"/>
                  </a:cubicBezTo>
                  <a:cubicBezTo>
                    <a:pt x="1371052" y="84129"/>
                    <a:pt x="1345209" y="86524"/>
                    <a:pt x="1320500" y="95853"/>
                  </a:cubicBezTo>
                  <a:cubicBezTo>
                    <a:pt x="1296674" y="105182"/>
                    <a:pt x="1324912" y="112242"/>
                    <a:pt x="1341300" y="101652"/>
                  </a:cubicBezTo>
                  <a:close/>
                  <a:moveTo>
                    <a:pt x="1637931" y="1117358"/>
                  </a:moveTo>
                  <a:cubicBezTo>
                    <a:pt x="1646126" y="1116224"/>
                    <a:pt x="1662640" y="1086724"/>
                    <a:pt x="1641461" y="1087985"/>
                  </a:cubicBezTo>
                  <a:cubicBezTo>
                    <a:pt x="1620282" y="1089120"/>
                    <a:pt x="1625073" y="1119249"/>
                    <a:pt x="1637931" y="1117358"/>
                  </a:cubicBezTo>
                  <a:close/>
                  <a:moveTo>
                    <a:pt x="1534306" y="1091515"/>
                  </a:moveTo>
                  <a:cubicBezTo>
                    <a:pt x="1553090" y="1103239"/>
                    <a:pt x="1581328" y="1071471"/>
                    <a:pt x="1579059" y="1062142"/>
                  </a:cubicBezTo>
                  <a:cubicBezTo>
                    <a:pt x="1576664" y="1052687"/>
                    <a:pt x="1511614" y="1077269"/>
                    <a:pt x="1534306" y="1091515"/>
                  </a:cubicBezTo>
                  <a:close/>
                  <a:moveTo>
                    <a:pt x="1619148" y="1026717"/>
                  </a:moveTo>
                  <a:cubicBezTo>
                    <a:pt x="1621543" y="1014993"/>
                    <a:pt x="1580320" y="1010203"/>
                    <a:pt x="1582715" y="997344"/>
                  </a:cubicBezTo>
                  <a:cubicBezTo>
                    <a:pt x="1585110" y="984359"/>
                    <a:pt x="1543887" y="973770"/>
                    <a:pt x="1530902" y="966710"/>
                  </a:cubicBezTo>
                  <a:cubicBezTo>
                    <a:pt x="1517918" y="959651"/>
                    <a:pt x="1497999" y="956121"/>
                    <a:pt x="1497999" y="942002"/>
                  </a:cubicBezTo>
                  <a:cubicBezTo>
                    <a:pt x="1497999" y="927882"/>
                    <a:pt x="1469761" y="938472"/>
                    <a:pt x="1468626" y="959651"/>
                  </a:cubicBezTo>
                  <a:cubicBezTo>
                    <a:pt x="1467492" y="980830"/>
                    <a:pt x="1455642" y="976165"/>
                    <a:pt x="1461567" y="996084"/>
                  </a:cubicBezTo>
                  <a:cubicBezTo>
                    <a:pt x="1467492" y="1016128"/>
                    <a:pt x="1435723" y="1020792"/>
                    <a:pt x="1439253" y="1031382"/>
                  </a:cubicBezTo>
                  <a:cubicBezTo>
                    <a:pt x="1442783" y="1041971"/>
                    <a:pt x="1458037" y="1030247"/>
                    <a:pt x="1472156" y="1030247"/>
                  </a:cubicBezTo>
                  <a:cubicBezTo>
                    <a:pt x="1486275" y="1030247"/>
                    <a:pt x="1468374" y="1049913"/>
                    <a:pt x="1486275" y="1051426"/>
                  </a:cubicBezTo>
                  <a:cubicBezTo>
                    <a:pt x="1500395" y="1052561"/>
                    <a:pt x="1525103" y="1036172"/>
                    <a:pt x="1531028" y="1026717"/>
                  </a:cubicBezTo>
                  <a:cubicBezTo>
                    <a:pt x="1536953" y="1017262"/>
                    <a:pt x="1548678" y="1013733"/>
                    <a:pt x="1565192" y="1025583"/>
                  </a:cubicBezTo>
                  <a:cubicBezTo>
                    <a:pt x="1581454" y="1037307"/>
                    <a:pt x="1616753" y="1038567"/>
                    <a:pt x="1619148" y="1026717"/>
                  </a:cubicBezTo>
                  <a:close/>
                  <a:moveTo>
                    <a:pt x="2003898" y="923218"/>
                  </a:moveTo>
                  <a:cubicBezTo>
                    <a:pt x="2018018" y="924353"/>
                    <a:pt x="2020413" y="942128"/>
                    <a:pt x="2042726" y="960911"/>
                  </a:cubicBezTo>
                  <a:cubicBezTo>
                    <a:pt x="2065040" y="979695"/>
                    <a:pt x="2067435" y="966836"/>
                    <a:pt x="2070965" y="953852"/>
                  </a:cubicBezTo>
                  <a:cubicBezTo>
                    <a:pt x="2074495" y="940867"/>
                    <a:pt x="2099204" y="951457"/>
                    <a:pt x="2098069" y="938598"/>
                  </a:cubicBezTo>
                  <a:cubicBezTo>
                    <a:pt x="2096934" y="925613"/>
                    <a:pt x="2118113" y="910359"/>
                    <a:pt x="2132233" y="904434"/>
                  </a:cubicBezTo>
                  <a:cubicBezTo>
                    <a:pt x="2146352" y="898509"/>
                    <a:pt x="2120509" y="884390"/>
                    <a:pt x="2101599" y="885525"/>
                  </a:cubicBezTo>
                  <a:cubicBezTo>
                    <a:pt x="2082815" y="886659"/>
                    <a:pt x="2079285" y="873801"/>
                    <a:pt x="2079285" y="865480"/>
                  </a:cubicBezTo>
                  <a:cubicBezTo>
                    <a:pt x="2079285" y="857286"/>
                    <a:pt x="2043987" y="837242"/>
                    <a:pt x="2032263" y="840771"/>
                  </a:cubicBezTo>
                  <a:cubicBezTo>
                    <a:pt x="2020539" y="844301"/>
                    <a:pt x="2000495" y="825518"/>
                    <a:pt x="1985241" y="824257"/>
                  </a:cubicBezTo>
                  <a:cubicBezTo>
                    <a:pt x="1969987" y="823122"/>
                    <a:pt x="1947547" y="811272"/>
                    <a:pt x="1949942" y="794884"/>
                  </a:cubicBezTo>
                  <a:cubicBezTo>
                    <a:pt x="1952338" y="778369"/>
                    <a:pt x="1980576" y="799548"/>
                    <a:pt x="1986375" y="786690"/>
                  </a:cubicBezTo>
                  <a:cubicBezTo>
                    <a:pt x="1992300" y="773705"/>
                    <a:pt x="1957002" y="780764"/>
                    <a:pt x="1955741" y="771436"/>
                  </a:cubicBezTo>
                  <a:cubicBezTo>
                    <a:pt x="1954607" y="761981"/>
                    <a:pt x="1963936" y="765511"/>
                    <a:pt x="1970995" y="759712"/>
                  </a:cubicBezTo>
                  <a:cubicBezTo>
                    <a:pt x="1978055" y="753787"/>
                    <a:pt x="1965070" y="742063"/>
                    <a:pt x="1956876" y="737398"/>
                  </a:cubicBezTo>
                  <a:cubicBezTo>
                    <a:pt x="1948682" y="732734"/>
                    <a:pt x="1946287" y="746853"/>
                    <a:pt x="1938092" y="746853"/>
                  </a:cubicBezTo>
                  <a:cubicBezTo>
                    <a:pt x="1929898" y="746853"/>
                    <a:pt x="1936958" y="733868"/>
                    <a:pt x="1942757" y="725674"/>
                  </a:cubicBezTo>
                  <a:cubicBezTo>
                    <a:pt x="1948682" y="717480"/>
                    <a:pt x="1915653" y="708025"/>
                    <a:pt x="1901533" y="712689"/>
                  </a:cubicBezTo>
                  <a:cubicBezTo>
                    <a:pt x="1887414" y="717354"/>
                    <a:pt x="1882750" y="709160"/>
                    <a:pt x="1882750" y="699705"/>
                  </a:cubicBezTo>
                  <a:cubicBezTo>
                    <a:pt x="1882750" y="690250"/>
                    <a:pt x="1858041" y="699705"/>
                    <a:pt x="1848586" y="706764"/>
                  </a:cubicBezTo>
                  <a:cubicBezTo>
                    <a:pt x="1839131" y="713824"/>
                    <a:pt x="1827407" y="699705"/>
                    <a:pt x="1839131" y="698570"/>
                  </a:cubicBezTo>
                  <a:cubicBezTo>
                    <a:pt x="1850855" y="697436"/>
                    <a:pt x="1864975" y="687981"/>
                    <a:pt x="1861445" y="677391"/>
                  </a:cubicBezTo>
                  <a:cubicBezTo>
                    <a:pt x="1857915" y="666802"/>
                    <a:pt x="1827281" y="665667"/>
                    <a:pt x="1821482" y="678526"/>
                  </a:cubicBezTo>
                  <a:cubicBezTo>
                    <a:pt x="1815557" y="691510"/>
                    <a:pt x="1790848" y="664406"/>
                    <a:pt x="1790848" y="653817"/>
                  </a:cubicBezTo>
                  <a:cubicBezTo>
                    <a:pt x="1790848" y="643228"/>
                    <a:pt x="1753155" y="652682"/>
                    <a:pt x="1757945" y="635033"/>
                  </a:cubicBezTo>
                  <a:cubicBezTo>
                    <a:pt x="1762610" y="617384"/>
                    <a:pt x="1714453" y="612720"/>
                    <a:pt x="1701468" y="612720"/>
                  </a:cubicBezTo>
                  <a:cubicBezTo>
                    <a:pt x="1688484" y="612720"/>
                    <a:pt x="1669700" y="623309"/>
                    <a:pt x="1672095" y="635033"/>
                  </a:cubicBezTo>
                  <a:cubicBezTo>
                    <a:pt x="1674490" y="646757"/>
                    <a:pt x="1657976" y="642093"/>
                    <a:pt x="1655581" y="629108"/>
                  </a:cubicBezTo>
                  <a:cubicBezTo>
                    <a:pt x="1653185" y="616124"/>
                    <a:pt x="1621417" y="643228"/>
                    <a:pt x="1612088" y="643228"/>
                  </a:cubicBezTo>
                  <a:cubicBezTo>
                    <a:pt x="1602633" y="643228"/>
                    <a:pt x="1618013" y="609064"/>
                    <a:pt x="1613223" y="598474"/>
                  </a:cubicBezTo>
                  <a:cubicBezTo>
                    <a:pt x="1608558" y="587885"/>
                    <a:pt x="1601499" y="584355"/>
                    <a:pt x="1594439" y="566706"/>
                  </a:cubicBezTo>
                  <a:cubicBezTo>
                    <a:pt x="1587379" y="549057"/>
                    <a:pt x="1552081" y="556117"/>
                    <a:pt x="1542626" y="566706"/>
                  </a:cubicBezTo>
                  <a:cubicBezTo>
                    <a:pt x="1533171" y="577296"/>
                    <a:pt x="1502664" y="572631"/>
                    <a:pt x="1486149" y="589020"/>
                  </a:cubicBezTo>
                  <a:cubicBezTo>
                    <a:pt x="1469635" y="605534"/>
                    <a:pt x="1487284" y="621923"/>
                    <a:pt x="1494343" y="627848"/>
                  </a:cubicBezTo>
                  <a:cubicBezTo>
                    <a:pt x="1501403" y="633773"/>
                    <a:pt x="1469635" y="643101"/>
                    <a:pt x="1480224" y="652556"/>
                  </a:cubicBezTo>
                  <a:cubicBezTo>
                    <a:pt x="1490814" y="662011"/>
                    <a:pt x="1507328" y="657221"/>
                    <a:pt x="1508463" y="672601"/>
                  </a:cubicBezTo>
                  <a:cubicBezTo>
                    <a:pt x="1509597" y="687855"/>
                    <a:pt x="1469635" y="667936"/>
                    <a:pt x="1463710" y="654952"/>
                  </a:cubicBezTo>
                  <a:cubicBezTo>
                    <a:pt x="1457785" y="641967"/>
                    <a:pt x="1466105" y="630243"/>
                    <a:pt x="1457785" y="620788"/>
                  </a:cubicBezTo>
                  <a:cubicBezTo>
                    <a:pt x="1449590" y="611333"/>
                    <a:pt x="1456650" y="599609"/>
                    <a:pt x="1471904" y="583095"/>
                  </a:cubicBezTo>
                  <a:cubicBezTo>
                    <a:pt x="1487158" y="566580"/>
                    <a:pt x="1499008" y="568975"/>
                    <a:pt x="1499008" y="559520"/>
                  </a:cubicBezTo>
                  <a:cubicBezTo>
                    <a:pt x="1499008" y="550066"/>
                    <a:pt x="1433076" y="550066"/>
                    <a:pt x="1394248" y="585364"/>
                  </a:cubicBezTo>
                  <a:cubicBezTo>
                    <a:pt x="1355420" y="620662"/>
                    <a:pt x="1367144" y="667810"/>
                    <a:pt x="1369539" y="677139"/>
                  </a:cubicBezTo>
                  <a:cubicBezTo>
                    <a:pt x="1371934" y="686594"/>
                    <a:pt x="1405972" y="681803"/>
                    <a:pt x="1426016" y="687728"/>
                  </a:cubicBezTo>
                  <a:cubicBezTo>
                    <a:pt x="1446061" y="693654"/>
                    <a:pt x="1435471" y="701848"/>
                    <a:pt x="1420091" y="699453"/>
                  </a:cubicBezTo>
                  <a:cubicBezTo>
                    <a:pt x="1404837" y="697057"/>
                    <a:pt x="1378868" y="692393"/>
                    <a:pt x="1380128" y="702982"/>
                  </a:cubicBezTo>
                  <a:cubicBezTo>
                    <a:pt x="1381263" y="713572"/>
                    <a:pt x="1413031" y="733616"/>
                    <a:pt x="1431941" y="728826"/>
                  </a:cubicBezTo>
                  <a:cubicBezTo>
                    <a:pt x="1450725" y="724161"/>
                    <a:pt x="1450725" y="724161"/>
                    <a:pt x="1459045" y="734751"/>
                  </a:cubicBezTo>
                  <a:cubicBezTo>
                    <a:pt x="1467239" y="745340"/>
                    <a:pt x="1489679" y="741810"/>
                    <a:pt x="1511993" y="742945"/>
                  </a:cubicBezTo>
                  <a:cubicBezTo>
                    <a:pt x="1534306" y="744080"/>
                    <a:pt x="1560276" y="752400"/>
                    <a:pt x="1570865" y="753534"/>
                  </a:cubicBezTo>
                  <a:cubicBezTo>
                    <a:pt x="1581454" y="754669"/>
                    <a:pt x="1594439" y="747609"/>
                    <a:pt x="1597969" y="741810"/>
                  </a:cubicBezTo>
                  <a:cubicBezTo>
                    <a:pt x="1601499" y="735885"/>
                    <a:pt x="1644991" y="751265"/>
                    <a:pt x="1657976" y="750005"/>
                  </a:cubicBezTo>
                  <a:cubicBezTo>
                    <a:pt x="1670961" y="748870"/>
                    <a:pt x="1662640" y="737020"/>
                    <a:pt x="1654446" y="733490"/>
                  </a:cubicBezTo>
                  <a:cubicBezTo>
                    <a:pt x="1646252" y="729960"/>
                    <a:pt x="1649782" y="714706"/>
                    <a:pt x="1660371" y="720505"/>
                  </a:cubicBezTo>
                  <a:cubicBezTo>
                    <a:pt x="1670961" y="726430"/>
                    <a:pt x="1688610" y="729960"/>
                    <a:pt x="1692139" y="740550"/>
                  </a:cubicBezTo>
                  <a:cubicBezTo>
                    <a:pt x="1695165" y="749500"/>
                    <a:pt x="1705124" y="745214"/>
                    <a:pt x="1706259" y="753534"/>
                  </a:cubicBezTo>
                  <a:cubicBezTo>
                    <a:pt x="1707393" y="761729"/>
                    <a:pt x="1745087" y="771184"/>
                    <a:pt x="1746221" y="780638"/>
                  </a:cubicBezTo>
                  <a:cubicBezTo>
                    <a:pt x="1747356" y="790093"/>
                    <a:pt x="1709789" y="794758"/>
                    <a:pt x="1720378" y="802952"/>
                  </a:cubicBezTo>
                  <a:cubicBezTo>
                    <a:pt x="1730968" y="811146"/>
                    <a:pt x="1747482" y="792363"/>
                    <a:pt x="1761601" y="791228"/>
                  </a:cubicBezTo>
                  <a:cubicBezTo>
                    <a:pt x="1775721" y="790093"/>
                    <a:pt x="1775721" y="821862"/>
                    <a:pt x="1786310" y="817071"/>
                  </a:cubicBezTo>
                  <a:cubicBezTo>
                    <a:pt x="1800808" y="810642"/>
                    <a:pt x="1812153" y="822996"/>
                    <a:pt x="1826273" y="842915"/>
                  </a:cubicBezTo>
                  <a:cubicBezTo>
                    <a:pt x="1840392" y="862959"/>
                    <a:pt x="1825138" y="881743"/>
                    <a:pt x="1826273" y="888802"/>
                  </a:cubicBezTo>
                  <a:cubicBezTo>
                    <a:pt x="1827407" y="895862"/>
                    <a:pt x="1854511" y="893467"/>
                    <a:pt x="1869765" y="885272"/>
                  </a:cubicBezTo>
                  <a:cubicBezTo>
                    <a:pt x="1885019" y="877078"/>
                    <a:pt x="1899138" y="894727"/>
                    <a:pt x="1910988" y="905317"/>
                  </a:cubicBezTo>
                  <a:cubicBezTo>
                    <a:pt x="1922712" y="915906"/>
                    <a:pt x="1867496" y="933555"/>
                    <a:pt x="1872160" y="924100"/>
                  </a:cubicBezTo>
                  <a:cubicBezTo>
                    <a:pt x="1876825" y="914646"/>
                    <a:pt x="1839257" y="886407"/>
                    <a:pt x="1805094" y="899392"/>
                  </a:cubicBezTo>
                  <a:cubicBezTo>
                    <a:pt x="1770930" y="912376"/>
                    <a:pt x="1794504" y="932421"/>
                    <a:pt x="1798034" y="944145"/>
                  </a:cubicBezTo>
                  <a:cubicBezTo>
                    <a:pt x="1801564" y="955869"/>
                    <a:pt x="1767400" y="967719"/>
                    <a:pt x="1735632" y="957129"/>
                  </a:cubicBezTo>
                  <a:cubicBezTo>
                    <a:pt x="1703864" y="946540"/>
                    <a:pt x="1713318" y="964189"/>
                    <a:pt x="1700334" y="964189"/>
                  </a:cubicBezTo>
                  <a:cubicBezTo>
                    <a:pt x="1687349" y="964189"/>
                    <a:pt x="1673230" y="984233"/>
                    <a:pt x="1685080" y="997218"/>
                  </a:cubicBezTo>
                  <a:cubicBezTo>
                    <a:pt x="1696804" y="1010203"/>
                    <a:pt x="1722773" y="998353"/>
                    <a:pt x="1743952" y="999613"/>
                  </a:cubicBezTo>
                  <a:cubicBezTo>
                    <a:pt x="1765131" y="1000748"/>
                    <a:pt x="1767526" y="1006673"/>
                    <a:pt x="1769796" y="994949"/>
                  </a:cubicBezTo>
                  <a:cubicBezTo>
                    <a:pt x="1772191" y="983225"/>
                    <a:pt x="1794504" y="989024"/>
                    <a:pt x="1809758" y="992554"/>
                  </a:cubicBezTo>
                  <a:cubicBezTo>
                    <a:pt x="1825012" y="996084"/>
                    <a:pt x="1821482" y="1017262"/>
                    <a:pt x="1840392" y="1019658"/>
                  </a:cubicBezTo>
                  <a:cubicBezTo>
                    <a:pt x="1859176" y="1022053"/>
                    <a:pt x="1843922" y="1040837"/>
                    <a:pt x="1855646" y="1053821"/>
                  </a:cubicBezTo>
                  <a:cubicBezTo>
                    <a:pt x="1867370" y="1066806"/>
                    <a:pt x="1905063" y="1059746"/>
                    <a:pt x="1919183" y="1073866"/>
                  </a:cubicBezTo>
                  <a:cubicBezTo>
                    <a:pt x="1933302" y="1087985"/>
                    <a:pt x="1993183" y="1116098"/>
                    <a:pt x="2001629" y="1105634"/>
                  </a:cubicBezTo>
                  <a:cubicBezTo>
                    <a:pt x="2011084" y="1093910"/>
                    <a:pt x="1949816" y="1039702"/>
                    <a:pt x="1932167" y="1035038"/>
                  </a:cubicBezTo>
                  <a:cubicBezTo>
                    <a:pt x="1914518" y="1030373"/>
                    <a:pt x="1949816" y="1024448"/>
                    <a:pt x="1972130" y="1042097"/>
                  </a:cubicBezTo>
                  <a:cubicBezTo>
                    <a:pt x="1994444" y="1059746"/>
                    <a:pt x="2027473" y="1067941"/>
                    <a:pt x="2043861" y="1046762"/>
                  </a:cubicBezTo>
                  <a:cubicBezTo>
                    <a:pt x="2060375" y="1025583"/>
                    <a:pt x="2029742" y="1031508"/>
                    <a:pt x="2029742" y="1016128"/>
                  </a:cubicBezTo>
                  <a:cubicBezTo>
                    <a:pt x="2029742" y="1000874"/>
                    <a:pt x="2019152" y="979695"/>
                    <a:pt x="2002638" y="979695"/>
                  </a:cubicBezTo>
                  <a:cubicBezTo>
                    <a:pt x="1986123" y="979695"/>
                    <a:pt x="1943765" y="946792"/>
                    <a:pt x="1959145" y="939732"/>
                  </a:cubicBezTo>
                  <a:cubicBezTo>
                    <a:pt x="1974399" y="932673"/>
                    <a:pt x="1954481" y="923218"/>
                    <a:pt x="1966205" y="910359"/>
                  </a:cubicBezTo>
                  <a:cubicBezTo>
                    <a:pt x="1978055" y="897249"/>
                    <a:pt x="1989779" y="921957"/>
                    <a:pt x="2003898" y="923218"/>
                  </a:cubicBezTo>
                  <a:close/>
                  <a:moveTo>
                    <a:pt x="1755676" y="866741"/>
                  </a:moveTo>
                  <a:cubicBezTo>
                    <a:pt x="1769796" y="864346"/>
                    <a:pt x="1767148" y="842662"/>
                    <a:pt x="1759206" y="831443"/>
                  </a:cubicBezTo>
                  <a:cubicBezTo>
                    <a:pt x="1753281" y="823248"/>
                    <a:pt x="1738027" y="821988"/>
                    <a:pt x="1725042" y="823248"/>
                  </a:cubicBezTo>
                  <a:cubicBezTo>
                    <a:pt x="1712058" y="824383"/>
                    <a:pt x="1689744" y="844427"/>
                    <a:pt x="1701468" y="864472"/>
                  </a:cubicBezTo>
                  <a:cubicBezTo>
                    <a:pt x="1713192" y="884390"/>
                    <a:pt x="1741431" y="869010"/>
                    <a:pt x="1755676" y="866741"/>
                  </a:cubicBezTo>
                  <a:close/>
                  <a:moveTo>
                    <a:pt x="1608558" y="560655"/>
                  </a:moveTo>
                  <a:cubicBezTo>
                    <a:pt x="1601499" y="575909"/>
                    <a:pt x="1623812" y="575909"/>
                    <a:pt x="1625073" y="593558"/>
                  </a:cubicBezTo>
                  <a:cubicBezTo>
                    <a:pt x="1626207" y="611207"/>
                    <a:pt x="1648647" y="617132"/>
                    <a:pt x="1665036" y="606543"/>
                  </a:cubicBezTo>
                  <a:cubicBezTo>
                    <a:pt x="1681550" y="595953"/>
                    <a:pt x="1728572" y="609694"/>
                    <a:pt x="1728572" y="595953"/>
                  </a:cubicBezTo>
                  <a:cubicBezTo>
                    <a:pt x="1728572" y="582968"/>
                    <a:pt x="1679155" y="559520"/>
                    <a:pt x="1661506" y="563050"/>
                  </a:cubicBezTo>
                  <a:cubicBezTo>
                    <a:pt x="1643857" y="566580"/>
                    <a:pt x="1615618" y="545401"/>
                    <a:pt x="1608558" y="560655"/>
                  </a:cubicBezTo>
                  <a:close/>
                  <a:moveTo>
                    <a:pt x="2049786" y="1562242"/>
                  </a:moveTo>
                  <a:cubicBezTo>
                    <a:pt x="2052181" y="1571697"/>
                    <a:pt x="2120382" y="1599935"/>
                    <a:pt x="2122778" y="1586950"/>
                  </a:cubicBezTo>
                  <a:cubicBezTo>
                    <a:pt x="2125173" y="1574092"/>
                    <a:pt x="2047769" y="1554174"/>
                    <a:pt x="2049786" y="1562242"/>
                  </a:cubicBezTo>
                  <a:close/>
                  <a:moveTo>
                    <a:pt x="2348434" y="1632460"/>
                  </a:moveTo>
                  <a:cubicBezTo>
                    <a:pt x="2343770" y="1641032"/>
                    <a:pt x="2336710" y="1626157"/>
                    <a:pt x="2346921" y="1618341"/>
                  </a:cubicBezTo>
                  <a:cubicBezTo>
                    <a:pt x="2357133" y="1610524"/>
                    <a:pt x="2345282" y="1607373"/>
                    <a:pt x="2335954" y="1612037"/>
                  </a:cubicBezTo>
                  <a:cubicBezTo>
                    <a:pt x="2326499" y="1616702"/>
                    <a:pt x="2328894" y="1590858"/>
                    <a:pt x="2337466" y="1586194"/>
                  </a:cubicBezTo>
                  <a:cubicBezTo>
                    <a:pt x="2346039" y="1581530"/>
                    <a:pt x="2316288" y="1572075"/>
                    <a:pt x="2316288" y="1580647"/>
                  </a:cubicBezTo>
                  <a:cubicBezTo>
                    <a:pt x="2316288" y="1589346"/>
                    <a:pt x="2295109" y="1583799"/>
                    <a:pt x="2292713" y="1575983"/>
                  </a:cubicBezTo>
                  <a:cubicBezTo>
                    <a:pt x="2290318" y="1568167"/>
                    <a:pt x="2275442" y="1565771"/>
                    <a:pt x="2280989" y="1560351"/>
                  </a:cubicBezTo>
                  <a:cubicBezTo>
                    <a:pt x="2286536" y="1554930"/>
                    <a:pt x="2262962" y="1551778"/>
                    <a:pt x="2260567" y="1561107"/>
                  </a:cubicBezTo>
                  <a:cubicBezTo>
                    <a:pt x="2258172" y="1570562"/>
                    <a:pt x="2251112" y="1554804"/>
                    <a:pt x="2262962" y="1542323"/>
                  </a:cubicBezTo>
                  <a:cubicBezTo>
                    <a:pt x="2274686" y="1529717"/>
                    <a:pt x="2270778" y="1518749"/>
                    <a:pt x="2281746" y="1512446"/>
                  </a:cubicBezTo>
                  <a:cubicBezTo>
                    <a:pt x="2292713" y="1506143"/>
                    <a:pt x="2280989" y="1499083"/>
                    <a:pt x="2269139" y="1503873"/>
                  </a:cubicBezTo>
                  <a:cubicBezTo>
                    <a:pt x="2257415" y="1508538"/>
                    <a:pt x="2226025" y="1551778"/>
                    <a:pt x="2226025" y="1563502"/>
                  </a:cubicBezTo>
                  <a:cubicBezTo>
                    <a:pt x="2226025" y="1575226"/>
                    <a:pt x="2225269" y="1589346"/>
                    <a:pt x="2214301" y="1588589"/>
                  </a:cubicBezTo>
                  <a:cubicBezTo>
                    <a:pt x="2203333" y="1587833"/>
                    <a:pt x="2190727" y="1598044"/>
                    <a:pt x="2199425" y="1604347"/>
                  </a:cubicBezTo>
                  <a:cubicBezTo>
                    <a:pt x="2207998" y="1610651"/>
                    <a:pt x="2176608" y="1628426"/>
                    <a:pt x="2191609" y="1636494"/>
                  </a:cubicBezTo>
                  <a:cubicBezTo>
                    <a:pt x="2201821" y="1641915"/>
                    <a:pt x="2218335" y="1634099"/>
                    <a:pt x="2232454" y="1635737"/>
                  </a:cubicBezTo>
                  <a:cubicBezTo>
                    <a:pt x="2246574" y="1637376"/>
                    <a:pt x="2258298" y="1638133"/>
                    <a:pt x="2270148" y="1629434"/>
                  </a:cubicBezTo>
                  <a:cubicBezTo>
                    <a:pt x="2281872" y="1620736"/>
                    <a:pt x="2281872" y="1637250"/>
                    <a:pt x="2294478" y="1635737"/>
                  </a:cubicBezTo>
                  <a:cubicBezTo>
                    <a:pt x="2307085" y="1634225"/>
                    <a:pt x="2287419" y="1645949"/>
                    <a:pt x="2288175" y="1654521"/>
                  </a:cubicBezTo>
                  <a:cubicBezTo>
                    <a:pt x="2288932" y="1663220"/>
                    <a:pt x="2301538" y="1649857"/>
                    <a:pt x="2310993" y="1645066"/>
                  </a:cubicBezTo>
                  <a:cubicBezTo>
                    <a:pt x="2320448" y="1640402"/>
                    <a:pt x="2332172" y="1645066"/>
                    <a:pt x="2327507" y="1652882"/>
                  </a:cubicBezTo>
                  <a:cubicBezTo>
                    <a:pt x="2322843" y="1660698"/>
                    <a:pt x="2353351" y="1668514"/>
                    <a:pt x="2360410" y="1656034"/>
                  </a:cubicBezTo>
                  <a:cubicBezTo>
                    <a:pt x="2367218" y="1643427"/>
                    <a:pt x="2353099" y="1623887"/>
                    <a:pt x="2348434" y="1632460"/>
                  </a:cubicBezTo>
                  <a:close/>
                  <a:moveTo>
                    <a:pt x="221087" y="1416258"/>
                  </a:moveTo>
                  <a:cubicBezTo>
                    <a:pt x="199908" y="1427478"/>
                    <a:pt x="250838" y="1481308"/>
                    <a:pt x="261427" y="1474500"/>
                  </a:cubicBezTo>
                  <a:cubicBezTo>
                    <a:pt x="268739" y="1469836"/>
                    <a:pt x="248821" y="1447396"/>
                    <a:pt x="248821" y="1433529"/>
                  </a:cubicBezTo>
                  <a:cubicBezTo>
                    <a:pt x="248821" y="1419536"/>
                    <a:pt x="242266" y="1404912"/>
                    <a:pt x="221087" y="1416258"/>
                  </a:cubicBezTo>
                  <a:close/>
                  <a:moveTo>
                    <a:pt x="2160471" y="1684651"/>
                  </a:moveTo>
                  <a:cubicBezTo>
                    <a:pt x="2152277" y="1685785"/>
                    <a:pt x="2158706" y="1672927"/>
                    <a:pt x="2159841" y="1666371"/>
                  </a:cubicBezTo>
                  <a:cubicBezTo>
                    <a:pt x="2160975" y="1659942"/>
                    <a:pt x="2142192" y="1669271"/>
                    <a:pt x="2141561" y="1676961"/>
                  </a:cubicBezTo>
                  <a:cubicBezTo>
                    <a:pt x="2140931" y="1684651"/>
                    <a:pt x="2128072" y="1687550"/>
                    <a:pt x="2128072" y="1692215"/>
                  </a:cubicBezTo>
                  <a:cubicBezTo>
                    <a:pt x="2128072" y="1705956"/>
                    <a:pt x="2126308" y="1698644"/>
                    <a:pt x="2116853" y="1703435"/>
                  </a:cubicBezTo>
                  <a:cubicBezTo>
                    <a:pt x="2107398" y="1708099"/>
                    <a:pt x="2070965" y="1703435"/>
                    <a:pt x="2069830" y="1695240"/>
                  </a:cubicBezTo>
                  <a:cubicBezTo>
                    <a:pt x="2068696" y="1687046"/>
                    <a:pt x="2042222" y="1682886"/>
                    <a:pt x="2040961" y="1671666"/>
                  </a:cubicBezTo>
                  <a:cubicBezTo>
                    <a:pt x="2039827" y="1660446"/>
                    <a:pt x="2026842" y="1656917"/>
                    <a:pt x="2037432" y="1644562"/>
                  </a:cubicBezTo>
                  <a:cubicBezTo>
                    <a:pt x="2048021" y="1632208"/>
                    <a:pt x="2035667" y="1626283"/>
                    <a:pt x="2025708" y="1635737"/>
                  </a:cubicBezTo>
                  <a:cubicBezTo>
                    <a:pt x="2015748" y="1645192"/>
                    <a:pt x="2009823" y="1630443"/>
                    <a:pt x="2023312" y="1625148"/>
                  </a:cubicBezTo>
                  <a:cubicBezTo>
                    <a:pt x="2036801" y="1619853"/>
                    <a:pt x="2062140" y="1614559"/>
                    <a:pt x="2049156" y="1590984"/>
                  </a:cubicBezTo>
                  <a:cubicBezTo>
                    <a:pt x="2036171" y="1567410"/>
                    <a:pt x="1954985" y="1598044"/>
                    <a:pt x="1934436" y="1609768"/>
                  </a:cubicBezTo>
                  <a:cubicBezTo>
                    <a:pt x="1913888" y="1621492"/>
                    <a:pt x="1887918" y="1659186"/>
                    <a:pt x="1876825" y="1659186"/>
                  </a:cubicBezTo>
                  <a:cubicBezTo>
                    <a:pt x="1865731" y="1659186"/>
                    <a:pt x="1896239" y="1639141"/>
                    <a:pt x="1900903" y="1631577"/>
                  </a:cubicBezTo>
                  <a:cubicBezTo>
                    <a:pt x="1905568" y="1623887"/>
                    <a:pt x="1899769" y="1616324"/>
                    <a:pt x="1906198" y="1619223"/>
                  </a:cubicBezTo>
                  <a:cubicBezTo>
                    <a:pt x="1912627" y="1622122"/>
                    <a:pt x="1930907" y="1593884"/>
                    <a:pt x="1943261" y="1584555"/>
                  </a:cubicBezTo>
                  <a:cubicBezTo>
                    <a:pt x="1955615" y="1575100"/>
                    <a:pt x="1969104" y="1584051"/>
                    <a:pt x="1970869" y="1576361"/>
                  </a:cubicBezTo>
                  <a:cubicBezTo>
                    <a:pt x="1972634" y="1568671"/>
                    <a:pt x="1978559" y="1563376"/>
                    <a:pt x="1990283" y="1552787"/>
                  </a:cubicBezTo>
                  <a:cubicBezTo>
                    <a:pt x="2002007" y="1542197"/>
                    <a:pt x="2142696" y="1543962"/>
                    <a:pt x="2156185" y="1544593"/>
                  </a:cubicBezTo>
                  <a:cubicBezTo>
                    <a:pt x="2169674" y="1545223"/>
                    <a:pt x="2196148" y="1526943"/>
                    <a:pt x="2203838" y="1515219"/>
                  </a:cubicBezTo>
                  <a:cubicBezTo>
                    <a:pt x="2211527" y="1503495"/>
                    <a:pt x="2221487" y="1503495"/>
                    <a:pt x="2240270" y="1504630"/>
                  </a:cubicBezTo>
                  <a:cubicBezTo>
                    <a:pt x="2259054" y="1505764"/>
                    <a:pt x="2267878" y="1488746"/>
                    <a:pt x="2277333" y="1482316"/>
                  </a:cubicBezTo>
                  <a:cubicBezTo>
                    <a:pt x="2286788" y="1475887"/>
                    <a:pt x="2283258" y="1472862"/>
                    <a:pt x="2274938" y="1471097"/>
                  </a:cubicBezTo>
                  <a:cubicBezTo>
                    <a:pt x="2266744" y="1469332"/>
                    <a:pt x="2259054" y="1464037"/>
                    <a:pt x="2267248" y="1463407"/>
                  </a:cubicBezTo>
                  <a:cubicBezTo>
                    <a:pt x="2275442" y="1462776"/>
                    <a:pt x="2279603" y="1458112"/>
                    <a:pt x="2283132" y="1447522"/>
                  </a:cubicBezTo>
                  <a:cubicBezTo>
                    <a:pt x="2286662" y="1436933"/>
                    <a:pt x="2280233" y="1441597"/>
                    <a:pt x="2269013" y="1426974"/>
                  </a:cubicBezTo>
                  <a:cubicBezTo>
                    <a:pt x="2257793" y="1412224"/>
                    <a:pt x="2251994" y="1431638"/>
                    <a:pt x="2240775" y="1430504"/>
                  </a:cubicBezTo>
                  <a:cubicBezTo>
                    <a:pt x="2229555" y="1429369"/>
                    <a:pt x="2248465" y="1415250"/>
                    <a:pt x="2239010" y="1409325"/>
                  </a:cubicBezTo>
                  <a:cubicBezTo>
                    <a:pt x="2229555" y="1403400"/>
                    <a:pt x="2211906" y="1407560"/>
                    <a:pt x="2197786" y="1419284"/>
                  </a:cubicBezTo>
                  <a:cubicBezTo>
                    <a:pt x="2183667" y="1431008"/>
                    <a:pt x="2184802" y="1418654"/>
                    <a:pt x="2172447" y="1430504"/>
                  </a:cubicBezTo>
                  <a:cubicBezTo>
                    <a:pt x="2160093" y="1442228"/>
                    <a:pt x="2160093" y="1424579"/>
                    <a:pt x="2166018" y="1419914"/>
                  </a:cubicBezTo>
                  <a:cubicBezTo>
                    <a:pt x="2171943" y="1415250"/>
                    <a:pt x="2175977" y="1420418"/>
                    <a:pt x="2181272" y="1413485"/>
                  </a:cubicBezTo>
                  <a:cubicBezTo>
                    <a:pt x="2186567" y="1406425"/>
                    <a:pt x="2191861" y="1413485"/>
                    <a:pt x="2205350" y="1404660"/>
                  </a:cubicBezTo>
                  <a:cubicBezTo>
                    <a:pt x="2218839" y="1395836"/>
                    <a:pt x="2230689" y="1399996"/>
                    <a:pt x="2234724" y="1393441"/>
                  </a:cubicBezTo>
                  <a:cubicBezTo>
                    <a:pt x="2238884" y="1387011"/>
                    <a:pt x="2228294" y="1378187"/>
                    <a:pt x="2215309" y="1381086"/>
                  </a:cubicBezTo>
                  <a:cubicBezTo>
                    <a:pt x="2202325" y="1383986"/>
                    <a:pt x="2193500" y="1363437"/>
                    <a:pt x="2185306" y="1369362"/>
                  </a:cubicBezTo>
                  <a:cubicBezTo>
                    <a:pt x="2177112" y="1375287"/>
                    <a:pt x="2178877" y="1360538"/>
                    <a:pt x="2169422" y="1366463"/>
                  </a:cubicBezTo>
                  <a:cubicBezTo>
                    <a:pt x="2159967" y="1372388"/>
                    <a:pt x="2154672" y="1364698"/>
                    <a:pt x="2150638" y="1353478"/>
                  </a:cubicBezTo>
                  <a:cubicBezTo>
                    <a:pt x="2146478" y="1342258"/>
                    <a:pt x="2121265" y="1324105"/>
                    <a:pt x="2105885" y="1319314"/>
                  </a:cubicBezTo>
                  <a:cubicBezTo>
                    <a:pt x="2090631" y="1314650"/>
                    <a:pt x="2100590" y="1306330"/>
                    <a:pt x="2108784" y="1312255"/>
                  </a:cubicBezTo>
                  <a:cubicBezTo>
                    <a:pt x="2116979" y="1318180"/>
                    <a:pt x="2126434" y="1306330"/>
                    <a:pt x="2129964" y="1300531"/>
                  </a:cubicBezTo>
                  <a:cubicBezTo>
                    <a:pt x="2133493" y="1294606"/>
                    <a:pt x="2124038" y="1289311"/>
                    <a:pt x="2119374" y="1288807"/>
                  </a:cubicBezTo>
                  <a:cubicBezTo>
                    <a:pt x="2114710" y="1288176"/>
                    <a:pt x="2114710" y="1280486"/>
                    <a:pt x="2115844" y="1274687"/>
                  </a:cubicBezTo>
                  <a:cubicBezTo>
                    <a:pt x="2116979" y="1268762"/>
                    <a:pt x="2099330" y="1261072"/>
                    <a:pt x="2098825" y="1255273"/>
                  </a:cubicBezTo>
                  <a:cubicBezTo>
                    <a:pt x="2098195" y="1249348"/>
                    <a:pt x="2088236" y="1245314"/>
                    <a:pt x="2088866" y="1240019"/>
                  </a:cubicBezTo>
                  <a:cubicBezTo>
                    <a:pt x="2089496" y="1234725"/>
                    <a:pt x="2078907" y="1227035"/>
                    <a:pt x="2078907" y="1219975"/>
                  </a:cubicBezTo>
                  <a:cubicBezTo>
                    <a:pt x="2078907" y="1212915"/>
                    <a:pt x="2061258" y="1198796"/>
                    <a:pt x="2060628" y="1190602"/>
                  </a:cubicBezTo>
                  <a:cubicBezTo>
                    <a:pt x="2059997" y="1182408"/>
                    <a:pt x="2050668" y="1176483"/>
                    <a:pt x="2047139" y="1166524"/>
                  </a:cubicBezTo>
                  <a:cubicBezTo>
                    <a:pt x="2043609" y="1156564"/>
                    <a:pt x="2038944" y="1161229"/>
                    <a:pt x="2035415" y="1175348"/>
                  </a:cubicBezTo>
                  <a:cubicBezTo>
                    <a:pt x="2031885" y="1189467"/>
                    <a:pt x="2019530" y="1188963"/>
                    <a:pt x="2023060" y="1193627"/>
                  </a:cubicBezTo>
                  <a:cubicBezTo>
                    <a:pt x="2030246" y="1203335"/>
                    <a:pt x="2024825" y="1203587"/>
                    <a:pt x="2019530" y="1209512"/>
                  </a:cubicBezTo>
                  <a:cubicBezTo>
                    <a:pt x="2014236" y="1215437"/>
                    <a:pt x="2023060" y="1224261"/>
                    <a:pt x="2014236" y="1224261"/>
                  </a:cubicBezTo>
                  <a:cubicBezTo>
                    <a:pt x="2005411" y="1224261"/>
                    <a:pt x="2009571" y="1242541"/>
                    <a:pt x="2004781" y="1234220"/>
                  </a:cubicBezTo>
                  <a:cubicBezTo>
                    <a:pt x="2000116" y="1226026"/>
                    <a:pt x="1988897" y="1228295"/>
                    <a:pt x="1988897" y="1236616"/>
                  </a:cubicBezTo>
                  <a:cubicBezTo>
                    <a:pt x="1988897" y="1244810"/>
                    <a:pt x="1970113" y="1252500"/>
                    <a:pt x="1962423" y="1251870"/>
                  </a:cubicBezTo>
                  <a:cubicBezTo>
                    <a:pt x="1954733" y="1251239"/>
                    <a:pt x="1954733" y="1235355"/>
                    <a:pt x="1948304" y="1240145"/>
                  </a:cubicBezTo>
                  <a:cubicBezTo>
                    <a:pt x="1941874" y="1244810"/>
                    <a:pt x="1943009" y="1226657"/>
                    <a:pt x="1933050" y="1227161"/>
                  </a:cubicBezTo>
                  <a:cubicBezTo>
                    <a:pt x="1923091" y="1227791"/>
                    <a:pt x="1916031" y="1226530"/>
                    <a:pt x="1918931" y="1217706"/>
                  </a:cubicBezTo>
                  <a:cubicBezTo>
                    <a:pt x="1921830" y="1208881"/>
                    <a:pt x="1901912" y="1204721"/>
                    <a:pt x="1908341" y="1199426"/>
                  </a:cubicBezTo>
                  <a:cubicBezTo>
                    <a:pt x="1914770" y="1194132"/>
                    <a:pt x="1906576" y="1184677"/>
                    <a:pt x="1905441" y="1169423"/>
                  </a:cubicBezTo>
                  <a:cubicBezTo>
                    <a:pt x="1904307" y="1154169"/>
                    <a:pt x="1914266" y="1152908"/>
                    <a:pt x="1914266" y="1147110"/>
                  </a:cubicBezTo>
                  <a:cubicBezTo>
                    <a:pt x="1914266" y="1141184"/>
                    <a:pt x="1907206" y="1141184"/>
                    <a:pt x="1900147" y="1145975"/>
                  </a:cubicBezTo>
                  <a:cubicBezTo>
                    <a:pt x="1893087" y="1150639"/>
                    <a:pt x="1893087" y="1139546"/>
                    <a:pt x="1885397" y="1140050"/>
                  </a:cubicBezTo>
                  <a:cubicBezTo>
                    <a:pt x="1877707" y="1140680"/>
                    <a:pt x="1854763" y="1139420"/>
                    <a:pt x="1853629" y="1128830"/>
                  </a:cubicBezTo>
                  <a:cubicBezTo>
                    <a:pt x="1852494" y="1118241"/>
                    <a:pt x="1844804" y="1123535"/>
                    <a:pt x="1841274" y="1113576"/>
                  </a:cubicBezTo>
                  <a:cubicBezTo>
                    <a:pt x="1837745" y="1103617"/>
                    <a:pt x="1828290" y="1111181"/>
                    <a:pt x="1828290" y="1104121"/>
                  </a:cubicBezTo>
                  <a:cubicBezTo>
                    <a:pt x="1828290" y="1097062"/>
                    <a:pt x="1824130" y="1094162"/>
                    <a:pt x="1817070" y="1093532"/>
                  </a:cubicBezTo>
                  <a:cubicBezTo>
                    <a:pt x="1810010" y="1092902"/>
                    <a:pt x="1807615" y="1085338"/>
                    <a:pt x="1798286" y="1084077"/>
                  </a:cubicBezTo>
                  <a:cubicBezTo>
                    <a:pt x="1788831" y="1082942"/>
                    <a:pt x="1777107" y="1090506"/>
                    <a:pt x="1771813" y="1092902"/>
                  </a:cubicBezTo>
                  <a:cubicBezTo>
                    <a:pt x="1766518" y="1095297"/>
                    <a:pt x="1753029" y="1084707"/>
                    <a:pt x="1747734" y="1088741"/>
                  </a:cubicBezTo>
                  <a:cubicBezTo>
                    <a:pt x="1742439" y="1092902"/>
                    <a:pt x="1741305" y="1085842"/>
                    <a:pt x="1726555" y="1081682"/>
                  </a:cubicBezTo>
                  <a:cubicBezTo>
                    <a:pt x="1711806" y="1077522"/>
                    <a:pt x="1692392" y="1076387"/>
                    <a:pt x="1691257" y="1081682"/>
                  </a:cubicBezTo>
                  <a:cubicBezTo>
                    <a:pt x="1690123" y="1086976"/>
                    <a:pt x="1678272" y="1088741"/>
                    <a:pt x="1680037" y="1101096"/>
                  </a:cubicBezTo>
                  <a:cubicBezTo>
                    <a:pt x="1681802" y="1113450"/>
                    <a:pt x="1694157" y="1111055"/>
                    <a:pt x="1697056" y="1119375"/>
                  </a:cubicBezTo>
                  <a:cubicBezTo>
                    <a:pt x="1699956" y="1127569"/>
                    <a:pt x="1691131" y="1124670"/>
                    <a:pt x="1690627" y="1132360"/>
                  </a:cubicBezTo>
                  <a:cubicBezTo>
                    <a:pt x="1689996" y="1140050"/>
                    <a:pt x="1682433" y="1139420"/>
                    <a:pt x="1682433" y="1144714"/>
                  </a:cubicBezTo>
                  <a:cubicBezTo>
                    <a:pt x="1682433" y="1150009"/>
                    <a:pt x="1687727" y="1148874"/>
                    <a:pt x="1690627" y="1159464"/>
                  </a:cubicBezTo>
                  <a:cubicBezTo>
                    <a:pt x="1693526" y="1170053"/>
                    <a:pt x="1699451" y="1169423"/>
                    <a:pt x="1701216" y="1183542"/>
                  </a:cubicBezTo>
                  <a:cubicBezTo>
                    <a:pt x="1702981" y="1197662"/>
                    <a:pt x="1696552" y="1194762"/>
                    <a:pt x="1690627" y="1196527"/>
                  </a:cubicBezTo>
                  <a:cubicBezTo>
                    <a:pt x="1684702" y="1198292"/>
                    <a:pt x="1691257" y="1205351"/>
                    <a:pt x="1682937" y="1214806"/>
                  </a:cubicBezTo>
                  <a:cubicBezTo>
                    <a:pt x="1674743" y="1224261"/>
                    <a:pt x="1667683" y="1234220"/>
                    <a:pt x="1674112" y="1240145"/>
                  </a:cubicBezTo>
                  <a:cubicBezTo>
                    <a:pt x="1680541" y="1246071"/>
                    <a:pt x="1704746" y="1256030"/>
                    <a:pt x="1714075" y="1271914"/>
                  </a:cubicBezTo>
                  <a:cubicBezTo>
                    <a:pt x="1723530" y="1287798"/>
                    <a:pt x="1722899" y="1312507"/>
                    <a:pt x="1720000" y="1330156"/>
                  </a:cubicBezTo>
                  <a:cubicBezTo>
                    <a:pt x="1717100" y="1347805"/>
                    <a:pt x="1697056" y="1351965"/>
                    <a:pt x="1682306" y="1367219"/>
                  </a:cubicBezTo>
                  <a:cubicBezTo>
                    <a:pt x="1667557" y="1382473"/>
                    <a:pt x="1652303" y="1380204"/>
                    <a:pt x="1645243" y="1380708"/>
                  </a:cubicBezTo>
                  <a:cubicBezTo>
                    <a:pt x="1638184" y="1381338"/>
                    <a:pt x="1642344" y="1395458"/>
                    <a:pt x="1652303" y="1406551"/>
                  </a:cubicBezTo>
                  <a:cubicBezTo>
                    <a:pt x="1662262" y="1417771"/>
                    <a:pt x="1654068" y="1421301"/>
                    <a:pt x="1659363" y="1433025"/>
                  </a:cubicBezTo>
                  <a:cubicBezTo>
                    <a:pt x="1664657" y="1444749"/>
                    <a:pt x="1659363" y="1454204"/>
                    <a:pt x="1667053" y="1464793"/>
                  </a:cubicBezTo>
                  <a:cubicBezTo>
                    <a:pt x="1674743" y="1475383"/>
                    <a:pt x="1669952" y="1479543"/>
                    <a:pt x="1661128" y="1487107"/>
                  </a:cubicBezTo>
                  <a:cubicBezTo>
                    <a:pt x="1652303" y="1494797"/>
                    <a:pt x="1664657" y="1490637"/>
                    <a:pt x="1665288" y="1500596"/>
                  </a:cubicBezTo>
                  <a:cubicBezTo>
                    <a:pt x="1665918" y="1510555"/>
                    <a:pt x="1661128" y="1504756"/>
                    <a:pt x="1653564" y="1499461"/>
                  </a:cubicBezTo>
                  <a:cubicBezTo>
                    <a:pt x="1645874" y="1494167"/>
                    <a:pt x="1638814" y="1509420"/>
                    <a:pt x="1638814" y="1515976"/>
                  </a:cubicBezTo>
                  <a:cubicBezTo>
                    <a:pt x="1638814" y="1522405"/>
                    <a:pt x="1620535" y="1507151"/>
                    <a:pt x="1616500" y="1507782"/>
                  </a:cubicBezTo>
                  <a:cubicBezTo>
                    <a:pt x="1612340" y="1508412"/>
                    <a:pt x="1617635" y="1497822"/>
                    <a:pt x="1607046" y="1489502"/>
                  </a:cubicBezTo>
                  <a:cubicBezTo>
                    <a:pt x="1596456" y="1481308"/>
                    <a:pt x="1588262" y="1479543"/>
                    <a:pt x="1588262" y="1471223"/>
                  </a:cubicBezTo>
                  <a:cubicBezTo>
                    <a:pt x="1588262" y="1463028"/>
                    <a:pt x="1569982" y="1457103"/>
                    <a:pt x="1569982" y="1447648"/>
                  </a:cubicBezTo>
                  <a:cubicBezTo>
                    <a:pt x="1569982" y="1438194"/>
                    <a:pt x="1572378" y="1414115"/>
                    <a:pt x="1568217" y="1407056"/>
                  </a:cubicBezTo>
                  <a:cubicBezTo>
                    <a:pt x="1564058" y="1399996"/>
                    <a:pt x="1567587" y="1392306"/>
                    <a:pt x="1571117" y="1385877"/>
                  </a:cubicBezTo>
                  <a:cubicBezTo>
                    <a:pt x="1574647" y="1379447"/>
                    <a:pt x="1566957" y="1369362"/>
                    <a:pt x="1556368" y="1369362"/>
                  </a:cubicBezTo>
                  <a:cubicBezTo>
                    <a:pt x="1545778" y="1369362"/>
                    <a:pt x="1531028" y="1365832"/>
                    <a:pt x="1516405" y="1366967"/>
                  </a:cubicBezTo>
                  <a:cubicBezTo>
                    <a:pt x="1501655" y="1368101"/>
                    <a:pt x="1493461" y="1365832"/>
                    <a:pt x="1488797" y="1361672"/>
                  </a:cubicBezTo>
                  <a:cubicBezTo>
                    <a:pt x="1484132" y="1357512"/>
                    <a:pt x="1470517" y="1348687"/>
                    <a:pt x="1452364" y="1344023"/>
                  </a:cubicBezTo>
                  <a:cubicBezTo>
                    <a:pt x="1434084" y="1339359"/>
                    <a:pt x="1425890" y="1329904"/>
                    <a:pt x="1424125" y="1324609"/>
                  </a:cubicBezTo>
                  <a:cubicBezTo>
                    <a:pt x="1422360" y="1319314"/>
                    <a:pt x="1404081" y="1315154"/>
                    <a:pt x="1400047" y="1309859"/>
                  </a:cubicBezTo>
                  <a:cubicBezTo>
                    <a:pt x="1395887" y="1304565"/>
                    <a:pt x="1378238" y="1301665"/>
                    <a:pt x="1371178" y="1302800"/>
                  </a:cubicBezTo>
                  <a:cubicBezTo>
                    <a:pt x="1364118" y="1303934"/>
                    <a:pt x="1346469" y="1288050"/>
                    <a:pt x="1335880" y="1288680"/>
                  </a:cubicBezTo>
                  <a:cubicBezTo>
                    <a:pt x="1325290" y="1289311"/>
                    <a:pt x="1300581" y="1299900"/>
                    <a:pt x="1296421" y="1300405"/>
                  </a:cubicBezTo>
                  <a:cubicBezTo>
                    <a:pt x="1292261" y="1301035"/>
                    <a:pt x="1297052" y="1291580"/>
                    <a:pt x="1299951" y="1287420"/>
                  </a:cubicBezTo>
                  <a:cubicBezTo>
                    <a:pt x="1302851" y="1283260"/>
                    <a:pt x="1291127" y="1265611"/>
                    <a:pt x="1288227" y="1253887"/>
                  </a:cubicBezTo>
                  <a:cubicBezTo>
                    <a:pt x="1285328" y="1242163"/>
                    <a:pt x="1281168" y="1229178"/>
                    <a:pt x="1268813" y="1230943"/>
                  </a:cubicBezTo>
                  <a:cubicBezTo>
                    <a:pt x="1256459" y="1232708"/>
                    <a:pt x="1242970" y="1226278"/>
                    <a:pt x="1239440" y="1223883"/>
                  </a:cubicBezTo>
                  <a:cubicBezTo>
                    <a:pt x="1235910" y="1221488"/>
                    <a:pt x="1235280" y="1187955"/>
                    <a:pt x="1238305" y="1173835"/>
                  </a:cubicBezTo>
                  <a:cubicBezTo>
                    <a:pt x="1241205" y="1159716"/>
                    <a:pt x="1256585" y="1138537"/>
                    <a:pt x="1256585" y="1129712"/>
                  </a:cubicBezTo>
                  <a:cubicBezTo>
                    <a:pt x="1256585" y="1120888"/>
                    <a:pt x="1266544" y="1116728"/>
                    <a:pt x="1275368" y="1114459"/>
                  </a:cubicBezTo>
                  <a:cubicBezTo>
                    <a:pt x="1284193" y="1112063"/>
                    <a:pt x="1277133" y="1095045"/>
                    <a:pt x="1285958" y="1093910"/>
                  </a:cubicBezTo>
                  <a:cubicBezTo>
                    <a:pt x="1294783" y="1092775"/>
                    <a:pt x="1295413" y="1089246"/>
                    <a:pt x="1297178" y="1082186"/>
                  </a:cubicBezTo>
                  <a:cubicBezTo>
                    <a:pt x="1298943" y="1075126"/>
                    <a:pt x="1309532" y="1079791"/>
                    <a:pt x="1303607" y="1073992"/>
                  </a:cubicBezTo>
                  <a:cubicBezTo>
                    <a:pt x="1297682" y="1068067"/>
                    <a:pt x="1302473" y="1066302"/>
                    <a:pt x="1315961" y="1066302"/>
                  </a:cubicBezTo>
                  <a:cubicBezTo>
                    <a:pt x="1329450" y="1066302"/>
                    <a:pt x="1349495" y="1061637"/>
                    <a:pt x="1346595" y="1048022"/>
                  </a:cubicBezTo>
                  <a:cubicBezTo>
                    <a:pt x="1343696" y="1034533"/>
                    <a:pt x="1308397" y="1044493"/>
                    <a:pt x="1308397" y="1033273"/>
                  </a:cubicBezTo>
                  <a:cubicBezTo>
                    <a:pt x="1308397" y="1022053"/>
                    <a:pt x="1263645" y="1021549"/>
                    <a:pt x="1266670" y="1014993"/>
                  </a:cubicBezTo>
                  <a:cubicBezTo>
                    <a:pt x="1269570" y="1008564"/>
                    <a:pt x="1311423" y="1019658"/>
                    <a:pt x="1326677" y="1025583"/>
                  </a:cubicBezTo>
                  <a:cubicBezTo>
                    <a:pt x="1341931" y="1031508"/>
                    <a:pt x="1346091" y="1030878"/>
                    <a:pt x="1358445" y="1030247"/>
                  </a:cubicBezTo>
                  <a:cubicBezTo>
                    <a:pt x="1370800" y="1029617"/>
                    <a:pt x="1362605" y="1013733"/>
                    <a:pt x="1364875" y="1007303"/>
                  </a:cubicBezTo>
                  <a:cubicBezTo>
                    <a:pt x="1367270" y="1000874"/>
                    <a:pt x="1390718" y="1017262"/>
                    <a:pt x="1404333" y="1013733"/>
                  </a:cubicBezTo>
                  <a:cubicBezTo>
                    <a:pt x="1417822" y="1010203"/>
                    <a:pt x="1430807" y="982595"/>
                    <a:pt x="1442026" y="974905"/>
                  </a:cubicBezTo>
                  <a:cubicBezTo>
                    <a:pt x="1453246" y="967215"/>
                    <a:pt x="1443161" y="960155"/>
                    <a:pt x="1421478" y="961920"/>
                  </a:cubicBezTo>
                  <a:cubicBezTo>
                    <a:pt x="1399669" y="963685"/>
                    <a:pt x="1387314" y="955491"/>
                    <a:pt x="1375590" y="946666"/>
                  </a:cubicBezTo>
                  <a:cubicBezTo>
                    <a:pt x="1363866" y="937841"/>
                    <a:pt x="1365001" y="930782"/>
                    <a:pt x="1377355" y="931916"/>
                  </a:cubicBezTo>
                  <a:cubicBezTo>
                    <a:pt x="1389710" y="933051"/>
                    <a:pt x="1419083" y="957255"/>
                    <a:pt x="1430303" y="957760"/>
                  </a:cubicBezTo>
                  <a:cubicBezTo>
                    <a:pt x="1441522" y="958390"/>
                    <a:pt x="1460936" y="935951"/>
                    <a:pt x="1470265" y="928891"/>
                  </a:cubicBezTo>
                  <a:cubicBezTo>
                    <a:pt x="1479720" y="921831"/>
                    <a:pt x="1461440" y="918932"/>
                    <a:pt x="1455011" y="913637"/>
                  </a:cubicBezTo>
                  <a:cubicBezTo>
                    <a:pt x="1448582" y="908342"/>
                    <a:pt x="1466231" y="904812"/>
                    <a:pt x="1475560" y="904812"/>
                  </a:cubicBezTo>
                  <a:cubicBezTo>
                    <a:pt x="1485015" y="904812"/>
                    <a:pt x="1489049" y="913007"/>
                    <a:pt x="1492578" y="917167"/>
                  </a:cubicBezTo>
                  <a:cubicBezTo>
                    <a:pt x="1496108" y="921327"/>
                    <a:pt x="1512623" y="914267"/>
                    <a:pt x="1520817" y="914267"/>
                  </a:cubicBezTo>
                  <a:cubicBezTo>
                    <a:pt x="1529011" y="914267"/>
                    <a:pt x="1519683" y="900778"/>
                    <a:pt x="1506068" y="895484"/>
                  </a:cubicBezTo>
                  <a:cubicBezTo>
                    <a:pt x="1492578" y="890189"/>
                    <a:pt x="1506698" y="880230"/>
                    <a:pt x="1510732" y="888424"/>
                  </a:cubicBezTo>
                  <a:cubicBezTo>
                    <a:pt x="1514892" y="896618"/>
                    <a:pt x="1524221" y="894853"/>
                    <a:pt x="1529011" y="904308"/>
                  </a:cubicBezTo>
                  <a:cubicBezTo>
                    <a:pt x="1535819" y="918049"/>
                    <a:pt x="1540231" y="908973"/>
                    <a:pt x="1551955" y="904939"/>
                  </a:cubicBezTo>
                  <a:cubicBezTo>
                    <a:pt x="1563679" y="900778"/>
                    <a:pt x="1569604" y="893719"/>
                    <a:pt x="1576034" y="886659"/>
                  </a:cubicBezTo>
                  <a:cubicBezTo>
                    <a:pt x="1582463" y="879599"/>
                    <a:pt x="1583724" y="887794"/>
                    <a:pt x="1591287" y="876700"/>
                  </a:cubicBezTo>
                  <a:cubicBezTo>
                    <a:pt x="1598977" y="865480"/>
                    <a:pt x="1587758" y="854891"/>
                    <a:pt x="1578303" y="847831"/>
                  </a:cubicBezTo>
                  <a:cubicBezTo>
                    <a:pt x="1568848" y="840771"/>
                    <a:pt x="1578933" y="833712"/>
                    <a:pt x="1569478" y="829047"/>
                  </a:cubicBezTo>
                  <a:cubicBezTo>
                    <a:pt x="1560023" y="824257"/>
                    <a:pt x="1558258" y="815432"/>
                    <a:pt x="1570109" y="817828"/>
                  </a:cubicBezTo>
                  <a:cubicBezTo>
                    <a:pt x="1581833" y="820223"/>
                    <a:pt x="1591287" y="816693"/>
                    <a:pt x="1596582" y="808373"/>
                  </a:cubicBezTo>
                  <a:cubicBezTo>
                    <a:pt x="1601877" y="800178"/>
                    <a:pt x="1578933" y="798414"/>
                    <a:pt x="1589523" y="792489"/>
                  </a:cubicBezTo>
                  <a:cubicBezTo>
                    <a:pt x="1600112" y="786563"/>
                    <a:pt x="1591287" y="780764"/>
                    <a:pt x="1580698" y="780764"/>
                  </a:cubicBezTo>
                  <a:cubicBezTo>
                    <a:pt x="1570109" y="780764"/>
                    <a:pt x="1561284" y="775470"/>
                    <a:pt x="1560654" y="766645"/>
                  </a:cubicBezTo>
                  <a:cubicBezTo>
                    <a:pt x="1560023" y="757821"/>
                    <a:pt x="1541870" y="763746"/>
                    <a:pt x="1530650" y="758451"/>
                  </a:cubicBezTo>
                  <a:cubicBezTo>
                    <a:pt x="1519430" y="753156"/>
                    <a:pt x="1494722" y="754291"/>
                    <a:pt x="1488923" y="754921"/>
                  </a:cubicBezTo>
                  <a:cubicBezTo>
                    <a:pt x="1482998" y="755551"/>
                    <a:pt x="1482493" y="779630"/>
                    <a:pt x="1491318" y="780260"/>
                  </a:cubicBezTo>
                  <a:cubicBezTo>
                    <a:pt x="1500142" y="780891"/>
                    <a:pt x="1507202" y="790219"/>
                    <a:pt x="1499512" y="793245"/>
                  </a:cubicBezTo>
                  <a:cubicBezTo>
                    <a:pt x="1491822" y="796144"/>
                    <a:pt x="1500647" y="805599"/>
                    <a:pt x="1494848" y="804969"/>
                  </a:cubicBezTo>
                  <a:cubicBezTo>
                    <a:pt x="1488923" y="804465"/>
                    <a:pt x="1479594" y="801439"/>
                    <a:pt x="1477829" y="816693"/>
                  </a:cubicBezTo>
                  <a:cubicBezTo>
                    <a:pt x="1476064" y="831947"/>
                    <a:pt x="1474929" y="837872"/>
                    <a:pt x="1464844" y="843167"/>
                  </a:cubicBezTo>
                  <a:cubicBezTo>
                    <a:pt x="1454885" y="848461"/>
                    <a:pt x="1462449" y="826148"/>
                    <a:pt x="1453120" y="826652"/>
                  </a:cubicBezTo>
                  <a:cubicBezTo>
                    <a:pt x="1443665" y="827282"/>
                    <a:pt x="1442531" y="845436"/>
                    <a:pt x="1449590" y="847201"/>
                  </a:cubicBezTo>
                  <a:cubicBezTo>
                    <a:pt x="1456650" y="848966"/>
                    <a:pt x="1457785" y="854891"/>
                    <a:pt x="1459549" y="863715"/>
                  </a:cubicBezTo>
                  <a:cubicBezTo>
                    <a:pt x="1461314" y="872540"/>
                    <a:pt x="1446565" y="866111"/>
                    <a:pt x="1440766" y="876700"/>
                  </a:cubicBezTo>
                  <a:cubicBezTo>
                    <a:pt x="1434841" y="887289"/>
                    <a:pt x="1434336" y="872036"/>
                    <a:pt x="1426016" y="864976"/>
                  </a:cubicBezTo>
                  <a:cubicBezTo>
                    <a:pt x="1417822" y="857916"/>
                    <a:pt x="1407737" y="846066"/>
                    <a:pt x="1408367" y="837368"/>
                  </a:cubicBezTo>
                  <a:cubicBezTo>
                    <a:pt x="1408871" y="829678"/>
                    <a:pt x="1413031" y="826778"/>
                    <a:pt x="1419587" y="825644"/>
                  </a:cubicBezTo>
                  <a:cubicBezTo>
                    <a:pt x="1426016" y="824509"/>
                    <a:pt x="1419587" y="818584"/>
                    <a:pt x="1418957" y="807995"/>
                  </a:cubicBezTo>
                  <a:cubicBezTo>
                    <a:pt x="1418326" y="797405"/>
                    <a:pt x="1410762" y="800935"/>
                    <a:pt x="1401308" y="789715"/>
                  </a:cubicBezTo>
                  <a:cubicBezTo>
                    <a:pt x="1391853" y="778495"/>
                    <a:pt x="1381893" y="778495"/>
                    <a:pt x="1376599" y="783790"/>
                  </a:cubicBezTo>
                  <a:cubicBezTo>
                    <a:pt x="1371304" y="789085"/>
                    <a:pt x="1374834" y="799044"/>
                    <a:pt x="1366640" y="802574"/>
                  </a:cubicBezTo>
                  <a:cubicBezTo>
                    <a:pt x="1358445" y="806104"/>
                    <a:pt x="1361975" y="822618"/>
                    <a:pt x="1354915" y="823753"/>
                  </a:cubicBezTo>
                  <a:cubicBezTo>
                    <a:pt x="1347856" y="824887"/>
                    <a:pt x="1352016" y="794884"/>
                    <a:pt x="1346091" y="791984"/>
                  </a:cubicBezTo>
                  <a:cubicBezTo>
                    <a:pt x="1340166" y="789085"/>
                    <a:pt x="1340796" y="782025"/>
                    <a:pt x="1349621" y="780764"/>
                  </a:cubicBezTo>
                  <a:cubicBezTo>
                    <a:pt x="1358445" y="779630"/>
                    <a:pt x="1363740" y="770175"/>
                    <a:pt x="1356050" y="770175"/>
                  </a:cubicBezTo>
                  <a:cubicBezTo>
                    <a:pt x="1348360" y="770175"/>
                    <a:pt x="1334871" y="761981"/>
                    <a:pt x="1329576" y="759586"/>
                  </a:cubicBezTo>
                  <a:cubicBezTo>
                    <a:pt x="1324282" y="757190"/>
                    <a:pt x="1315457" y="769545"/>
                    <a:pt x="1309532" y="764880"/>
                  </a:cubicBezTo>
                  <a:cubicBezTo>
                    <a:pt x="1303607" y="760216"/>
                    <a:pt x="1310162" y="748366"/>
                    <a:pt x="1310667" y="741936"/>
                  </a:cubicBezTo>
                  <a:cubicBezTo>
                    <a:pt x="1311297" y="735507"/>
                    <a:pt x="1320122" y="744836"/>
                    <a:pt x="1325920" y="736642"/>
                  </a:cubicBezTo>
                  <a:cubicBezTo>
                    <a:pt x="1331846" y="728447"/>
                    <a:pt x="1309406" y="728447"/>
                    <a:pt x="1309406" y="719623"/>
                  </a:cubicBezTo>
                  <a:cubicBezTo>
                    <a:pt x="1309406" y="710798"/>
                    <a:pt x="1291757" y="708403"/>
                    <a:pt x="1285832" y="705504"/>
                  </a:cubicBezTo>
                  <a:cubicBezTo>
                    <a:pt x="1279907" y="702604"/>
                    <a:pt x="1289992" y="687855"/>
                    <a:pt x="1286966" y="681930"/>
                  </a:cubicBezTo>
                  <a:cubicBezTo>
                    <a:pt x="1284067" y="676004"/>
                    <a:pt x="1262258" y="656590"/>
                    <a:pt x="1252803" y="658355"/>
                  </a:cubicBezTo>
                  <a:cubicBezTo>
                    <a:pt x="1243348" y="660120"/>
                    <a:pt x="1241079" y="646001"/>
                    <a:pt x="1246373" y="646631"/>
                  </a:cubicBezTo>
                  <a:cubicBezTo>
                    <a:pt x="1251668" y="647262"/>
                    <a:pt x="1255828" y="643732"/>
                    <a:pt x="1265788" y="632512"/>
                  </a:cubicBezTo>
                  <a:cubicBezTo>
                    <a:pt x="1275747" y="621292"/>
                    <a:pt x="1277007" y="617762"/>
                    <a:pt x="1269948" y="615493"/>
                  </a:cubicBezTo>
                  <a:cubicBezTo>
                    <a:pt x="1262888" y="613098"/>
                    <a:pt x="1259358" y="606038"/>
                    <a:pt x="1271713" y="606669"/>
                  </a:cubicBezTo>
                  <a:cubicBezTo>
                    <a:pt x="1284067" y="607299"/>
                    <a:pt x="1305876" y="615493"/>
                    <a:pt x="1312936" y="610198"/>
                  </a:cubicBezTo>
                  <a:cubicBezTo>
                    <a:pt x="1319996" y="604904"/>
                    <a:pt x="1342309" y="570236"/>
                    <a:pt x="1351133" y="557882"/>
                  </a:cubicBezTo>
                  <a:cubicBezTo>
                    <a:pt x="1359958" y="545527"/>
                    <a:pt x="1344704" y="544393"/>
                    <a:pt x="1323525" y="546157"/>
                  </a:cubicBezTo>
                  <a:cubicBezTo>
                    <a:pt x="1302346" y="547922"/>
                    <a:pt x="1297682" y="537963"/>
                    <a:pt x="1280033" y="536703"/>
                  </a:cubicBezTo>
                  <a:cubicBezTo>
                    <a:pt x="1262384" y="535568"/>
                    <a:pt x="1229481" y="540232"/>
                    <a:pt x="1224690" y="545527"/>
                  </a:cubicBezTo>
                  <a:cubicBezTo>
                    <a:pt x="1220026" y="550822"/>
                    <a:pt x="1233515" y="555486"/>
                    <a:pt x="1231750" y="561411"/>
                  </a:cubicBezTo>
                  <a:cubicBezTo>
                    <a:pt x="1229985" y="567336"/>
                    <a:pt x="1219396" y="557251"/>
                    <a:pt x="1214731" y="559646"/>
                  </a:cubicBezTo>
                  <a:cubicBezTo>
                    <a:pt x="1210067" y="562042"/>
                    <a:pt x="1216496" y="569606"/>
                    <a:pt x="1214731" y="590280"/>
                  </a:cubicBezTo>
                  <a:cubicBezTo>
                    <a:pt x="1212966" y="610829"/>
                    <a:pt x="1218891" y="612089"/>
                    <a:pt x="1224690" y="619653"/>
                  </a:cubicBezTo>
                  <a:cubicBezTo>
                    <a:pt x="1230615" y="627343"/>
                    <a:pt x="1229355" y="637302"/>
                    <a:pt x="1229355" y="650287"/>
                  </a:cubicBezTo>
                  <a:cubicBezTo>
                    <a:pt x="1229355" y="663272"/>
                    <a:pt x="1217000" y="662642"/>
                    <a:pt x="1212840" y="665541"/>
                  </a:cubicBezTo>
                  <a:cubicBezTo>
                    <a:pt x="1208680" y="668441"/>
                    <a:pt x="1223430" y="673231"/>
                    <a:pt x="1221034" y="681425"/>
                  </a:cubicBezTo>
                  <a:cubicBezTo>
                    <a:pt x="1218639" y="689619"/>
                    <a:pt x="1206285" y="676761"/>
                    <a:pt x="1199225" y="679030"/>
                  </a:cubicBezTo>
                  <a:cubicBezTo>
                    <a:pt x="1192166" y="681425"/>
                    <a:pt x="1186241" y="701344"/>
                    <a:pt x="1193931" y="707899"/>
                  </a:cubicBezTo>
                  <a:cubicBezTo>
                    <a:pt x="1201621" y="714328"/>
                    <a:pt x="1204520" y="713194"/>
                    <a:pt x="1198595" y="720884"/>
                  </a:cubicBezTo>
                  <a:cubicBezTo>
                    <a:pt x="1192670" y="728574"/>
                    <a:pt x="1186241" y="739667"/>
                    <a:pt x="1200360" y="750887"/>
                  </a:cubicBezTo>
                  <a:cubicBezTo>
                    <a:pt x="1214479" y="762107"/>
                    <a:pt x="1240322" y="760846"/>
                    <a:pt x="1253937" y="769671"/>
                  </a:cubicBezTo>
                  <a:cubicBezTo>
                    <a:pt x="1267426" y="778495"/>
                    <a:pt x="1248012" y="773201"/>
                    <a:pt x="1253307" y="783160"/>
                  </a:cubicBezTo>
                  <a:cubicBezTo>
                    <a:pt x="1258602" y="793119"/>
                    <a:pt x="1244483" y="796649"/>
                    <a:pt x="1245113" y="804339"/>
                  </a:cubicBezTo>
                  <a:cubicBezTo>
                    <a:pt x="1245743" y="812029"/>
                    <a:pt x="1251038" y="807868"/>
                    <a:pt x="1258098" y="794884"/>
                  </a:cubicBezTo>
                  <a:cubicBezTo>
                    <a:pt x="1265157" y="781899"/>
                    <a:pt x="1270452" y="798414"/>
                    <a:pt x="1269822" y="809633"/>
                  </a:cubicBezTo>
                  <a:cubicBezTo>
                    <a:pt x="1269191" y="820853"/>
                    <a:pt x="1259232" y="814298"/>
                    <a:pt x="1251542" y="825518"/>
                  </a:cubicBezTo>
                  <a:cubicBezTo>
                    <a:pt x="1243852" y="836737"/>
                    <a:pt x="1236793" y="838502"/>
                    <a:pt x="1225699" y="836107"/>
                  </a:cubicBezTo>
                  <a:cubicBezTo>
                    <a:pt x="1214479" y="833712"/>
                    <a:pt x="1221034" y="851991"/>
                    <a:pt x="1225699" y="861950"/>
                  </a:cubicBezTo>
                  <a:cubicBezTo>
                    <a:pt x="1230363" y="871910"/>
                    <a:pt x="1224564" y="875439"/>
                    <a:pt x="1211580" y="871910"/>
                  </a:cubicBezTo>
                  <a:cubicBezTo>
                    <a:pt x="1198595" y="868380"/>
                    <a:pt x="1191031" y="860185"/>
                    <a:pt x="1197460" y="850100"/>
                  </a:cubicBezTo>
                  <a:cubicBezTo>
                    <a:pt x="1203890" y="840015"/>
                    <a:pt x="1208680" y="828291"/>
                    <a:pt x="1200990" y="829552"/>
                  </a:cubicBezTo>
                  <a:cubicBezTo>
                    <a:pt x="1193300" y="830686"/>
                    <a:pt x="1175651" y="829047"/>
                    <a:pt x="1170356" y="820727"/>
                  </a:cubicBezTo>
                  <a:cubicBezTo>
                    <a:pt x="1165062" y="812533"/>
                    <a:pt x="1173886" y="816063"/>
                    <a:pt x="1189770" y="817828"/>
                  </a:cubicBezTo>
                  <a:cubicBezTo>
                    <a:pt x="1205655" y="819593"/>
                    <a:pt x="1192166" y="807238"/>
                    <a:pt x="1203890" y="807238"/>
                  </a:cubicBezTo>
                  <a:cubicBezTo>
                    <a:pt x="1215614" y="807238"/>
                    <a:pt x="1224438" y="813667"/>
                    <a:pt x="1234523" y="804843"/>
                  </a:cubicBezTo>
                  <a:cubicBezTo>
                    <a:pt x="1244483" y="796018"/>
                    <a:pt x="1228094" y="779000"/>
                    <a:pt x="1219774" y="781899"/>
                  </a:cubicBezTo>
                  <a:cubicBezTo>
                    <a:pt x="1211580" y="784799"/>
                    <a:pt x="1198595" y="788328"/>
                    <a:pt x="1198595" y="780134"/>
                  </a:cubicBezTo>
                  <a:cubicBezTo>
                    <a:pt x="1198595" y="771940"/>
                    <a:pt x="1212714" y="777739"/>
                    <a:pt x="1220404" y="775974"/>
                  </a:cubicBezTo>
                  <a:cubicBezTo>
                    <a:pt x="1228094" y="774209"/>
                    <a:pt x="1216244" y="763620"/>
                    <a:pt x="1204520" y="766519"/>
                  </a:cubicBezTo>
                  <a:cubicBezTo>
                    <a:pt x="1192796" y="769419"/>
                    <a:pt x="1184476" y="770049"/>
                    <a:pt x="1175147" y="760090"/>
                  </a:cubicBezTo>
                  <a:cubicBezTo>
                    <a:pt x="1165692" y="750131"/>
                    <a:pt x="1148673" y="744206"/>
                    <a:pt x="1144513" y="767149"/>
                  </a:cubicBezTo>
                  <a:cubicBezTo>
                    <a:pt x="1140353" y="790093"/>
                    <a:pt x="1123964" y="777739"/>
                    <a:pt x="1117409" y="785429"/>
                  </a:cubicBezTo>
                  <a:cubicBezTo>
                    <a:pt x="1110980" y="793119"/>
                    <a:pt x="1125099" y="798414"/>
                    <a:pt x="1140983" y="798918"/>
                  </a:cubicBezTo>
                  <a:cubicBezTo>
                    <a:pt x="1156867" y="799548"/>
                    <a:pt x="1168591" y="814172"/>
                    <a:pt x="1161028" y="814172"/>
                  </a:cubicBezTo>
                  <a:cubicBezTo>
                    <a:pt x="1153338" y="814172"/>
                    <a:pt x="1156867" y="825391"/>
                    <a:pt x="1148673" y="821231"/>
                  </a:cubicBezTo>
                  <a:cubicBezTo>
                    <a:pt x="1140479" y="817071"/>
                    <a:pt x="1132159" y="821231"/>
                    <a:pt x="1138084" y="828291"/>
                  </a:cubicBezTo>
                  <a:cubicBezTo>
                    <a:pt x="1144009" y="835351"/>
                    <a:pt x="1135688" y="838250"/>
                    <a:pt x="1136319" y="845436"/>
                  </a:cubicBezTo>
                  <a:cubicBezTo>
                    <a:pt x="1136949" y="852495"/>
                    <a:pt x="1123964" y="845940"/>
                    <a:pt x="1111610" y="844806"/>
                  </a:cubicBezTo>
                  <a:cubicBezTo>
                    <a:pt x="1099256" y="843671"/>
                    <a:pt x="1076312" y="847705"/>
                    <a:pt x="1059797" y="851235"/>
                  </a:cubicBezTo>
                  <a:cubicBezTo>
                    <a:pt x="1043283" y="854765"/>
                    <a:pt x="1025129" y="848840"/>
                    <a:pt x="1018070" y="841276"/>
                  </a:cubicBezTo>
                  <a:cubicBezTo>
                    <a:pt x="1011010" y="833586"/>
                    <a:pt x="1001555" y="834846"/>
                    <a:pt x="989831" y="834846"/>
                  </a:cubicBezTo>
                  <a:cubicBezTo>
                    <a:pt x="978107" y="834846"/>
                    <a:pt x="981637" y="823627"/>
                    <a:pt x="966257" y="823122"/>
                  </a:cubicBezTo>
                  <a:cubicBezTo>
                    <a:pt x="951003" y="822492"/>
                    <a:pt x="954533" y="809633"/>
                    <a:pt x="952768" y="801943"/>
                  </a:cubicBezTo>
                  <a:cubicBezTo>
                    <a:pt x="951003" y="794253"/>
                    <a:pt x="920369" y="796649"/>
                    <a:pt x="909276" y="803708"/>
                  </a:cubicBezTo>
                  <a:cubicBezTo>
                    <a:pt x="898056" y="810768"/>
                    <a:pt x="876373" y="807868"/>
                    <a:pt x="870448" y="820727"/>
                  </a:cubicBezTo>
                  <a:cubicBezTo>
                    <a:pt x="864523" y="833712"/>
                    <a:pt x="875742" y="831947"/>
                    <a:pt x="882172" y="831947"/>
                  </a:cubicBezTo>
                  <a:cubicBezTo>
                    <a:pt x="891122" y="831947"/>
                    <a:pt x="890366" y="821357"/>
                    <a:pt x="906880" y="823753"/>
                  </a:cubicBezTo>
                  <a:cubicBezTo>
                    <a:pt x="923395" y="826148"/>
                    <a:pt x="935119" y="806734"/>
                    <a:pt x="942179" y="813794"/>
                  </a:cubicBezTo>
                  <a:cubicBezTo>
                    <a:pt x="949238" y="820853"/>
                    <a:pt x="913940" y="834342"/>
                    <a:pt x="898686" y="836737"/>
                  </a:cubicBezTo>
                  <a:cubicBezTo>
                    <a:pt x="883432" y="839133"/>
                    <a:pt x="886962" y="851487"/>
                    <a:pt x="901586" y="873170"/>
                  </a:cubicBezTo>
                  <a:cubicBezTo>
                    <a:pt x="916335" y="894979"/>
                    <a:pt x="895156" y="882625"/>
                    <a:pt x="895156" y="893215"/>
                  </a:cubicBezTo>
                  <a:cubicBezTo>
                    <a:pt x="895156" y="903804"/>
                    <a:pt x="867548" y="889685"/>
                    <a:pt x="878642" y="886155"/>
                  </a:cubicBezTo>
                  <a:cubicBezTo>
                    <a:pt x="889862" y="882625"/>
                    <a:pt x="884567" y="871405"/>
                    <a:pt x="875742" y="864346"/>
                  </a:cubicBezTo>
                  <a:cubicBezTo>
                    <a:pt x="866918" y="857286"/>
                    <a:pt x="860993" y="864346"/>
                    <a:pt x="862253" y="856656"/>
                  </a:cubicBezTo>
                  <a:cubicBezTo>
                    <a:pt x="863388" y="848966"/>
                    <a:pt x="852798" y="857286"/>
                    <a:pt x="844604" y="850731"/>
                  </a:cubicBezTo>
                  <a:cubicBezTo>
                    <a:pt x="836410" y="844301"/>
                    <a:pt x="832250" y="839007"/>
                    <a:pt x="821030" y="844806"/>
                  </a:cubicBezTo>
                  <a:cubicBezTo>
                    <a:pt x="809810" y="850731"/>
                    <a:pt x="796952" y="848966"/>
                    <a:pt x="772243" y="853000"/>
                  </a:cubicBezTo>
                  <a:cubicBezTo>
                    <a:pt x="747534" y="857160"/>
                    <a:pt x="702277" y="855899"/>
                    <a:pt x="693957" y="847705"/>
                  </a:cubicBezTo>
                  <a:cubicBezTo>
                    <a:pt x="685762" y="839511"/>
                    <a:pt x="715136" y="824761"/>
                    <a:pt x="723960" y="827156"/>
                  </a:cubicBezTo>
                  <a:cubicBezTo>
                    <a:pt x="732532" y="829426"/>
                    <a:pt x="727490" y="817702"/>
                    <a:pt x="714001" y="807112"/>
                  </a:cubicBezTo>
                  <a:cubicBezTo>
                    <a:pt x="700512" y="796523"/>
                    <a:pt x="670382" y="790093"/>
                    <a:pt x="671013" y="796523"/>
                  </a:cubicBezTo>
                  <a:cubicBezTo>
                    <a:pt x="671643" y="802952"/>
                    <a:pt x="653994" y="797153"/>
                    <a:pt x="632185" y="792993"/>
                  </a:cubicBezTo>
                  <a:cubicBezTo>
                    <a:pt x="610375" y="788833"/>
                    <a:pt x="607476" y="781143"/>
                    <a:pt x="593357" y="780638"/>
                  </a:cubicBezTo>
                  <a:cubicBezTo>
                    <a:pt x="579742" y="780008"/>
                    <a:pt x="558058" y="775848"/>
                    <a:pt x="541544" y="762989"/>
                  </a:cubicBezTo>
                  <a:cubicBezTo>
                    <a:pt x="525029" y="750005"/>
                    <a:pt x="486201" y="753534"/>
                    <a:pt x="481537" y="765385"/>
                  </a:cubicBezTo>
                  <a:cubicBezTo>
                    <a:pt x="476873" y="777109"/>
                    <a:pt x="463888" y="776604"/>
                    <a:pt x="450903" y="776604"/>
                  </a:cubicBezTo>
                  <a:cubicBezTo>
                    <a:pt x="437918" y="776604"/>
                    <a:pt x="456702" y="762107"/>
                    <a:pt x="452038" y="759586"/>
                  </a:cubicBezTo>
                  <a:cubicBezTo>
                    <a:pt x="445861" y="756308"/>
                    <a:pt x="452668" y="740172"/>
                    <a:pt x="443213" y="739037"/>
                  </a:cubicBezTo>
                  <a:cubicBezTo>
                    <a:pt x="433758" y="737902"/>
                    <a:pt x="424934" y="777865"/>
                    <a:pt x="407285" y="776730"/>
                  </a:cubicBezTo>
                  <a:cubicBezTo>
                    <a:pt x="389636" y="775596"/>
                    <a:pt x="381946" y="734373"/>
                    <a:pt x="367322" y="723783"/>
                  </a:cubicBezTo>
                  <a:cubicBezTo>
                    <a:pt x="352572" y="713194"/>
                    <a:pt x="339083" y="712563"/>
                    <a:pt x="351438" y="728447"/>
                  </a:cubicBezTo>
                  <a:cubicBezTo>
                    <a:pt x="363792" y="744332"/>
                    <a:pt x="340848" y="733112"/>
                    <a:pt x="341983" y="743701"/>
                  </a:cubicBezTo>
                  <a:cubicBezTo>
                    <a:pt x="343118" y="754291"/>
                    <a:pt x="321939" y="766645"/>
                    <a:pt x="322569" y="760720"/>
                  </a:cubicBezTo>
                  <a:cubicBezTo>
                    <a:pt x="323199" y="754795"/>
                    <a:pt x="310845" y="748366"/>
                    <a:pt x="296726" y="764880"/>
                  </a:cubicBezTo>
                  <a:cubicBezTo>
                    <a:pt x="282606" y="781395"/>
                    <a:pt x="272647" y="779000"/>
                    <a:pt x="271387" y="773075"/>
                  </a:cubicBezTo>
                  <a:cubicBezTo>
                    <a:pt x="270252" y="767149"/>
                    <a:pt x="228398" y="788328"/>
                    <a:pt x="230163" y="795388"/>
                  </a:cubicBezTo>
                  <a:cubicBezTo>
                    <a:pt x="231928" y="802448"/>
                    <a:pt x="223734" y="807742"/>
                    <a:pt x="212514" y="807112"/>
                  </a:cubicBezTo>
                  <a:cubicBezTo>
                    <a:pt x="201294" y="806482"/>
                    <a:pt x="210119" y="797153"/>
                    <a:pt x="218944" y="792363"/>
                  </a:cubicBezTo>
                  <a:cubicBezTo>
                    <a:pt x="228903" y="787068"/>
                    <a:pt x="256007" y="765259"/>
                    <a:pt x="270126" y="762989"/>
                  </a:cubicBezTo>
                  <a:cubicBezTo>
                    <a:pt x="284245" y="760594"/>
                    <a:pt x="311349" y="749500"/>
                    <a:pt x="311853" y="742945"/>
                  </a:cubicBezTo>
                  <a:cubicBezTo>
                    <a:pt x="312484" y="736516"/>
                    <a:pt x="298364" y="741810"/>
                    <a:pt x="288910" y="740046"/>
                  </a:cubicBezTo>
                  <a:cubicBezTo>
                    <a:pt x="279455" y="738281"/>
                    <a:pt x="263066" y="748870"/>
                    <a:pt x="247182" y="755930"/>
                  </a:cubicBezTo>
                  <a:cubicBezTo>
                    <a:pt x="231298" y="762989"/>
                    <a:pt x="213018" y="760594"/>
                    <a:pt x="217809" y="770049"/>
                  </a:cubicBezTo>
                  <a:cubicBezTo>
                    <a:pt x="222473" y="779504"/>
                    <a:pt x="203059" y="768914"/>
                    <a:pt x="199025" y="775344"/>
                  </a:cubicBezTo>
                  <a:cubicBezTo>
                    <a:pt x="194865" y="781773"/>
                    <a:pt x="187301" y="774713"/>
                    <a:pt x="193100" y="771184"/>
                  </a:cubicBezTo>
                  <a:cubicBezTo>
                    <a:pt x="199025" y="767654"/>
                    <a:pt x="178981" y="761224"/>
                    <a:pt x="178981" y="765259"/>
                  </a:cubicBezTo>
                  <a:cubicBezTo>
                    <a:pt x="178981" y="769419"/>
                    <a:pt x="175451" y="774713"/>
                    <a:pt x="161332" y="774713"/>
                  </a:cubicBezTo>
                  <a:cubicBezTo>
                    <a:pt x="147212" y="774713"/>
                    <a:pt x="133093" y="784673"/>
                    <a:pt x="142548" y="791732"/>
                  </a:cubicBezTo>
                  <a:cubicBezTo>
                    <a:pt x="152003" y="798792"/>
                    <a:pt x="157802" y="802322"/>
                    <a:pt x="153138" y="806986"/>
                  </a:cubicBezTo>
                  <a:cubicBezTo>
                    <a:pt x="148473" y="811650"/>
                    <a:pt x="133724" y="794632"/>
                    <a:pt x="113175" y="796397"/>
                  </a:cubicBezTo>
                  <a:cubicBezTo>
                    <a:pt x="92626" y="798161"/>
                    <a:pt x="51403" y="773453"/>
                    <a:pt x="51403" y="767528"/>
                  </a:cubicBezTo>
                  <a:cubicBezTo>
                    <a:pt x="51403" y="762737"/>
                    <a:pt x="22408" y="765763"/>
                    <a:pt x="2364" y="763620"/>
                  </a:cubicBezTo>
                  <a:lnTo>
                    <a:pt x="2364" y="1170305"/>
                  </a:lnTo>
                  <a:cubicBezTo>
                    <a:pt x="2364" y="1170305"/>
                    <a:pt x="12575" y="1177869"/>
                    <a:pt x="16483" y="1173205"/>
                  </a:cubicBezTo>
                  <a:cubicBezTo>
                    <a:pt x="20391" y="1168541"/>
                    <a:pt x="27451" y="1174844"/>
                    <a:pt x="40814" y="1168541"/>
                  </a:cubicBezTo>
                  <a:cubicBezTo>
                    <a:pt x="54176" y="1162237"/>
                    <a:pt x="58841" y="1175600"/>
                    <a:pt x="58841" y="1181903"/>
                  </a:cubicBezTo>
                  <a:cubicBezTo>
                    <a:pt x="58841" y="1188207"/>
                    <a:pt x="77625" y="1198418"/>
                    <a:pt x="85567" y="1208629"/>
                  </a:cubicBezTo>
                  <a:cubicBezTo>
                    <a:pt x="93383" y="1218840"/>
                    <a:pt x="97291" y="1227413"/>
                    <a:pt x="105989" y="1221992"/>
                  </a:cubicBezTo>
                  <a:cubicBezTo>
                    <a:pt x="114562" y="1216571"/>
                    <a:pt x="130320" y="1213420"/>
                    <a:pt x="130320" y="1203082"/>
                  </a:cubicBezTo>
                  <a:cubicBezTo>
                    <a:pt x="130320" y="1192871"/>
                    <a:pt x="166374" y="1191358"/>
                    <a:pt x="166374" y="1204721"/>
                  </a:cubicBezTo>
                  <a:cubicBezTo>
                    <a:pt x="166374" y="1218084"/>
                    <a:pt x="203311" y="1233716"/>
                    <a:pt x="223608" y="1269771"/>
                  </a:cubicBezTo>
                  <a:cubicBezTo>
                    <a:pt x="244030" y="1305825"/>
                    <a:pt x="240879" y="1313767"/>
                    <a:pt x="270630" y="1325491"/>
                  </a:cubicBezTo>
                  <a:cubicBezTo>
                    <a:pt x="300508" y="1337216"/>
                    <a:pt x="299625" y="1343519"/>
                    <a:pt x="295717" y="1353730"/>
                  </a:cubicBezTo>
                  <a:cubicBezTo>
                    <a:pt x="291809" y="1363941"/>
                    <a:pt x="313744" y="1369362"/>
                    <a:pt x="301264" y="1378061"/>
                  </a:cubicBezTo>
                  <a:cubicBezTo>
                    <a:pt x="296473" y="1381338"/>
                    <a:pt x="289666" y="1386129"/>
                    <a:pt x="283111" y="1390919"/>
                  </a:cubicBezTo>
                  <a:cubicBezTo>
                    <a:pt x="283741" y="1396088"/>
                    <a:pt x="288405" y="1399366"/>
                    <a:pt x="294330" y="1404408"/>
                  </a:cubicBezTo>
                  <a:cubicBezTo>
                    <a:pt x="301390" y="1410333"/>
                    <a:pt x="281346" y="1410333"/>
                    <a:pt x="287271" y="1415628"/>
                  </a:cubicBezTo>
                  <a:cubicBezTo>
                    <a:pt x="293196" y="1420923"/>
                    <a:pt x="286136" y="1429117"/>
                    <a:pt x="291935" y="1435672"/>
                  </a:cubicBezTo>
                  <a:cubicBezTo>
                    <a:pt x="297860" y="1442102"/>
                    <a:pt x="308450" y="1439833"/>
                    <a:pt x="314879" y="1434538"/>
                  </a:cubicBezTo>
                  <a:cubicBezTo>
                    <a:pt x="321308" y="1429243"/>
                    <a:pt x="326099" y="1440967"/>
                    <a:pt x="320804" y="1449792"/>
                  </a:cubicBezTo>
                  <a:cubicBezTo>
                    <a:pt x="315509" y="1458616"/>
                    <a:pt x="326729" y="1465046"/>
                    <a:pt x="332024" y="1458616"/>
                  </a:cubicBezTo>
                  <a:cubicBezTo>
                    <a:pt x="337319" y="1452187"/>
                    <a:pt x="348538" y="1469206"/>
                    <a:pt x="353833" y="1472105"/>
                  </a:cubicBezTo>
                  <a:cubicBezTo>
                    <a:pt x="359128" y="1475005"/>
                    <a:pt x="364423" y="1483829"/>
                    <a:pt x="355598" y="1483829"/>
                  </a:cubicBezTo>
                  <a:cubicBezTo>
                    <a:pt x="346773" y="1483829"/>
                    <a:pt x="347908" y="1499083"/>
                    <a:pt x="354463" y="1499713"/>
                  </a:cubicBezTo>
                  <a:cubicBezTo>
                    <a:pt x="360893" y="1500344"/>
                    <a:pt x="360388" y="1508538"/>
                    <a:pt x="360388" y="1513833"/>
                  </a:cubicBezTo>
                  <a:cubicBezTo>
                    <a:pt x="360388" y="1519127"/>
                    <a:pt x="380937" y="1526817"/>
                    <a:pt x="388627" y="1524422"/>
                  </a:cubicBezTo>
                  <a:cubicBezTo>
                    <a:pt x="396317" y="1522027"/>
                    <a:pt x="403377" y="1529086"/>
                    <a:pt x="406906" y="1535642"/>
                  </a:cubicBezTo>
                  <a:cubicBezTo>
                    <a:pt x="410436" y="1542071"/>
                    <a:pt x="424556" y="1546862"/>
                    <a:pt x="429850" y="1542702"/>
                  </a:cubicBezTo>
                  <a:cubicBezTo>
                    <a:pt x="435145" y="1538541"/>
                    <a:pt x="438675" y="1550392"/>
                    <a:pt x="439809" y="1558586"/>
                  </a:cubicBezTo>
                  <a:cubicBezTo>
                    <a:pt x="440944" y="1566780"/>
                    <a:pt x="452794" y="1562116"/>
                    <a:pt x="459854" y="1561485"/>
                  </a:cubicBezTo>
                  <a:cubicBezTo>
                    <a:pt x="466913" y="1560855"/>
                    <a:pt x="471074" y="1570940"/>
                    <a:pt x="475738" y="1569175"/>
                  </a:cubicBezTo>
                  <a:cubicBezTo>
                    <a:pt x="486075" y="1565267"/>
                    <a:pt x="489227" y="1583421"/>
                    <a:pt x="496034" y="1594010"/>
                  </a:cubicBezTo>
                  <a:lnTo>
                    <a:pt x="1227464" y="1590102"/>
                  </a:lnTo>
                  <a:cubicBezTo>
                    <a:pt x="1227464" y="1590102"/>
                    <a:pt x="1227968" y="1571949"/>
                    <a:pt x="1236540" y="1578252"/>
                  </a:cubicBezTo>
                  <a:cubicBezTo>
                    <a:pt x="1245113" y="1584555"/>
                    <a:pt x="1237297" y="1594766"/>
                    <a:pt x="1247508" y="1598674"/>
                  </a:cubicBezTo>
                  <a:cubicBezTo>
                    <a:pt x="1257719" y="1602583"/>
                    <a:pt x="1264779" y="1608886"/>
                    <a:pt x="1270326" y="1606491"/>
                  </a:cubicBezTo>
                  <a:cubicBezTo>
                    <a:pt x="1275873" y="1604095"/>
                    <a:pt x="1285202" y="1596279"/>
                    <a:pt x="1294656" y="1607247"/>
                  </a:cubicBezTo>
                  <a:cubicBezTo>
                    <a:pt x="1304111" y="1618214"/>
                    <a:pt x="1311171" y="1608760"/>
                    <a:pt x="1316592" y="1615819"/>
                  </a:cubicBezTo>
                  <a:cubicBezTo>
                    <a:pt x="1322139" y="1622879"/>
                    <a:pt x="1332224" y="1628426"/>
                    <a:pt x="1339284" y="1619727"/>
                  </a:cubicBezTo>
                  <a:cubicBezTo>
                    <a:pt x="1344956" y="1612668"/>
                    <a:pt x="1366766" y="1621240"/>
                    <a:pt x="1377229" y="1625022"/>
                  </a:cubicBezTo>
                  <a:cubicBezTo>
                    <a:pt x="1390088" y="1614685"/>
                    <a:pt x="1400299" y="1592623"/>
                    <a:pt x="1411897" y="1592623"/>
                  </a:cubicBezTo>
                  <a:cubicBezTo>
                    <a:pt x="1427151" y="1592623"/>
                    <a:pt x="1465979" y="1596153"/>
                    <a:pt x="1468374" y="1616197"/>
                  </a:cubicBezTo>
                  <a:cubicBezTo>
                    <a:pt x="1470769" y="1636242"/>
                    <a:pt x="1494217" y="1617332"/>
                    <a:pt x="1496613" y="1636242"/>
                  </a:cubicBezTo>
                  <a:cubicBezTo>
                    <a:pt x="1498630" y="1652252"/>
                    <a:pt x="1514136" y="1664858"/>
                    <a:pt x="1511614" y="1673305"/>
                  </a:cubicBezTo>
                  <a:cubicBezTo>
                    <a:pt x="1516153" y="1676078"/>
                    <a:pt x="1521700" y="1679860"/>
                    <a:pt x="1526742" y="1683768"/>
                  </a:cubicBezTo>
                  <a:cubicBezTo>
                    <a:pt x="1534180" y="1681247"/>
                    <a:pt x="1554098" y="1684399"/>
                    <a:pt x="1567335" y="1689189"/>
                  </a:cubicBezTo>
                  <a:cubicBezTo>
                    <a:pt x="1583850" y="1695114"/>
                    <a:pt x="1608558" y="1682130"/>
                    <a:pt x="1616753" y="1702174"/>
                  </a:cubicBezTo>
                  <a:cubicBezTo>
                    <a:pt x="1624947" y="1722218"/>
                    <a:pt x="1644109" y="1737220"/>
                    <a:pt x="1626207" y="1738607"/>
                  </a:cubicBezTo>
                  <a:cubicBezTo>
                    <a:pt x="1610954" y="1739741"/>
                    <a:pt x="1590909" y="1718562"/>
                    <a:pt x="1592044" y="1730412"/>
                  </a:cubicBezTo>
                  <a:cubicBezTo>
                    <a:pt x="1593179" y="1742136"/>
                    <a:pt x="1583850" y="1736337"/>
                    <a:pt x="1583850" y="1753987"/>
                  </a:cubicBezTo>
                  <a:cubicBezTo>
                    <a:pt x="1583850" y="1771636"/>
                    <a:pt x="1572126" y="1796344"/>
                    <a:pt x="1565066" y="1795210"/>
                  </a:cubicBezTo>
                  <a:cubicBezTo>
                    <a:pt x="1564814" y="1795210"/>
                    <a:pt x="1564562" y="1795084"/>
                    <a:pt x="1564436" y="1794958"/>
                  </a:cubicBezTo>
                  <a:cubicBezTo>
                    <a:pt x="1563175" y="1801639"/>
                    <a:pt x="1563175" y="1810338"/>
                    <a:pt x="1568722" y="1815758"/>
                  </a:cubicBezTo>
                  <a:cubicBezTo>
                    <a:pt x="1577672" y="1809203"/>
                    <a:pt x="1590531" y="1797983"/>
                    <a:pt x="1601625" y="1798740"/>
                  </a:cubicBezTo>
                  <a:cubicBezTo>
                    <a:pt x="1619274" y="1799874"/>
                    <a:pt x="1623938" y="1810464"/>
                    <a:pt x="1635788" y="1802269"/>
                  </a:cubicBezTo>
                  <a:cubicBezTo>
                    <a:pt x="1647513" y="1794075"/>
                    <a:pt x="1649908" y="1790545"/>
                    <a:pt x="1652303" y="1796344"/>
                  </a:cubicBezTo>
                  <a:cubicBezTo>
                    <a:pt x="1652555" y="1797101"/>
                    <a:pt x="1652429" y="1797983"/>
                    <a:pt x="1651925" y="1798992"/>
                  </a:cubicBezTo>
                  <a:cubicBezTo>
                    <a:pt x="1656463" y="1796597"/>
                    <a:pt x="1659615" y="1794327"/>
                    <a:pt x="1659741" y="1792436"/>
                  </a:cubicBezTo>
                  <a:cubicBezTo>
                    <a:pt x="1660119" y="1789537"/>
                    <a:pt x="1659236" y="1785503"/>
                    <a:pt x="1658228" y="1781973"/>
                  </a:cubicBezTo>
                  <a:cubicBezTo>
                    <a:pt x="1646378" y="1783738"/>
                    <a:pt x="1642596" y="1784620"/>
                    <a:pt x="1639318" y="1776426"/>
                  </a:cubicBezTo>
                  <a:cubicBezTo>
                    <a:pt x="1634654" y="1764702"/>
                    <a:pt x="1674616" y="1752852"/>
                    <a:pt x="1693400" y="1755247"/>
                  </a:cubicBezTo>
                  <a:cubicBezTo>
                    <a:pt x="1711301" y="1757516"/>
                    <a:pt x="1723782" y="1744910"/>
                    <a:pt x="1730085" y="1752600"/>
                  </a:cubicBezTo>
                  <a:cubicBezTo>
                    <a:pt x="1741431" y="1742389"/>
                    <a:pt x="1760719" y="1725748"/>
                    <a:pt x="1765635" y="1725748"/>
                  </a:cubicBezTo>
                  <a:cubicBezTo>
                    <a:pt x="1772695" y="1725748"/>
                    <a:pt x="1856654" y="1724992"/>
                    <a:pt x="1856654" y="1724992"/>
                  </a:cubicBezTo>
                  <a:cubicBezTo>
                    <a:pt x="1856654" y="1724992"/>
                    <a:pt x="1885649" y="1706964"/>
                    <a:pt x="1889557" y="1690450"/>
                  </a:cubicBezTo>
                  <a:cubicBezTo>
                    <a:pt x="1893465" y="1673935"/>
                    <a:pt x="1912249" y="1634729"/>
                    <a:pt x="1923343" y="1643427"/>
                  </a:cubicBezTo>
                  <a:cubicBezTo>
                    <a:pt x="1934310" y="1652000"/>
                    <a:pt x="1957885" y="1645823"/>
                    <a:pt x="1958641" y="1653639"/>
                  </a:cubicBezTo>
                  <a:cubicBezTo>
                    <a:pt x="1959397" y="1660950"/>
                    <a:pt x="1950825" y="1687550"/>
                    <a:pt x="1980954" y="1727387"/>
                  </a:cubicBezTo>
                  <a:cubicBezTo>
                    <a:pt x="1991544" y="1720705"/>
                    <a:pt x="2002512" y="1715411"/>
                    <a:pt x="2008815" y="1715789"/>
                  </a:cubicBezTo>
                  <a:cubicBezTo>
                    <a:pt x="2019404" y="1716419"/>
                    <a:pt x="2035288" y="1702300"/>
                    <a:pt x="2039953" y="1693475"/>
                  </a:cubicBezTo>
                  <a:cubicBezTo>
                    <a:pt x="2044617" y="1684651"/>
                    <a:pt x="2051173" y="1701669"/>
                    <a:pt x="2041718" y="1704695"/>
                  </a:cubicBezTo>
                  <a:cubicBezTo>
                    <a:pt x="2032263" y="1707595"/>
                    <a:pt x="2049408" y="1714654"/>
                    <a:pt x="2065796" y="1714150"/>
                  </a:cubicBezTo>
                  <a:cubicBezTo>
                    <a:pt x="2082311" y="1713520"/>
                    <a:pt x="2058106" y="1720075"/>
                    <a:pt x="2045752" y="1719445"/>
                  </a:cubicBezTo>
                  <a:cubicBezTo>
                    <a:pt x="2033398" y="1718814"/>
                    <a:pt x="2028103" y="1720579"/>
                    <a:pt x="2011588" y="1737094"/>
                  </a:cubicBezTo>
                  <a:cubicBezTo>
                    <a:pt x="1995074" y="1753608"/>
                    <a:pt x="1999234" y="1758273"/>
                    <a:pt x="2008689" y="1766467"/>
                  </a:cubicBezTo>
                  <a:cubicBezTo>
                    <a:pt x="2018144" y="1774787"/>
                    <a:pt x="2030498" y="1771257"/>
                    <a:pt x="2043357" y="1760038"/>
                  </a:cubicBezTo>
                  <a:cubicBezTo>
                    <a:pt x="2056341" y="1748818"/>
                    <a:pt x="2055711" y="1737724"/>
                    <a:pt x="2068696" y="1738228"/>
                  </a:cubicBezTo>
                  <a:cubicBezTo>
                    <a:pt x="2081681" y="1738859"/>
                    <a:pt x="2115214" y="1726504"/>
                    <a:pt x="2129837" y="1721714"/>
                  </a:cubicBezTo>
                  <a:cubicBezTo>
                    <a:pt x="2144587" y="1717049"/>
                    <a:pt x="2135132" y="1714654"/>
                    <a:pt x="2135132" y="1708099"/>
                  </a:cubicBezTo>
                  <a:cubicBezTo>
                    <a:pt x="2135132" y="1701669"/>
                    <a:pt x="2160975" y="1701669"/>
                    <a:pt x="2170430" y="1695114"/>
                  </a:cubicBezTo>
                  <a:cubicBezTo>
                    <a:pt x="2179885" y="1688811"/>
                    <a:pt x="2168665" y="1683516"/>
                    <a:pt x="2160471" y="1684651"/>
                  </a:cubicBezTo>
                  <a:close/>
                  <a:moveTo>
                    <a:pt x="628781" y="921957"/>
                  </a:moveTo>
                  <a:cubicBezTo>
                    <a:pt x="613275" y="941119"/>
                    <a:pt x="608232" y="944019"/>
                    <a:pt x="592222" y="941119"/>
                  </a:cubicBezTo>
                  <a:cubicBezTo>
                    <a:pt x="576338" y="938346"/>
                    <a:pt x="566505" y="946288"/>
                    <a:pt x="574447" y="951961"/>
                  </a:cubicBezTo>
                  <a:cubicBezTo>
                    <a:pt x="582389" y="957634"/>
                    <a:pt x="582893" y="962298"/>
                    <a:pt x="566505" y="965954"/>
                  </a:cubicBezTo>
                  <a:cubicBezTo>
                    <a:pt x="550116" y="969736"/>
                    <a:pt x="539401" y="982343"/>
                    <a:pt x="532845" y="980956"/>
                  </a:cubicBezTo>
                  <a:cubicBezTo>
                    <a:pt x="526290" y="979569"/>
                    <a:pt x="560958" y="954734"/>
                    <a:pt x="552007" y="948179"/>
                  </a:cubicBezTo>
                  <a:cubicBezTo>
                    <a:pt x="543183" y="941623"/>
                    <a:pt x="521121" y="959399"/>
                    <a:pt x="520617" y="967341"/>
                  </a:cubicBezTo>
                  <a:cubicBezTo>
                    <a:pt x="520113" y="975283"/>
                    <a:pt x="505615" y="975787"/>
                    <a:pt x="496791" y="975283"/>
                  </a:cubicBezTo>
                  <a:cubicBezTo>
                    <a:pt x="487840" y="974779"/>
                    <a:pt x="476242" y="966332"/>
                    <a:pt x="485067" y="965450"/>
                  </a:cubicBezTo>
                  <a:cubicBezTo>
                    <a:pt x="494017" y="964567"/>
                    <a:pt x="487840" y="954734"/>
                    <a:pt x="500068" y="950070"/>
                  </a:cubicBezTo>
                  <a:cubicBezTo>
                    <a:pt x="512171" y="945405"/>
                    <a:pt x="497673" y="938346"/>
                    <a:pt x="501455" y="933177"/>
                  </a:cubicBezTo>
                  <a:cubicBezTo>
                    <a:pt x="505237" y="928008"/>
                    <a:pt x="529946" y="938346"/>
                    <a:pt x="530450" y="929017"/>
                  </a:cubicBezTo>
                  <a:cubicBezTo>
                    <a:pt x="530954" y="919688"/>
                    <a:pt x="505615" y="911746"/>
                    <a:pt x="497169" y="917293"/>
                  </a:cubicBezTo>
                  <a:cubicBezTo>
                    <a:pt x="488723" y="922840"/>
                    <a:pt x="469056" y="935951"/>
                    <a:pt x="445734" y="925739"/>
                  </a:cubicBezTo>
                  <a:cubicBezTo>
                    <a:pt x="438423" y="922462"/>
                    <a:pt x="504733" y="915528"/>
                    <a:pt x="515953" y="905191"/>
                  </a:cubicBezTo>
                  <a:cubicBezTo>
                    <a:pt x="527172" y="894853"/>
                    <a:pt x="577725" y="883129"/>
                    <a:pt x="581506" y="892584"/>
                  </a:cubicBezTo>
                  <a:cubicBezTo>
                    <a:pt x="585288" y="901913"/>
                    <a:pt x="554403" y="908090"/>
                    <a:pt x="569278" y="916410"/>
                  </a:cubicBezTo>
                  <a:cubicBezTo>
                    <a:pt x="584280" y="924857"/>
                    <a:pt x="608610" y="919184"/>
                    <a:pt x="614157" y="910359"/>
                  </a:cubicBezTo>
                  <a:cubicBezTo>
                    <a:pt x="619956" y="901409"/>
                    <a:pt x="644287" y="902795"/>
                    <a:pt x="628781" y="921957"/>
                  </a:cubicBezTo>
                  <a:close/>
                  <a:moveTo>
                    <a:pt x="777664" y="1110929"/>
                  </a:moveTo>
                  <a:cubicBezTo>
                    <a:pt x="759384" y="1126813"/>
                    <a:pt x="760771" y="1122653"/>
                    <a:pt x="744887" y="1125426"/>
                  </a:cubicBezTo>
                  <a:cubicBezTo>
                    <a:pt x="729003" y="1128200"/>
                    <a:pt x="741609" y="1144210"/>
                    <a:pt x="722447" y="1145597"/>
                  </a:cubicBezTo>
                  <a:cubicBezTo>
                    <a:pt x="703285" y="1146983"/>
                    <a:pt x="656893" y="1148874"/>
                    <a:pt x="650338" y="1138159"/>
                  </a:cubicBezTo>
                  <a:cubicBezTo>
                    <a:pt x="648195" y="1134503"/>
                    <a:pt x="675551" y="1137150"/>
                    <a:pt x="677442" y="1129334"/>
                  </a:cubicBezTo>
                  <a:cubicBezTo>
                    <a:pt x="679333" y="1121392"/>
                    <a:pt x="686771" y="1108786"/>
                    <a:pt x="698495" y="1108786"/>
                  </a:cubicBezTo>
                  <a:cubicBezTo>
                    <a:pt x="710219" y="1108786"/>
                    <a:pt x="709210" y="1093406"/>
                    <a:pt x="690048" y="1083951"/>
                  </a:cubicBezTo>
                  <a:cubicBezTo>
                    <a:pt x="670887" y="1074622"/>
                    <a:pt x="717657" y="1068445"/>
                    <a:pt x="728372" y="1083447"/>
                  </a:cubicBezTo>
                  <a:cubicBezTo>
                    <a:pt x="739088" y="1098448"/>
                    <a:pt x="758376" y="1109164"/>
                    <a:pt x="769091" y="1098448"/>
                  </a:cubicBezTo>
                  <a:cubicBezTo>
                    <a:pt x="779807" y="1087733"/>
                    <a:pt x="841201" y="1057729"/>
                    <a:pt x="841201" y="1071723"/>
                  </a:cubicBezTo>
                  <a:cubicBezTo>
                    <a:pt x="841201" y="1085716"/>
                    <a:pt x="795817" y="1095045"/>
                    <a:pt x="777664" y="1110929"/>
                  </a:cubicBezTo>
                  <a:close/>
                  <a:moveTo>
                    <a:pt x="1187123" y="1538667"/>
                  </a:moveTo>
                  <a:cubicBezTo>
                    <a:pt x="1174264" y="1540054"/>
                    <a:pt x="1188257" y="1504504"/>
                    <a:pt x="1164809" y="1491645"/>
                  </a:cubicBezTo>
                  <a:cubicBezTo>
                    <a:pt x="1137201" y="1476391"/>
                    <a:pt x="1124847" y="1448153"/>
                    <a:pt x="1124847" y="1432773"/>
                  </a:cubicBezTo>
                  <a:cubicBezTo>
                    <a:pt x="1124847" y="1417519"/>
                    <a:pt x="1148421" y="1410459"/>
                    <a:pt x="1157750" y="1422183"/>
                  </a:cubicBezTo>
                  <a:cubicBezTo>
                    <a:pt x="1167205" y="1433907"/>
                    <a:pt x="1181324" y="1482190"/>
                    <a:pt x="1189518" y="1497444"/>
                  </a:cubicBezTo>
                  <a:cubicBezTo>
                    <a:pt x="1197712" y="1512824"/>
                    <a:pt x="1197712" y="1537533"/>
                    <a:pt x="1187123" y="153866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8" name="Google Shape;778;p22"/>
            <p:cNvSpPr/>
            <p:nvPr/>
          </p:nvSpPr>
          <p:spPr>
            <a:xfrm>
              <a:off x="1311072" y="2238183"/>
              <a:ext cx="2697792" cy="1827943"/>
            </a:xfrm>
            <a:custGeom>
              <a:rect b="b" l="l" r="r" t="t"/>
              <a:pathLst>
                <a:path extrusionOk="0" h="1827942" w="2697791">
                  <a:moveTo>
                    <a:pt x="1012053" y="672273"/>
                  </a:moveTo>
                  <a:cubicBezTo>
                    <a:pt x="1015961" y="662062"/>
                    <a:pt x="1016718" y="655759"/>
                    <a:pt x="986966" y="644035"/>
                  </a:cubicBezTo>
                  <a:cubicBezTo>
                    <a:pt x="957089" y="632311"/>
                    <a:pt x="960240" y="624369"/>
                    <a:pt x="939944" y="588314"/>
                  </a:cubicBezTo>
                  <a:cubicBezTo>
                    <a:pt x="919521" y="552260"/>
                    <a:pt x="882710" y="536501"/>
                    <a:pt x="882710" y="523265"/>
                  </a:cubicBezTo>
                  <a:cubicBezTo>
                    <a:pt x="882710" y="509902"/>
                    <a:pt x="846656" y="511540"/>
                    <a:pt x="846656" y="521626"/>
                  </a:cubicBezTo>
                  <a:cubicBezTo>
                    <a:pt x="846656" y="531837"/>
                    <a:pt x="831024" y="534989"/>
                    <a:pt x="822325" y="540535"/>
                  </a:cubicBezTo>
                  <a:cubicBezTo>
                    <a:pt x="813627" y="546082"/>
                    <a:pt x="809719" y="537384"/>
                    <a:pt x="801903" y="527173"/>
                  </a:cubicBezTo>
                  <a:cubicBezTo>
                    <a:pt x="794087" y="516961"/>
                    <a:pt x="775177" y="506750"/>
                    <a:pt x="775177" y="500447"/>
                  </a:cubicBezTo>
                  <a:cubicBezTo>
                    <a:pt x="775177" y="494144"/>
                    <a:pt x="770513" y="480907"/>
                    <a:pt x="757150" y="487084"/>
                  </a:cubicBezTo>
                  <a:cubicBezTo>
                    <a:pt x="743787" y="493387"/>
                    <a:pt x="736727" y="487084"/>
                    <a:pt x="732819" y="491748"/>
                  </a:cubicBezTo>
                  <a:cubicBezTo>
                    <a:pt x="728911" y="496413"/>
                    <a:pt x="718700" y="488849"/>
                    <a:pt x="718700" y="488849"/>
                  </a:cubicBezTo>
                  <a:lnTo>
                    <a:pt x="718700" y="82163"/>
                  </a:lnTo>
                  <a:cubicBezTo>
                    <a:pt x="714035" y="81659"/>
                    <a:pt x="709749" y="80902"/>
                    <a:pt x="706472" y="79642"/>
                  </a:cubicBezTo>
                  <a:cubicBezTo>
                    <a:pt x="689453" y="73212"/>
                    <a:pt x="664114" y="61362"/>
                    <a:pt x="650625" y="64388"/>
                  </a:cubicBezTo>
                  <a:cubicBezTo>
                    <a:pt x="637136" y="67287"/>
                    <a:pt x="610032" y="70817"/>
                    <a:pt x="600577" y="66153"/>
                  </a:cubicBezTo>
                  <a:cubicBezTo>
                    <a:pt x="591122" y="61488"/>
                    <a:pt x="578263" y="57328"/>
                    <a:pt x="558849" y="60228"/>
                  </a:cubicBezTo>
                  <a:cubicBezTo>
                    <a:pt x="539435" y="63127"/>
                    <a:pt x="527081" y="49638"/>
                    <a:pt x="502372" y="43713"/>
                  </a:cubicBezTo>
                  <a:cubicBezTo>
                    <a:pt x="477664" y="37788"/>
                    <a:pt x="442996" y="45478"/>
                    <a:pt x="434675" y="48378"/>
                  </a:cubicBezTo>
                  <a:cubicBezTo>
                    <a:pt x="426481" y="51277"/>
                    <a:pt x="428246" y="39553"/>
                    <a:pt x="417657" y="40688"/>
                  </a:cubicBezTo>
                  <a:cubicBezTo>
                    <a:pt x="407067" y="41822"/>
                    <a:pt x="415261" y="36023"/>
                    <a:pt x="409462" y="27199"/>
                  </a:cubicBezTo>
                  <a:cubicBezTo>
                    <a:pt x="403537" y="18374"/>
                    <a:pt x="374164" y="26568"/>
                    <a:pt x="363575" y="27829"/>
                  </a:cubicBezTo>
                  <a:cubicBezTo>
                    <a:pt x="352985" y="28964"/>
                    <a:pt x="350086" y="22534"/>
                    <a:pt x="350590" y="17240"/>
                  </a:cubicBezTo>
                  <a:cubicBezTo>
                    <a:pt x="351220" y="11945"/>
                    <a:pt x="341135" y="13710"/>
                    <a:pt x="337101" y="20769"/>
                  </a:cubicBezTo>
                  <a:cubicBezTo>
                    <a:pt x="332941" y="27829"/>
                    <a:pt x="321217" y="28964"/>
                    <a:pt x="316552" y="24299"/>
                  </a:cubicBezTo>
                  <a:cubicBezTo>
                    <a:pt x="311888" y="19635"/>
                    <a:pt x="326512" y="17870"/>
                    <a:pt x="327142" y="12575"/>
                  </a:cubicBezTo>
                  <a:cubicBezTo>
                    <a:pt x="327772" y="7280"/>
                    <a:pt x="311888" y="4381"/>
                    <a:pt x="305963" y="2616"/>
                  </a:cubicBezTo>
                  <a:cubicBezTo>
                    <a:pt x="300038" y="851"/>
                    <a:pt x="290709" y="8541"/>
                    <a:pt x="278355" y="19635"/>
                  </a:cubicBezTo>
                  <a:cubicBezTo>
                    <a:pt x="266000" y="30855"/>
                    <a:pt x="247721" y="29594"/>
                    <a:pt x="236627" y="28459"/>
                  </a:cubicBezTo>
                  <a:cubicBezTo>
                    <a:pt x="225407" y="27325"/>
                    <a:pt x="211288" y="29594"/>
                    <a:pt x="211918" y="36149"/>
                  </a:cubicBezTo>
                  <a:cubicBezTo>
                    <a:pt x="212549" y="42579"/>
                    <a:pt x="226038" y="42074"/>
                    <a:pt x="217843" y="50269"/>
                  </a:cubicBezTo>
                  <a:cubicBezTo>
                    <a:pt x="209649" y="58463"/>
                    <a:pt x="206624" y="39049"/>
                    <a:pt x="198429" y="47873"/>
                  </a:cubicBezTo>
                  <a:cubicBezTo>
                    <a:pt x="190235" y="56698"/>
                    <a:pt x="165526" y="56068"/>
                    <a:pt x="159601" y="54933"/>
                  </a:cubicBezTo>
                  <a:cubicBezTo>
                    <a:pt x="153676" y="53798"/>
                    <a:pt x="134262" y="74977"/>
                    <a:pt x="128463" y="80776"/>
                  </a:cubicBezTo>
                  <a:cubicBezTo>
                    <a:pt x="122538" y="86701"/>
                    <a:pt x="133128" y="91996"/>
                    <a:pt x="117244" y="109015"/>
                  </a:cubicBezTo>
                  <a:cubicBezTo>
                    <a:pt x="100855" y="126160"/>
                    <a:pt x="58497" y="122630"/>
                    <a:pt x="49673" y="122630"/>
                  </a:cubicBezTo>
                  <a:cubicBezTo>
                    <a:pt x="40848" y="122630"/>
                    <a:pt x="47404" y="132589"/>
                    <a:pt x="42613" y="139018"/>
                  </a:cubicBezTo>
                  <a:cubicBezTo>
                    <a:pt x="37949" y="145448"/>
                    <a:pt x="47908" y="151373"/>
                    <a:pt x="71986" y="157802"/>
                  </a:cubicBezTo>
                  <a:cubicBezTo>
                    <a:pt x="96065" y="164231"/>
                    <a:pt x="112579" y="196000"/>
                    <a:pt x="115479" y="203690"/>
                  </a:cubicBezTo>
                  <a:cubicBezTo>
                    <a:pt x="118378" y="211380"/>
                    <a:pt x="148382" y="203059"/>
                    <a:pt x="160232" y="204824"/>
                  </a:cubicBezTo>
                  <a:cubicBezTo>
                    <a:pt x="171956" y="206589"/>
                    <a:pt x="159097" y="223104"/>
                    <a:pt x="169056" y="227768"/>
                  </a:cubicBezTo>
                  <a:cubicBezTo>
                    <a:pt x="179015" y="232433"/>
                    <a:pt x="194395" y="225373"/>
                    <a:pt x="197295" y="233693"/>
                  </a:cubicBezTo>
                  <a:cubicBezTo>
                    <a:pt x="200194" y="241887"/>
                    <a:pt x="177251" y="233693"/>
                    <a:pt x="165526" y="242518"/>
                  </a:cubicBezTo>
                  <a:cubicBezTo>
                    <a:pt x="153802" y="251342"/>
                    <a:pt x="147877" y="255502"/>
                    <a:pt x="143213" y="248947"/>
                  </a:cubicBezTo>
                  <a:cubicBezTo>
                    <a:pt x="138549" y="242518"/>
                    <a:pt x="119135" y="246552"/>
                    <a:pt x="109049" y="247812"/>
                  </a:cubicBezTo>
                  <a:cubicBezTo>
                    <a:pt x="99090" y="248947"/>
                    <a:pt x="108419" y="235458"/>
                    <a:pt x="109049" y="229533"/>
                  </a:cubicBezTo>
                  <a:cubicBezTo>
                    <a:pt x="109680" y="223608"/>
                    <a:pt x="95560" y="219574"/>
                    <a:pt x="76146" y="230668"/>
                  </a:cubicBezTo>
                  <a:cubicBezTo>
                    <a:pt x="56732" y="242013"/>
                    <a:pt x="63792" y="237979"/>
                    <a:pt x="61523" y="246804"/>
                  </a:cubicBezTo>
                  <a:cubicBezTo>
                    <a:pt x="59128" y="255629"/>
                    <a:pt x="50933" y="241509"/>
                    <a:pt x="38579" y="249199"/>
                  </a:cubicBezTo>
                  <a:cubicBezTo>
                    <a:pt x="26225" y="256889"/>
                    <a:pt x="6180" y="262184"/>
                    <a:pt x="2650" y="269748"/>
                  </a:cubicBezTo>
                  <a:cubicBezTo>
                    <a:pt x="-879" y="277438"/>
                    <a:pt x="29124" y="282732"/>
                    <a:pt x="40848" y="285002"/>
                  </a:cubicBezTo>
                  <a:cubicBezTo>
                    <a:pt x="52572" y="287271"/>
                    <a:pt x="26729" y="294961"/>
                    <a:pt x="36184" y="297986"/>
                  </a:cubicBezTo>
                  <a:cubicBezTo>
                    <a:pt x="45639" y="300886"/>
                    <a:pt x="41478" y="309710"/>
                    <a:pt x="56228" y="317400"/>
                  </a:cubicBezTo>
                  <a:cubicBezTo>
                    <a:pt x="70978" y="325090"/>
                    <a:pt x="103881" y="317400"/>
                    <a:pt x="112705" y="317400"/>
                  </a:cubicBezTo>
                  <a:cubicBezTo>
                    <a:pt x="121530" y="317400"/>
                    <a:pt x="129724" y="327990"/>
                    <a:pt x="136784" y="320300"/>
                  </a:cubicBezTo>
                  <a:cubicBezTo>
                    <a:pt x="143843" y="312610"/>
                    <a:pt x="170317" y="291431"/>
                    <a:pt x="183806" y="303785"/>
                  </a:cubicBezTo>
                  <a:cubicBezTo>
                    <a:pt x="197295" y="316140"/>
                    <a:pt x="169056" y="314375"/>
                    <a:pt x="176116" y="322065"/>
                  </a:cubicBezTo>
                  <a:cubicBezTo>
                    <a:pt x="183176" y="329755"/>
                    <a:pt x="192000" y="347908"/>
                    <a:pt x="179015" y="357363"/>
                  </a:cubicBezTo>
                  <a:cubicBezTo>
                    <a:pt x="166031" y="366818"/>
                    <a:pt x="153676" y="360262"/>
                    <a:pt x="146617" y="359758"/>
                  </a:cubicBezTo>
                  <a:cubicBezTo>
                    <a:pt x="139557" y="359128"/>
                    <a:pt x="143717" y="372743"/>
                    <a:pt x="132497" y="381567"/>
                  </a:cubicBezTo>
                  <a:cubicBezTo>
                    <a:pt x="121278" y="390392"/>
                    <a:pt x="113083" y="372113"/>
                    <a:pt x="98964" y="372113"/>
                  </a:cubicBezTo>
                  <a:cubicBezTo>
                    <a:pt x="84845" y="372113"/>
                    <a:pt x="87744" y="390392"/>
                    <a:pt x="88375" y="399217"/>
                  </a:cubicBezTo>
                  <a:cubicBezTo>
                    <a:pt x="89005" y="408041"/>
                    <a:pt x="67196" y="397452"/>
                    <a:pt x="61901" y="418631"/>
                  </a:cubicBezTo>
                  <a:cubicBezTo>
                    <a:pt x="56606" y="439810"/>
                    <a:pt x="34293" y="421530"/>
                    <a:pt x="48916" y="442205"/>
                  </a:cubicBezTo>
                  <a:cubicBezTo>
                    <a:pt x="63792" y="462753"/>
                    <a:pt x="61523" y="449769"/>
                    <a:pt x="73247" y="457963"/>
                  </a:cubicBezTo>
                  <a:cubicBezTo>
                    <a:pt x="84971" y="466157"/>
                    <a:pt x="60262" y="480907"/>
                    <a:pt x="72112" y="483302"/>
                  </a:cubicBezTo>
                  <a:cubicBezTo>
                    <a:pt x="83836" y="485697"/>
                    <a:pt x="96821" y="506876"/>
                    <a:pt x="105015" y="514440"/>
                  </a:cubicBezTo>
                  <a:cubicBezTo>
                    <a:pt x="113209" y="522130"/>
                    <a:pt x="123799" y="510280"/>
                    <a:pt x="136153" y="509776"/>
                  </a:cubicBezTo>
                  <a:cubicBezTo>
                    <a:pt x="148508" y="509145"/>
                    <a:pt x="142583" y="492126"/>
                    <a:pt x="149642" y="498556"/>
                  </a:cubicBezTo>
                  <a:cubicBezTo>
                    <a:pt x="156702" y="504985"/>
                    <a:pt x="166661" y="523895"/>
                    <a:pt x="160232" y="528559"/>
                  </a:cubicBezTo>
                  <a:cubicBezTo>
                    <a:pt x="153802" y="533224"/>
                    <a:pt x="159097" y="547973"/>
                    <a:pt x="157837" y="555033"/>
                  </a:cubicBezTo>
                  <a:cubicBezTo>
                    <a:pt x="156702" y="562093"/>
                    <a:pt x="184940" y="559697"/>
                    <a:pt x="186705" y="551503"/>
                  </a:cubicBezTo>
                  <a:cubicBezTo>
                    <a:pt x="188470" y="543309"/>
                    <a:pt x="210784" y="540914"/>
                    <a:pt x="223138" y="554403"/>
                  </a:cubicBezTo>
                  <a:cubicBezTo>
                    <a:pt x="235493" y="567892"/>
                    <a:pt x="239653" y="570287"/>
                    <a:pt x="239653" y="559697"/>
                  </a:cubicBezTo>
                  <a:cubicBezTo>
                    <a:pt x="239653" y="549108"/>
                    <a:pt x="250242" y="537384"/>
                    <a:pt x="250873" y="546082"/>
                  </a:cubicBezTo>
                  <a:cubicBezTo>
                    <a:pt x="251503" y="554907"/>
                    <a:pt x="261462" y="557302"/>
                    <a:pt x="279741" y="548982"/>
                  </a:cubicBezTo>
                  <a:cubicBezTo>
                    <a:pt x="298021" y="540788"/>
                    <a:pt x="289701" y="549612"/>
                    <a:pt x="280372" y="561336"/>
                  </a:cubicBezTo>
                  <a:cubicBezTo>
                    <a:pt x="267387" y="577599"/>
                    <a:pt x="280372" y="601299"/>
                    <a:pt x="270917" y="603694"/>
                  </a:cubicBezTo>
                  <a:cubicBezTo>
                    <a:pt x="261462" y="606089"/>
                    <a:pt x="253898" y="630168"/>
                    <a:pt x="238518" y="631933"/>
                  </a:cubicBezTo>
                  <a:cubicBezTo>
                    <a:pt x="223264" y="633698"/>
                    <a:pt x="197295" y="662566"/>
                    <a:pt x="193765" y="667231"/>
                  </a:cubicBezTo>
                  <a:cubicBezTo>
                    <a:pt x="190235" y="671895"/>
                    <a:pt x="157332" y="657776"/>
                    <a:pt x="152542" y="671391"/>
                  </a:cubicBezTo>
                  <a:cubicBezTo>
                    <a:pt x="147877" y="684880"/>
                    <a:pt x="127959" y="694965"/>
                    <a:pt x="133128" y="700260"/>
                  </a:cubicBezTo>
                  <a:cubicBezTo>
                    <a:pt x="136658" y="703790"/>
                    <a:pt x="163762" y="690301"/>
                    <a:pt x="164896" y="683241"/>
                  </a:cubicBezTo>
                  <a:cubicBezTo>
                    <a:pt x="166031" y="676181"/>
                    <a:pt x="169561" y="677316"/>
                    <a:pt x="174351" y="682611"/>
                  </a:cubicBezTo>
                  <a:cubicBezTo>
                    <a:pt x="179015" y="687905"/>
                    <a:pt x="190866" y="680216"/>
                    <a:pt x="196160" y="675551"/>
                  </a:cubicBezTo>
                  <a:cubicBezTo>
                    <a:pt x="201455" y="670887"/>
                    <a:pt x="210280" y="672652"/>
                    <a:pt x="215574" y="673156"/>
                  </a:cubicBezTo>
                  <a:cubicBezTo>
                    <a:pt x="220869" y="673786"/>
                    <a:pt x="223264" y="666727"/>
                    <a:pt x="239148" y="663701"/>
                  </a:cubicBezTo>
                  <a:cubicBezTo>
                    <a:pt x="255033" y="660802"/>
                    <a:pt x="251503" y="656011"/>
                    <a:pt x="255033" y="647817"/>
                  </a:cubicBezTo>
                  <a:cubicBezTo>
                    <a:pt x="258562" y="639623"/>
                    <a:pt x="296256" y="621973"/>
                    <a:pt x="303316" y="620082"/>
                  </a:cubicBezTo>
                  <a:cubicBezTo>
                    <a:pt x="310375" y="618318"/>
                    <a:pt x="306215" y="606594"/>
                    <a:pt x="313905" y="605963"/>
                  </a:cubicBezTo>
                  <a:cubicBezTo>
                    <a:pt x="321595" y="605333"/>
                    <a:pt x="333319" y="596004"/>
                    <a:pt x="343278" y="587684"/>
                  </a:cubicBezTo>
                  <a:cubicBezTo>
                    <a:pt x="353237" y="579490"/>
                    <a:pt x="355633" y="583019"/>
                    <a:pt x="363323" y="579994"/>
                  </a:cubicBezTo>
                  <a:cubicBezTo>
                    <a:pt x="371012" y="577094"/>
                    <a:pt x="365087" y="561714"/>
                    <a:pt x="372777" y="560580"/>
                  </a:cubicBezTo>
                  <a:cubicBezTo>
                    <a:pt x="380467" y="559445"/>
                    <a:pt x="386266" y="553520"/>
                    <a:pt x="386266" y="547091"/>
                  </a:cubicBezTo>
                  <a:cubicBezTo>
                    <a:pt x="386266" y="540662"/>
                    <a:pt x="366852" y="540662"/>
                    <a:pt x="365087" y="536501"/>
                  </a:cubicBezTo>
                  <a:cubicBezTo>
                    <a:pt x="363323" y="532341"/>
                    <a:pt x="380341" y="517087"/>
                    <a:pt x="386897" y="517718"/>
                  </a:cubicBezTo>
                  <a:cubicBezTo>
                    <a:pt x="393326" y="518348"/>
                    <a:pt x="403915" y="511288"/>
                    <a:pt x="404546" y="501834"/>
                  </a:cubicBezTo>
                  <a:cubicBezTo>
                    <a:pt x="405176" y="492379"/>
                    <a:pt x="414505" y="490614"/>
                    <a:pt x="422195" y="482419"/>
                  </a:cubicBezTo>
                  <a:cubicBezTo>
                    <a:pt x="429885" y="474225"/>
                    <a:pt x="428120" y="467166"/>
                    <a:pt x="435684" y="466535"/>
                  </a:cubicBezTo>
                  <a:cubicBezTo>
                    <a:pt x="443374" y="465905"/>
                    <a:pt x="450433" y="455315"/>
                    <a:pt x="458628" y="450651"/>
                  </a:cubicBezTo>
                  <a:cubicBezTo>
                    <a:pt x="466822" y="445987"/>
                    <a:pt x="458628" y="456450"/>
                    <a:pt x="474512" y="457080"/>
                  </a:cubicBezTo>
                  <a:cubicBezTo>
                    <a:pt x="490396" y="457711"/>
                    <a:pt x="486866" y="472334"/>
                    <a:pt x="475142" y="467040"/>
                  </a:cubicBezTo>
                  <a:cubicBezTo>
                    <a:pt x="463418" y="461745"/>
                    <a:pt x="458123" y="462375"/>
                    <a:pt x="447534" y="472334"/>
                  </a:cubicBezTo>
                  <a:cubicBezTo>
                    <a:pt x="436944" y="482293"/>
                    <a:pt x="445139" y="485319"/>
                    <a:pt x="436944" y="496413"/>
                  </a:cubicBezTo>
                  <a:cubicBezTo>
                    <a:pt x="428750" y="507632"/>
                    <a:pt x="428120" y="514692"/>
                    <a:pt x="438709" y="515827"/>
                  </a:cubicBezTo>
                  <a:cubicBezTo>
                    <a:pt x="449299" y="516961"/>
                    <a:pt x="439340" y="524651"/>
                    <a:pt x="429255" y="527551"/>
                  </a:cubicBezTo>
                  <a:cubicBezTo>
                    <a:pt x="419295" y="530450"/>
                    <a:pt x="426355" y="536375"/>
                    <a:pt x="439844" y="536375"/>
                  </a:cubicBezTo>
                  <a:cubicBezTo>
                    <a:pt x="453333" y="536375"/>
                    <a:pt x="473377" y="516961"/>
                    <a:pt x="492161" y="507506"/>
                  </a:cubicBezTo>
                  <a:cubicBezTo>
                    <a:pt x="510945" y="498052"/>
                    <a:pt x="525064" y="507506"/>
                    <a:pt x="530359" y="505741"/>
                  </a:cubicBezTo>
                  <a:cubicBezTo>
                    <a:pt x="535653" y="503977"/>
                    <a:pt x="524434" y="495152"/>
                    <a:pt x="530989" y="492253"/>
                  </a:cubicBezTo>
                  <a:cubicBezTo>
                    <a:pt x="537418" y="489353"/>
                    <a:pt x="523299" y="487462"/>
                    <a:pt x="519265" y="476368"/>
                  </a:cubicBezTo>
                  <a:cubicBezTo>
                    <a:pt x="515105" y="465149"/>
                    <a:pt x="525694" y="472208"/>
                    <a:pt x="528090" y="463384"/>
                  </a:cubicBezTo>
                  <a:cubicBezTo>
                    <a:pt x="530485" y="454559"/>
                    <a:pt x="536914" y="458089"/>
                    <a:pt x="542839" y="462249"/>
                  </a:cubicBezTo>
                  <a:cubicBezTo>
                    <a:pt x="548764" y="466409"/>
                    <a:pt x="556958" y="458089"/>
                    <a:pt x="562253" y="469309"/>
                  </a:cubicBezTo>
                  <a:cubicBezTo>
                    <a:pt x="567548" y="480528"/>
                    <a:pt x="573473" y="466409"/>
                    <a:pt x="582802" y="473973"/>
                  </a:cubicBezTo>
                  <a:cubicBezTo>
                    <a:pt x="592257" y="481663"/>
                    <a:pt x="581037" y="480402"/>
                    <a:pt x="571078" y="482798"/>
                  </a:cubicBezTo>
                  <a:cubicBezTo>
                    <a:pt x="561119" y="485193"/>
                    <a:pt x="566413" y="498682"/>
                    <a:pt x="573977" y="492253"/>
                  </a:cubicBezTo>
                  <a:cubicBezTo>
                    <a:pt x="581667" y="485823"/>
                    <a:pt x="588096" y="481663"/>
                    <a:pt x="595156" y="488092"/>
                  </a:cubicBezTo>
                  <a:cubicBezTo>
                    <a:pt x="602216" y="494522"/>
                    <a:pt x="605115" y="491622"/>
                    <a:pt x="611040" y="485697"/>
                  </a:cubicBezTo>
                  <a:cubicBezTo>
                    <a:pt x="616965" y="479772"/>
                    <a:pt x="616965" y="486327"/>
                    <a:pt x="616965" y="490992"/>
                  </a:cubicBezTo>
                  <a:cubicBezTo>
                    <a:pt x="616965" y="495656"/>
                    <a:pt x="629320" y="497421"/>
                    <a:pt x="646969" y="500447"/>
                  </a:cubicBezTo>
                  <a:cubicBezTo>
                    <a:pt x="664618" y="503346"/>
                    <a:pt x="696386" y="499312"/>
                    <a:pt x="704581" y="498682"/>
                  </a:cubicBezTo>
                  <a:cubicBezTo>
                    <a:pt x="712775" y="498052"/>
                    <a:pt x="709875" y="511036"/>
                    <a:pt x="728155" y="514566"/>
                  </a:cubicBezTo>
                  <a:cubicBezTo>
                    <a:pt x="746434" y="518096"/>
                    <a:pt x="751099" y="496287"/>
                    <a:pt x="760553" y="503977"/>
                  </a:cubicBezTo>
                  <a:cubicBezTo>
                    <a:pt x="770008" y="511667"/>
                    <a:pt x="760553" y="514566"/>
                    <a:pt x="755259" y="520491"/>
                  </a:cubicBezTo>
                  <a:cubicBezTo>
                    <a:pt x="749964" y="526416"/>
                    <a:pt x="761184" y="526920"/>
                    <a:pt x="768243" y="529946"/>
                  </a:cubicBezTo>
                  <a:cubicBezTo>
                    <a:pt x="775303" y="532846"/>
                    <a:pt x="791818" y="537636"/>
                    <a:pt x="799381" y="545200"/>
                  </a:cubicBezTo>
                  <a:cubicBezTo>
                    <a:pt x="807071" y="552890"/>
                    <a:pt x="811736" y="561084"/>
                    <a:pt x="830520" y="570539"/>
                  </a:cubicBezTo>
                  <a:cubicBezTo>
                    <a:pt x="849303" y="579994"/>
                    <a:pt x="831150" y="546965"/>
                    <a:pt x="845773" y="557554"/>
                  </a:cubicBezTo>
                  <a:cubicBezTo>
                    <a:pt x="860523" y="568144"/>
                    <a:pt x="855228" y="558185"/>
                    <a:pt x="866952" y="568774"/>
                  </a:cubicBezTo>
                  <a:cubicBezTo>
                    <a:pt x="878676" y="579364"/>
                    <a:pt x="874642" y="564110"/>
                    <a:pt x="869348" y="546461"/>
                  </a:cubicBezTo>
                  <a:cubicBezTo>
                    <a:pt x="864053" y="528811"/>
                    <a:pt x="874642" y="540535"/>
                    <a:pt x="879937" y="548856"/>
                  </a:cubicBezTo>
                  <a:cubicBezTo>
                    <a:pt x="885232" y="557050"/>
                    <a:pt x="885232" y="572934"/>
                    <a:pt x="881702" y="583524"/>
                  </a:cubicBezTo>
                  <a:cubicBezTo>
                    <a:pt x="878172" y="594113"/>
                    <a:pt x="860523" y="585289"/>
                    <a:pt x="862288" y="579364"/>
                  </a:cubicBezTo>
                  <a:cubicBezTo>
                    <a:pt x="864053" y="573438"/>
                    <a:pt x="844639" y="575834"/>
                    <a:pt x="844008" y="584028"/>
                  </a:cubicBezTo>
                  <a:cubicBezTo>
                    <a:pt x="843378" y="592222"/>
                    <a:pt x="856363" y="608232"/>
                    <a:pt x="865818" y="609871"/>
                  </a:cubicBezTo>
                  <a:cubicBezTo>
                    <a:pt x="875273" y="611636"/>
                    <a:pt x="868213" y="626386"/>
                    <a:pt x="874012" y="628151"/>
                  </a:cubicBezTo>
                  <a:cubicBezTo>
                    <a:pt x="882080" y="630546"/>
                    <a:pt x="881702" y="645800"/>
                    <a:pt x="886366" y="643404"/>
                  </a:cubicBezTo>
                  <a:cubicBezTo>
                    <a:pt x="891031" y="641009"/>
                    <a:pt x="889266" y="622856"/>
                    <a:pt x="883971" y="614536"/>
                  </a:cubicBezTo>
                  <a:cubicBezTo>
                    <a:pt x="878676" y="606341"/>
                    <a:pt x="881072" y="594491"/>
                    <a:pt x="888131" y="596887"/>
                  </a:cubicBezTo>
                  <a:cubicBezTo>
                    <a:pt x="895191" y="599282"/>
                    <a:pt x="888131" y="611636"/>
                    <a:pt x="891661" y="615670"/>
                  </a:cubicBezTo>
                  <a:cubicBezTo>
                    <a:pt x="895191" y="619830"/>
                    <a:pt x="899351" y="611510"/>
                    <a:pt x="907545" y="606846"/>
                  </a:cubicBezTo>
                  <a:cubicBezTo>
                    <a:pt x="915740" y="602055"/>
                    <a:pt x="904015" y="588566"/>
                    <a:pt x="906915" y="581507"/>
                  </a:cubicBezTo>
                  <a:cubicBezTo>
                    <a:pt x="909814" y="574447"/>
                    <a:pt x="919269" y="587432"/>
                    <a:pt x="922799" y="599786"/>
                  </a:cubicBezTo>
                  <a:cubicBezTo>
                    <a:pt x="926329" y="612140"/>
                    <a:pt x="913975" y="611636"/>
                    <a:pt x="913975" y="618065"/>
                  </a:cubicBezTo>
                  <a:cubicBezTo>
                    <a:pt x="913975" y="624495"/>
                    <a:pt x="902755" y="621595"/>
                    <a:pt x="899225" y="625125"/>
                  </a:cubicBezTo>
                  <a:cubicBezTo>
                    <a:pt x="895695" y="628655"/>
                    <a:pt x="897460" y="652229"/>
                    <a:pt x="902124" y="652733"/>
                  </a:cubicBezTo>
                  <a:cubicBezTo>
                    <a:pt x="906789" y="653364"/>
                    <a:pt x="909814" y="633319"/>
                    <a:pt x="912714" y="643279"/>
                  </a:cubicBezTo>
                  <a:cubicBezTo>
                    <a:pt x="915613" y="653238"/>
                    <a:pt x="926833" y="630294"/>
                    <a:pt x="929733" y="639749"/>
                  </a:cubicBezTo>
                  <a:cubicBezTo>
                    <a:pt x="932632" y="649203"/>
                    <a:pt x="946752" y="659793"/>
                    <a:pt x="952046" y="657398"/>
                  </a:cubicBezTo>
                  <a:cubicBezTo>
                    <a:pt x="957341" y="655003"/>
                    <a:pt x="949651" y="645043"/>
                    <a:pt x="941457" y="644413"/>
                  </a:cubicBezTo>
                  <a:cubicBezTo>
                    <a:pt x="933263" y="643783"/>
                    <a:pt x="934397" y="630294"/>
                    <a:pt x="942087" y="629663"/>
                  </a:cubicBezTo>
                  <a:cubicBezTo>
                    <a:pt x="949777" y="629033"/>
                    <a:pt x="963266" y="649077"/>
                    <a:pt x="962636" y="656137"/>
                  </a:cubicBezTo>
                  <a:cubicBezTo>
                    <a:pt x="962005" y="663197"/>
                    <a:pt x="955576" y="662566"/>
                    <a:pt x="949147" y="669752"/>
                  </a:cubicBezTo>
                  <a:cubicBezTo>
                    <a:pt x="942717" y="676812"/>
                    <a:pt x="933893" y="658028"/>
                    <a:pt x="926203" y="658532"/>
                  </a:cubicBezTo>
                  <a:cubicBezTo>
                    <a:pt x="918513" y="659163"/>
                    <a:pt x="926203" y="670887"/>
                    <a:pt x="929733" y="679081"/>
                  </a:cubicBezTo>
                  <a:cubicBezTo>
                    <a:pt x="933263" y="687275"/>
                    <a:pt x="920278" y="698495"/>
                    <a:pt x="930363" y="704924"/>
                  </a:cubicBezTo>
                  <a:cubicBezTo>
                    <a:pt x="940322" y="711354"/>
                    <a:pt x="937423" y="700764"/>
                    <a:pt x="939188" y="696100"/>
                  </a:cubicBezTo>
                  <a:cubicBezTo>
                    <a:pt x="940953" y="691435"/>
                    <a:pt x="948643" y="697234"/>
                    <a:pt x="953937" y="701394"/>
                  </a:cubicBezTo>
                  <a:cubicBezTo>
                    <a:pt x="958854" y="705176"/>
                    <a:pt x="959862" y="691940"/>
                    <a:pt x="959862" y="686645"/>
                  </a:cubicBezTo>
                  <a:cubicBezTo>
                    <a:pt x="959862" y="681350"/>
                    <a:pt x="968687" y="684250"/>
                    <a:pt x="973351" y="691309"/>
                  </a:cubicBezTo>
                  <a:cubicBezTo>
                    <a:pt x="978016" y="698369"/>
                    <a:pt x="978646" y="683619"/>
                    <a:pt x="985706" y="684880"/>
                  </a:cubicBezTo>
                  <a:cubicBezTo>
                    <a:pt x="992765" y="686015"/>
                    <a:pt x="988101" y="697234"/>
                    <a:pt x="988101" y="703664"/>
                  </a:cubicBezTo>
                  <a:cubicBezTo>
                    <a:pt x="988101" y="710093"/>
                    <a:pt x="1000455" y="698369"/>
                    <a:pt x="999321" y="705429"/>
                  </a:cubicBezTo>
                  <a:cubicBezTo>
                    <a:pt x="999195" y="706437"/>
                    <a:pt x="999195" y="707446"/>
                    <a:pt x="999321" y="708454"/>
                  </a:cubicBezTo>
                  <a:cubicBezTo>
                    <a:pt x="1005876" y="703790"/>
                    <a:pt x="1012557" y="698999"/>
                    <a:pt x="1017474" y="695595"/>
                  </a:cubicBezTo>
                  <a:cubicBezTo>
                    <a:pt x="1030081" y="687905"/>
                    <a:pt x="1008145" y="682359"/>
                    <a:pt x="1012053" y="672273"/>
                  </a:cubicBezTo>
                  <a:close/>
                  <a:moveTo>
                    <a:pt x="19039" y="755728"/>
                  </a:moveTo>
                  <a:cubicBezTo>
                    <a:pt x="33158" y="749803"/>
                    <a:pt x="39083" y="742744"/>
                    <a:pt x="33158" y="735684"/>
                  </a:cubicBezTo>
                  <a:cubicBezTo>
                    <a:pt x="27359" y="728751"/>
                    <a:pt x="8197" y="760267"/>
                    <a:pt x="19039" y="755728"/>
                  </a:cubicBezTo>
                  <a:close/>
                  <a:moveTo>
                    <a:pt x="119135" y="702781"/>
                  </a:moveTo>
                  <a:cubicBezTo>
                    <a:pt x="106150" y="698117"/>
                    <a:pt x="72112" y="718791"/>
                    <a:pt x="83836" y="720430"/>
                  </a:cubicBezTo>
                  <a:cubicBezTo>
                    <a:pt x="92031" y="721565"/>
                    <a:pt x="95560" y="713371"/>
                    <a:pt x="105015" y="713371"/>
                  </a:cubicBezTo>
                  <a:cubicBezTo>
                    <a:pt x="114470" y="713497"/>
                    <a:pt x="132119" y="707572"/>
                    <a:pt x="119135" y="702781"/>
                  </a:cubicBezTo>
                  <a:close/>
                  <a:moveTo>
                    <a:pt x="417531" y="564488"/>
                  </a:moveTo>
                  <a:cubicBezTo>
                    <a:pt x="418161" y="558059"/>
                    <a:pt x="408706" y="558563"/>
                    <a:pt x="396982" y="572178"/>
                  </a:cubicBezTo>
                  <a:cubicBezTo>
                    <a:pt x="385258" y="585667"/>
                    <a:pt x="375173" y="592726"/>
                    <a:pt x="373408" y="599282"/>
                  </a:cubicBezTo>
                  <a:cubicBezTo>
                    <a:pt x="371643" y="605711"/>
                    <a:pt x="358154" y="598147"/>
                    <a:pt x="353994" y="606341"/>
                  </a:cubicBezTo>
                  <a:cubicBezTo>
                    <a:pt x="349834" y="614536"/>
                    <a:pt x="356893" y="632815"/>
                    <a:pt x="365213" y="627016"/>
                  </a:cubicBezTo>
                  <a:cubicBezTo>
                    <a:pt x="373408" y="621091"/>
                    <a:pt x="374038" y="627016"/>
                    <a:pt x="379333" y="627016"/>
                  </a:cubicBezTo>
                  <a:cubicBezTo>
                    <a:pt x="384628" y="627016"/>
                    <a:pt x="408706" y="610502"/>
                    <a:pt x="414001" y="602307"/>
                  </a:cubicBezTo>
                  <a:cubicBezTo>
                    <a:pt x="419295" y="594113"/>
                    <a:pt x="404546" y="591718"/>
                    <a:pt x="404042" y="586423"/>
                  </a:cubicBezTo>
                  <a:cubicBezTo>
                    <a:pt x="403411" y="581128"/>
                    <a:pt x="416396" y="581128"/>
                    <a:pt x="422825" y="577599"/>
                  </a:cubicBezTo>
                  <a:cubicBezTo>
                    <a:pt x="429255" y="573943"/>
                    <a:pt x="416900" y="571043"/>
                    <a:pt x="417531" y="564488"/>
                  </a:cubicBezTo>
                  <a:close/>
                  <a:moveTo>
                    <a:pt x="42613" y="495152"/>
                  </a:moveTo>
                  <a:cubicBezTo>
                    <a:pt x="41478" y="485697"/>
                    <a:pt x="16139" y="494522"/>
                    <a:pt x="19039" y="503346"/>
                  </a:cubicBezTo>
                  <a:cubicBezTo>
                    <a:pt x="21938" y="512171"/>
                    <a:pt x="45891" y="517970"/>
                    <a:pt x="56102" y="514566"/>
                  </a:cubicBezTo>
                  <a:cubicBezTo>
                    <a:pt x="64927" y="511667"/>
                    <a:pt x="67826" y="502212"/>
                    <a:pt x="61397" y="496287"/>
                  </a:cubicBezTo>
                  <a:cubicBezTo>
                    <a:pt x="54967" y="490362"/>
                    <a:pt x="43874" y="504481"/>
                    <a:pt x="42613" y="495152"/>
                  </a:cubicBezTo>
                  <a:close/>
                  <a:moveTo>
                    <a:pt x="329411" y="1794504"/>
                  </a:moveTo>
                  <a:cubicBezTo>
                    <a:pt x="314661" y="1796269"/>
                    <a:pt x="322856" y="1832954"/>
                    <a:pt x="330672" y="1826903"/>
                  </a:cubicBezTo>
                  <a:cubicBezTo>
                    <a:pt x="336345" y="1822617"/>
                    <a:pt x="346682" y="1821734"/>
                    <a:pt x="349708" y="1816061"/>
                  </a:cubicBezTo>
                  <a:cubicBezTo>
                    <a:pt x="353742" y="1808624"/>
                    <a:pt x="344161" y="1792739"/>
                    <a:pt x="329411" y="1794504"/>
                  </a:cubicBezTo>
                  <a:close/>
                  <a:moveTo>
                    <a:pt x="309871" y="1771939"/>
                  </a:moveTo>
                  <a:cubicBezTo>
                    <a:pt x="301172" y="1773199"/>
                    <a:pt x="306845" y="1789084"/>
                    <a:pt x="312518" y="1784923"/>
                  </a:cubicBezTo>
                  <a:cubicBezTo>
                    <a:pt x="321973" y="1777990"/>
                    <a:pt x="318569" y="1770678"/>
                    <a:pt x="309871" y="1771939"/>
                  </a:cubicBezTo>
                  <a:close/>
                  <a:moveTo>
                    <a:pt x="218222" y="1742061"/>
                  </a:moveTo>
                  <a:cubicBezTo>
                    <a:pt x="226038" y="1750256"/>
                    <a:pt x="231585" y="1748112"/>
                    <a:pt x="233854" y="1740801"/>
                  </a:cubicBezTo>
                  <a:cubicBezTo>
                    <a:pt x="235871" y="1733489"/>
                    <a:pt x="209775" y="1733237"/>
                    <a:pt x="218222" y="1742061"/>
                  </a:cubicBezTo>
                  <a:close/>
                  <a:moveTo>
                    <a:pt x="259697" y="1759836"/>
                  </a:moveTo>
                  <a:cubicBezTo>
                    <a:pt x="265370" y="1768535"/>
                    <a:pt x="271421" y="1770300"/>
                    <a:pt x="276086" y="1762484"/>
                  </a:cubicBezTo>
                  <a:cubicBezTo>
                    <a:pt x="280876" y="1754668"/>
                    <a:pt x="253142" y="1749751"/>
                    <a:pt x="259697" y="1759836"/>
                  </a:cubicBezTo>
                  <a:close/>
                  <a:moveTo>
                    <a:pt x="2674599" y="971930"/>
                  </a:moveTo>
                  <a:cubicBezTo>
                    <a:pt x="2673842" y="964114"/>
                    <a:pt x="2650268" y="970291"/>
                    <a:pt x="2639301" y="961719"/>
                  </a:cubicBezTo>
                  <a:cubicBezTo>
                    <a:pt x="2628333" y="953020"/>
                    <a:pt x="2609423" y="992353"/>
                    <a:pt x="2605515" y="1008741"/>
                  </a:cubicBezTo>
                  <a:cubicBezTo>
                    <a:pt x="2601607" y="1025256"/>
                    <a:pt x="2572612" y="1043283"/>
                    <a:pt x="2572612" y="1043283"/>
                  </a:cubicBezTo>
                  <a:cubicBezTo>
                    <a:pt x="2572612" y="1043283"/>
                    <a:pt x="2488653" y="1044039"/>
                    <a:pt x="2481593" y="1044039"/>
                  </a:cubicBezTo>
                  <a:cubicBezTo>
                    <a:pt x="2476677" y="1044039"/>
                    <a:pt x="2457389" y="1060680"/>
                    <a:pt x="2446043" y="1070891"/>
                  </a:cubicBezTo>
                  <a:cubicBezTo>
                    <a:pt x="2446421" y="1071269"/>
                    <a:pt x="2446673" y="1071773"/>
                    <a:pt x="2447052" y="1072278"/>
                  </a:cubicBezTo>
                  <a:cubicBezTo>
                    <a:pt x="2455498" y="1087532"/>
                    <a:pt x="2424738" y="1096986"/>
                    <a:pt x="2395239" y="1098121"/>
                  </a:cubicBezTo>
                  <a:cubicBezTo>
                    <a:pt x="2386162" y="1098499"/>
                    <a:pt x="2379355" y="1099382"/>
                    <a:pt x="2374186" y="1100138"/>
                  </a:cubicBezTo>
                  <a:cubicBezTo>
                    <a:pt x="2375195" y="1103794"/>
                    <a:pt x="2376077" y="1107702"/>
                    <a:pt x="2375699" y="1110601"/>
                  </a:cubicBezTo>
                  <a:cubicBezTo>
                    <a:pt x="2375447" y="1112493"/>
                    <a:pt x="2372295" y="1114762"/>
                    <a:pt x="2367883" y="1117157"/>
                  </a:cubicBezTo>
                  <a:cubicBezTo>
                    <a:pt x="2363344" y="1126234"/>
                    <a:pt x="2327290" y="1143883"/>
                    <a:pt x="2307119" y="1154472"/>
                  </a:cubicBezTo>
                  <a:cubicBezTo>
                    <a:pt x="2284806" y="1166196"/>
                    <a:pt x="2254172" y="1160397"/>
                    <a:pt x="2254172" y="1142748"/>
                  </a:cubicBezTo>
                  <a:cubicBezTo>
                    <a:pt x="2254172" y="1125099"/>
                    <a:pt x="2270687" y="1128629"/>
                    <a:pt x="2274216" y="1136823"/>
                  </a:cubicBezTo>
                  <a:cubicBezTo>
                    <a:pt x="2275603" y="1139849"/>
                    <a:pt x="2279511" y="1137706"/>
                    <a:pt x="2284932" y="1133798"/>
                  </a:cubicBezTo>
                  <a:cubicBezTo>
                    <a:pt x="2279385" y="1128377"/>
                    <a:pt x="2279385" y="1119678"/>
                    <a:pt x="2280646" y="1112997"/>
                  </a:cubicBezTo>
                  <a:cubicBezTo>
                    <a:pt x="2273838" y="1110097"/>
                    <a:pt x="2284428" y="1083750"/>
                    <a:pt x="2270687" y="1079211"/>
                  </a:cubicBezTo>
                  <a:cubicBezTo>
                    <a:pt x="2256567" y="1074421"/>
                    <a:pt x="2240053" y="1099256"/>
                    <a:pt x="2242448" y="1083876"/>
                  </a:cubicBezTo>
                  <a:cubicBezTo>
                    <a:pt x="2244843" y="1068622"/>
                    <a:pt x="2266022" y="1055637"/>
                    <a:pt x="2253038" y="1035593"/>
                  </a:cubicBezTo>
                  <a:cubicBezTo>
                    <a:pt x="2240053" y="1015549"/>
                    <a:pt x="2216605" y="1015549"/>
                    <a:pt x="2211814" y="1030802"/>
                  </a:cubicBezTo>
                  <a:cubicBezTo>
                    <a:pt x="2207150" y="1046056"/>
                    <a:pt x="2190635" y="1038997"/>
                    <a:pt x="2184710" y="1050847"/>
                  </a:cubicBezTo>
                  <a:cubicBezTo>
                    <a:pt x="2178785" y="1062571"/>
                    <a:pt x="2172986" y="1088540"/>
                    <a:pt x="2177650" y="1107324"/>
                  </a:cubicBezTo>
                  <a:cubicBezTo>
                    <a:pt x="2182315" y="1126108"/>
                    <a:pt x="2176516" y="1135562"/>
                    <a:pt x="2158867" y="1146152"/>
                  </a:cubicBezTo>
                  <a:cubicBezTo>
                    <a:pt x="2141218" y="1156741"/>
                    <a:pt x="2132015" y="1130016"/>
                    <a:pt x="2138823" y="1095600"/>
                  </a:cubicBezTo>
                  <a:cubicBezTo>
                    <a:pt x="2143487" y="1072026"/>
                    <a:pt x="2156472" y="1049712"/>
                    <a:pt x="2144748" y="1049712"/>
                  </a:cubicBezTo>
                  <a:cubicBezTo>
                    <a:pt x="2133024" y="1049712"/>
                    <a:pt x="2160001" y="1021474"/>
                    <a:pt x="2184710" y="1015549"/>
                  </a:cubicBezTo>
                  <a:cubicBezTo>
                    <a:pt x="2209419" y="1009623"/>
                    <a:pt x="2240053" y="1012019"/>
                    <a:pt x="2240053" y="1004959"/>
                  </a:cubicBezTo>
                  <a:cubicBezTo>
                    <a:pt x="2240053" y="1003572"/>
                    <a:pt x="2241187" y="1002564"/>
                    <a:pt x="2243078" y="1001933"/>
                  </a:cubicBezTo>
                  <a:cubicBezTo>
                    <a:pt x="2238036" y="997899"/>
                    <a:pt x="2232489" y="994243"/>
                    <a:pt x="2227951" y="991470"/>
                  </a:cubicBezTo>
                  <a:cubicBezTo>
                    <a:pt x="2227446" y="992983"/>
                    <a:pt x="2226564" y="994369"/>
                    <a:pt x="2224799" y="995630"/>
                  </a:cubicBezTo>
                  <a:cubicBezTo>
                    <a:pt x="2215092" y="1002438"/>
                    <a:pt x="2217739" y="985041"/>
                    <a:pt x="2200090" y="985041"/>
                  </a:cubicBezTo>
                  <a:cubicBezTo>
                    <a:pt x="2182441" y="985041"/>
                    <a:pt x="2164792" y="1001555"/>
                    <a:pt x="2150673" y="994496"/>
                  </a:cubicBezTo>
                  <a:cubicBezTo>
                    <a:pt x="2136553" y="987436"/>
                    <a:pt x="2143613" y="977981"/>
                    <a:pt x="2130628" y="977981"/>
                  </a:cubicBezTo>
                  <a:cubicBezTo>
                    <a:pt x="2117644" y="977981"/>
                    <a:pt x="2140083" y="953272"/>
                    <a:pt x="2121173" y="963862"/>
                  </a:cubicBezTo>
                  <a:cubicBezTo>
                    <a:pt x="2102390" y="974451"/>
                    <a:pt x="2074151" y="1000295"/>
                    <a:pt x="2061166" y="988571"/>
                  </a:cubicBezTo>
                  <a:cubicBezTo>
                    <a:pt x="2048182" y="976846"/>
                    <a:pt x="2036458" y="992100"/>
                    <a:pt x="2027003" y="982646"/>
                  </a:cubicBezTo>
                  <a:cubicBezTo>
                    <a:pt x="2017548" y="973191"/>
                    <a:pt x="2059906" y="947347"/>
                    <a:pt x="2079950" y="948482"/>
                  </a:cubicBezTo>
                  <a:cubicBezTo>
                    <a:pt x="2084867" y="948734"/>
                    <a:pt x="2089405" y="946591"/>
                    <a:pt x="2093565" y="943187"/>
                  </a:cubicBezTo>
                  <a:cubicBezTo>
                    <a:pt x="2083102" y="939279"/>
                    <a:pt x="2061292" y="930833"/>
                    <a:pt x="2055620" y="937892"/>
                  </a:cubicBezTo>
                  <a:cubicBezTo>
                    <a:pt x="2048560" y="946465"/>
                    <a:pt x="2038349" y="941044"/>
                    <a:pt x="2032928" y="933984"/>
                  </a:cubicBezTo>
                  <a:cubicBezTo>
                    <a:pt x="2027381" y="926925"/>
                    <a:pt x="2020321" y="936380"/>
                    <a:pt x="2010993" y="925412"/>
                  </a:cubicBezTo>
                  <a:cubicBezTo>
                    <a:pt x="2001538" y="914444"/>
                    <a:pt x="1992209" y="922260"/>
                    <a:pt x="1986662" y="924656"/>
                  </a:cubicBezTo>
                  <a:cubicBezTo>
                    <a:pt x="1981115" y="927051"/>
                    <a:pt x="1974055" y="920748"/>
                    <a:pt x="1963844" y="916840"/>
                  </a:cubicBezTo>
                  <a:cubicBezTo>
                    <a:pt x="1953633" y="912932"/>
                    <a:pt x="1961449" y="902720"/>
                    <a:pt x="1952877" y="896417"/>
                  </a:cubicBezTo>
                  <a:cubicBezTo>
                    <a:pt x="1944304" y="890114"/>
                    <a:pt x="1943800" y="908267"/>
                    <a:pt x="1943800" y="908267"/>
                  </a:cubicBezTo>
                  <a:lnTo>
                    <a:pt x="1212371" y="912175"/>
                  </a:lnTo>
                  <a:cubicBezTo>
                    <a:pt x="1213127" y="913436"/>
                    <a:pt x="1214009" y="914570"/>
                    <a:pt x="1215018" y="915579"/>
                  </a:cubicBezTo>
                  <a:cubicBezTo>
                    <a:pt x="1223842" y="925034"/>
                    <a:pt x="1216783" y="932094"/>
                    <a:pt x="1219682" y="943313"/>
                  </a:cubicBezTo>
                  <a:cubicBezTo>
                    <a:pt x="1222582" y="954533"/>
                    <a:pt x="1220313" y="970417"/>
                    <a:pt x="1211488" y="970417"/>
                  </a:cubicBezTo>
                  <a:cubicBezTo>
                    <a:pt x="1202664" y="970417"/>
                    <a:pt x="1201529" y="960458"/>
                    <a:pt x="1207958" y="956928"/>
                  </a:cubicBezTo>
                  <a:cubicBezTo>
                    <a:pt x="1214388" y="953398"/>
                    <a:pt x="1210858" y="940414"/>
                    <a:pt x="1204429" y="940414"/>
                  </a:cubicBezTo>
                  <a:cubicBezTo>
                    <a:pt x="1200647" y="940414"/>
                    <a:pt x="1199134" y="936002"/>
                    <a:pt x="1199260" y="930833"/>
                  </a:cubicBezTo>
                  <a:cubicBezTo>
                    <a:pt x="1187284" y="934110"/>
                    <a:pt x="1173416" y="932598"/>
                    <a:pt x="1157280" y="930707"/>
                  </a:cubicBezTo>
                  <a:cubicBezTo>
                    <a:pt x="1157532" y="931337"/>
                    <a:pt x="1157784" y="932094"/>
                    <a:pt x="1157910" y="932850"/>
                  </a:cubicBezTo>
                  <a:cubicBezTo>
                    <a:pt x="1158541" y="939909"/>
                    <a:pt x="1162071" y="955794"/>
                    <a:pt x="1171399" y="968148"/>
                  </a:cubicBezTo>
                  <a:cubicBezTo>
                    <a:pt x="1180854" y="980502"/>
                    <a:pt x="1174299" y="988192"/>
                    <a:pt x="1183123" y="992857"/>
                  </a:cubicBezTo>
                  <a:cubicBezTo>
                    <a:pt x="1191948" y="997521"/>
                    <a:pt x="1191318" y="1002816"/>
                    <a:pt x="1183123" y="1001681"/>
                  </a:cubicBezTo>
                  <a:cubicBezTo>
                    <a:pt x="1174929" y="1000547"/>
                    <a:pt x="1180728" y="1008111"/>
                    <a:pt x="1177829" y="1025886"/>
                  </a:cubicBezTo>
                  <a:cubicBezTo>
                    <a:pt x="1174929" y="1043535"/>
                    <a:pt x="1175434" y="1079968"/>
                    <a:pt x="1173669" y="1091188"/>
                  </a:cubicBezTo>
                  <a:cubicBezTo>
                    <a:pt x="1171904" y="1102407"/>
                    <a:pt x="1158919" y="1120561"/>
                    <a:pt x="1166609" y="1132411"/>
                  </a:cubicBezTo>
                  <a:cubicBezTo>
                    <a:pt x="1174299" y="1144135"/>
                    <a:pt x="1179594" y="1160649"/>
                    <a:pt x="1175434" y="1175399"/>
                  </a:cubicBezTo>
                  <a:cubicBezTo>
                    <a:pt x="1171273" y="1190148"/>
                    <a:pt x="1171904" y="1198973"/>
                    <a:pt x="1178333" y="1210067"/>
                  </a:cubicBezTo>
                  <a:cubicBezTo>
                    <a:pt x="1184762" y="1221287"/>
                    <a:pt x="1179468" y="1240701"/>
                    <a:pt x="1186527" y="1244735"/>
                  </a:cubicBezTo>
                  <a:cubicBezTo>
                    <a:pt x="1193587" y="1248895"/>
                    <a:pt x="1200016" y="1257089"/>
                    <a:pt x="1206572" y="1267679"/>
                  </a:cubicBezTo>
                  <a:cubicBezTo>
                    <a:pt x="1213001" y="1278268"/>
                    <a:pt x="1218926" y="1271839"/>
                    <a:pt x="1220061" y="1282428"/>
                  </a:cubicBezTo>
                  <a:cubicBezTo>
                    <a:pt x="1221195" y="1293018"/>
                    <a:pt x="1221195" y="1294782"/>
                    <a:pt x="1230650" y="1298943"/>
                  </a:cubicBezTo>
                  <a:cubicBezTo>
                    <a:pt x="1240105" y="1303103"/>
                    <a:pt x="1234180" y="1313692"/>
                    <a:pt x="1234180" y="1319491"/>
                  </a:cubicBezTo>
                  <a:cubicBezTo>
                    <a:pt x="1234180" y="1325416"/>
                    <a:pt x="1246534" y="1336006"/>
                    <a:pt x="1261788" y="1349495"/>
                  </a:cubicBezTo>
                  <a:cubicBezTo>
                    <a:pt x="1277042" y="1362984"/>
                    <a:pt x="1264183" y="1374204"/>
                    <a:pt x="1275277" y="1374204"/>
                  </a:cubicBezTo>
                  <a:cubicBezTo>
                    <a:pt x="1286497" y="1374204"/>
                    <a:pt x="1297086" y="1380633"/>
                    <a:pt x="1308180" y="1387693"/>
                  </a:cubicBezTo>
                  <a:cubicBezTo>
                    <a:pt x="1319400" y="1394752"/>
                    <a:pt x="1322930" y="1390592"/>
                    <a:pt x="1330494" y="1392357"/>
                  </a:cubicBezTo>
                  <a:cubicBezTo>
                    <a:pt x="1338183" y="1394122"/>
                    <a:pt x="1352303" y="1410636"/>
                    <a:pt x="1355202" y="1421730"/>
                  </a:cubicBezTo>
                  <a:cubicBezTo>
                    <a:pt x="1356589" y="1427025"/>
                    <a:pt x="1358354" y="1432572"/>
                    <a:pt x="1361127" y="1438497"/>
                  </a:cubicBezTo>
                  <a:lnTo>
                    <a:pt x="1422143" y="1430555"/>
                  </a:lnTo>
                  <a:cubicBezTo>
                    <a:pt x="1422143" y="1430555"/>
                    <a:pt x="1441053" y="1443791"/>
                    <a:pt x="1451642" y="1446313"/>
                  </a:cubicBezTo>
                  <a:cubicBezTo>
                    <a:pt x="1462358" y="1448834"/>
                    <a:pt x="1520221" y="1470139"/>
                    <a:pt x="1520221" y="1470139"/>
                  </a:cubicBezTo>
                  <a:lnTo>
                    <a:pt x="1595608" y="1469509"/>
                  </a:lnTo>
                  <a:lnTo>
                    <a:pt x="1604433" y="1458163"/>
                  </a:lnTo>
                  <a:lnTo>
                    <a:pt x="1645908" y="1458163"/>
                  </a:lnTo>
                  <a:cubicBezTo>
                    <a:pt x="1645908" y="1458163"/>
                    <a:pt x="1672256" y="1483880"/>
                    <a:pt x="1676038" y="1485267"/>
                  </a:cubicBezTo>
                  <a:cubicBezTo>
                    <a:pt x="1679820" y="1486527"/>
                    <a:pt x="1693057" y="1498504"/>
                    <a:pt x="1693057" y="1506068"/>
                  </a:cubicBezTo>
                  <a:cubicBezTo>
                    <a:pt x="1693057" y="1513631"/>
                    <a:pt x="1696208" y="1519935"/>
                    <a:pt x="1702511" y="1523086"/>
                  </a:cubicBezTo>
                  <a:cubicBezTo>
                    <a:pt x="1708815" y="1526238"/>
                    <a:pt x="1730120" y="1540105"/>
                    <a:pt x="1733271" y="1538844"/>
                  </a:cubicBezTo>
                  <a:cubicBezTo>
                    <a:pt x="1736423" y="1537584"/>
                    <a:pt x="1742726" y="1513758"/>
                    <a:pt x="1754072" y="1514388"/>
                  </a:cubicBezTo>
                  <a:cubicBezTo>
                    <a:pt x="1765418" y="1515018"/>
                    <a:pt x="1796178" y="1523843"/>
                    <a:pt x="1801220" y="1541366"/>
                  </a:cubicBezTo>
                  <a:cubicBezTo>
                    <a:pt x="1806263" y="1559015"/>
                    <a:pt x="1821265" y="1573386"/>
                    <a:pt x="1826307" y="1577168"/>
                  </a:cubicBezTo>
                  <a:cubicBezTo>
                    <a:pt x="1831350" y="1580950"/>
                    <a:pt x="1828829" y="1591666"/>
                    <a:pt x="1832610" y="1597339"/>
                  </a:cubicBezTo>
                  <a:cubicBezTo>
                    <a:pt x="1836392" y="1603011"/>
                    <a:pt x="1835762" y="1613727"/>
                    <a:pt x="1840174" y="1613727"/>
                  </a:cubicBezTo>
                  <a:cubicBezTo>
                    <a:pt x="1844587" y="1613727"/>
                    <a:pt x="1867278" y="1627594"/>
                    <a:pt x="1877238" y="1626964"/>
                  </a:cubicBezTo>
                  <a:cubicBezTo>
                    <a:pt x="1880263" y="1626838"/>
                    <a:pt x="1884171" y="1628603"/>
                    <a:pt x="1888331" y="1631124"/>
                  </a:cubicBezTo>
                  <a:cubicBezTo>
                    <a:pt x="1889592" y="1610071"/>
                    <a:pt x="1867909" y="1606541"/>
                    <a:pt x="1880641" y="1596960"/>
                  </a:cubicBezTo>
                  <a:cubicBezTo>
                    <a:pt x="1895391" y="1585741"/>
                    <a:pt x="1880011" y="1576412"/>
                    <a:pt x="1887071" y="1571621"/>
                  </a:cubicBezTo>
                  <a:cubicBezTo>
                    <a:pt x="1894130" y="1566957"/>
                    <a:pt x="1906485" y="1562167"/>
                    <a:pt x="1906485" y="1555107"/>
                  </a:cubicBezTo>
                  <a:cubicBezTo>
                    <a:pt x="1906485" y="1548047"/>
                    <a:pt x="1912914" y="1548047"/>
                    <a:pt x="1922369" y="1549182"/>
                  </a:cubicBezTo>
                  <a:cubicBezTo>
                    <a:pt x="1931824" y="1550316"/>
                    <a:pt x="1949473" y="1533928"/>
                    <a:pt x="1948212" y="1527372"/>
                  </a:cubicBezTo>
                  <a:cubicBezTo>
                    <a:pt x="1947078" y="1520943"/>
                    <a:pt x="1949977" y="1519683"/>
                    <a:pt x="1961197" y="1522078"/>
                  </a:cubicBezTo>
                  <a:cubicBezTo>
                    <a:pt x="1972417" y="1524473"/>
                    <a:pt x="1970652" y="1509093"/>
                    <a:pt x="1977711" y="1511488"/>
                  </a:cubicBezTo>
                  <a:cubicBezTo>
                    <a:pt x="1984771" y="1513884"/>
                    <a:pt x="1990696" y="1517918"/>
                    <a:pt x="1991200" y="1512623"/>
                  </a:cubicBezTo>
                  <a:cubicBezTo>
                    <a:pt x="1991831" y="1507328"/>
                    <a:pt x="1998890" y="1508463"/>
                    <a:pt x="2004185" y="1515522"/>
                  </a:cubicBezTo>
                  <a:cubicBezTo>
                    <a:pt x="2009480" y="1522582"/>
                    <a:pt x="2024734" y="1524347"/>
                    <a:pt x="2025994" y="1516153"/>
                  </a:cubicBezTo>
                  <a:cubicBezTo>
                    <a:pt x="2027129" y="1507959"/>
                    <a:pt x="2035953" y="1516153"/>
                    <a:pt x="2043643" y="1524347"/>
                  </a:cubicBezTo>
                  <a:cubicBezTo>
                    <a:pt x="2051333" y="1532541"/>
                    <a:pt x="2054863" y="1530272"/>
                    <a:pt x="2065957" y="1530776"/>
                  </a:cubicBezTo>
                  <a:cubicBezTo>
                    <a:pt x="2077177" y="1531407"/>
                    <a:pt x="2077177" y="1528381"/>
                    <a:pt x="2077681" y="1521321"/>
                  </a:cubicBezTo>
                  <a:cubicBezTo>
                    <a:pt x="2078311" y="1514262"/>
                    <a:pt x="2090035" y="1536575"/>
                    <a:pt x="2101255" y="1537836"/>
                  </a:cubicBezTo>
                  <a:cubicBezTo>
                    <a:pt x="2112475" y="1538971"/>
                    <a:pt x="2103650" y="1530776"/>
                    <a:pt x="2095330" y="1524347"/>
                  </a:cubicBezTo>
                  <a:cubicBezTo>
                    <a:pt x="2087136" y="1517918"/>
                    <a:pt x="2097095" y="1514892"/>
                    <a:pt x="2090035" y="1509597"/>
                  </a:cubicBezTo>
                  <a:cubicBezTo>
                    <a:pt x="2082976" y="1504303"/>
                    <a:pt x="2098860" y="1497243"/>
                    <a:pt x="2112979" y="1497873"/>
                  </a:cubicBezTo>
                  <a:cubicBezTo>
                    <a:pt x="2127098" y="1498378"/>
                    <a:pt x="2126468" y="1502033"/>
                    <a:pt x="2131763" y="1493713"/>
                  </a:cubicBezTo>
                  <a:cubicBezTo>
                    <a:pt x="2137058" y="1485519"/>
                    <a:pt x="2142352" y="1493713"/>
                    <a:pt x="2142352" y="1500773"/>
                  </a:cubicBezTo>
                  <a:cubicBezTo>
                    <a:pt x="2142352" y="1507833"/>
                    <a:pt x="2165296" y="1496613"/>
                    <a:pt x="2177650" y="1496613"/>
                  </a:cubicBezTo>
                  <a:cubicBezTo>
                    <a:pt x="2190005" y="1496613"/>
                    <a:pt x="2201225" y="1507202"/>
                    <a:pt x="2202359" y="1514262"/>
                  </a:cubicBezTo>
                  <a:cubicBezTo>
                    <a:pt x="2203494" y="1521321"/>
                    <a:pt x="2211814" y="1524851"/>
                    <a:pt x="2220639" y="1517161"/>
                  </a:cubicBezTo>
                  <a:cubicBezTo>
                    <a:pt x="2229463" y="1509471"/>
                    <a:pt x="2237153" y="1500647"/>
                    <a:pt x="2245348" y="1508967"/>
                  </a:cubicBezTo>
                  <a:cubicBezTo>
                    <a:pt x="2253542" y="1517161"/>
                    <a:pt x="2261862" y="1528381"/>
                    <a:pt x="2271821" y="1538340"/>
                  </a:cubicBezTo>
                  <a:cubicBezTo>
                    <a:pt x="2281780" y="1548299"/>
                    <a:pt x="2267157" y="1560780"/>
                    <a:pt x="2272451" y="1568344"/>
                  </a:cubicBezTo>
                  <a:cubicBezTo>
                    <a:pt x="2277746" y="1576034"/>
                    <a:pt x="2271821" y="1586623"/>
                    <a:pt x="2283671" y="1594817"/>
                  </a:cubicBezTo>
                  <a:cubicBezTo>
                    <a:pt x="2295395" y="1603011"/>
                    <a:pt x="2284806" y="1620156"/>
                    <a:pt x="2294261" y="1622426"/>
                  </a:cubicBezTo>
                  <a:cubicBezTo>
                    <a:pt x="2303716" y="1624821"/>
                    <a:pt x="2311280" y="1639444"/>
                    <a:pt x="2312540" y="1645369"/>
                  </a:cubicBezTo>
                  <a:cubicBezTo>
                    <a:pt x="2313675" y="1651294"/>
                    <a:pt x="2331324" y="1658858"/>
                    <a:pt x="2332585" y="1648899"/>
                  </a:cubicBezTo>
                  <a:cubicBezTo>
                    <a:pt x="2333719" y="1638940"/>
                    <a:pt x="2343174" y="1627090"/>
                    <a:pt x="2344308" y="1617761"/>
                  </a:cubicBezTo>
                  <a:cubicBezTo>
                    <a:pt x="2345443" y="1608306"/>
                    <a:pt x="2337249" y="1574773"/>
                    <a:pt x="2329559" y="1564184"/>
                  </a:cubicBezTo>
                  <a:cubicBezTo>
                    <a:pt x="2321869" y="1553594"/>
                    <a:pt x="2331324" y="1551199"/>
                    <a:pt x="2321869" y="1538844"/>
                  </a:cubicBezTo>
                  <a:cubicBezTo>
                    <a:pt x="2312414" y="1526490"/>
                    <a:pt x="2306615" y="1504681"/>
                    <a:pt x="2307119" y="1487032"/>
                  </a:cubicBezTo>
                  <a:cubicBezTo>
                    <a:pt x="2307750" y="1469383"/>
                    <a:pt x="2328298" y="1440514"/>
                    <a:pt x="2338257" y="1431689"/>
                  </a:cubicBezTo>
                  <a:cubicBezTo>
                    <a:pt x="2348217" y="1422865"/>
                    <a:pt x="2359436" y="1427529"/>
                    <a:pt x="2361832" y="1418200"/>
                  </a:cubicBezTo>
                  <a:cubicBezTo>
                    <a:pt x="2364227" y="1408745"/>
                    <a:pt x="2376581" y="1397021"/>
                    <a:pt x="2383641" y="1397021"/>
                  </a:cubicBezTo>
                  <a:cubicBezTo>
                    <a:pt x="2390701" y="1397021"/>
                    <a:pt x="2398390" y="1398786"/>
                    <a:pt x="2399525" y="1391096"/>
                  </a:cubicBezTo>
                  <a:cubicBezTo>
                    <a:pt x="2400660" y="1383406"/>
                    <a:pt x="2412510" y="1373951"/>
                    <a:pt x="2427764" y="1371682"/>
                  </a:cubicBezTo>
                  <a:cubicBezTo>
                    <a:pt x="2443017" y="1369287"/>
                    <a:pt x="2434193" y="1361093"/>
                    <a:pt x="2430159" y="1354033"/>
                  </a:cubicBezTo>
                  <a:cubicBezTo>
                    <a:pt x="2425999" y="1346973"/>
                    <a:pt x="2433689" y="1339914"/>
                    <a:pt x="2436588" y="1344578"/>
                  </a:cubicBezTo>
                  <a:cubicBezTo>
                    <a:pt x="2439488" y="1349243"/>
                    <a:pt x="2448942" y="1349873"/>
                    <a:pt x="2454868" y="1345713"/>
                  </a:cubicBezTo>
                  <a:cubicBezTo>
                    <a:pt x="2460793" y="1341553"/>
                    <a:pt x="2474282" y="1330459"/>
                    <a:pt x="2461297" y="1329829"/>
                  </a:cubicBezTo>
                  <a:cubicBezTo>
                    <a:pt x="2448312" y="1329198"/>
                    <a:pt x="2445413" y="1323903"/>
                    <a:pt x="2453103" y="1321004"/>
                  </a:cubicBezTo>
                  <a:cubicBezTo>
                    <a:pt x="2460793" y="1318105"/>
                    <a:pt x="2454237" y="1303985"/>
                    <a:pt x="2443648" y="1302725"/>
                  </a:cubicBezTo>
                  <a:cubicBezTo>
                    <a:pt x="2433058" y="1301590"/>
                    <a:pt x="2436588" y="1296295"/>
                    <a:pt x="2443017" y="1289740"/>
                  </a:cubicBezTo>
                  <a:cubicBezTo>
                    <a:pt x="2449447" y="1283311"/>
                    <a:pt x="2433563" y="1272721"/>
                    <a:pt x="2425999" y="1267426"/>
                  </a:cubicBezTo>
                  <a:cubicBezTo>
                    <a:pt x="2418309" y="1262132"/>
                    <a:pt x="2430663" y="1259232"/>
                    <a:pt x="2436588" y="1257972"/>
                  </a:cubicBezTo>
                  <a:cubicBezTo>
                    <a:pt x="2442513" y="1256837"/>
                    <a:pt x="2437723" y="1229733"/>
                    <a:pt x="2440748" y="1223304"/>
                  </a:cubicBezTo>
                  <a:cubicBezTo>
                    <a:pt x="2443648" y="1216874"/>
                    <a:pt x="2453733" y="1216874"/>
                    <a:pt x="2449573" y="1223304"/>
                  </a:cubicBezTo>
                  <a:cubicBezTo>
                    <a:pt x="2445413" y="1229733"/>
                    <a:pt x="2439614" y="1240323"/>
                    <a:pt x="2447178" y="1249147"/>
                  </a:cubicBezTo>
                  <a:cubicBezTo>
                    <a:pt x="2454868" y="1257972"/>
                    <a:pt x="2457137" y="1267426"/>
                    <a:pt x="2454237" y="1280915"/>
                  </a:cubicBezTo>
                  <a:cubicBezTo>
                    <a:pt x="2451338" y="1294404"/>
                    <a:pt x="2457137" y="1290875"/>
                    <a:pt x="2465961" y="1273225"/>
                  </a:cubicBezTo>
                  <a:cubicBezTo>
                    <a:pt x="2474786" y="1255576"/>
                    <a:pt x="2475920" y="1240323"/>
                    <a:pt x="2470122" y="1238558"/>
                  </a:cubicBezTo>
                  <a:cubicBezTo>
                    <a:pt x="2464196" y="1236793"/>
                    <a:pt x="2464827" y="1219143"/>
                    <a:pt x="2471256" y="1227338"/>
                  </a:cubicBezTo>
                  <a:cubicBezTo>
                    <a:pt x="2477685" y="1235532"/>
                    <a:pt x="2480081" y="1236793"/>
                    <a:pt x="2490040" y="1226203"/>
                  </a:cubicBezTo>
                  <a:cubicBezTo>
                    <a:pt x="2499999" y="1215614"/>
                    <a:pt x="2510588" y="1197334"/>
                    <a:pt x="2504159" y="1193300"/>
                  </a:cubicBezTo>
                  <a:cubicBezTo>
                    <a:pt x="2497730" y="1189140"/>
                    <a:pt x="2507058" y="1185106"/>
                    <a:pt x="2518909" y="1185610"/>
                  </a:cubicBezTo>
                  <a:cubicBezTo>
                    <a:pt x="2530633" y="1186115"/>
                    <a:pt x="2555972" y="1178551"/>
                    <a:pt x="2557737" y="1175021"/>
                  </a:cubicBezTo>
                  <a:cubicBezTo>
                    <a:pt x="2563536" y="1163549"/>
                    <a:pt x="2517144" y="1180315"/>
                    <a:pt x="2517144" y="1173886"/>
                  </a:cubicBezTo>
                  <a:cubicBezTo>
                    <a:pt x="2517144" y="1167457"/>
                    <a:pt x="2546517" y="1160902"/>
                    <a:pt x="2560132" y="1160397"/>
                  </a:cubicBezTo>
                  <a:cubicBezTo>
                    <a:pt x="2573621" y="1159767"/>
                    <a:pt x="2567192" y="1141614"/>
                    <a:pt x="2573117" y="1149177"/>
                  </a:cubicBezTo>
                  <a:cubicBezTo>
                    <a:pt x="2579042" y="1156867"/>
                    <a:pt x="2587866" y="1155607"/>
                    <a:pt x="2595430" y="1150942"/>
                  </a:cubicBezTo>
                  <a:cubicBezTo>
                    <a:pt x="2603120" y="1146278"/>
                    <a:pt x="2597195" y="1132663"/>
                    <a:pt x="2588370" y="1130394"/>
                  </a:cubicBezTo>
                  <a:cubicBezTo>
                    <a:pt x="2579546" y="1127999"/>
                    <a:pt x="2594800" y="1122199"/>
                    <a:pt x="2591900" y="1116905"/>
                  </a:cubicBezTo>
                  <a:cubicBezTo>
                    <a:pt x="2589001" y="1111610"/>
                    <a:pt x="2597825" y="1090431"/>
                    <a:pt x="2608919" y="1088036"/>
                  </a:cubicBezTo>
                  <a:cubicBezTo>
                    <a:pt x="2620139" y="1085641"/>
                    <a:pt x="2614844" y="1078581"/>
                    <a:pt x="2624173" y="1078581"/>
                  </a:cubicBezTo>
                  <a:cubicBezTo>
                    <a:pt x="2633628" y="1078581"/>
                    <a:pt x="2635393" y="1067361"/>
                    <a:pt x="2643587" y="1059167"/>
                  </a:cubicBezTo>
                  <a:cubicBezTo>
                    <a:pt x="2651781" y="1050973"/>
                    <a:pt x="2663631" y="1072152"/>
                    <a:pt x="2676490" y="1060302"/>
                  </a:cubicBezTo>
                  <a:cubicBezTo>
                    <a:pt x="2681785" y="1055511"/>
                    <a:pt x="2688970" y="1050090"/>
                    <a:pt x="2696282" y="1045426"/>
                  </a:cubicBezTo>
                  <a:cubicBezTo>
                    <a:pt x="2666783" y="1005841"/>
                    <a:pt x="2675355" y="979242"/>
                    <a:pt x="2674599" y="971930"/>
                  </a:cubicBezTo>
                  <a:close/>
                </a:path>
              </a:pathLst>
            </a:custGeom>
            <a:solidFill>
              <a:srgbClr val="7F7F7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9" name="Google Shape;779;p22"/>
            <p:cNvSpPr/>
            <p:nvPr/>
          </p:nvSpPr>
          <p:spPr>
            <a:xfrm>
              <a:off x="5551979" y="3320452"/>
              <a:ext cx="340376" cy="239524"/>
            </a:xfrm>
            <a:custGeom>
              <a:rect b="b" l="l" r="r" t="t"/>
              <a:pathLst>
                <a:path extrusionOk="0" h="239523" w="340375">
                  <a:moveTo>
                    <a:pt x="336140" y="45604"/>
                  </a:moveTo>
                  <a:cubicBezTo>
                    <a:pt x="326685" y="45352"/>
                    <a:pt x="316095" y="46360"/>
                    <a:pt x="308909" y="44848"/>
                  </a:cubicBezTo>
                  <a:cubicBezTo>
                    <a:pt x="300337" y="42957"/>
                    <a:pt x="282184" y="41948"/>
                    <a:pt x="277393" y="37158"/>
                  </a:cubicBezTo>
                  <a:cubicBezTo>
                    <a:pt x="272603" y="32367"/>
                    <a:pt x="265039" y="28585"/>
                    <a:pt x="265039" y="34258"/>
                  </a:cubicBezTo>
                  <a:cubicBezTo>
                    <a:pt x="265039" y="40057"/>
                    <a:pt x="251676" y="40940"/>
                    <a:pt x="243986" y="36149"/>
                  </a:cubicBezTo>
                  <a:cubicBezTo>
                    <a:pt x="236296" y="31359"/>
                    <a:pt x="223941" y="27577"/>
                    <a:pt x="218269" y="23795"/>
                  </a:cubicBezTo>
                  <a:cubicBezTo>
                    <a:pt x="215243" y="21778"/>
                    <a:pt x="209066" y="19256"/>
                    <a:pt x="203141" y="16357"/>
                  </a:cubicBezTo>
                  <a:cubicBezTo>
                    <a:pt x="195199" y="17870"/>
                    <a:pt x="172255" y="9550"/>
                    <a:pt x="157253" y="11314"/>
                  </a:cubicBezTo>
                  <a:cubicBezTo>
                    <a:pt x="141117" y="13331"/>
                    <a:pt x="89808" y="8919"/>
                    <a:pt x="69764" y="10558"/>
                  </a:cubicBezTo>
                  <a:cubicBezTo>
                    <a:pt x="49720" y="12071"/>
                    <a:pt x="48585" y="2364"/>
                    <a:pt x="37617" y="2364"/>
                  </a:cubicBezTo>
                  <a:cubicBezTo>
                    <a:pt x="26650" y="2364"/>
                    <a:pt x="31314" y="15727"/>
                    <a:pt x="15682" y="16105"/>
                  </a:cubicBezTo>
                  <a:cubicBezTo>
                    <a:pt x="-76" y="16483"/>
                    <a:pt x="-1589" y="26316"/>
                    <a:pt x="9757" y="35393"/>
                  </a:cubicBezTo>
                  <a:cubicBezTo>
                    <a:pt x="16186" y="40561"/>
                    <a:pt x="15430" y="51403"/>
                    <a:pt x="14547" y="61362"/>
                  </a:cubicBezTo>
                  <a:cubicBezTo>
                    <a:pt x="17825" y="60984"/>
                    <a:pt x="20221" y="60102"/>
                    <a:pt x="21607" y="58337"/>
                  </a:cubicBezTo>
                  <a:cubicBezTo>
                    <a:pt x="26398" y="52664"/>
                    <a:pt x="31188" y="53546"/>
                    <a:pt x="31188" y="59345"/>
                  </a:cubicBezTo>
                  <a:cubicBezTo>
                    <a:pt x="31188" y="65144"/>
                    <a:pt x="41651" y="63127"/>
                    <a:pt x="47450" y="63127"/>
                  </a:cubicBezTo>
                  <a:cubicBezTo>
                    <a:pt x="53123" y="63127"/>
                    <a:pt x="51232" y="67917"/>
                    <a:pt x="57914" y="63127"/>
                  </a:cubicBezTo>
                  <a:cubicBezTo>
                    <a:pt x="64595" y="58337"/>
                    <a:pt x="74176" y="60228"/>
                    <a:pt x="74176" y="66027"/>
                  </a:cubicBezTo>
                  <a:cubicBezTo>
                    <a:pt x="74176" y="71699"/>
                    <a:pt x="88421" y="68926"/>
                    <a:pt x="80858" y="76490"/>
                  </a:cubicBezTo>
                  <a:cubicBezTo>
                    <a:pt x="73168" y="84180"/>
                    <a:pt x="63713" y="86071"/>
                    <a:pt x="63713" y="91744"/>
                  </a:cubicBezTo>
                  <a:cubicBezTo>
                    <a:pt x="63713" y="97543"/>
                    <a:pt x="72285" y="109897"/>
                    <a:pt x="65604" y="116579"/>
                  </a:cubicBezTo>
                  <a:cubicBezTo>
                    <a:pt x="58922" y="123260"/>
                    <a:pt x="67495" y="134732"/>
                    <a:pt x="60814" y="134732"/>
                  </a:cubicBezTo>
                  <a:cubicBezTo>
                    <a:pt x="54132" y="134732"/>
                    <a:pt x="46442" y="137631"/>
                    <a:pt x="54132" y="145195"/>
                  </a:cubicBezTo>
                  <a:cubicBezTo>
                    <a:pt x="61822" y="152885"/>
                    <a:pt x="67495" y="159567"/>
                    <a:pt x="61822" y="159567"/>
                  </a:cubicBezTo>
                  <a:cubicBezTo>
                    <a:pt x="56023" y="159567"/>
                    <a:pt x="52241" y="171039"/>
                    <a:pt x="55140" y="173938"/>
                  </a:cubicBezTo>
                  <a:cubicBezTo>
                    <a:pt x="58040" y="176838"/>
                    <a:pt x="71403" y="185410"/>
                    <a:pt x="60939" y="187301"/>
                  </a:cubicBezTo>
                  <a:cubicBezTo>
                    <a:pt x="50476" y="189192"/>
                    <a:pt x="50476" y="197765"/>
                    <a:pt x="50476" y="203564"/>
                  </a:cubicBezTo>
                  <a:cubicBezTo>
                    <a:pt x="50476" y="205707"/>
                    <a:pt x="52241" y="208858"/>
                    <a:pt x="54384" y="212136"/>
                  </a:cubicBezTo>
                  <a:cubicBezTo>
                    <a:pt x="59300" y="211254"/>
                    <a:pt x="64091" y="211127"/>
                    <a:pt x="68503" y="213144"/>
                  </a:cubicBezTo>
                  <a:cubicBezTo>
                    <a:pt x="79471" y="218187"/>
                    <a:pt x="85900" y="245543"/>
                    <a:pt x="100650" y="243778"/>
                  </a:cubicBezTo>
                  <a:cubicBezTo>
                    <a:pt x="106953" y="243022"/>
                    <a:pt x="103801" y="238231"/>
                    <a:pt x="106953" y="235080"/>
                  </a:cubicBezTo>
                  <a:cubicBezTo>
                    <a:pt x="110105" y="231928"/>
                    <a:pt x="115904" y="234323"/>
                    <a:pt x="122207" y="234323"/>
                  </a:cubicBezTo>
                  <a:cubicBezTo>
                    <a:pt x="128510" y="234323"/>
                    <a:pt x="131662" y="225247"/>
                    <a:pt x="146538" y="224869"/>
                  </a:cubicBezTo>
                  <a:cubicBezTo>
                    <a:pt x="161413" y="224490"/>
                    <a:pt x="170868" y="223230"/>
                    <a:pt x="180323" y="223734"/>
                  </a:cubicBezTo>
                  <a:cubicBezTo>
                    <a:pt x="189778" y="224112"/>
                    <a:pt x="197216" y="220960"/>
                    <a:pt x="199485" y="214279"/>
                  </a:cubicBezTo>
                  <a:cubicBezTo>
                    <a:pt x="201880" y="207598"/>
                    <a:pt x="209696" y="201673"/>
                    <a:pt x="220286" y="200160"/>
                  </a:cubicBezTo>
                  <a:cubicBezTo>
                    <a:pt x="230875" y="198647"/>
                    <a:pt x="229362" y="187553"/>
                    <a:pt x="230119" y="181376"/>
                  </a:cubicBezTo>
                  <a:cubicBezTo>
                    <a:pt x="230875" y="175073"/>
                    <a:pt x="248524" y="165618"/>
                    <a:pt x="249785" y="160954"/>
                  </a:cubicBezTo>
                  <a:cubicBezTo>
                    <a:pt x="250919" y="156289"/>
                    <a:pt x="239574" y="138262"/>
                    <a:pt x="250163" y="122125"/>
                  </a:cubicBezTo>
                  <a:cubicBezTo>
                    <a:pt x="260752" y="105989"/>
                    <a:pt x="272098" y="105233"/>
                    <a:pt x="272098" y="96282"/>
                  </a:cubicBezTo>
                  <a:cubicBezTo>
                    <a:pt x="272098" y="87962"/>
                    <a:pt x="283066" y="84936"/>
                    <a:pt x="296429" y="83297"/>
                  </a:cubicBezTo>
                  <a:cubicBezTo>
                    <a:pt x="309792" y="81785"/>
                    <a:pt x="314078" y="72708"/>
                    <a:pt x="325424" y="68044"/>
                  </a:cubicBezTo>
                  <a:cubicBezTo>
                    <a:pt x="334627" y="63884"/>
                    <a:pt x="338030" y="56824"/>
                    <a:pt x="336140" y="45604"/>
                  </a:cubicBezTo>
                  <a:close/>
                  <a:moveTo>
                    <a:pt x="338409" y="131328"/>
                  </a:moveTo>
                  <a:cubicBezTo>
                    <a:pt x="336392" y="117965"/>
                    <a:pt x="309540" y="135362"/>
                    <a:pt x="315213" y="139144"/>
                  </a:cubicBezTo>
                  <a:cubicBezTo>
                    <a:pt x="327063" y="147086"/>
                    <a:pt x="340426" y="144691"/>
                    <a:pt x="338409" y="131328"/>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0" name="Google Shape;780;p22"/>
            <p:cNvSpPr/>
            <p:nvPr/>
          </p:nvSpPr>
          <p:spPr>
            <a:xfrm>
              <a:off x="6141599" y="3215775"/>
              <a:ext cx="88246" cy="50426"/>
            </a:xfrm>
            <a:custGeom>
              <a:rect b="b" l="l" r="r" t="t"/>
              <a:pathLst>
                <a:path extrusionOk="0" h="50426" w="88245">
                  <a:moveTo>
                    <a:pt x="2558" y="45521"/>
                  </a:moveTo>
                  <a:cubicBezTo>
                    <a:pt x="8861" y="42999"/>
                    <a:pt x="16047" y="41991"/>
                    <a:pt x="19451" y="43378"/>
                  </a:cubicBezTo>
                  <a:cubicBezTo>
                    <a:pt x="22476" y="44638"/>
                    <a:pt x="23485" y="47790"/>
                    <a:pt x="24115" y="51320"/>
                  </a:cubicBezTo>
                  <a:cubicBezTo>
                    <a:pt x="29536" y="50563"/>
                    <a:pt x="39495" y="49051"/>
                    <a:pt x="42773" y="47664"/>
                  </a:cubicBezTo>
                  <a:cubicBezTo>
                    <a:pt x="47563" y="45899"/>
                    <a:pt x="58027" y="51824"/>
                    <a:pt x="59287" y="48294"/>
                  </a:cubicBezTo>
                  <a:cubicBezTo>
                    <a:pt x="60422" y="44764"/>
                    <a:pt x="63952" y="36570"/>
                    <a:pt x="68742" y="36570"/>
                  </a:cubicBezTo>
                  <a:cubicBezTo>
                    <a:pt x="73407" y="36570"/>
                    <a:pt x="70507" y="24216"/>
                    <a:pt x="75171" y="23585"/>
                  </a:cubicBezTo>
                  <a:cubicBezTo>
                    <a:pt x="79836" y="22955"/>
                    <a:pt x="91686" y="12366"/>
                    <a:pt x="91686" y="12366"/>
                  </a:cubicBezTo>
                  <a:cubicBezTo>
                    <a:pt x="91686" y="12366"/>
                    <a:pt x="87021" y="2911"/>
                    <a:pt x="85257" y="2406"/>
                  </a:cubicBezTo>
                  <a:cubicBezTo>
                    <a:pt x="83492" y="1776"/>
                    <a:pt x="77567" y="8331"/>
                    <a:pt x="66977" y="8331"/>
                  </a:cubicBezTo>
                  <a:cubicBezTo>
                    <a:pt x="56388" y="8331"/>
                    <a:pt x="48698" y="16526"/>
                    <a:pt x="44033" y="16526"/>
                  </a:cubicBezTo>
                  <a:cubicBezTo>
                    <a:pt x="39369" y="16526"/>
                    <a:pt x="24620" y="11861"/>
                    <a:pt x="14660" y="11231"/>
                  </a:cubicBezTo>
                  <a:cubicBezTo>
                    <a:pt x="11130" y="10979"/>
                    <a:pt x="7474" y="10727"/>
                    <a:pt x="4071" y="10349"/>
                  </a:cubicBezTo>
                  <a:cubicBezTo>
                    <a:pt x="2936" y="19299"/>
                    <a:pt x="1928" y="33040"/>
                    <a:pt x="2558" y="45521"/>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1" name="Google Shape;781;p22"/>
            <p:cNvSpPr/>
            <p:nvPr/>
          </p:nvSpPr>
          <p:spPr>
            <a:xfrm>
              <a:off x="6325091" y="3383736"/>
              <a:ext cx="163885" cy="214311"/>
            </a:xfrm>
            <a:custGeom>
              <a:rect b="b" l="l" r="r" t="t"/>
              <a:pathLst>
                <a:path extrusionOk="0" h="214310" w="163884">
                  <a:moveTo>
                    <a:pt x="168518" y="2364"/>
                  </a:moveTo>
                  <a:cubicBezTo>
                    <a:pt x="162593" y="2994"/>
                    <a:pt x="154399" y="5137"/>
                    <a:pt x="155785" y="8541"/>
                  </a:cubicBezTo>
                  <a:cubicBezTo>
                    <a:pt x="157298" y="12449"/>
                    <a:pt x="151877" y="14844"/>
                    <a:pt x="145574" y="14844"/>
                  </a:cubicBezTo>
                  <a:cubicBezTo>
                    <a:pt x="145574" y="14844"/>
                    <a:pt x="123639" y="13331"/>
                    <a:pt x="117335" y="10180"/>
                  </a:cubicBezTo>
                  <a:cubicBezTo>
                    <a:pt x="112545" y="7784"/>
                    <a:pt x="91618" y="9045"/>
                    <a:pt x="81785" y="9802"/>
                  </a:cubicBezTo>
                  <a:cubicBezTo>
                    <a:pt x="81785" y="10180"/>
                    <a:pt x="81659" y="10558"/>
                    <a:pt x="81281" y="11062"/>
                  </a:cubicBezTo>
                  <a:cubicBezTo>
                    <a:pt x="78885" y="14592"/>
                    <a:pt x="60102" y="24173"/>
                    <a:pt x="56572" y="22408"/>
                  </a:cubicBezTo>
                  <a:cubicBezTo>
                    <a:pt x="53042" y="20643"/>
                    <a:pt x="51277" y="28333"/>
                    <a:pt x="44217" y="30098"/>
                  </a:cubicBezTo>
                  <a:cubicBezTo>
                    <a:pt x="37158" y="31863"/>
                    <a:pt x="26568" y="29468"/>
                    <a:pt x="25938" y="32493"/>
                  </a:cubicBezTo>
                  <a:cubicBezTo>
                    <a:pt x="25308" y="35393"/>
                    <a:pt x="20643" y="43713"/>
                    <a:pt x="16483" y="47747"/>
                  </a:cubicBezTo>
                  <a:cubicBezTo>
                    <a:pt x="12323" y="51907"/>
                    <a:pt x="15853" y="56572"/>
                    <a:pt x="10054" y="57706"/>
                  </a:cubicBezTo>
                  <a:cubicBezTo>
                    <a:pt x="6146" y="58463"/>
                    <a:pt x="4507" y="65648"/>
                    <a:pt x="2364" y="72078"/>
                  </a:cubicBezTo>
                  <a:cubicBezTo>
                    <a:pt x="2742" y="72330"/>
                    <a:pt x="3120" y="72582"/>
                    <a:pt x="3499" y="72708"/>
                  </a:cubicBezTo>
                  <a:cubicBezTo>
                    <a:pt x="12071" y="75481"/>
                    <a:pt x="18752" y="85693"/>
                    <a:pt x="17618" y="95400"/>
                  </a:cubicBezTo>
                  <a:cubicBezTo>
                    <a:pt x="16483" y="105233"/>
                    <a:pt x="30224" y="108763"/>
                    <a:pt x="36401" y="101703"/>
                  </a:cubicBezTo>
                  <a:cubicBezTo>
                    <a:pt x="42705" y="94643"/>
                    <a:pt x="60354" y="105611"/>
                    <a:pt x="60354" y="110401"/>
                  </a:cubicBezTo>
                  <a:cubicBezTo>
                    <a:pt x="60354" y="115066"/>
                    <a:pt x="42327" y="105359"/>
                    <a:pt x="32115" y="112797"/>
                  </a:cubicBezTo>
                  <a:cubicBezTo>
                    <a:pt x="21904" y="120234"/>
                    <a:pt x="39931" y="127294"/>
                    <a:pt x="37662" y="135110"/>
                  </a:cubicBezTo>
                  <a:cubicBezTo>
                    <a:pt x="35267" y="142926"/>
                    <a:pt x="42327" y="153894"/>
                    <a:pt x="51403" y="153516"/>
                  </a:cubicBezTo>
                  <a:cubicBezTo>
                    <a:pt x="60480" y="153137"/>
                    <a:pt x="70565" y="168013"/>
                    <a:pt x="76112" y="165240"/>
                  </a:cubicBezTo>
                  <a:cubicBezTo>
                    <a:pt x="81659" y="162466"/>
                    <a:pt x="69430" y="141666"/>
                    <a:pt x="71447" y="138514"/>
                  </a:cubicBezTo>
                  <a:cubicBezTo>
                    <a:pt x="73465" y="135362"/>
                    <a:pt x="84432" y="144061"/>
                    <a:pt x="89853" y="137758"/>
                  </a:cubicBezTo>
                  <a:cubicBezTo>
                    <a:pt x="95400" y="131454"/>
                    <a:pt x="85945" y="126790"/>
                    <a:pt x="77751" y="127168"/>
                  </a:cubicBezTo>
                  <a:cubicBezTo>
                    <a:pt x="69557" y="127546"/>
                    <a:pt x="77373" y="116200"/>
                    <a:pt x="87206" y="122125"/>
                  </a:cubicBezTo>
                  <a:cubicBezTo>
                    <a:pt x="97039" y="128051"/>
                    <a:pt x="101703" y="120613"/>
                    <a:pt x="106367" y="119730"/>
                  </a:cubicBezTo>
                  <a:cubicBezTo>
                    <a:pt x="111032" y="118974"/>
                    <a:pt x="112292" y="102081"/>
                    <a:pt x="97795" y="98173"/>
                  </a:cubicBezTo>
                  <a:cubicBezTo>
                    <a:pt x="83298" y="94265"/>
                    <a:pt x="85189" y="108763"/>
                    <a:pt x="75860" y="98930"/>
                  </a:cubicBezTo>
                  <a:cubicBezTo>
                    <a:pt x="66405" y="89097"/>
                    <a:pt x="84558" y="93005"/>
                    <a:pt x="84558" y="84810"/>
                  </a:cubicBezTo>
                  <a:cubicBezTo>
                    <a:pt x="84558" y="76616"/>
                    <a:pt x="70061" y="64766"/>
                    <a:pt x="63001" y="54933"/>
                  </a:cubicBezTo>
                  <a:cubicBezTo>
                    <a:pt x="55941" y="45100"/>
                    <a:pt x="72834" y="40435"/>
                    <a:pt x="76742" y="47495"/>
                  </a:cubicBezTo>
                  <a:cubicBezTo>
                    <a:pt x="80650" y="54555"/>
                    <a:pt x="91240" y="53420"/>
                    <a:pt x="97921" y="50647"/>
                  </a:cubicBezTo>
                  <a:cubicBezTo>
                    <a:pt x="104603" y="47873"/>
                    <a:pt x="90862" y="35393"/>
                    <a:pt x="102964" y="30602"/>
                  </a:cubicBezTo>
                  <a:cubicBezTo>
                    <a:pt x="115192" y="25938"/>
                    <a:pt x="115192" y="34132"/>
                    <a:pt x="119100" y="35771"/>
                  </a:cubicBezTo>
                  <a:cubicBezTo>
                    <a:pt x="123008" y="37284"/>
                    <a:pt x="126538" y="25938"/>
                    <a:pt x="139144" y="25938"/>
                  </a:cubicBezTo>
                  <a:cubicBezTo>
                    <a:pt x="145700" y="25938"/>
                    <a:pt x="151499" y="30224"/>
                    <a:pt x="157046" y="34510"/>
                  </a:cubicBezTo>
                  <a:cubicBezTo>
                    <a:pt x="160449" y="30728"/>
                    <a:pt x="163223" y="28585"/>
                    <a:pt x="163223" y="25434"/>
                  </a:cubicBezTo>
                  <a:cubicBezTo>
                    <a:pt x="163223" y="21273"/>
                    <a:pt x="170913" y="19509"/>
                    <a:pt x="170913" y="13079"/>
                  </a:cubicBezTo>
                  <a:cubicBezTo>
                    <a:pt x="170661" y="9676"/>
                    <a:pt x="169400" y="5768"/>
                    <a:pt x="168518" y="2364"/>
                  </a:cubicBezTo>
                  <a:close/>
                  <a:moveTo>
                    <a:pt x="146330" y="200286"/>
                  </a:moveTo>
                  <a:cubicBezTo>
                    <a:pt x="140027" y="196756"/>
                    <a:pt x="111788" y="202681"/>
                    <a:pt x="104351" y="195621"/>
                  </a:cubicBezTo>
                  <a:cubicBezTo>
                    <a:pt x="96912" y="188562"/>
                    <a:pt x="81659" y="201168"/>
                    <a:pt x="88214" y="202303"/>
                  </a:cubicBezTo>
                  <a:cubicBezTo>
                    <a:pt x="97669" y="203816"/>
                    <a:pt x="111788" y="212136"/>
                    <a:pt x="127042" y="212514"/>
                  </a:cubicBezTo>
                  <a:cubicBezTo>
                    <a:pt x="142296" y="212892"/>
                    <a:pt x="163097" y="205454"/>
                    <a:pt x="162718" y="201547"/>
                  </a:cubicBezTo>
                  <a:cubicBezTo>
                    <a:pt x="162340" y="197512"/>
                    <a:pt x="152633" y="203816"/>
                    <a:pt x="146330" y="20028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2" name="Google Shape;782;p22"/>
            <p:cNvSpPr/>
            <p:nvPr/>
          </p:nvSpPr>
          <p:spPr>
            <a:xfrm>
              <a:off x="6642595" y="3568747"/>
              <a:ext cx="63033" cy="37820"/>
            </a:xfrm>
            <a:custGeom>
              <a:rect b="b" l="l" r="r" t="t"/>
              <a:pathLst>
                <a:path extrusionOk="0" h="37819" w="63032">
                  <a:moveTo>
                    <a:pt x="44146" y="26242"/>
                  </a:moveTo>
                  <a:cubicBezTo>
                    <a:pt x="43389" y="21956"/>
                    <a:pt x="49314" y="12879"/>
                    <a:pt x="58265" y="9350"/>
                  </a:cubicBezTo>
                  <a:cubicBezTo>
                    <a:pt x="67216" y="5820"/>
                    <a:pt x="63812" y="-862"/>
                    <a:pt x="57887" y="4181"/>
                  </a:cubicBezTo>
                  <a:cubicBezTo>
                    <a:pt x="51962" y="9350"/>
                    <a:pt x="37842" y="14771"/>
                    <a:pt x="20193" y="15527"/>
                  </a:cubicBezTo>
                  <a:cubicBezTo>
                    <a:pt x="2544" y="16283"/>
                    <a:pt x="-3002" y="27881"/>
                    <a:pt x="8091" y="34310"/>
                  </a:cubicBezTo>
                  <a:cubicBezTo>
                    <a:pt x="22211" y="42757"/>
                    <a:pt x="45028" y="30529"/>
                    <a:pt x="44146" y="26242"/>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3" name="Google Shape;783;p22"/>
            <p:cNvSpPr/>
            <p:nvPr/>
          </p:nvSpPr>
          <p:spPr>
            <a:xfrm>
              <a:off x="5154927" y="2460196"/>
              <a:ext cx="277343" cy="138672"/>
            </a:xfrm>
            <a:custGeom>
              <a:rect b="b" l="l" r="r" t="t"/>
              <a:pathLst>
                <a:path extrusionOk="0" h="138671" w="277343">
                  <a:moveTo>
                    <a:pt x="240782" y="101817"/>
                  </a:moveTo>
                  <a:cubicBezTo>
                    <a:pt x="256036" y="101061"/>
                    <a:pt x="255657" y="84168"/>
                    <a:pt x="261961" y="84924"/>
                  </a:cubicBezTo>
                  <a:cubicBezTo>
                    <a:pt x="268264" y="85681"/>
                    <a:pt x="278475" y="73200"/>
                    <a:pt x="282383" y="65258"/>
                  </a:cubicBezTo>
                  <a:cubicBezTo>
                    <a:pt x="286291" y="57442"/>
                    <a:pt x="278097" y="43323"/>
                    <a:pt x="268642" y="43323"/>
                  </a:cubicBezTo>
                  <a:cubicBezTo>
                    <a:pt x="259187" y="43323"/>
                    <a:pt x="252128" y="35885"/>
                    <a:pt x="254145" y="30338"/>
                  </a:cubicBezTo>
                  <a:cubicBezTo>
                    <a:pt x="256162" y="24791"/>
                    <a:pt x="248976" y="17732"/>
                    <a:pt x="249480" y="13824"/>
                  </a:cubicBezTo>
                  <a:cubicBezTo>
                    <a:pt x="249859" y="9916"/>
                    <a:pt x="237756" y="13445"/>
                    <a:pt x="231453" y="14958"/>
                  </a:cubicBezTo>
                  <a:cubicBezTo>
                    <a:pt x="225150" y="16471"/>
                    <a:pt x="211787" y="-296"/>
                    <a:pt x="205988" y="2730"/>
                  </a:cubicBezTo>
                  <a:cubicBezTo>
                    <a:pt x="200063" y="5881"/>
                    <a:pt x="204349" y="14076"/>
                    <a:pt x="202836" y="18866"/>
                  </a:cubicBezTo>
                  <a:cubicBezTo>
                    <a:pt x="201323" y="23531"/>
                    <a:pt x="187204" y="14580"/>
                    <a:pt x="187204" y="20001"/>
                  </a:cubicBezTo>
                  <a:cubicBezTo>
                    <a:pt x="187204" y="25548"/>
                    <a:pt x="181279" y="26304"/>
                    <a:pt x="176614" y="20379"/>
                  </a:cubicBezTo>
                  <a:cubicBezTo>
                    <a:pt x="171950" y="14454"/>
                    <a:pt x="160856" y="17984"/>
                    <a:pt x="161361" y="22774"/>
                  </a:cubicBezTo>
                  <a:cubicBezTo>
                    <a:pt x="161739" y="27439"/>
                    <a:pt x="156696" y="23531"/>
                    <a:pt x="147620" y="18110"/>
                  </a:cubicBezTo>
                  <a:cubicBezTo>
                    <a:pt x="138543" y="12689"/>
                    <a:pt x="129214" y="24413"/>
                    <a:pt x="129971" y="30338"/>
                  </a:cubicBezTo>
                  <a:cubicBezTo>
                    <a:pt x="130727" y="36263"/>
                    <a:pt x="126819" y="37776"/>
                    <a:pt x="119381" y="24791"/>
                  </a:cubicBezTo>
                  <a:cubicBezTo>
                    <a:pt x="111943" y="11806"/>
                    <a:pt x="103245" y="25926"/>
                    <a:pt x="107279" y="32985"/>
                  </a:cubicBezTo>
                  <a:cubicBezTo>
                    <a:pt x="111187" y="40045"/>
                    <a:pt x="109674" y="48617"/>
                    <a:pt x="103749" y="45088"/>
                  </a:cubicBezTo>
                  <a:cubicBezTo>
                    <a:pt x="97824" y="41558"/>
                    <a:pt x="90008" y="47483"/>
                    <a:pt x="86478" y="52904"/>
                  </a:cubicBezTo>
                  <a:cubicBezTo>
                    <a:pt x="82948" y="58451"/>
                    <a:pt x="70342" y="36767"/>
                    <a:pt x="79418" y="31725"/>
                  </a:cubicBezTo>
                  <a:cubicBezTo>
                    <a:pt x="88495" y="26682"/>
                    <a:pt x="50802" y="4999"/>
                    <a:pt x="38952" y="4999"/>
                  </a:cubicBezTo>
                  <a:cubicBezTo>
                    <a:pt x="27228" y="4999"/>
                    <a:pt x="35044" y="13697"/>
                    <a:pt x="42860" y="19875"/>
                  </a:cubicBezTo>
                  <a:cubicBezTo>
                    <a:pt x="50676" y="26178"/>
                    <a:pt x="37313" y="24539"/>
                    <a:pt x="33027" y="19118"/>
                  </a:cubicBezTo>
                  <a:cubicBezTo>
                    <a:pt x="28740" y="13697"/>
                    <a:pt x="20420" y="17984"/>
                    <a:pt x="15756" y="25800"/>
                  </a:cubicBezTo>
                  <a:cubicBezTo>
                    <a:pt x="11091" y="33616"/>
                    <a:pt x="3149" y="38028"/>
                    <a:pt x="2393" y="43449"/>
                  </a:cubicBezTo>
                  <a:cubicBezTo>
                    <a:pt x="1636" y="48996"/>
                    <a:pt x="15756" y="54795"/>
                    <a:pt x="27858" y="49752"/>
                  </a:cubicBezTo>
                  <a:cubicBezTo>
                    <a:pt x="39960" y="44709"/>
                    <a:pt x="53701" y="43827"/>
                    <a:pt x="60004" y="49752"/>
                  </a:cubicBezTo>
                  <a:cubicBezTo>
                    <a:pt x="66308" y="55677"/>
                    <a:pt x="48658" y="57946"/>
                    <a:pt x="54836" y="62737"/>
                  </a:cubicBezTo>
                  <a:cubicBezTo>
                    <a:pt x="61139" y="67401"/>
                    <a:pt x="55970" y="71435"/>
                    <a:pt x="41095" y="70175"/>
                  </a:cubicBezTo>
                  <a:cubicBezTo>
                    <a:pt x="26219" y="69040"/>
                    <a:pt x="8192" y="73326"/>
                    <a:pt x="10839" y="78369"/>
                  </a:cubicBezTo>
                  <a:cubicBezTo>
                    <a:pt x="13612" y="83411"/>
                    <a:pt x="48911" y="74083"/>
                    <a:pt x="49289" y="79125"/>
                  </a:cubicBezTo>
                  <a:cubicBezTo>
                    <a:pt x="49667" y="84294"/>
                    <a:pt x="49289" y="92866"/>
                    <a:pt x="58744" y="88958"/>
                  </a:cubicBezTo>
                  <a:cubicBezTo>
                    <a:pt x="68199" y="85050"/>
                    <a:pt x="61896" y="96018"/>
                    <a:pt x="66560" y="97909"/>
                  </a:cubicBezTo>
                  <a:cubicBezTo>
                    <a:pt x="71224" y="99926"/>
                    <a:pt x="70090" y="109255"/>
                    <a:pt x="57609" y="110137"/>
                  </a:cubicBezTo>
                  <a:cubicBezTo>
                    <a:pt x="45003" y="110894"/>
                    <a:pt x="38952" y="113415"/>
                    <a:pt x="44246" y="118710"/>
                  </a:cubicBezTo>
                  <a:cubicBezTo>
                    <a:pt x="50928" y="125391"/>
                    <a:pt x="64669" y="120727"/>
                    <a:pt x="78032" y="117575"/>
                  </a:cubicBezTo>
                  <a:cubicBezTo>
                    <a:pt x="91395" y="114423"/>
                    <a:pt x="110556" y="130560"/>
                    <a:pt x="126315" y="136737"/>
                  </a:cubicBezTo>
                  <a:cubicBezTo>
                    <a:pt x="142073" y="143040"/>
                    <a:pt x="169051" y="134342"/>
                    <a:pt x="172202" y="126147"/>
                  </a:cubicBezTo>
                  <a:cubicBezTo>
                    <a:pt x="175354" y="117953"/>
                    <a:pt x="196533" y="121105"/>
                    <a:pt x="205105" y="115180"/>
                  </a:cubicBezTo>
                  <a:cubicBezTo>
                    <a:pt x="213678" y="109633"/>
                    <a:pt x="225402" y="102573"/>
                    <a:pt x="240782" y="10181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4" name="Google Shape;784;p22"/>
            <p:cNvSpPr/>
            <p:nvPr/>
          </p:nvSpPr>
          <p:spPr>
            <a:xfrm>
              <a:off x="5522281" y="2923893"/>
              <a:ext cx="113459" cy="126065"/>
            </a:xfrm>
            <a:custGeom>
              <a:rect b="b" l="l" r="r" t="t"/>
              <a:pathLst>
                <a:path extrusionOk="0" h="126065" w="113458">
                  <a:moveTo>
                    <a:pt x="107153" y="42788"/>
                  </a:moveTo>
                  <a:cubicBezTo>
                    <a:pt x="103875" y="40267"/>
                    <a:pt x="100723" y="37620"/>
                    <a:pt x="98328" y="34846"/>
                  </a:cubicBezTo>
                  <a:cubicBezTo>
                    <a:pt x="88243" y="22996"/>
                    <a:pt x="84083" y="32451"/>
                    <a:pt x="82948" y="39637"/>
                  </a:cubicBezTo>
                  <a:cubicBezTo>
                    <a:pt x="81688" y="46696"/>
                    <a:pt x="72233" y="37241"/>
                    <a:pt x="66308" y="36107"/>
                  </a:cubicBezTo>
                  <a:cubicBezTo>
                    <a:pt x="60383" y="34846"/>
                    <a:pt x="68073" y="23626"/>
                    <a:pt x="72233" y="20727"/>
                  </a:cubicBezTo>
                  <a:cubicBezTo>
                    <a:pt x="75006" y="18710"/>
                    <a:pt x="77780" y="13289"/>
                    <a:pt x="79418" y="5599"/>
                  </a:cubicBezTo>
                  <a:cubicBezTo>
                    <a:pt x="78284" y="5599"/>
                    <a:pt x="77149" y="5473"/>
                    <a:pt x="76141" y="5095"/>
                  </a:cubicBezTo>
                  <a:cubicBezTo>
                    <a:pt x="65173" y="809"/>
                    <a:pt x="49793" y="809"/>
                    <a:pt x="49415" y="10642"/>
                  </a:cubicBezTo>
                  <a:cubicBezTo>
                    <a:pt x="49037" y="20475"/>
                    <a:pt x="61517" y="16945"/>
                    <a:pt x="62021" y="23248"/>
                  </a:cubicBezTo>
                  <a:cubicBezTo>
                    <a:pt x="62400" y="29552"/>
                    <a:pt x="49415" y="27913"/>
                    <a:pt x="40464" y="34216"/>
                  </a:cubicBezTo>
                  <a:cubicBezTo>
                    <a:pt x="31514" y="40519"/>
                    <a:pt x="21680" y="29930"/>
                    <a:pt x="12226" y="34594"/>
                  </a:cubicBezTo>
                  <a:cubicBezTo>
                    <a:pt x="2771" y="39258"/>
                    <a:pt x="22437" y="44805"/>
                    <a:pt x="15377" y="54638"/>
                  </a:cubicBezTo>
                  <a:cubicBezTo>
                    <a:pt x="8318" y="64471"/>
                    <a:pt x="15755" y="64093"/>
                    <a:pt x="27480" y="73422"/>
                  </a:cubicBezTo>
                  <a:cubicBezTo>
                    <a:pt x="39204" y="82877"/>
                    <a:pt x="20420" y="85146"/>
                    <a:pt x="20420" y="95736"/>
                  </a:cubicBezTo>
                  <a:cubicBezTo>
                    <a:pt x="20420" y="106325"/>
                    <a:pt x="5922" y="105947"/>
                    <a:pt x="2771" y="113006"/>
                  </a:cubicBezTo>
                  <a:cubicBezTo>
                    <a:pt x="-381" y="120066"/>
                    <a:pt x="15377" y="134185"/>
                    <a:pt x="29118" y="134185"/>
                  </a:cubicBezTo>
                  <a:cubicBezTo>
                    <a:pt x="38951" y="134185"/>
                    <a:pt x="61643" y="127882"/>
                    <a:pt x="75006" y="115402"/>
                  </a:cubicBezTo>
                  <a:cubicBezTo>
                    <a:pt x="88369" y="102795"/>
                    <a:pt x="95429" y="115024"/>
                    <a:pt x="107531" y="108720"/>
                  </a:cubicBezTo>
                  <a:cubicBezTo>
                    <a:pt x="119759" y="102417"/>
                    <a:pt x="112195" y="56529"/>
                    <a:pt x="107531" y="47075"/>
                  </a:cubicBezTo>
                  <a:cubicBezTo>
                    <a:pt x="106774" y="45310"/>
                    <a:pt x="106774" y="43923"/>
                    <a:pt x="107153" y="42788"/>
                  </a:cubicBezTo>
                  <a:close/>
                </a:path>
              </a:pathLst>
            </a:custGeom>
            <a:solidFill>
              <a:srgbClr val="7F7F7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5" name="Google Shape;785;p22"/>
            <p:cNvSpPr/>
            <p:nvPr/>
          </p:nvSpPr>
          <p:spPr>
            <a:xfrm>
              <a:off x="5584189" y="2707439"/>
              <a:ext cx="264737" cy="403408"/>
            </a:xfrm>
            <a:custGeom>
              <a:rect b="b" l="l" r="r" t="t"/>
              <a:pathLst>
                <a:path extrusionOk="0" h="403408" w="264736">
                  <a:moveTo>
                    <a:pt x="50791" y="216758"/>
                  </a:moveTo>
                  <a:cubicBezTo>
                    <a:pt x="40832" y="207178"/>
                    <a:pt x="28100" y="222179"/>
                    <a:pt x="17636" y="222053"/>
                  </a:cubicBezTo>
                  <a:cubicBezTo>
                    <a:pt x="15871" y="229743"/>
                    <a:pt x="13224" y="235164"/>
                    <a:pt x="10451" y="237181"/>
                  </a:cubicBezTo>
                  <a:cubicBezTo>
                    <a:pt x="6290" y="240207"/>
                    <a:pt x="-1400" y="251426"/>
                    <a:pt x="4526" y="252561"/>
                  </a:cubicBezTo>
                  <a:cubicBezTo>
                    <a:pt x="10451" y="253696"/>
                    <a:pt x="19905" y="263276"/>
                    <a:pt x="21166" y="256091"/>
                  </a:cubicBezTo>
                  <a:cubicBezTo>
                    <a:pt x="22301" y="249031"/>
                    <a:pt x="26461" y="239450"/>
                    <a:pt x="36546" y="251300"/>
                  </a:cubicBezTo>
                  <a:cubicBezTo>
                    <a:pt x="38941" y="254074"/>
                    <a:pt x="41967" y="256847"/>
                    <a:pt x="45370" y="259242"/>
                  </a:cubicBezTo>
                  <a:cubicBezTo>
                    <a:pt x="47009" y="253822"/>
                    <a:pt x="59363" y="252939"/>
                    <a:pt x="65793" y="246510"/>
                  </a:cubicBezTo>
                  <a:cubicBezTo>
                    <a:pt x="73609" y="238694"/>
                    <a:pt x="61759" y="227348"/>
                    <a:pt x="50791" y="216758"/>
                  </a:cubicBezTo>
                  <a:close/>
                  <a:moveTo>
                    <a:pt x="265354" y="313955"/>
                  </a:moveTo>
                  <a:cubicBezTo>
                    <a:pt x="266110" y="302231"/>
                    <a:pt x="240267" y="293910"/>
                    <a:pt x="237493" y="300213"/>
                  </a:cubicBezTo>
                  <a:cubicBezTo>
                    <a:pt x="234720" y="306517"/>
                    <a:pt x="228921" y="305760"/>
                    <a:pt x="224509" y="298701"/>
                  </a:cubicBezTo>
                  <a:cubicBezTo>
                    <a:pt x="220223" y="291641"/>
                    <a:pt x="228417" y="284960"/>
                    <a:pt x="224131" y="284203"/>
                  </a:cubicBezTo>
                  <a:cubicBezTo>
                    <a:pt x="219844" y="283447"/>
                    <a:pt x="214298" y="273614"/>
                    <a:pt x="215558" y="269706"/>
                  </a:cubicBezTo>
                  <a:cubicBezTo>
                    <a:pt x="216693" y="265798"/>
                    <a:pt x="208877" y="240711"/>
                    <a:pt x="195514" y="237559"/>
                  </a:cubicBezTo>
                  <a:cubicBezTo>
                    <a:pt x="182151" y="234408"/>
                    <a:pt x="180260" y="215624"/>
                    <a:pt x="177865" y="205413"/>
                  </a:cubicBezTo>
                  <a:cubicBezTo>
                    <a:pt x="175470" y="195201"/>
                    <a:pt x="166897" y="200622"/>
                    <a:pt x="160216" y="192050"/>
                  </a:cubicBezTo>
                  <a:cubicBezTo>
                    <a:pt x="153534" y="183477"/>
                    <a:pt x="142188" y="187764"/>
                    <a:pt x="136263" y="188142"/>
                  </a:cubicBezTo>
                  <a:cubicBezTo>
                    <a:pt x="130338" y="188520"/>
                    <a:pt x="136263" y="177174"/>
                    <a:pt x="145718" y="170871"/>
                  </a:cubicBezTo>
                  <a:cubicBezTo>
                    <a:pt x="155173" y="164568"/>
                    <a:pt x="166141" y="131286"/>
                    <a:pt x="166141" y="124605"/>
                  </a:cubicBezTo>
                  <a:cubicBezTo>
                    <a:pt x="166141" y="117923"/>
                    <a:pt x="124917" y="118302"/>
                    <a:pt x="117101" y="122210"/>
                  </a:cubicBezTo>
                  <a:cubicBezTo>
                    <a:pt x="109286" y="126118"/>
                    <a:pt x="101470" y="116285"/>
                    <a:pt x="108025" y="113511"/>
                  </a:cubicBezTo>
                  <a:cubicBezTo>
                    <a:pt x="114706" y="110738"/>
                    <a:pt x="128825" y="96997"/>
                    <a:pt x="128069" y="91576"/>
                  </a:cubicBezTo>
                  <a:cubicBezTo>
                    <a:pt x="127313" y="86029"/>
                    <a:pt x="137902" y="80986"/>
                    <a:pt x="131977" y="75818"/>
                  </a:cubicBezTo>
                  <a:cubicBezTo>
                    <a:pt x="126052" y="70775"/>
                    <a:pt x="125296" y="82499"/>
                    <a:pt x="120253" y="86407"/>
                  </a:cubicBezTo>
                  <a:cubicBezTo>
                    <a:pt x="115211" y="90315"/>
                    <a:pt x="103739" y="89181"/>
                    <a:pt x="91637" y="86785"/>
                  </a:cubicBezTo>
                  <a:cubicBezTo>
                    <a:pt x="79534" y="84390"/>
                    <a:pt x="74743" y="101661"/>
                    <a:pt x="75122" y="109099"/>
                  </a:cubicBezTo>
                  <a:cubicBezTo>
                    <a:pt x="75500" y="116537"/>
                    <a:pt x="61002" y="120823"/>
                    <a:pt x="63398" y="127126"/>
                  </a:cubicBezTo>
                  <a:cubicBezTo>
                    <a:pt x="65793" y="133430"/>
                    <a:pt x="60624" y="138094"/>
                    <a:pt x="56716" y="134564"/>
                  </a:cubicBezTo>
                  <a:cubicBezTo>
                    <a:pt x="52808" y="131034"/>
                    <a:pt x="48522" y="122462"/>
                    <a:pt x="40580" y="128639"/>
                  </a:cubicBezTo>
                  <a:cubicBezTo>
                    <a:pt x="32764" y="134942"/>
                    <a:pt x="49657" y="143136"/>
                    <a:pt x="59742" y="144397"/>
                  </a:cubicBezTo>
                  <a:cubicBezTo>
                    <a:pt x="69953" y="145532"/>
                    <a:pt x="51926" y="152970"/>
                    <a:pt x="49909" y="163937"/>
                  </a:cubicBezTo>
                  <a:cubicBezTo>
                    <a:pt x="47892" y="174905"/>
                    <a:pt x="63272" y="170240"/>
                    <a:pt x="64028" y="178057"/>
                  </a:cubicBezTo>
                  <a:cubicBezTo>
                    <a:pt x="64785" y="185873"/>
                    <a:pt x="42093" y="187133"/>
                    <a:pt x="42093" y="194571"/>
                  </a:cubicBezTo>
                  <a:cubicBezTo>
                    <a:pt x="42093" y="202009"/>
                    <a:pt x="55077" y="191041"/>
                    <a:pt x="60877" y="187890"/>
                  </a:cubicBezTo>
                  <a:cubicBezTo>
                    <a:pt x="66802" y="184738"/>
                    <a:pt x="57725" y="206295"/>
                    <a:pt x="71844" y="204026"/>
                  </a:cubicBezTo>
                  <a:cubicBezTo>
                    <a:pt x="85963" y="201631"/>
                    <a:pt x="82055" y="182469"/>
                    <a:pt x="87098" y="183225"/>
                  </a:cubicBezTo>
                  <a:cubicBezTo>
                    <a:pt x="92267" y="183982"/>
                    <a:pt x="84703" y="193436"/>
                    <a:pt x="89115" y="201631"/>
                  </a:cubicBezTo>
                  <a:cubicBezTo>
                    <a:pt x="93401" y="209825"/>
                    <a:pt x="78904" y="222431"/>
                    <a:pt x="79660" y="228356"/>
                  </a:cubicBezTo>
                  <a:cubicBezTo>
                    <a:pt x="80417" y="234282"/>
                    <a:pt x="108655" y="234282"/>
                    <a:pt x="117732" y="224827"/>
                  </a:cubicBezTo>
                  <a:cubicBezTo>
                    <a:pt x="126808" y="215372"/>
                    <a:pt x="131095" y="225583"/>
                    <a:pt x="124791" y="232643"/>
                  </a:cubicBezTo>
                  <a:cubicBezTo>
                    <a:pt x="118488" y="239702"/>
                    <a:pt x="121261" y="246384"/>
                    <a:pt x="129078" y="249157"/>
                  </a:cubicBezTo>
                  <a:cubicBezTo>
                    <a:pt x="136894" y="251931"/>
                    <a:pt x="139667" y="252687"/>
                    <a:pt x="136137" y="258990"/>
                  </a:cubicBezTo>
                  <a:cubicBezTo>
                    <a:pt x="132608" y="265294"/>
                    <a:pt x="135759" y="277018"/>
                    <a:pt x="133742" y="282943"/>
                  </a:cubicBezTo>
                  <a:cubicBezTo>
                    <a:pt x="131725" y="288868"/>
                    <a:pt x="107520" y="288111"/>
                    <a:pt x="106638" y="284077"/>
                  </a:cubicBezTo>
                  <a:cubicBezTo>
                    <a:pt x="105882" y="280169"/>
                    <a:pt x="95670" y="282943"/>
                    <a:pt x="98444" y="288363"/>
                  </a:cubicBezTo>
                  <a:cubicBezTo>
                    <a:pt x="101217" y="293910"/>
                    <a:pt x="89745" y="299709"/>
                    <a:pt x="90628" y="304878"/>
                  </a:cubicBezTo>
                  <a:cubicBezTo>
                    <a:pt x="91384" y="310047"/>
                    <a:pt x="105882" y="308786"/>
                    <a:pt x="106260" y="315089"/>
                  </a:cubicBezTo>
                  <a:cubicBezTo>
                    <a:pt x="106638" y="321392"/>
                    <a:pt x="95670" y="328830"/>
                    <a:pt x="80795" y="333116"/>
                  </a:cubicBezTo>
                  <a:cubicBezTo>
                    <a:pt x="65919" y="337403"/>
                    <a:pt x="83946" y="349253"/>
                    <a:pt x="91006" y="344084"/>
                  </a:cubicBezTo>
                  <a:cubicBezTo>
                    <a:pt x="98066" y="339042"/>
                    <a:pt x="96553" y="347614"/>
                    <a:pt x="106764" y="347614"/>
                  </a:cubicBezTo>
                  <a:cubicBezTo>
                    <a:pt x="116975" y="347614"/>
                    <a:pt x="123279" y="355808"/>
                    <a:pt x="134624" y="351522"/>
                  </a:cubicBezTo>
                  <a:cubicBezTo>
                    <a:pt x="145971" y="347236"/>
                    <a:pt x="145592" y="351522"/>
                    <a:pt x="137020" y="358203"/>
                  </a:cubicBezTo>
                  <a:cubicBezTo>
                    <a:pt x="128321" y="364885"/>
                    <a:pt x="115463" y="357825"/>
                    <a:pt x="107647" y="362111"/>
                  </a:cubicBezTo>
                  <a:cubicBezTo>
                    <a:pt x="99831" y="366398"/>
                    <a:pt x="67936" y="396401"/>
                    <a:pt x="73861" y="403713"/>
                  </a:cubicBezTo>
                  <a:cubicBezTo>
                    <a:pt x="77391" y="407999"/>
                    <a:pt x="82055" y="397410"/>
                    <a:pt x="93401" y="392745"/>
                  </a:cubicBezTo>
                  <a:cubicBezTo>
                    <a:pt x="104747" y="388081"/>
                    <a:pt x="106764" y="395897"/>
                    <a:pt x="113067" y="396653"/>
                  </a:cubicBezTo>
                  <a:cubicBezTo>
                    <a:pt x="119371" y="397410"/>
                    <a:pt x="119749" y="383669"/>
                    <a:pt x="124791" y="384929"/>
                  </a:cubicBezTo>
                  <a:cubicBezTo>
                    <a:pt x="129834" y="386064"/>
                    <a:pt x="134624" y="380643"/>
                    <a:pt x="143953" y="382156"/>
                  </a:cubicBezTo>
                  <a:cubicBezTo>
                    <a:pt x="153408" y="383669"/>
                    <a:pt x="160090" y="380139"/>
                    <a:pt x="164754" y="376231"/>
                  </a:cubicBezTo>
                  <a:cubicBezTo>
                    <a:pt x="169418" y="372323"/>
                    <a:pt x="182025" y="384047"/>
                    <a:pt x="185933" y="381273"/>
                  </a:cubicBezTo>
                  <a:cubicBezTo>
                    <a:pt x="189841" y="378500"/>
                    <a:pt x="207112" y="375348"/>
                    <a:pt x="215684" y="375727"/>
                  </a:cubicBezTo>
                  <a:cubicBezTo>
                    <a:pt x="224257" y="376105"/>
                    <a:pt x="246696" y="365893"/>
                    <a:pt x="252495" y="360473"/>
                  </a:cubicBezTo>
                  <a:cubicBezTo>
                    <a:pt x="258420" y="354926"/>
                    <a:pt x="248965" y="353791"/>
                    <a:pt x="241149" y="354926"/>
                  </a:cubicBezTo>
                  <a:cubicBezTo>
                    <a:pt x="233333" y="356060"/>
                    <a:pt x="234846" y="347110"/>
                    <a:pt x="243167" y="339294"/>
                  </a:cubicBezTo>
                  <a:cubicBezTo>
                    <a:pt x="251613" y="331604"/>
                    <a:pt x="264598" y="325805"/>
                    <a:pt x="265354" y="313955"/>
                  </a:cubicBezTo>
                  <a:close/>
                  <a:moveTo>
                    <a:pt x="29612" y="117041"/>
                  </a:moveTo>
                  <a:cubicBezTo>
                    <a:pt x="40202" y="116663"/>
                    <a:pt x="52304" y="98636"/>
                    <a:pt x="47261" y="93467"/>
                  </a:cubicBezTo>
                  <a:cubicBezTo>
                    <a:pt x="42219" y="88424"/>
                    <a:pt x="21796" y="117293"/>
                    <a:pt x="29612" y="117041"/>
                  </a:cubicBezTo>
                  <a:close/>
                  <a:moveTo>
                    <a:pt x="181521" y="31947"/>
                  </a:moveTo>
                  <a:cubicBezTo>
                    <a:pt x="188202" y="25266"/>
                    <a:pt x="196018" y="-199"/>
                    <a:pt x="185807" y="2574"/>
                  </a:cubicBezTo>
                  <a:cubicBezTo>
                    <a:pt x="175595" y="5221"/>
                    <a:pt x="178495" y="34847"/>
                    <a:pt x="181521" y="3194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6" name="Google Shape;786;p22"/>
            <p:cNvSpPr/>
            <p:nvPr/>
          </p:nvSpPr>
          <p:spPr>
            <a:xfrm>
              <a:off x="5584189" y="2707439"/>
              <a:ext cx="264737" cy="403408"/>
            </a:xfrm>
            <a:custGeom>
              <a:rect b="b" l="l" r="r" t="t"/>
              <a:pathLst>
                <a:path extrusionOk="0" h="403408" w="264736">
                  <a:moveTo>
                    <a:pt x="50791" y="216758"/>
                  </a:moveTo>
                  <a:cubicBezTo>
                    <a:pt x="40832" y="207178"/>
                    <a:pt x="28100" y="222179"/>
                    <a:pt x="17636" y="222053"/>
                  </a:cubicBezTo>
                  <a:cubicBezTo>
                    <a:pt x="15871" y="229743"/>
                    <a:pt x="13224" y="235164"/>
                    <a:pt x="10451" y="237181"/>
                  </a:cubicBezTo>
                  <a:cubicBezTo>
                    <a:pt x="6290" y="240207"/>
                    <a:pt x="-1400" y="251426"/>
                    <a:pt x="4526" y="252561"/>
                  </a:cubicBezTo>
                  <a:cubicBezTo>
                    <a:pt x="10451" y="253696"/>
                    <a:pt x="19905" y="263276"/>
                    <a:pt x="21166" y="256091"/>
                  </a:cubicBezTo>
                  <a:cubicBezTo>
                    <a:pt x="22301" y="249031"/>
                    <a:pt x="26461" y="239450"/>
                    <a:pt x="36546" y="251300"/>
                  </a:cubicBezTo>
                  <a:cubicBezTo>
                    <a:pt x="38941" y="254074"/>
                    <a:pt x="41967" y="256847"/>
                    <a:pt x="45370" y="259242"/>
                  </a:cubicBezTo>
                  <a:cubicBezTo>
                    <a:pt x="47009" y="253822"/>
                    <a:pt x="59363" y="252939"/>
                    <a:pt x="65793" y="246510"/>
                  </a:cubicBezTo>
                  <a:cubicBezTo>
                    <a:pt x="73609" y="238694"/>
                    <a:pt x="61759" y="227348"/>
                    <a:pt x="50791" y="216758"/>
                  </a:cubicBezTo>
                  <a:close/>
                  <a:moveTo>
                    <a:pt x="265354" y="313955"/>
                  </a:moveTo>
                  <a:cubicBezTo>
                    <a:pt x="266110" y="302231"/>
                    <a:pt x="240267" y="293910"/>
                    <a:pt x="237493" y="300213"/>
                  </a:cubicBezTo>
                  <a:cubicBezTo>
                    <a:pt x="234720" y="306517"/>
                    <a:pt x="228921" y="305760"/>
                    <a:pt x="224509" y="298701"/>
                  </a:cubicBezTo>
                  <a:cubicBezTo>
                    <a:pt x="220223" y="291641"/>
                    <a:pt x="228417" y="284960"/>
                    <a:pt x="224131" y="284203"/>
                  </a:cubicBezTo>
                  <a:cubicBezTo>
                    <a:pt x="219844" y="283447"/>
                    <a:pt x="214298" y="273614"/>
                    <a:pt x="215558" y="269706"/>
                  </a:cubicBezTo>
                  <a:cubicBezTo>
                    <a:pt x="216693" y="265798"/>
                    <a:pt x="208877" y="240711"/>
                    <a:pt x="195514" y="237559"/>
                  </a:cubicBezTo>
                  <a:cubicBezTo>
                    <a:pt x="182151" y="234408"/>
                    <a:pt x="180260" y="215624"/>
                    <a:pt x="177865" y="205413"/>
                  </a:cubicBezTo>
                  <a:cubicBezTo>
                    <a:pt x="175470" y="195201"/>
                    <a:pt x="166897" y="200622"/>
                    <a:pt x="160216" y="192050"/>
                  </a:cubicBezTo>
                  <a:cubicBezTo>
                    <a:pt x="153534" y="183477"/>
                    <a:pt x="142188" y="187764"/>
                    <a:pt x="136263" y="188142"/>
                  </a:cubicBezTo>
                  <a:cubicBezTo>
                    <a:pt x="130338" y="188520"/>
                    <a:pt x="136263" y="177174"/>
                    <a:pt x="145718" y="170871"/>
                  </a:cubicBezTo>
                  <a:cubicBezTo>
                    <a:pt x="155173" y="164568"/>
                    <a:pt x="166141" y="131286"/>
                    <a:pt x="166141" y="124605"/>
                  </a:cubicBezTo>
                  <a:cubicBezTo>
                    <a:pt x="166141" y="117923"/>
                    <a:pt x="124917" y="118302"/>
                    <a:pt x="117101" y="122210"/>
                  </a:cubicBezTo>
                  <a:cubicBezTo>
                    <a:pt x="109286" y="126118"/>
                    <a:pt x="101470" y="116285"/>
                    <a:pt x="108025" y="113511"/>
                  </a:cubicBezTo>
                  <a:cubicBezTo>
                    <a:pt x="114706" y="110738"/>
                    <a:pt x="128825" y="96997"/>
                    <a:pt x="128069" y="91576"/>
                  </a:cubicBezTo>
                  <a:cubicBezTo>
                    <a:pt x="127313" y="86029"/>
                    <a:pt x="137902" y="80986"/>
                    <a:pt x="131977" y="75818"/>
                  </a:cubicBezTo>
                  <a:cubicBezTo>
                    <a:pt x="126052" y="70775"/>
                    <a:pt x="125296" y="82499"/>
                    <a:pt x="120253" y="86407"/>
                  </a:cubicBezTo>
                  <a:cubicBezTo>
                    <a:pt x="115211" y="90315"/>
                    <a:pt x="103739" y="89181"/>
                    <a:pt x="91637" y="86785"/>
                  </a:cubicBezTo>
                  <a:cubicBezTo>
                    <a:pt x="79534" y="84390"/>
                    <a:pt x="74743" y="101661"/>
                    <a:pt x="75122" y="109099"/>
                  </a:cubicBezTo>
                  <a:cubicBezTo>
                    <a:pt x="75500" y="116537"/>
                    <a:pt x="61002" y="120823"/>
                    <a:pt x="63398" y="127126"/>
                  </a:cubicBezTo>
                  <a:cubicBezTo>
                    <a:pt x="65793" y="133430"/>
                    <a:pt x="60624" y="138094"/>
                    <a:pt x="56716" y="134564"/>
                  </a:cubicBezTo>
                  <a:cubicBezTo>
                    <a:pt x="52808" y="131034"/>
                    <a:pt x="48522" y="122462"/>
                    <a:pt x="40580" y="128639"/>
                  </a:cubicBezTo>
                  <a:cubicBezTo>
                    <a:pt x="32764" y="134942"/>
                    <a:pt x="49657" y="143136"/>
                    <a:pt x="59742" y="144397"/>
                  </a:cubicBezTo>
                  <a:cubicBezTo>
                    <a:pt x="69953" y="145532"/>
                    <a:pt x="51926" y="152970"/>
                    <a:pt x="49909" y="163937"/>
                  </a:cubicBezTo>
                  <a:cubicBezTo>
                    <a:pt x="47892" y="174905"/>
                    <a:pt x="63272" y="170240"/>
                    <a:pt x="64028" y="178057"/>
                  </a:cubicBezTo>
                  <a:cubicBezTo>
                    <a:pt x="64785" y="185873"/>
                    <a:pt x="42093" y="187133"/>
                    <a:pt x="42093" y="194571"/>
                  </a:cubicBezTo>
                  <a:cubicBezTo>
                    <a:pt x="42093" y="202009"/>
                    <a:pt x="55077" y="191041"/>
                    <a:pt x="60877" y="187890"/>
                  </a:cubicBezTo>
                  <a:cubicBezTo>
                    <a:pt x="66802" y="184738"/>
                    <a:pt x="57725" y="206295"/>
                    <a:pt x="71844" y="204026"/>
                  </a:cubicBezTo>
                  <a:cubicBezTo>
                    <a:pt x="85963" y="201631"/>
                    <a:pt x="82055" y="182469"/>
                    <a:pt x="87098" y="183225"/>
                  </a:cubicBezTo>
                  <a:cubicBezTo>
                    <a:pt x="92267" y="183982"/>
                    <a:pt x="84703" y="193436"/>
                    <a:pt x="89115" y="201631"/>
                  </a:cubicBezTo>
                  <a:cubicBezTo>
                    <a:pt x="93401" y="209825"/>
                    <a:pt x="78904" y="222431"/>
                    <a:pt x="79660" y="228356"/>
                  </a:cubicBezTo>
                  <a:cubicBezTo>
                    <a:pt x="80417" y="234282"/>
                    <a:pt x="108655" y="234282"/>
                    <a:pt x="117732" y="224827"/>
                  </a:cubicBezTo>
                  <a:cubicBezTo>
                    <a:pt x="126808" y="215372"/>
                    <a:pt x="131095" y="225583"/>
                    <a:pt x="124791" y="232643"/>
                  </a:cubicBezTo>
                  <a:cubicBezTo>
                    <a:pt x="118488" y="239702"/>
                    <a:pt x="121261" y="246384"/>
                    <a:pt x="129078" y="249157"/>
                  </a:cubicBezTo>
                  <a:cubicBezTo>
                    <a:pt x="136894" y="251931"/>
                    <a:pt x="139667" y="252687"/>
                    <a:pt x="136137" y="258990"/>
                  </a:cubicBezTo>
                  <a:cubicBezTo>
                    <a:pt x="132608" y="265294"/>
                    <a:pt x="135759" y="277018"/>
                    <a:pt x="133742" y="282943"/>
                  </a:cubicBezTo>
                  <a:cubicBezTo>
                    <a:pt x="131725" y="288868"/>
                    <a:pt x="107520" y="288111"/>
                    <a:pt x="106638" y="284077"/>
                  </a:cubicBezTo>
                  <a:cubicBezTo>
                    <a:pt x="105882" y="280169"/>
                    <a:pt x="95670" y="282943"/>
                    <a:pt x="98444" y="288363"/>
                  </a:cubicBezTo>
                  <a:cubicBezTo>
                    <a:pt x="101217" y="293910"/>
                    <a:pt x="89745" y="299709"/>
                    <a:pt x="90628" y="304878"/>
                  </a:cubicBezTo>
                  <a:cubicBezTo>
                    <a:pt x="91384" y="310047"/>
                    <a:pt x="105882" y="308786"/>
                    <a:pt x="106260" y="315089"/>
                  </a:cubicBezTo>
                  <a:cubicBezTo>
                    <a:pt x="106638" y="321392"/>
                    <a:pt x="95670" y="328830"/>
                    <a:pt x="80795" y="333116"/>
                  </a:cubicBezTo>
                  <a:cubicBezTo>
                    <a:pt x="65919" y="337403"/>
                    <a:pt x="83946" y="349253"/>
                    <a:pt x="91006" y="344084"/>
                  </a:cubicBezTo>
                  <a:cubicBezTo>
                    <a:pt x="98066" y="339042"/>
                    <a:pt x="96553" y="347614"/>
                    <a:pt x="106764" y="347614"/>
                  </a:cubicBezTo>
                  <a:cubicBezTo>
                    <a:pt x="116975" y="347614"/>
                    <a:pt x="123279" y="355808"/>
                    <a:pt x="134624" y="351522"/>
                  </a:cubicBezTo>
                  <a:cubicBezTo>
                    <a:pt x="145971" y="347236"/>
                    <a:pt x="145592" y="351522"/>
                    <a:pt x="137020" y="358203"/>
                  </a:cubicBezTo>
                  <a:cubicBezTo>
                    <a:pt x="128321" y="364885"/>
                    <a:pt x="115463" y="357825"/>
                    <a:pt x="107647" y="362111"/>
                  </a:cubicBezTo>
                  <a:cubicBezTo>
                    <a:pt x="99831" y="366398"/>
                    <a:pt x="67936" y="396401"/>
                    <a:pt x="73861" y="403713"/>
                  </a:cubicBezTo>
                  <a:cubicBezTo>
                    <a:pt x="77391" y="407999"/>
                    <a:pt x="82055" y="397410"/>
                    <a:pt x="93401" y="392745"/>
                  </a:cubicBezTo>
                  <a:cubicBezTo>
                    <a:pt x="104747" y="388081"/>
                    <a:pt x="106764" y="395897"/>
                    <a:pt x="113067" y="396653"/>
                  </a:cubicBezTo>
                  <a:cubicBezTo>
                    <a:pt x="119371" y="397410"/>
                    <a:pt x="119749" y="383669"/>
                    <a:pt x="124791" y="384929"/>
                  </a:cubicBezTo>
                  <a:cubicBezTo>
                    <a:pt x="129834" y="386064"/>
                    <a:pt x="134624" y="380643"/>
                    <a:pt x="143953" y="382156"/>
                  </a:cubicBezTo>
                  <a:cubicBezTo>
                    <a:pt x="153408" y="383669"/>
                    <a:pt x="160090" y="380139"/>
                    <a:pt x="164754" y="376231"/>
                  </a:cubicBezTo>
                  <a:cubicBezTo>
                    <a:pt x="169418" y="372323"/>
                    <a:pt x="182025" y="384047"/>
                    <a:pt x="185933" y="381273"/>
                  </a:cubicBezTo>
                  <a:cubicBezTo>
                    <a:pt x="189841" y="378500"/>
                    <a:pt x="207112" y="375348"/>
                    <a:pt x="215684" y="375727"/>
                  </a:cubicBezTo>
                  <a:cubicBezTo>
                    <a:pt x="224257" y="376105"/>
                    <a:pt x="246696" y="365893"/>
                    <a:pt x="252495" y="360473"/>
                  </a:cubicBezTo>
                  <a:cubicBezTo>
                    <a:pt x="258420" y="354926"/>
                    <a:pt x="248965" y="353791"/>
                    <a:pt x="241149" y="354926"/>
                  </a:cubicBezTo>
                  <a:cubicBezTo>
                    <a:pt x="233333" y="356060"/>
                    <a:pt x="234846" y="347110"/>
                    <a:pt x="243167" y="339294"/>
                  </a:cubicBezTo>
                  <a:cubicBezTo>
                    <a:pt x="251613" y="331604"/>
                    <a:pt x="264598" y="325805"/>
                    <a:pt x="265354" y="313955"/>
                  </a:cubicBezTo>
                  <a:close/>
                  <a:moveTo>
                    <a:pt x="29612" y="117041"/>
                  </a:moveTo>
                  <a:cubicBezTo>
                    <a:pt x="40202" y="116663"/>
                    <a:pt x="52304" y="98636"/>
                    <a:pt x="47261" y="93467"/>
                  </a:cubicBezTo>
                  <a:cubicBezTo>
                    <a:pt x="42219" y="88424"/>
                    <a:pt x="21796" y="117293"/>
                    <a:pt x="29612" y="117041"/>
                  </a:cubicBezTo>
                  <a:close/>
                  <a:moveTo>
                    <a:pt x="181521" y="31947"/>
                  </a:moveTo>
                  <a:cubicBezTo>
                    <a:pt x="188202" y="25266"/>
                    <a:pt x="196018" y="-199"/>
                    <a:pt x="185807" y="2574"/>
                  </a:cubicBezTo>
                  <a:cubicBezTo>
                    <a:pt x="175595" y="5221"/>
                    <a:pt x="178495" y="34847"/>
                    <a:pt x="181521" y="31947"/>
                  </a:cubicBezTo>
                  <a:close/>
                </a:path>
              </a:pathLst>
            </a:custGeom>
            <a:solidFill>
              <a:srgbClr val="7F7F7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7" name="Google Shape;787;p22"/>
            <p:cNvSpPr/>
            <p:nvPr/>
          </p:nvSpPr>
          <p:spPr>
            <a:xfrm>
              <a:off x="6014035" y="2825297"/>
              <a:ext cx="126065" cy="113459"/>
            </a:xfrm>
            <a:custGeom>
              <a:rect b="b" l="l" r="r" t="t"/>
              <a:pathLst>
                <a:path extrusionOk="0" h="113458" w="126065">
                  <a:moveTo>
                    <a:pt x="65073" y="45071"/>
                  </a:moveTo>
                  <a:cubicBezTo>
                    <a:pt x="61165" y="43180"/>
                    <a:pt x="59526" y="30573"/>
                    <a:pt x="64316" y="26665"/>
                  </a:cubicBezTo>
                  <a:cubicBezTo>
                    <a:pt x="68981" y="22757"/>
                    <a:pt x="70998" y="7755"/>
                    <a:pt x="67090" y="3847"/>
                  </a:cubicBezTo>
                  <a:cubicBezTo>
                    <a:pt x="63182" y="-61"/>
                    <a:pt x="49063" y="3847"/>
                    <a:pt x="47802" y="14437"/>
                  </a:cubicBezTo>
                  <a:cubicBezTo>
                    <a:pt x="46667" y="25026"/>
                    <a:pt x="35195" y="20362"/>
                    <a:pt x="32169" y="22631"/>
                  </a:cubicBezTo>
                  <a:cubicBezTo>
                    <a:pt x="29018" y="25026"/>
                    <a:pt x="38473" y="29691"/>
                    <a:pt x="33304" y="34355"/>
                  </a:cubicBezTo>
                  <a:cubicBezTo>
                    <a:pt x="28261" y="39020"/>
                    <a:pt x="26244" y="27296"/>
                    <a:pt x="18050" y="26539"/>
                  </a:cubicBezTo>
                  <a:cubicBezTo>
                    <a:pt x="9856" y="25783"/>
                    <a:pt x="8974" y="39020"/>
                    <a:pt x="4687" y="45701"/>
                  </a:cubicBezTo>
                  <a:cubicBezTo>
                    <a:pt x="401" y="52383"/>
                    <a:pt x="3048" y="66502"/>
                    <a:pt x="4687" y="75957"/>
                  </a:cubicBezTo>
                  <a:cubicBezTo>
                    <a:pt x="6200" y="85412"/>
                    <a:pt x="17672" y="91211"/>
                    <a:pt x="14899" y="99153"/>
                  </a:cubicBezTo>
                  <a:cubicBezTo>
                    <a:pt x="13638" y="102809"/>
                    <a:pt x="16159" y="106843"/>
                    <a:pt x="18933" y="110877"/>
                  </a:cubicBezTo>
                  <a:cubicBezTo>
                    <a:pt x="29396" y="111129"/>
                    <a:pt x="38977" y="111885"/>
                    <a:pt x="43137" y="113272"/>
                  </a:cubicBezTo>
                  <a:cubicBezTo>
                    <a:pt x="44776" y="113776"/>
                    <a:pt x="48306" y="113650"/>
                    <a:pt x="52970" y="113020"/>
                  </a:cubicBezTo>
                  <a:cubicBezTo>
                    <a:pt x="49566" y="107347"/>
                    <a:pt x="41751" y="102809"/>
                    <a:pt x="42381" y="98774"/>
                  </a:cubicBezTo>
                  <a:cubicBezTo>
                    <a:pt x="43137" y="93354"/>
                    <a:pt x="50575" y="96757"/>
                    <a:pt x="56122" y="101548"/>
                  </a:cubicBezTo>
                  <a:cubicBezTo>
                    <a:pt x="61543" y="106212"/>
                    <a:pt x="73771" y="107095"/>
                    <a:pt x="74906" y="101170"/>
                  </a:cubicBezTo>
                  <a:cubicBezTo>
                    <a:pt x="75662" y="97514"/>
                    <a:pt x="72889" y="80747"/>
                    <a:pt x="65451" y="84655"/>
                  </a:cubicBezTo>
                  <a:cubicBezTo>
                    <a:pt x="58013" y="88563"/>
                    <a:pt x="55996" y="87050"/>
                    <a:pt x="53222" y="83016"/>
                  </a:cubicBezTo>
                  <a:cubicBezTo>
                    <a:pt x="50449" y="79108"/>
                    <a:pt x="58769" y="72805"/>
                    <a:pt x="60660" y="66502"/>
                  </a:cubicBezTo>
                  <a:cubicBezTo>
                    <a:pt x="62551" y="60199"/>
                    <a:pt x="75536" y="62594"/>
                    <a:pt x="77553" y="57425"/>
                  </a:cubicBezTo>
                  <a:cubicBezTo>
                    <a:pt x="79570" y="52509"/>
                    <a:pt x="68981" y="47088"/>
                    <a:pt x="65073" y="45071"/>
                  </a:cubicBezTo>
                  <a:close/>
                  <a:moveTo>
                    <a:pt x="124323" y="69023"/>
                  </a:moveTo>
                  <a:cubicBezTo>
                    <a:pt x="121171" y="67006"/>
                    <a:pt x="118776" y="74570"/>
                    <a:pt x="115247" y="75326"/>
                  </a:cubicBezTo>
                  <a:cubicBezTo>
                    <a:pt x="111716" y="76083"/>
                    <a:pt x="107808" y="60451"/>
                    <a:pt x="106170" y="69023"/>
                  </a:cubicBezTo>
                  <a:cubicBezTo>
                    <a:pt x="104531" y="77596"/>
                    <a:pt x="96715" y="65493"/>
                    <a:pt x="88899" y="76461"/>
                  </a:cubicBezTo>
                  <a:cubicBezTo>
                    <a:pt x="81083" y="87429"/>
                    <a:pt x="93563" y="97262"/>
                    <a:pt x="99110" y="100791"/>
                  </a:cubicBezTo>
                  <a:cubicBezTo>
                    <a:pt x="104657" y="104321"/>
                    <a:pt x="98732" y="109364"/>
                    <a:pt x="91672" y="107851"/>
                  </a:cubicBezTo>
                  <a:cubicBezTo>
                    <a:pt x="84613" y="106338"/>
                    <a:pt x="88899" y="118062"/>
                    <a:pt x="98732" y="119575"/>
                  </a:cubicBezTo>
                  <a:cubicBezTo>
                    <a:pt x="108565" y="121088"/>
                    <a:pt x="119155" y="102304"/>
                    <a:pt x="118020" y="97640"/>
                  </a:cubicBezTo>
                  <a:cubicBezTo>
                    <a:pt x="116885" y="92975"/>
                    <a:pt x="127979" y="71292"/>
                    <a:pt x="124323" y="6902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8" name="Google Shape;788;p22"/>
            <p:cNvSpPr/>
            <p:nvPr/>
          </p:nvSpPr>
          <p:spPr>
            <a:xfrm>
              <a:off x="6099030" y="2342170"/>
              <a:ext cx="327769" cy="567293"/>
            </a:xfrm>
            <a:custGeom>
              <a:rect b="b" l="l" r="r" t="t"/>
              <a:pathLst>
                <a:path extrusionOk="0" h="567292" w="327769">
                  <a:moveTo>
                    <a:pt x="329656" y="134875"/>
                  </a:moveTo>
                  <a:cubicBezTo>
                    <a:pt x="325874" y="131093"/>
                    <a:pt x="318310" y="121008"/>
                    <a:pt x="324613" y="121008"/>
                  </a:cubicBezTo>
                  <a:cubicBezTo>
                    <a:pt x="330917" y="121008"/>
                    <a:pt x="333438" y="102098"/>
                    <a:pt x="325874" y="98316"/>
                  </a:cubicBezTo>
                  <a:cubicBezTo>
                    <a:pt x="318310" y="94534"/>
                    <a:pt x="325874" y="78146"/>
                    <a:pt x="319571" y="74364"/>
                  </a:cubicBezTo>
                  <a:cubicBezTo>
                    <a:pt x="313267" y="70582"/>
                    <a:pt x="317050" y="57975"/>
                    <a:pt x="318310" y="49151"/>
                  </a:cubicBezTo>
                  <a:cubicBezTo>
                    <a:pt x="319571" y="40326"/>
                    <a:pt x="294358" y="32762"/>
                    <a:pt x="280490" y="26459"/>
                  </a:cubicBezTo>
                  <a:cubicBezTo>
                    <a:pt x="266624" y="20156"/>
                    <a:pt x="260320" y="10070"/>
                    <a:pt x="248974" y="3767"/>
                  </a:cubicBezTo>
                  <a:cubicBezTo>
                    <a:pt x="237628" y="-2536"/>
                    <a:pt x="233847" y="13852"/>
                    <a:pt x="233847" y="23938"/>
                  </a:cubicBezTo>
                  <a:cubicBezTo>
                    <a:pt x="233847" y="34023"/>
                    <a:pt x="223761" y="35284"/>
                    <a:pt x="216198" y="28980"/>
                  </a:cubicBezTo>
                  <a:cubicBezTo>
                    <a:pt x="208634" y="22677"/>
                    <a:pt x="199809" y="28980"/>
                    <a:pt x="188463" y="23938"/>
                  </a:cubicBezTo>
                  <a:cubicBezTo>
                    <a:pt x="177117" y="18895"/>
                    <a:pt x="182160" y="35284"/>
                    <a:pt x="182160" y="42847"/>
                  </a:cubicBezTo>
                  <a:cubicBezTo>
                    <a:pt x="182160" y="50411"/>
                    <a:pt x="169553" y="50411"/>
                    <a:pt x="161989" y="50411"/>
                  </a:cubicBezTo>
                  <a:cubicBezTo>
                    <a:pt x="154425" y="50411"/>
                    <a:pt x="141819" y="56715"/>
                    <a:pt x="141819" y="65539"/>
                  </a:cubicBezTo>
                  <a:cubicBezTo>
                    <a:pt x="141819" y="74364"/>
                    <a:pt x="130473" y="79406"/>
                    <a:pt x="134255" y="84449"/>
                  </a:cubicBezTo>
                  <a:cubicBezTo>
                    <a:pt x="138037" y="89492"/>
                    <a:pt x="132995" y="94534"/>
                    <a:pt x="127952" y="98316"/>
                  </a:cubicBezTo>
                  <a:cubicBezTo>
                    <a:pt x="122909" y="102098"/>
                    <a:pt x="117867" y="114705"/>
                    <a:pt x="114085" y="118486"/>
                  </a:cubicBezTo>
                  <a:cubicBezTo>
                    <a:pt x="110303" y="122268"/>
                    <a:pt x="116606" y="128572"/>
                    <a:pt x="109042" y="133614"/>
                  </a:cubicBezTo>
                  <a:cubicBezTo>
                    <a:pt x="101478" y="138657"/>
                    <a:pt x="92654" y="134875"/>
                    <a:pt x="88872" y="138657"/>
                  </a:cubicBezTo>
                  <a:cubicBezTo>
                    <a:pt x="85090" y="142439"/>
                    <a:pt x="88872" y="151263"/>
                    <a:pt x="87611" y="162609"/>
                  </a:cubicBezTo>
                  <a:cubicBezTo>
                    <a:pt x="86350" y="173955"/>
                    <a:pt x="77526" y="186562"/>
                    <a:pt x="69962" y="196647"/>
                  </a:cubicBezTo>
                  <a:cubicBezTo>
                    <a:pt x="62398" y="206732"/>
                    <a:pt x="72483" y="209253"/>
                    <a:pt x="76265" y="210514"/>
                  </a:cubicBezTo>
                  <a:cubicBezTo>
                    <a:pt x="80047" y="211775"/>
                    <a:pt x="80047" y="218078"/>
                    <a:pt x="76265" y="225642"/>
                  </a:cubicBezTo>
                  <a:cubicBezTo>
                    <a:pt x="72483" y="233206"/>
                    <a:pt x="63659" y="228163"/>
                    <a:pt x="58616" y="226902"/>
                  </a:cubicBezTo>
                  <a:cubicBezTo>
                    <a:pt x="53573" y="225642"/>
                    <a:pt x="39707" y="231945"/>
                    <a:pt x="32143" y="244551"/>
                  </a:cubicBezTo>
                  <a:cubicBezTo>
                    <a:pt x="24579" y="257158"/>
                    <a:pt x="27100" y="264722"/>
                    <a:pt x="29621" y="271025"/>
                  </a:cubicBezTo>
                  <a:cubicBezTo>
                    <a:pt x="32143" y="277328"/>
                    <a:pt x="23318" y="284892"/>
                    <a:pt x="29621" y="297499"/>
                  </a:cubicBezTo>
                  <a:cubicBezTo>
                    <a:pt x="35924" y="310105"/>
                    <a:pt x="27100" y="312627"/>
                    <a:pt x="28360" y="322712"/>
                  </a:cubicBezTo>
                  <a:cubicBezTo>
                    <a:pt x="29621" y="332797"/>
                    <a:pt x="44749" y="331536"/>
                    <a:pt x="46010" y="341622"/>
                  </a:cubicBezTo>
                  <a:cubicBezTo>
                    <a:pt x="47270" y="351707"/>
                    <a:pt x="40967" y="355489"/>
                    <a:pt x="35924" y="355489"/>
                  </a:cubicBezTo>
                  <a:cubicBezTo>
                    <a:pt x="30882" y="355489"/>
                    <a:pt x="32143" y="365574"/>
                    <a:pt x="37185" y="368095"/>
                  </a:cubicBezTo>
                  <a:cubicBezTo>
                    <a:pt x="42228" y="370616"/>
                    <a:pt x="40967" y="388266"/>
                    <a:pt x="38446" y="393308"/>
                  </a:cubicBezTo>
                  <a:cubicBezTo>
                    <a:pt x="35924" y="398351"/>
                    <a:pt x="19536" y="393308"/>
                    <a:pt x="20797" y="399611"/>
                  </a:cubicBezTo>
                  <a:cubicBezTo>
                    <a:pt x="22057" y="405915"/>
                    <a:pt x="17015" y="416000"/>
                    <a:pt x="17015" y="421042"/>
                  </a:cubicBezTo>
                  <a:cubicBezTo>
                    <a:pt x="17015" y="426085"/>
                    <a:pt x="15754" y="442474"/>
                    <a:pt x="10711" y="438692"/>
                  </a:cubicBezTo>
                  <a:cubicBezTo>
                    <a:pt x="8694" y="437179"/>
                    <a:pt x="5543" y="437053"/>
                    <a:pt x="2391" y="437557"/>
                  </a:cubicBezTo>
                  <a:cubicBezTo>
                    <a:pt x="2391" y="438313"/>
                    <a:pt x="2391" y="439196"/>
                    <a:pt x="2391" y="440078"/>
                  </a:cubicBezTo>
                  <a:cubicBezTo>
                    <a:pt x="2013" y="449911"/>
                    <a:pt x="5543" y="459744"/>
                    <a:pt x="14115" y="466804"/>
                  </a:cubicBezTo>
                  <a:cubicBezTo>
                    <a:pt x="22688" y="473864"/>
                    <a:pt x="16132" y="484453"/>
                    <a:pt x="23570" y="494286"/>
                  </a:cubicBezTo>
                  <a:cubicBezTo>
                    <a:pt x="31008" y="504119"/>
                    <a:pt x="28613" y="511179"/>
                    <a:pt x="36933" y="518239"/>
                  </a:cubicBezTo>
                  <a:cubicBezTo>
                    <a:pt x="45127" y="525298"/>
                    <a:pt x="46010" y="529206"/>
                    <a:pt x="42480" y="538283"/>
                  </a:cubicBezTo>
                  <a:cubicBezTo>
                    <a:pt x="38950" y="547360"/>
                    <a:pt x="49540" y="544964"/>
                    <a:pt x="49918" y="550385"/>
                  </a:cubicBezTo>
                  <a:cubicBezTo>
                    <a:pt x="50296" y="555932"/>
                    <a:pt x="47648" y="567278"/>
                    <a:pt x="50296" y="572699"/>
                  </a:cubicBezTo>
                  <a:cubicBezTo>
                    <a:pt x="53069" y="578246"/>
                    <a:pt x="58490" y="572699"/>
                    <a:pt x="71097" y="572321"/>
                  </a:cubicBezTo>
                  <a:cubicBezTo>
                    <a:pt x="83703" y="571942"/>
                    <a:pt x="80552" y="564126"/>
                    <a:pt x="80930" y="556562"/>
                  </a:cubicBezTo>
                  <a:cubicBezTo>
                    <a:pt x="81308" y="549125"/>
                    <a:pt x="87611" y="552654"/>
                    <a:pt x="89124" y="547990"/>
                  </a:cubicBezTo>
                  <a:cubicBezTo>
                    <a:pt x="90763" y="543326"/>
                    <a:pt x="102109" y="542065"/>
                    <a:pt x="111059" y="545973"/>
                  </a:cubicBezTo>
                  <a:cubicBezTo>
                    <a:pt x="120010" y="549881"/>
                    <a:pt x="124800" y="543200"/>
                    <a:pt x="126313" y="533871"/>
                  </a:cubicBezTo>
                  <a:cubicBezTo>
                    <a:pt x="127826" y="524416"/>
                    <a:pt x="132995" y="535888"/>
                    <a:pt x="135768" y="537779"/>
                  </a:cubicBezTo>
                  <a:cubicBezTo>
                    <a:pt x="138542" y="539796"/>
                    <a:pt x="146736" y="523281"/>
                    <a:pt x="150644" y="512692"/>
                  </a:cubicBezTo>
                  <a:cubicBezTo>
                    <a:pt x="154552" y="502102"/>
                    <a:pt x="150265" y="504119"/>
                    <a:pt x="141189" y="514205"/>
                  </a:cubicBezTo>
                  <a:cubicBezTo>
                    <a:pt x="132112" y="524416"/>
                    <a:pt x="137281" y="503993"/>
                    <a:pt x="140811" y="495799"/>
                  </a:cubicBezTo>
                  <a:cubicBezTo>
                    <a:pt x="144340" y="487605"/>
                    <a:pt x="143962" y="463653"/>
                    <a:pt x="145097" y="458106"/>
                  </a:cubicBezTo>
                  <a:cubicBezTo>
                    <a:pt x="146231" y="452559"/>
                    <a:pt x="148627" y="444364"/>
                    <a:pt x="159972" y="441969"/>
                  </a:cubicBezTo>
                  <a:cubicBezTo>
                    <a:pt x="171318" y="439574"/>
                    <a:pt x="186320" y="425455"/>
                    <a:pt x="183925" y="419656"/>
                  </a:cubicBezTo>
                  <a:cubicBezTo>
                    <a:pt x="181530" y="413731"/>
                    <a:pt x="199557" y="404024"/>
                    <a:pt x="199557" y="398099"/>
                  </a:cubicBezTo>
                  <a:cubicBezTo>
                    <a:pt x="199557" y="392174"/>
                    <a:pt x="180773" y="374146"/>
                    <a:pt x="174470" y="370238"/>
                  </a:cubicBezTo>
                  <a:cubicBezTo>
                    <a:pt x="168166" y="366330"/>
                    <a:pt x="154425" y="369482"/>
                    <a:pt x="155686" y="365196"/>
                  </a:cubicBezTo>
                  <a:cubicBezTo>
                    <a:pt x="156821" y="360910"/>
                    <a:pt x="154047" y="344017"/>
                    <a:pt x="152535" y="335318"/>
                  </a:cubicBezTo>
                  <a:cubicBezTo>
                    <a:pt x="150896" y="326620"/>
                    <a:pt x="162368" y="317669"/>
                    <a:pt x="162368" y="309475"/>
                  </a:cubicBezTo>
                  <a:cubicBezTo>
                    <a:pt x="162368" y="301281"/>
                    <a:pt x="161989" y="291826"/>
                    <a:pt x="169427" y="289052"/>
                  </a:cubicBezTo>
                  <a:cubicBezTo>
                    <a:pt x="176865" y="286279"/>
                    <a:pt x="172201" y="279219"/>
                    <a:pt x="182034" y="276950"/>
                  </a:cubicBezTo>
                  <a:cubicBezTo>
                    <a:pt x="191867" y="274555"/>
                    <a:pt x="189850" y="260436"/>
                    <a:pt x="200439" y="256149"/>
                  </a:cubicBezTo>
                  <a:cubicBezTo>
                    <a:pt x="211029" y="251863"/>
                    <a:pt x="211785" y="248333"/>
                    <a:pt x="225526" y="241652"/>
                  </a:cubicBezTo>
                  <a:cubicBezTo>
                    <a:pt x="239267" y="234971"/>
                    <a:pt x="262337" y="219338"/>
                    <a:pt x="266371" y="211018"/>
                  </a:cubicBezTo>
                  <a:cubicBezTo>
                    <a:pt x="270279" y="202824"/>
                    <a:pt x="252252" y="194125"/>
                    <a:pt x="263598" y="185553"/>
                  </a:cubicBezTo>
                  <a:cubicBezTo>
                    <a:pt x="274944" y="176981"/>
                    <a:pt x="265615" y="167148"/>
                    <a:pt x="273809" y="163996"/>
                  </a:cubicBezTo>
                  <a:cubicBezTo>
                    <a:pt x="282003" y="160844"/>
                    <a:pt x="285155" y="156558"/>
                    <a:pt x="291080" y="150255"/>
                  </a:cubicBezTo>
                  <a:cubicBezTo>
                    <a:pt x="297005" y="143952"/>
                    <a:pt x="304821" y="149877"/>
                    <a:pt x="318941" y="147481"/>
                  </a:cubicBezTo>
                  <a:cubicBezTo>
                    <a:pt x="324109" y="146599"/>
                    <a:pt x="328899" y="146977"/>
                    <a:pt x="333312" y="148112"/>
                  </a:cubicBezTo>
                  <a:cubicBezTo>
                    <a:pt x="332808" y="141682"/>
                    <a:pt x="331295" y="136640"/>
                    <a:pt x="329656" y="134875"/>
                  </a:cubicBezTo>
                  <a:close/>
                  <a:moveTo>
                    <a:pt x="197035" y="479915"/>
                  </a:moveTo>
                  <a:cubicBezTo>
                    <a:pt x="182160" y="480293"/>
                    <a:pt x="175100" y="509666"/>
                    <a:pt x="179008" y="514457"/>
                  </a:cubicBezTo>
                  <a:cubicBezTo>
                    <a:pt x="182160" y="518365"/>
                    <a:pt x="211911" y="479537"/>
                    <a:pt x="197035" y="47991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9" name="Google Shape;789;p22"/>
            <p:cNvSpPr/>
            <p:nvPr/>
          </p:nvSpPr>
          <p:spPr>
            <a:xfrm>
              <a:off x="6373865" y="2749553"/>
              <a:ext cx="163885" cy="75639"/>
            </a:xfrm>
            <a:custGeom>
              <a:rect b="b" l="l" r="r" t="t"/>
              <a:pathLst>
                <a:path extrusionOk="0" h="75639" w="163884">
                  <a:moveTo>
                    <a:pt x="154790" y="22484"/>
                  </a:moveTo>
                  <a:cubicBezTo>
                    <a:pt x="158068" y="15424"/>
                    <a:pt x="166514" y="14290"/>
                    <a:pt x="160211" y="5087"/>
                  </a:cubicBezTo>
                  <a:cubicBezTo>
                    <a:pt x="159077" y="6095"/>
                    <a:pt x="157312" y="6978"/>
                    <a:pt x="154412" y="7860"/>
                  </a:cubicBezTo>
                  <a:cubicBezTo>
                    <a:pt x="143066" y="11012"/>
                    <a:pt x="118357" y="44"/>
                    <a:pt x="104238" y="2818"/>
                  </a:cubicBezTo>
                  <a:cubicBezTo>
                    <a:pt x="90119" y="5591"/>
                    <a:pt x="61502" y="5591"/>
                    <a:pt x="54821" y="12651"/>
                  </a:cubicBezTo>
                  <a:cubicBezTo>
                    <a:pt x="48139" y="19711"/>
                    <a:pt x="31246" y="21728"/>
                    <a:pt x="38684" y="27905"/>
                  </a:cubicBezTo>
                  <a:cubicBezTo>
                    <a:pt x="46122" y="34208"/>
                    <a:pt x="38684" y="37360"/>
                    <a:pt x="44231" y="44797"/>
                  </a:cubicBezTo>
                  <a:cubicBezTo>
                    <a:pt x="49778" y="52235"/>
                    <a:pt x="52426" y="55387"/>
                    <a:pt x="59989" y="53748"/>
                  </a:cubicBezTo>
                  <a:cubicBezTo>
                    <a:pt x="67427" y="52235"/>
                    <a:pt x="73352" y="56143"/>
                    <a:pt x="65410" y="64338"/>
                  </a:cubicBezTo>
                  <a:cubicBezTo>
                    <a:pt x="65284" y="64464"/>
                    <a:pt x="65284" y="64590"/>
                    <a:pt x="65032" y="64842"/>
                  </a:cubicBezTo>
                  <a:cubicBezTo>
                    <a:pt x="77639" y="63707"/>
                    <a:pt x="91506" y="62825"/>
                    <a:pt x="93649" y="64338"/>
                  </a:cubicBezTo>
                  <a:cubicBezTo>
                    <a:pt x="96800" y="66733"/>
                    <a:pt x="115584" y="81608"/>
                    <a:pt x="120375" y="80096"/>
                  </a:cubicBezTo>
                  <a:cubicBezTo>
                    <a:pt x="123274" y="79087"/>
                    <a:pt x="136133" y="80474"/>
                    <a:pt x="145714" y="81735"/>
                  </a:cubicBezTo>
                  <a:cubicBezTo>
                    <a:pt x="144579" y="78835"/>
                    <a:pt x="144705" y="76062"/>
                    <a:pt x="146722" y="74423"/>
                  </a:cubicBezTo>
                  <a:cubicBezTo>
                    <a:pt x="150252" y="71523"/>
                    <a:pt x="157942" y="71523"/>
                    <a:pt x="153782" y="65598"/>
                  </a:cubicBezTo>
                  <a:cubicBezTo>
                    <a:pt x="149622" y="59673"/>
                    <a:pt x="148487" y="58539"/>
                    <a:pt x="147857" y="51479"/>
                  </a:cubicBezTo>
                  <a:cubicBezTo>
                    <a:pt x="147226" y="44419"/>
                    <a:pt x="145461" y="40889"/>
                    <a:pt x="146092" y="36225"/>
                  </a:cubicBezTo>
                  <a:cubicBezTo>
                    <a:pt x="146596" y="31435"/>
                    <a:pt x="151261" y="30174"/>
                    <a:pt x="154790" y="22484"/>
                  </a:cubicBezTo>
                  <a:close/>
                  <a:moveTo>
                    <a:pt x="15867" y="41646"/>
                  </a:moveTo>
                  <a:cubicBezTo>
                    <a:pt x="1747" y="45554"/>
                    <a:pt x="-396" y="65094"/>
                    <a:pt x="5277" y="64842"/>
                  </a:cubicBezTo>
                  <a:cubicBezTo>
                    <a:pt x="12337" y="64464"/>
                    <a:pt x="28473" y="51101"/>
                    <a:pt x="32760" y="46815"/>
                  </a:cubicBezTo>
                  <a:cubicBezTo>
                    <a:pt x="37172" y="42402"/>
                    <a:pt x="30112" y="37612"/>
                    <a:pt x="15867" y="41646"/>
                  </a:cubicBezTo>
                  <a:close/>
                  <a:moveTo>
                    <a:pt x="27717" y="30174"/>
                  </a:moveTo>
                  <a:cubicBezTo>
                    <a:pt x="30868" y="24249"/>
                    <a:pt x="5025" y="26896"/>
                    <a:pt x="10824" y="32191"/>
                  </a:cubicBezTo>
                  <a:cubicBezTo>
                    <a:pt x="15110" y="36099"/>
                    <a:pt x="24565" y="36099"/>
                    <a:pt x="27717" y="3017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0" name="Google Shape;790;p22"/>
            <p:cNvSpPr/>
            <p:nvPr/>
          </p:nvSpPr>
          <p:spPr>
            <a:xfrm>
              <a:off x="6678452" y="4438890"/>
              <a:ext cx="214311" cy="252130"/>
            </a:xfrm>
            <a:custGeom>
              <a:rect b="b" l="l" r="r" t="t"/>
              <a:pathLst>
                <a:path extrusionOk="0" h="252130" w="214310">
                  <a:moveTo>
                    <a:pt x="191083" y="61247"/>
                  </a:moveTo>
                  <a:lnTo>
                    <a:pt x="203311" y="42211"/>
                  </a:lnTo>
                  <a:lnTo>
                    <a:pt x="215918" y="23680"/>
                  </a:lnTo>
                  <a:cubicBezTo>
                    <a:pt x="209992" y="25066"/>
                    <a:pt x="204572" y="26453"/>
                    <a:pt x="202681" y="27462"/>
                  </a:cubicBezTo>
                  <a:cubicBezTo>
                    <a:pt x="198017" y="29857"/>
                    <a:pt x="191461" y="26327"/>
                    <a:pt x="189696" y="22167"/>
                  </a:cubicBezTo>
                  <a:cubicBezTo>
                    <a:pt x="187931" y="18007"/>
                    <a:pt x="176207" y="21537"/>
                    <a:pt x="166752" y="26831"/>
                  </a:cubicBezTo>
                  <a:cubicBezTo>
                    <a:pt x="157297" y="32126"/>
                    <a:pt x="152633" y="43346"/>
                    <a:pt x="149103" y="40951"/>
                  </a:cubicBezTo>
                  <a:cubicBezTo>
                    <a:pt x="145573" y="38555"/>
                    <a:pt x="124395" y="35656"/>
                    <a:pt x="118470" y="35656"/>
                  </a:cubicBezTo>
                  <a:cubicBezTo>
                    <a:pt x="112544" y="35656"/>
                    <a:pt x="93761" y="23302"/>
                    <a:pt x="87836" y="18007"/>
                  </a:cubicBezTo>
                  <a:cubicBezTo>
                    <a:pt x="81911" y="12712"/>
                    <a:pt x="64892" y="15107"/>
                    <a:pt x="60732" y="12712"/>
                  </a:cubicBezTo>
                  <a:cubicBezTo>
                    <a:pt x="56572" y="10317"/>
                    <a:pt x="48377" y="8552"/>
                    <a:pt x="45478" y="5022"/>
                  </a:cubicBezTo>
                  <a:cubicBezTo>
                    <a:pt x="42578" y="1492"/>
                    <a:pt x="35519" y="2123"/>
                    <a:pt x="29593" y="3257"/>
                  </a:cubicBezTo>
                  <a:cubicBezTo>
                    <a:pt x="23668" y="4392"/>
                    <a:pt x="9549" y="12712"/>
                    <a:pt x="8415" y="17376"/>
                  </a:cubicBezTo>
                  <a:cubicBezTo>
                    <a:pt x="8036" y="18889"/>
                    <a:pt x="6650" y="20276"/>
                    <a:pt x="5011" y="21663"/>
                  </a:cubicBezTo>
                  <a:lnTo>
                    <a:pt x="17113" y="32630"/>
                  </a:lnTo>
                  <a:lnTo>
                    <a:pt x="19760" y="51666"/>
                  </a:lnTo>
                  <a:lnTo>
                    <a:pt x="30602" y="61121"/>
                  </a:lnTo>
                  <a:cubicBezTo>
                    <a:pt x="30602" y="61121"/>
                    <a:pt x="30602" y="71963"/>
                    <a:pt x="29215" y="82804"/>
                  </a:cubicBezTo>
                  <a:cubicBezTo>
                    <a:pt x="27829" y="93646"/>
                    <a:pt x="18374" y="107261"/>
                    <a:pt x="11566" y="114068"/>
                  </a:cubicBezTo>
                  <a:cubicBezTo>
                    <a:pt x="9549" y="116085"/>
                    <a:pt x="6776" y="122515"/>
                    <a:pt x="3750" y="130583"/>
                  </a:cubicBezTo>
                  <a:cubicBezTo>
                    <a:pt x="14088" y="133230"/>
                    <a:pt x="21904" y="137138"/>
                    <a:pt x="21273" y="140290"/>
                  </a:cubicBezTo>
                  <a:cubicBezTo>
                    <a:pt x="20139" y="146719"/>
                    <a:pt x="2490" y="143820"/>
                    <a:pt x="2490" y="157309"/>
                  </a:cubicBezTo>
                  <a:cubicBezTo>
                    <a:pt x="2490" y="158191"/>
                    <a:pt x="2364" y="159074"/>
                    <a:pt x="2364" y="159956"/>
                  </a:cubicBezTo>
                  <a:lnTo>
                    <a:pt x="102585" y="213155"/>
                  </a:lnTo>
                  <a:lnTo>
                    <a:pt x="101199" y="229418"/>
                  </a:lnTo>
                  <a:cubicBezTo>
                    <a:pt x="101199" y="229418"/>
                    <a:pt x="123764" y="245932"/>
                    <a:pt x="145700" y="261060"/>
                  </a:cubicBezTo>
                  <a:cubicBezTo>
                    <a:pt x="155533" y="236225"/>
                    <a:pt x="168265" y="208491"/>
                    <a:pt x="171669" y="203322"/>
                  </a:cubicBezTo>
                  <a:cubicBezTo>
                    <a:pt x="177594" y="194246"/>
                    <a:pt x="183393" y="195885"/>
                    <a:pt x="188562" y="189581"/>
                  </a:cubicBezTo>
                  <a:cubicBezTo>
                    <a:pt x="193730" y="183278"/>
                    <a:pt x="195243" y="192733"/>
                    <a:pt x="203059" y="180126"/>
                  </a:cubicBezTo>
                  <a:cubicBezTo>
                    <a:pt x="203689" y="179118"/>
                    <a:pt x="204446" y="177983"/>
                    <a:pt x="205328" y="176849"/>
                  </a:cubicBezTo>
                  <a:lnTo>
                    <a:pt x="192218" y="156048"/>
                  </a:lnTo>
                  <a:lnTo>
                    <a:pt x="191083" y="61247"/>
                  </a:ln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1" name="Google Shape;791;p22"/>
            <p:cNvSpPr/>
            <p:nvPr/>
          </p:nvSpPr>
          <p:spPr>
            <a:xfrm>
              <a:off x="6561842" y="4458315"/>
              <a:ext cx="138672" cy="151278"/>
            </a:xfrm>
            <a:custGeom>
              <a:rect b="b" l="l" r="r" t="t"/>
              <a:pathLst>
                <a:path extrusionOk="0" h="151278" w="138671">
                  <a:moveTo>
                    <a:pt x="136497" y="32367"/>
                  </a:moveTo>
                  <a:lnTo>
                    <a:pt x="133849" y="13331"/>
                  </a:lnTo>
                  <a:lnTo>
                    <a:pt x="121747" y="2364"/>
                  </a:lnTo>
                  <a:cubicBezTo>
                    <a:pt x="118217" y="5389"/>
                    <a:pt x="113175" y="8163"/>
                    <a:pt x="112796" y="10936"/>
                  </a:cubicBezTo>
                  <a:cubicBezTo>
                    <a:pt x="112166" y="15096"/>
                    <a:pt x="101072" y="14466"/>
                    <a:pt x="96282" y="12071"/>
                  </a:cubicBezTo>
                  <a:cubicBezTo>
                    <a:pt x="91618" y="9675"/>
                    <a:pt x="79263" y="14970"/>
                    <a:pt x="76868" y="18500"/>
                  </a:cubicBezTo>
                  <a:cubicBezTo>
                    <a:pt x="74473" y="22030"/>
                    <a:pt x="66278" y="12071"/>
                    <a:pt x="60353" y="12575"/>
                  </a:cubicBezTo>
                  <a:cubicBezTo>
                    <a:pt x="54428" y="13205"/>
                    <a:pt x="40309" y="18500"/>
                    <a:pt x="40309" y="18500"/>
                  </a:cubicBezTo>
                  <a:cubicBezTo>
                    <a:pt x="40309" y="18500"/>
                    <a:pt x="37914" y="35015"/>
                    <a:pt x="37914" y="41444"/>
                  </a:cubicBezTo>
                  <a:cubicBezTo>
                    <a:pt x="37914" y="47873"/>
                    <a:pt x="46738" y="49134"/>
                    <a:pt x="46738" y="54428"/>
                  </a:cubicBezTo>
                  <a:cubicBezTo>
                    <a:pt x="46738" y="59723"/>
                    <a:pt x="39679" y="64388"/>
                    <a:pt x="39048" y="67917"/>
                  </a:cubicBezTo>
                  <a:cubicBezTo>
                    <a:pt x="38418" y="71447"/>
                    <a:pt x="33754" y="73843"/>
                    <a:pt x="27829" y="75607"/>
                  </a:cubicBezTo>
                  <a:cubicBezTo>
                    <a:pt x="21904" y="77372"/>
                    <a:pt x="22534" y="86827"/>
                    <a:pt x="17869" y="90357"/>
                  </a:cubicBezTo>
                  <a:cubicBezTo>
                    <a:pt x="13205" y="93887"/>
                    <a:pt x="14340" y="102711"/>
                    <a:pt x="11440" y="109141"/>
                  </a:cubicBezTo>
                  <a:cubicBezTo>
                    <a:pt x="8541" y="115570"/>
                    <a:pt x="6776" y="124395"/>
                    <a:pt x="6776" y="132085"/>
                  </a:cubicBezTo>
                  <a:cubicBezTo>
                    <a:pt x="6776" y="138262"/>
                    <a:pt x="6019" y="146960"/>
                    <a:pt x="2364" y="151372"/>
                  </a:cubicBezTo>
                  <a:cubicBezTo>
                    <a:pt x="9927" y="152129"/>
                    <a:pt x="11819" y="150994"/>
                    <a:pt x="15600" y="149103"/>
                  </a:cubicBezTo>
                  <a:cubicBezTo>
                    <a:pt x="21021" y="146456"/>
                    <a:pt x="42704" y="141035"/>
                    <a:pt x="42704" y="141035"/>
                  </a:cubicBezTo>
                  <a:lnTo>
                    <a:pt x="64892" y="139270"/>
                  </a:lnTo>
                  <a:cubicBezTo>
                    <a:pt x="69808" y="125403"/>
                    <a:pt x="77120" y="112797"/>
                    <a:pt x="85062" y="110527"/>
                  </a:cubicBezTo>
                  <a:cubicBezTo>
                    <a:pt x="95399" y="107502"/>
                    <a:pt x="109393" y="108636"/>
                    <a:pt x="120487" y="111410"/>
                  </a:cubicBezTo>
                  <a:cubicBezTo>
                    <a:pt x="123512" y="103342"/>
                    <a:pt x="126285" y="96912"/>
                    <a:pt x="128303" y="94895"/>
                  </a:cubicBezTo>
                  <a:cubicBezTo>
                    <a:pt x="135110" y="88088"/>
                    <a:pt x="144565" y="74473"/>
                    <a:pt x="145952" y="63631"/>
                  </a:cubicBezTo>
                  <a:cubicBezTo>
                    <a:pt x="147339" y="52790"/>
                    <a:pt x="147339" y="41948"/>
                    <a:pt x="147339" y="41948"/>
                  </a:cubicBezTo>
                  <a:lnTo>
                    <a:pt x="136497" y="32367"/>
                  </a:ln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2" name="Google Shape;792;p22"/>
            <p:cNvSpPr/>
            <p:nvPr/>
          </p:nvSpPr>
          <p:spPr>
            <a:xfrm>
              <a:off x="7276882" y="3261579"/>
              <a:ext cx="453834" cy="277343"/>
            </a:xfrm>
            <a:custGeom>
              <a:rect b="b" l="l" r="r" t="t"/>
              <a:pathLst>
                <a:path extrusionOk="0" h="277343" w="453834">
                  <a:moveTo>
                    <a:pt x="459224" y="156541"/>
                  </a:moveTo>
                  <a:cubicBezTo>
                    <a:pt x="446617" y="146078"/>
                    <a:pt x="424682" y="133471"/>
                    <a:pt x="422539" y="139775"/>
                  </a:cubicBezTo>
                  <a:cubicBezTo>
                    <a:pt x="420395" y="146078"/>
                    <a:pt x="406781" y="147086"/>
                    <a:pt x="401612" y="140783"/>
                  </a:cubicBezTo>
                  <a:cubicBezTo>
                    <a:pt x="396443" y="134480"/>
                    <a:pt x="392157" y="127168"/>
                    <a:pt x="376399" y="133471"/>
                  </a:cubicBezTo>
                  <a:cubicBezTo>
                    <a:pt x="360641" y="139775"/>
                    <a:pt x="350177" y="148095"/>
                    <a:pt x="349169" y="154398"/>
                  </a:cubicBezTo>
                  <a:cubicBezTo>
                    <a:pt x="348160" y="160701"/>
                    <a:pt x="337571" y="167005"/>
                    <a:pt x="336562" y="158558"/>
                  </a:cubicBezTo>
                  <a:cubicBezTo>
                    <a:pt x="335554" y="150112"/>
                    <a:pt x="322947" y="147086"/>
                    <a:pt x="314627" y="144943"/>
                  </a:cubicBezTo>
                  <a:cubicBezTo>
                    <a:pt x="306181" y="142800"/>
                    <a:pt x="292566" y="146960"/>
                    <a:pt x="291557" y="138640"/>
                  </a:cubicBezTo>
                  <a:cubicBezTo>
                    <a:pt x="290549" y="130194"/>
                    <a:pt x="277942" y="120739"/>
                    <a:pt x="276934" y="111410"/>
                  </a:cubicBezTo>
                  <a:cubicBezTo>
                    <a:pt x="275925" y="101955"/>
                    <a:pt x="279077" y="88340"/>
                    <a:pt x="270630" y="86323"/>
                  </a:cubicBezTo>
                  <a:cubicBezTo>
                    <a:pt x="262184" y="84180"/>
                    <a:pt x="257015" y="70565"/>
                    <a:pt x="249704" y="70565"/>
                  </a:cubicBezTo>
                  <a:cubicBezTo>
                    <a:pt x="242392" y="70565"/>
                    <a:pt x="201547" y="70565"/>
                    <a:pt x="196252" y="68422"/>
                  </a:cubicBezTo>
                  <a:cubicBezTo>
                    <a:pt x="190957" y="66405"/>
                    <a:pt x="163727" y="76742"/>
                    <a:pt x="161710" y="70565"/>
                  </a:cubicBezTo>
                  <a:cubicBezTo>
                    <a:pt x="160071" y="65522"/>
                    <a:pt x="141161" y="45226"/>
                    <a:pt x="130698" y="36653"/>
                  </a:cubicBezTo>
                  <a:cubicBezTo>
                    <a:pt x="129564" y="40940"/>
                    <a:pt x="127168" y="44974"/>
                    <a:pt x="122882" y="48125"/>
                  </a:cubicBezTo>
                  <a:cubicBezTo>
                    <a:pt x="103216" y="62245"/>
                    <a:pt x="84432" y="59849"/>
                    <a:pt x="90735" y="42578"/>
                  </a:cubicBezTo>
                  <a:cubicBezTo>
                    <a:pt x="97039" y="25308"/>
                    <a:pt x="97795" y="4885"/>
                    <a:pt x="87584" y="4885"/>
                  </a:cubicBezTo>
                  <a:cubicBezTo>
                    <a:pt x="77373" y="4885"/>
                    <a:pt x="84432" y="40940"/>
                    <a:pt x="76616" y="43335"/>
                  </a:cubicBezTo>
                  <a:cubicBezTo>
                    <a:pt x="69683" y="45478"/>
                    <a:pt x="67035" y="17113"/>
                    <a:pt x="72834" y="2364"/>
                  </a:cubicBezTo>
                  <a:lnTo>
                    <a:pt x="5768" y="20265"/>
                  </a:lnTo>
                  <a:lnTo>
                    <a:pt x="2616" y="137631"/>
                  </a:lnTo>
                  <a:cubicBezTo>
                    <a:pt x="2616" y="137631"/>
                    <a:pt x="2490" y="137758"/>
                    <a:pt x="2364" y="137884"/>
                  </a:cubicBezTo>
                  <a:cubicBezTo>
                    <a:pt x="8667" y="140909"/>
                    <a:pt x="15979" y="141918"/>
                    <a:pt x="21021" y="142296"/>
                  </a:cubicBezTo>
                  <a:cubicBezTo>
                    <a:pt x="31233" y="143052"/>
                    <a:pt x="30476" y="135236"/>
                    <a:pt x="30476" y="129689"/>
                  </a:cubicBezTo>
                  <a:cubicBezTo>
                    <a:pt x="30476" y="124269"/>
                    <a:pt x="41444" y="114814"/>
                    <a:pt x="49386" y="115570"/>
                  </a:cubicBezTo>
                  <a:cubicBezTo>
                    <a:pt x="57202" y="116326"/>
                    <a:pt x="56446" y="105359"/>
                    <a:pt x="58841" y="105359"/>
                  </a:cubicBezTo>
                  <a:cubicBezTo>
                    <a:pt x="61236" y="105359"/>
                    <a:pt x="67413" y="103720"/>
                    <a:pt x="69809" y="99938"/>
                  </a:cubicBezTo>
                  <a:cubicBezTo>
                    <a:pt x="72204" y="96030"/>
                    <a:pt x="84685" y="100694"/>
                    <a:pt x="88718" y="104602"/>
                  </a:cubicBezTo>
                  <a:cubicBezTo>
                    <a:pt x="92626" y="108510"/>
                    <a:pt x="102081" y="110023"/>
                    <a:pt x="109141" y="111662"/>
                  </a:cubicBezTo>
                  <a:cubicBezTo>
                    <a:pt x="116201" y="113175"/>
                    <a:pt x="118596" y="135236"/>
                    <a:pt x="118596" y="139901"/>
                  </a:cubicBezTo>
                  <a:cubicBezTo>
                    <a:pt x="118596" y="144565"/>
                    <a:pt x="152381" y="143809"/>
                    <a:pt x="157802" y="144565"/>
                  </a:cubicBezTo>
                  <a:cubicBezTo>
                    <a:pt x="163349" y="145321"/>
                    <a:pt x="163223" y="154776"/>
                    <a:pt x="168770" y="161836"/>
                  </a:cubicBezTo>
                  <a:cubicBezTo>
                    <a:pt x="174317" y="168896"/>
                    <a:pt x="178225" y="178351"/>
                    <a:pt x="180494" y="183771"/>
                  </a:cubicBezTo>
                  <a:cubicBezTo>
                    <a:pt x="182889" y="189318"/>
                    <a:pt x="202429" y="196378"/>
                    <a:pt x="207219" y="203437"/>
                  </a:cubicBezTo>
                  <a:cubicBezTo>
                    <a:pt x="211884" y="210497"/>
                    <a:pt x="226886" y="217557"/>
                    <a:pt x="237854" y="221465"/>
                  </a:cubicBezTo>
                  <a:cubicBezTo>
                    <a:pt x="248821" y="225373"/>
                    <a:pt x="259032" y="240248"/>
                    <a:pt x="265336" y="239492"/>
                  </a:cubicBezTo>
                  <a:cubicBezTo>
                    <a:pt x="271639" y="238736"/>
                    <a:pt x="288910" y="247308"/>
                    <a:pt x="288910" y="247308"/>
                  </a:cubicBezTo>
                  <a:lnTo>
                    <a:pt x="290927" y="264831"/>
                  </a:lnTo>
                  <a:cubicBezTo>
                    <a:pt x="291683" y="264705"/>
                    <a:pt x="292439" y="264579"/>
                    <a:pt x="293196" y="264327"/>
                  </a:cubicBezTo>
                  <a:cubicBezTo>
                    <a:pt x="302651" y="261175"/>
                    <a:pt x="307819" y="271639"/>
                    <a:pt x="315257" y="271639"/>
                  </a:cubicBezTo>
                  <a:cubicBezTo>
                    <a:pt x="318409" y="271639"/>
                    <a:pt x="322191" y="274286"/>
                    <a:pt x="325847" y="276555"/>
                  </a:cubicBezTo>
                  <a:cubicBezTo>
                    <a:pt x="325343" y="261175"/>
                    <a:pt x="330763" y="253611"/>
                    <a:pt x="336815" y="248821"/>
                  </a:cubicBezTo>
                  <a:cubicBezTo>
                    <a:pt x="343874" y="243274"/>
                    <a:pt x="332150" y="233945"/>
                    <a:pt x="333663" y="225247"/>
                  </a:cubicBezTo>
                  <a:cubicBezTo>
                    <a:pt x="335176" y="216674"/>
                    <a:pt x="315635" y="211884"/>
                    <a:pt x="317148" y="204824"/>
                  </a:cubicBezTo>
                  <a:cubicBezTo>
                    <a:pt x="318661" y="197765"/>
                    <a:pt x="335176" y="198521"/>
                    <a:pt x="342235" y="195369"/>
                  </a:cubicBezTo>
                  <a:cubicBezTo>
                    <a:pt x="349295" y="192218"/>
                    <a:pt x="343748" y="180494"/>
                    <a:pt x="350808" y="180494"/>
                  </a:cubicBezTo>
                  <a:cubicBezTo>
                    <a:pt x="357867" y="180494"/>
                    <a:pt x="361019" y="173434"/>
                    <a:pt x="363414" y="166374"/>
                  </a:cubicBezTo>
                  <a:cubicBezTo>
                    <a:pt x="365809" y="159315"/>
                    <a:pt x="377533" y="166374"/>
                    <a:pt x="383837" y="161710"/>
                  </a:cubicBezTo>
                  <a:cubicBezTo>
                    <a:pt x="390140" y="157046"/>
                    <a:pt x="399595" y="153894"/>
                    <a:pt x="401864" y="157802"/>
                  </a:cubicBezTo>
                  <a:cubicBezTo>
                    <a:pt x="403755" y="160954"/>
                    <a:pt x="395939" y="174064"/>
                    <a:pt x="392535" y="179611"/>
                  </a:cubicBezTo>
                  <a:cubicBezTo>
                    <a:pt x="403503" y="179233"/>
                    <a:pt x="419891" y="177342"/>
                    <a:pt x="423169" y="174190"/>
                  </a:cubicBezTo>
                  <a:cubicBezTo>
                    <a:pt x="427329" y="170030"/>
                    <a:pt x="443087" y="180494"/>
                    <a:pt x="448256" y="170030"/>
                  </a:cubicBezTo>
                  <a:cubicBezTo>
                    <a:pt x="452920" y="159693"/>
                    <a:pt x="471704" y="167005"/>
                    <a:pt x="459224" y="156541"/>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3" name="Google Shape;793;p22"/>
            <p:cNvSpPr/>
            <p:nvPr/>
          </p:nvSpPr>
          <p:spPr>
            <a:xfrm>
              <a:off x="5932811" y="1727216"/>
              <a:ext cx="680751" cy="1084159"/>
            </a:xfrm>
            <a:custGeom>
              <a:rect b="b" l="l" r="r" t="t"/>
              <a:pathLst>
                <a:path extrusionOk="0" h="1084159" w="680751">
                  <a:moveTo>
                    <a:pt x="664928" y="582162"/>
                  </a:moveTo>
                  <a:cubicBezTo>
                    <a:pt x="663289" y="588087"/>
                    <a:pt x="652826" y="586827"/>
                    <a:pt x="653204" y="581028"/>
                  </a:cubicBezTo>
                  <a:cubicBezTo>
                    <a:pt x="653582" y="575103"/>
                    <a:pt x="636689" y="570438"/>
                    <a:pt x="635933" y="567665"/>
                  </a:cubicBezTo>
                  <a:cubicBezTo>
                    <a:pt x="635177" y="564891"/>
                    <a:pt x="642993" y="565270"/>
                    <a:pt x="649296" y="568799"/>
                  </a:cubicBezTo>
                  <a:cubicBezTo>
                    <a:pt x="655599" y="572329"/>
                    <a:pt x="659885" y="569934"/>
                    <a:pt x="666945" y="563379"/>
                  </a:cubicBezTo>
                  <a:cubicBezTo>
                    <a:pt x="674005" y="556697"/>
                    <a:pt x="683838" y="562244"/>
                    <a:pt x="684973" y="556319"/>
                  </a:cubicBezTo>
                  <a:cubicBezTo>
                    <a:pt x="686107" y="550394"/>
                    <a:pt x="673626" y="546486"/>
                    <a:pt x="671231" y="542956"/>
                  </a:cubicBezTo>
                  <a:cubicBezTo>
                    <a:pt x="668836" y="539426"/>
                    <a:pt x="659885" y="534762"/>
                    <a:pt x="651187" y="536275"/>
                  </a:cubicBezTo>
                  <a:cubicBezTo>
                    <a:pt x="642615" y="537787"/>
                    <a:pt x="642110" y="534257"/>
                    <a:pt x="637068" y="529593"/>
                  </a:cubicBezTo>
                  <a:cubicBezTo>
                    <a:pt x="632025" y="524929"/>
                    <a:pt x="616267" y="532745"/>
                    <a:pt x="616267" y="543712"/>
                  </a:cubicBezTo>
                  <a:cubicBezTo>
                    <a:pt x="616267" y="554680"/>
                    <a:pt x="606434" y="551907"/>
                    <a:pt x="609964" y="546108"/>
                  </a:cubicBezTo>
                  <a:cubicBezTo>
                    <a:pt x="613494" y="540183"/>
                    <a:pt x="605299" y="533123"/>
                    <a:pt x="613115" y="531232"/>
                  </a:cubicBezTo>
                  <a:cubicBezTo>
                    <a:pt x="620931" y="529341"/>
                    <a:pt x="616645" y="517491"/>
                    <a:pt x="602148" y="516356"/>
                  </a:cubicBezTo>
                  <a:cubicBezTo>
                    <a:pt x="587650" y="515222"/>
                    <a:pt x="582103" y="527324"/>
                    <a:pt x="585633" y="531232"/>
                  </a:cubicBezTo>
                  <a:cubicBezTo>
                    <a:pt x="589163" y="535140"/>
                    <a:pt x="575800" y="552033"/>
                    <a:pt x="569875" y="552033"/>
                  </a:cubicBezTo>
                  <a:cubicBezTo>
                    <a:pt x="563950" y="552033"/>
                    <a:pt x="570632" y="537535"/>
                    <a:pt x="570253" y="529719"/>
                  </a:cubicBezTo>
                  <a:cubicBezTo>
                    <a:pt x="569875" y="521903"/>
                    <a:pt x="564328" y="526189"/>
                    <a:pt x="553361" y="538796"/>
                  </a:cubicBezTo>
                  <a:cubicBezTo>
                    <a:pt x="542393" y="551402"/>
                    <a:pt x="534199" y="562748"/>
                    <a:pt x="527895" y="563883"/>
                  </a:cubicBezTo>
                  <a:cubicBezTo>
                    <a:pt x="521592" y="565017"/>
                    <a:pt x="522348" y="552537"/>
                    <a:pt x="532560" y="546990"/>
                  </a:cubicBezTo>
                  <a:cubicBezTo>
                    <a:pt x="542771" y="541443"/>
                    <a:pt x="543149" y="526567"/>
                    <a:pt x="549831" y="526567"/>
                  </a:cubicBezTo>
                  <a:cubicBezTo>
                    <a:pt x="556512" y="526567"/>
                    <a:pt x="556512" y="518751"/>
                    <a:pt x="546679" y="516356"/>
                  </a:cubicBezTo>
                  <a:cubicBezTo>
                    <a:pt x="536846" y="513961"/>
                    <a:pt x="535333" y="524929"/>
                    <a:pt x="532181" y="528080"/>
                  </a:cubicBezTo>
                  <a:cubicBezTo>
                    <a:pt x="529030" y="531232"/>
                    <a:pt x="513020" y="522533"/>
                    <a:pt x="513398" y="525685"/>
                  </a:cubicBezTo>
                  <a:cubicBezTo>
                    <a:pt x="513776" y="528837"/>
                    <a:pt x="504826" y="529971"/>
                    <a:pt x="508734" y="535896"/>
                  </a:cubicBezTo>
                  <a:cubicBezTo>
                    <a:pt x="512641" y="541821"/>
                    <a:pt x="506843" y="546864"/>
                    <a:pt x="502808" y="539804"/>
                  </a:cubicBezTo>
                  <a:cubicBezTo>
                    <a:pt x="498900" y="532745"/>
                    <a:pt x="489067" y="538166"/>
                    <a:pt x="484403" y="546108"/>
                  </a:cubicBezTo>
                  <a:cubicBezTo>
                    <a:pt x="479613" y="553924"/>
                    <a:pt x="473435" y="553545"/>
                    <a:pt x="478100" y="556319"/>
                  </a:cubicBezTo>
                  <a:cubicBezTo>
                    <a:pt x="482764" y="559092"/>
                    <a:pt x="482386" y="569682"/>
                    <a:pt x="475326" y="571573"/>
                  </a:cubicBezTo>
                  <a:cubicBezTo>
                    <a:pt x="468267" y="573590"/>
                    <a:pt x="471040" y="552285"/>
                    <a:pt x="465493" y="554302"/>
                  </a:cubicBezTo>
                  <a:cubicBezTo>
                    <a:pt x="459946" y="556319"/>
                    <a:pt x="463476" y="544091"/>
                    <a:pt x="470914" y="544091"/>
                  </a:cubicBezTo>
                  <a:cubicBezTo>
                    <a:pt x="478352" y="544091"/>
                    <a:pt x="485790" y="533123"/>
                    <a:pt x="485033" y="530349"/>
                  </a:cubicBezTo>
                  <a:cubicBezTo>
                    <a:pt x="483772" y="525811"/>
                    <a:pt x="475578" y="526820"/>
                    <a:pt x="475578" y="532745"/>
                  </a:cubicBezTo>
                  <a:cubicBezTo>
                    <a:pt x="475578" y="538670"/>
                    <a:pt x="463854" y="537409"/>
                    <a:pt x="454021" y="537031"/>
                  </a:cubicBezTo>
                  <a:cubicBezTo>
                    <a:pt x="444188" y="536653"/>
                    <a:pt x="444566" y="548377"/>
                    <a:pt x="455534" y="554680"/>
                  </a:cubicBezTo>
                  <a:cubicBezTo>
                    <a:pt x="466502" y="560983"/>
                    <a:pt x="453517" y="564891"/>
                    <a:pt x="448096" y="560227"/>
                  </a:cubicBezTo>
                  <a:cubicBezTo>
                    <a:pt x="442549" y="555562"/>
                    <a:pt x="433977" y="557832"/>
                    <a:pt x="428052" y="560605"/>
                  </a:cubicBezTo>
                  <a:cubicBezTo>
                    <a:pt x="422127" y="563379"/>
                    <a:pt x="442171" y="570438"/>
                    <a:pt x="442928" y="573968"/>
                  </a:cubicBezTo>
                  <a:cubicBezTo>
                    <a:pt x="443684" y="577498"/>
                    <a:pt x="432716" y="569682"/>
                    <a:pt x="430321" y="572455"/>
                  </a:cubicBezTo>
                  <a:cubicBezTo>
                    <a:pt x="427926" y="575229"/>
                    <a:pt x="416958" y="570438"/>
                    <a:pt x="416202" y="563757"/>
                  </a:cubicBezTo>
                  <a:cubicBezTo>
                    <a:pt x="415445" y="557075"/>
                    <a:pt x="397796" y="566530"/>
                    <a:pt x="407629" y="568799"/>
                  </a:cubicBezTo>
                  <a:cubicBezTo>
                    <a:pt x="417463" y="571195"/>
                    <a:pt x="413933" y="577498"/>
                    <a:pt x="413933" y="586070"/>
                  </a:cubicBezTo>
                  <a:cubicBezTo>
                    <a:pt x="413933" y="594643"/>
                    <a:pt x="402587" y="588087"/>
                    <a:pt x="404856" y="580523"/>
                  </a:cubicBezTo>
                  <a:cubicBezTo>
                    <a:pt x="407251" y="573086"/>
                    <a:pt x="397796" y="574598"/>
                    <a:pt x="389980" y="579389"/>
                  </a:cubicBezTo>
                  <a:cubicBezTo>
                    <a:pt x="382164" y="584053"/>
                    <a:pt x="391115" y="570816"/>
                    <a:pt x="387963" y="564135"/>
                  </a:cubicBezTo>
                  <a:cubicBezTo>
                    <a:pt x="384811" y="557453"/>
                    <a:pt x="377752" y="564135"/>
                    <a:pt x="369558" y="565774"/>
                  </a:cubicBezTo>
                  <a:cubicBezTo>
                    <a:pt x="361363" y="567287"/>
                    <a:pt x="357077" y="567665"/>
                    <a:pt x="362120" y="573212"/>
                  </a:cubicBezTo>
                  <a:cubicBezTo>
                    <a:pt x="367162" y="578758"/>
                    <a:pt x="366406" y="586574"/>
                    <a:pt x="359725" y="585314"/>
                  </a:cubicBezTo>
                  <a:cubicBezTo>
                    <a:pt x="353043" y="584179"/>
                    <a:pt x="350270" y="585314"/>
                    <a:pt x="351152" y="591617"/>
                  </a:cubicBezTo>
                  <a:cubicBezTo>
                    <a:pt x="351909" y="597920"/>
                    <a:pt x="342580" y="598299"/>
                    <a:pt x="341697" y="592752"/>
                  </a:cubicBezTo>
                  <a:cubicBezTo>
                    <a:pt x="340941" y="587205"/>
                    <a:pt x="327578" y="588844"/>
                    <a:pt x="323670" y="595147"/>
                  </a:cubicBezTo>
                  <a:cubicBezTo>
                    <a:pt x="319762" y="601450"/>
                    <a:pt x="308794" y="606115"/>
                    <a:pt x="309929" y="613174"/>
                  </a:cubicBezTo>
                  <a:cubicBezTo>
                    <a:pt x="311064" y="620234"/>
                    <a:pt x="319762" y="609644"/>
                    <a:pt x="326822" y="612040"/>
                  </a:cubicBezTo>
                  <a:cubicBezTo>
                    <a:pt x="333881" y="614435"/>
                    <a:pt x="326444" y="617965"/>
                    <a:pt x="330352" y="621494"/>
                  </a:cubicBezTo>
                  <a:cubicBezTo>
                    <a:pt x="334260" y="625024"/>
                    <a:pt x="333503" y="633723"/>
                    <a:pt x="327956" y="628554"/>
                  </a:cubicBezTo>
                  <a:cubicBezTo>
                    <a:pt x="322409" y="623511"/>
                    <a:pt x="315350" y="621873"/>
                    <a:pt x="314215" y="630067"/>
                  </a:cubicBezTo>
                  <a:cubicBezTo>
                    <a:pt x="313081" y="638261"/>
                    <a:pt x="307156" y="628932"/>
                    <a:pt x="302491" y="623007"/>
                  </a:cubicBezTo>
                  <a:cubicBezTo>
                    <a:pt x="297827" y="617082"/>
                    <a:pt x="293036" y="633975"/>
                    <a:pt x="287994" y="630067"/>
                  </a:cubicBezTo>
                  <a:cubicBezTo>
                    <a:pt x="282951" y="626159"/>
                    <a:pt x="298205" y="614057"/>
                    <a:pt x="294297" y="608132"/>
                  </a:cubicBezTo>
                  <a:cubicBezTo>
                    <a:pt x="290389" y="602207"/>
                    <a:pt x="287615" y="611661"/>
                    <a:pt x="278665" y="620738"/>
                  </a:cubicBezTo>
                  <a:cubicBezTo>
                    <a:pt x="269588" y="629689"/>
                    <a:pt x="257486" y="629437"/>
                    <a:pt x="261772" y="633723"/>
                  </a:cubicBezTo>
                  <a:cubicBezTo>
                    <a:pt x="266058" y="638009"/>
                    <a:pt x="252695" y="640404"/>
                    <a:pt x="250426" y="647842"/>
                  </a:cubicBezTo>
                  <a:cubicBezTo>
                    <a:pt x="248031" y="655280"/>
                    <a:pt x="229625" y="658053"/>
                    <a:pt x="217901" y="665869"/>
                  </a:cubicBezTo>
                  <a:cubicBezTo>
                    <a:pt x="206177" y="673685"/>
                    <a:pt x="220297" y="674064"/>
                    <a:pt x="226978" y="666626"/>
                  </a:cubicBezTo>
                  <a:cubicBezTo>
                    <a:pt x="233660" y="659188"/>
                    <a:pt x="236055" y="663474"/>
                    <a:pt x="246644" y="656793"/>
                  </a:cubicBezTo>
                  <a:cubicBezTo>
                    <a:pt x="257234" y="650111"/>
                    <a:pt x="268579" y="644690"/>
                    <a:pt x="272488" y="647338"/>
                  </a:cubicBezTo>
                  <a:cubicBezTo>
                    <a:pt x="276396" y="650111"/>
                    <a:pt x="283077" y="652128"/>
                    <a:pt x="288120" y="644943"/>
                  </a:cubicBezTo>
                  <a:cubicBezTo>
                    <a:pt x="293162" y="637883"/>
                    <a:pt x="299465" y="639396"/>
                    <a:pt x="304634" y="643808"/>
                  </a:cubicBezTo>
                  <a:cubicBezTo>
                    <a:pt x="309803" y="648094"/>
                    <a:pt x="296062" y="651624"/>
                    <a:pt x="302239" y="657927"/>
                  </a:cubicBezTo>
                  <a:cubicBezTo>
                    <a:pt x="308542" y="664231"/>
                    <a:pt x="294801" y="667760"/>
                    <a:pt x="294801" y="662213"/>
                  </a:cubicBezTo>
                  <a:cubicBezTo>
                    <a:pt x="294801" y="656667"/>
                    <a:pt x="286985" y="652002"/>
                    <a:pt x="284212" y="657045"/>
                  </a:cubicBezTo>
                  <a:cubicBezTo>
                    <a:pt x="281438" y="662213"/>
                    <a:pt x="276774" y="667634"/>
                    <a:pt x="271605" y="668013"/>
                  </a:cubicBezTo>
                  <a:cubicBezTo>
                    <a:pt x="266563" y="668391"/>
                    <a:pt x="261016" y="677846"/>
                    <a:pt x="261016" y="687300"/>
                  </a:cubicBezTo>
                  <a:cubicBezTo>
                    <a:pt x="261016" y="696755"/>
                    <a:pt x="251939" y="687300"/>
                    <a:pt x="251183" y="695495"/>
                  </a:cubicBezTo>
                  <a:cubicBezTo>
                    <a:pt x="250426" y="703689"/>
                    <a:pt x="237820" y="718186"/>
                    <a:pt x="226852" y="728776"/>
                  </a:cubicBezTo>
                  <a:cubicBezTo>
                    <a:pt x="215884" y="739365"/>
                    <a:pt x="226096" y="741761"/>
                    <a:pt x="222566" y="748442"/>
                  </a:cubicBezTo>
                  <a:cubicBezTo>
                    <a:pt x="219036" y="755123"/>
                    <a:pt x="206051" y="749198"/>
                    <a:pt x="201765" y="751972"/>
                  </a:cubicBezTo>
                  <a:cubicBezTo>
                    <a:pt x="197479" y="754745"/>
                    <a:pt x="204160" y="771260"/>
                    <a:pt x="198235" y="776302"/>
                  </a:cubicBezTo>
                  <a:cubicBezTo>
                    <a:pt x="192310" y="781345"/>
                    <a:pt x="198235" y="788405"/>
                    <a:pt x="198235" y="794330"/>
                  </a:cubicBezTo>
                  <a:cubicBezTo>
                    <a:pt x="198235" y="800255"/>
                    <a:pt x="182982" y="790800"/>
                    <a:pt x="181721" y="796725"/>
                  </a:cubicBezTo>
                  <a:cubicBezTo>
                    <a:pt x="180586" y="802650"/>
                    <a:pt x="167223" y="801011"/>
                    <a:pt x="163315" y="802650"/>
                  </a:cubicBezTo>
                  <a:cubicBezTo>
                    <a:pt x="159407" y="804289"/>
                    <a:pt x="171131" y="813618"/>
                    <a:pt x="178191" y="819164"/>
                  </a:cubicBezTo>
                  <a:cubicBezTo>
                    <a:pt x="185251" y="824711"/>
                    <a:pt x="171510" y="828998"/>
                    <a:pt x="169997" y="822694"/>
                  </a:cubicBezTo>
                  <a:cubicBezTo>
                    <a:pt x="168484" y="816391"/>
                    <a:pt x="158651" y="826602"/>
                    <a:pt x="146423" y="832149"/>
                  </a:cubicBezTo>
                  <a:cubicBezTo>
                    <a:pt x="134194" y="837696"/>
                    <a:pt x="139363" y="848664"/>
                    <a:pt x="129908" y="849042"/>
                  </a:cubicBezTo>
                  <a:cubicBezTo>
                    <a:pt x="120453" y="849420"/>
                    <a:pt x="123226" y="864296"/>
                    <a:pt x="116923" y="869086"/>
                  </a:cubicBezTo>
                  <a:cubicBezTo>
                    <a:pt x="110620" y="873877"/>
                    <a:pt x="112259" y="858119"/>
                    <a:pt x="102426" y="857740"/>
                  </a:cubicBezTo>
                  <a:cubicBezTo>
                    <a:pt x="92593" y="857362"/>
                    <a:pt x="93349" y="864422"/>
                    <a:pt x="99274" y="872616"/>
                  </a:cubicBezTo>
                  <a:cubicBezTo>
                    <a:pt x="105199" y="880810"/>
                    <a:pt x="90324" y="874633"/>
                    <a:pt x="84777" y="881693"/>
                  </a:cubicBezTo>
                  <a:cubicBezTo>
                    <a:pt x="79230" y="888752"/>
                    <a:pt x="63598" y="885223"/>
                    <a:pt x="59312" y="891148"/>
                  </a:cubicBezTo>
                  <a:cubicBezTo>
                    <a:pt x="55026" y="897073"/>
                    <a:pt x="71036" y="897073"/>
                    <a:pt x="73431" y="901737"/>
                  </a:cubicBezTo>
                  <a:cubicBezTo>
                    <a:pt x="75826" y="906528"/>
                    <a:pt x="59312" y="904132"/>
                    <a:pt x="50739" y="902115"/>
                  </a:cubicBezTo>
                  <a:cubicBezTo>
                    <a:pt x="42167" y="900224"/>
                    <a:pt x="44436" y="913083"/>
                    <a:pt x="36620" y="911570"/>
                  </a:cubicBezTo>
                  <a:cubicBezTo>
                    <a:pt x="28804" y="909931"/>
                    <a:pt x="18971" y="918252"/>
                    <a:pt x="24518" y="923798"/>
                  </a:cubicBezTo>
                  <a:cubicBezTo>
                    <a:pt x="30065" y="929345"/>
                    <a:pt x="20231" y="930102"/>
                    <a:pt x="14685" y="926572"/>
                  </a:cubicBezTo>
                  <a:cubicBezTo>
                    <a:pt x="9138" y="923042"/>
                    <a:pt x="4473" y="931614"/>
                    <a:pt x="2582" y="938296"/>
                  </a:cubicBezTo>
                  <a:cubicBezTo>
                    <a:pt x="565" y="944977"/>
                    <a:pt x="13172" y="948507"/>
                    <a:pt x="12794" y="951659"/>
                  </a:cubicBezTo>
                  <a:cubicBezTo>
                    <a:pt x="12416" y="954810"/>
                    <a:pt x="2582" y="959853"/>
                    <a:pt x="9642" y="961492"/>
                  </a:cubicBezTo>
                  <a:cubicBezTo>
                    <a:pt x="16702" y="963005"/>
                    <a:pt x="11659" y="969308"/>
                    <a:pt x="6869" y="971325"/>
                  </a:cubicBezTo>
                  <a:cubicBezTo>
                    <a:pt x="2204" y="973342"/>
                    <a:pt x="2204" y="978006"/>
                    <a:pt x="6869" y="983931"/>
                  </a:cubicBezTo>
                  <a:cubicBezTo>
                    <a:pt x="11533" y="989857"/>
                    <a:pt x="-1326" y="990991"/>
                    <a:pt x="4852" y="1000068"/>
                  </a:cubicBezTo>
                  <a:cubicBezTo>
                    <a:pt x="11155" y="1009018"/>
                    <a:pt x="15819" y="997672"/>
                    <a:pt x="18593" y="1004354"/>
                  </a:cubicBezTo>
                  <a:cubicBezTo>
                    <a:pt x="21366" y="1011035"/>
                    <a:pt x="28804" y="1005110"/>
                    <a:pt x="37376" y="997294"/>
                  </a:cubicBezTo>
                  <a:cubicBezTo>
                    <a:pt x="45949" y="989478"/>
                    <a:pt x="49100" y="1005867"/>
                    <a:pt x="42041" y="1005489"/>
                  </a:cubicBezTo>
                  <a:cubicBezTo>
                    <a:pt x="34981" y="1005110"/>
                    <a:pt x="26787" y="1009397"/>
                    <a:pt x="28299" y="1016456"/>
                  </a:cubicBezTo>
                  <a:cubicBezTo>
                    <a:pt x="29938" y="1023516"/>
                    <a:pt x="17332" y="1022381"/>
                    <a:pt x="17710" y="1013683"/>
                  </a:cubicBezTo>
                  <a:cubicBezTo>
                    <a:pt x="18088" y="1005110"/>
                    <a:pt x="3213" y="1015196"/>
                    <a:pt x="8633" y="1021499"/>
                  </a:cubicBezTo>
                  <a:cubicBezTo>
                    <a:pt x="14180" y="1027802"/>
                    <a:pt x="6742" y="1031332"/>
                    <a:pt x="6742" y="1037131"/>
                  </a:cubicBezTo>
                  <a:cubicBezTo>
                    <a:pt x="6742" y="1043056"/>
                    <a:pt x="17332" y="1041795"/>
                    <a:pt x="21618" y="1035114"/>
                  </a:cubicBezTo>
                  <a:cubicBezTo>
                    <a:pt x="25904" y="1028432"/>
                    <a:pt x="32964" y="1030071"/>
                    <a:pt x="35738" y="1036753"/>
                  </a:cubicBezTo>
                  <a:cubicBezTo>
                    <a:pt x="38511" y="1043434"/>
                    <a:pt x="29056" y="1038265"/>
                    <a:pt x="29056" y="1047342"/>
                  </a:cubicBezTo>
                  <a:cubicBezTo>
                    <a:pt x="29056" y="1056419"/>
                    <a:pt x="23131" y="1048477"/>
                    <a:pt x="18088" y="1055536"/>
                  </a:cubicBezTo>
                  <a:cubicBezTo>
                    <a:pt x="13046" y="1062596"/>
                    <a:pt x="38133" y="1075581"/>
                    <a:pt x="45949" y="1077472"/>
                  </a:cubicBezTo>
                  <a:cubicBezTo>
                    <a:pt x="53765" y="1079489"/>
                    <a:pt x="61203" y="1088061"/>
                    <a:pt x="76961" y="1085666"/>
                  </a:cubicBezTo>
                  <a:cubicBezTo>
                    <a:pt x="92719" y="1083271"/>
                    <a:pt x="122470" y="1054276"/>
                    <a:pt x="126378" y="1049233"/>
                  </a:cubicBezTo>
                  <a:cubicBezTo>
                    <a:pt x="130286" y="1044064"/>
                    <a:pt x="138985" y="1049990"/>
                    <a:pt x="144784" y="1045325"/>
                  </a:cubicBezTo>
                  <a:cubicBezTo>
                    <a:pt x="150709" y="1040661"/>
                    <a:pt x="147179" y="1028432"/>
                    <a:pt x="151465" y="1026163"/>
                  </a:cubicBezTo>
                  <a:cubicBezTo>
                    <a:pt x="155751" y="1023768"/>
                    <a:pt x="158147" y="1039148"/>
                    <a:pt x="162055" y="1040661"/>
                  </a:cubicBezTo>
                  <a:cubicBezTo>
                    <a:pt x="165584" y="1042047"/>
                    <a:pt x="168232" y="1044821"/>
                    <a:pt x="168358" y="1052637"/>
                  </a:cubicBezTo>
                  <a:cubicBezTo>
                    <a:pt x="171510" y="1052259"/>
                    <a:pt x="174661" y="1052385"/>
                    <a:pt x="176678" y="1053772"/>
                  </a:cubicBezTo>
                  <a:cubicBezTo>
                    <a:pt x="181721" y="1057553"/>
                    <a:pt x="182982" y="1041165"/>
                    <a:pt x="182982" y="1036122"/>
                  </a:cubicBezTo>
                  <a:cubicBezTo>
                    <a:pt x="182982" y="1031080"/>
                    <a:pt x="188024" y="1020995"/>
                    <a:pt x="186763" y="1014691"/>
                  </a:cubicBezTo>
                  <a:cubicBezTo>
                    <a:pt x="185503" y="1008388"/>
                    <a:pt x="201891" y="1013431"/>
                    <a:pt x="204412" y="1008388"/>
                  </a:cubicBezTo>
                  <a:cubicBezTo>
                    <a:pt x="206934" y="1003345"/>
                    <a:pt x="208195" y="985696"/>
                    <a:pt x="203152" y="983175"/>
                  </a:cubicBezTo>
                  <a:cubicBezTo>
                    <a:pt x="198109" y="980654"/>
                    <a:pt x="196849" y="970569"/>
                    <a:pt x="201891" y="970569"/>
                  </a:cubicBezTo>
                  <a:cubicBezTo>
                    <a:pt x="206934" y="970569"/>
                    <a:pt x="213237" y="966787"/>
                    <a:pt x="211976" y="956701"/>
                  </a:cubicBezTo>
                  <a:cubicBezTo>
                    <a:pt x="210716" y="946616"/>
                    <a:pt x="195588" y="947877"/>
                    <a:pt x="194327" y="937792"/>
                  </a:cubicBezTo>
                  <a:cubicBezTo>
                    <a:pt x="193067" y="927706"/>
                    <a:pt x="201891" y="925185"/>
                    <a:pt x="195588" y="912579"/>
                  </a:cubicBezTo>
                  <a:cubicBezTo>
                    <a:pt x="189285" y="899972"/>
                    <a:pt x="198109" y="892408"/>
                    <a:pt x="195588" y="886105"/>
                  </a:cubicBezTo>
                  <a:cubicBezTo>
                    <a:pt x="193067" y="879802"/>
                    <a:pt x="190545" y="872238"/>
                    <a:pt x="198109" y="859631"/>
                  </a:cubicBezTo>
                  <a:cubicBezTo>
                    <a:pt x="205673" y="847025"/>
                    <a:pt x="219540" y="840722"/>
                    <a:pt x="224583" y="841982"/>
                  </a:cubicBezTo>
                  <a:cubicBezTo>
                    <a:pt x="229625" y="843243"/>
                    <a:pt x="238450" y="848285"/>
                    <a:pt x="242232" y="840722"/>
                  </a:cubicBezTo>
                  <a:cubicBezTo>
                    <a:pt x="246014" y="833158"/>
                    <a:pt x="246014" y="826854"/>
                    <a:pt x="242232" y="825594"/>
                  </a:cubicBezTo>
                  <a:cubicBezTo>
                    <a:pt x="238450" y="824333"/>
                    <a:pt x="228365" y="821812"/>
                    <a:pt x="235929" y="811727"/>
                  </a:cubicBezTo>
                  <a:cubicBezTo>
                    <a:pt x="243493" y="801641"/>
                    <a:pt x="252317" y="789035"/>
                    <a:pt x="253578" y="777689"/>
                  </a:cubicBezTo>
                  <a:cubicBezTo>
                    <a:pt x="254838" y="766343"/>
                    <a:pt x="251057" y="757519"/>
                    <a:pt x="254838" y="753737"/>
                  </a:cubicBezTo>
                  <a:cubicBezTo>
                    <a:pt x="258621" y="749955"/>
                    <a:pt x="267445" y="753737"/>
                    <a:pt x="275009" y="748694"/>
                  </a:cubicBezTo>
                  <a:cubicBezTo>
                    <a:pt x="282573" y="743652"/>
                    <a:pt x="276270" y="737348"/>
                    <a:pt x="280051" y="733566"/>
                  </a:cubicBezTo>
                  <a:cubicBezTo>
                    <a:pt x="283834" y="729784"/>
                    <a:pt x="288876" y="717178"/>
                    <a:pt x="293919" y="713396"/>
                  </a:cubicBezTo>
                  <a:cubicBezTo>
                    <a:pt x="298961" y="709614"/>
                    <a:pt x="304004" y="704571"/>
                    <a:pt x="300222" y="699529"/>
                  </a:cubicBezTo>
                  <a:cubicBezTo>
                    <a:pt x="296440" y="694486"/>
                    <a:pt x="307786" y="689444"/>
                    <a:pt x="307786" y="680619"/>
                  </a:cubicBezTo>
                  <a:cubicBezTo>
                    <a:pt x="307786" y="671794"/>
                    <a:pt x="320392" y="665491"/>
                    <a:pt x="327956" y="665491"/>
                  </a:cubicBezTo>
                  <a:cubicBezTo>
                    <a:pt x="335520" y="665491"/>
                    <a:pt x="348127" y="665491"/>
                    <a:pt x="348127" y="657927"/>
                  </a:cubicBezTo>
                  <a:cubicBezTo>
                    <a:pt x="348127" y="650363"/>
                    <a:pt x="343084" y="633975"/>
                    <a:pt x="354430" y="639018"/>
                  </a:cubicBezTo>
                  <a:cubicBezTo>
                    <a:pt x="365776" y="644060"/>
                    <a:pt x="374600" y="637757"/>
                    <a:pt x="382164" y="644060"/>
                  </a:cubicBezTo>
                  <a:cubicBezTo>
                    <a:pt x="389728" y="650363"/>
                    <a:pt x="399813" y="649103"/>
                    <a:pt x="399813" y="639018"/>
                  </a:cubicBezTo>
                  <a:cubicBezTo>
                    <a:pt x="399813" y="628932"/>
                    <a:pt x="403595" y="612544"/>
                    <a:pt x="414941" y="618847"/>
                  </a:cubicBezTo>
                  <a:cubicBezTo>
                    <a:pt x="415824" y="619351"/>
                    <a:pt x="416706" y="619856"/>
                    <a:pt x="417463" y="620486"/>
                  </a:cubicBezTo>
                  <a:cubicBezTo>
                    <a:pt x="421244" y="612040"/>
                    <a:pt x="428304" y="606745"/>
                    <a:pt x="435112" y="607501"/>
                  </a:cubicBezTo>
                  <a:cubicBezTo>
                    <a:pt x="445197" y="608762"/>
                    <a:pt x="451500" y="626411"/>
                    <a:pt x="464106" y="628932"/>
                  </a:cubicBezTo>
                  <a:cubicBezTo>
                    <a:pt x="476713" y="631454"/>
                    <a:pt x="489319" y="636496"/>
                    <a:pt x="493102" y="630193"/>
                  </a:cubicBezTo>
                  <a:cubicBezTo>
                    <a:pt x="496883" y="623890"/>
                    <a:pt x="505708" y="633975"/>
                    <a:pt x="513272" y="631454"/>
                  </a:cubicBezTo>
                  <a:cubicBezTo>
                    <a:pt x="520836" y="628932"/>
                    <a:pt x="520836" y="645321"/>
                    <a:pt x="528400" y="635236"/>
                  </a:cubicBezTo>
                  <a:cubicBezTo>
                    <a:pt x="535964" y="625150"/>
                    <a:pt x="527139" y="618847"/>
                    <a:pt x="539745" y="620108"/>
                  </a:cubicBezTo>
                  <a:cubicBezTo>
                    <a:pt x="552352" y="621368"/>
                    <a:pt x="544788" y="606241"/>
                    <a:pt x="544788" y="597416"/>
                  </a:cubicBezTo>
                  <a:cubicBezTo>
                    <a:pt x="544788" y="588592"/>
                    <a:pt x="561177" y="587331"/>
                    <a:pt x="561177" y="579767"/>
                  </a:cubicBezTo>
                  <a:cubicBezTo>
                    <a:pt x="561177" y="572203"/>
                    <a:pt x="583868" y="578506"/>
                    <a:pt x="587650" y="573464"/>
                  </a:cubicBezTo>
                  <a:cubicBezTo>
                    <a:pt x="591432" y="568421"/>
                    <a:pt x="604039" y="564639"/>
                    <a:pt x="609081" y="573464"/>
                  </a:cubicBezTo>
                  <a:cubicBezTo>
                    <a:pt x="614124" y="582288"/>
                    <a:pt x="635555" y="584810"/>
                    <a:pt x="636816" y="592373"/>
                  </a:cubicBezTo>
                  <a:cubicBezTo>
                    <a:pt x="637446" y="596029"/>
                    <a:pt x="636816" y="601828"/>
                    <a:pt x="636816" y="607123"/>
                  </a:cubicBezTo>
                  <a:cubicBezTo>
                    <a:pt x="640345" y="603719"/>
                    <a:pt x="644758" y="601072"/>
                    <a:pt x="649044" y="601072"/>
                  </a:cubicBezTo>
                  <a:cubicBezTo>
                    <a:pt x="656860" y="601072"/>
                    <a:pt x="663920" y="589348"/>
                    <a:pt x="670979" y="590861"/>
                  </a:cubicBezTo>
                  <a:cubicBezTo>
                    <a:pt x="676904" y="592121"/>
                    <a:pt x="682703" y="591239"/>
                    <a:pt x="684468" y="581406"/>
                  </a:cubicBezTo>
                  <a:cubicBezTo>
                    <a:pt x="678417" y="577372"/>
                    <a:pt x="666315" y="576867"/>
                    <a:pt x="664928" y="582162"/>
                  </a:cubicBezTo>
                  <a:close/>
                  <a:moveTo>
                    <a:pt x="190419" y="79289"/>
                  </a:moveTo>
                  <a:cubicBezTo>
                    <a:pt x="201639" y="81684"/>
                    <a:pt x="178695" y="94038"/>
                    <a:pt x="175166" y="105132"/>
                  </a:cubicBezTo>
                  <a:cubicBezTo>
                    <a:pt x="171636" y="116352"/>
                    <a:pt x="192815" y="126311"/>
                    <a:pt x="201639" y="134505"/>
                  </a:cubicBezTo>
                  <a:cubicBezTo>
                    <a:pt x="210464" y="142699"/>
                    <a:pt x="231642" y="141565"/>
                    <a:pt x="239333" y="136900"/>
                  </a:cubicBezTo>
                  <a:cubicBezTo>
                    <a:pt x="247022" y="132236"/>
                    <a:pt x="244627" y="115722"/>
                    <a:pt x="254586" y="116352"/>
                  </a:cubicBezTo>
                  <a:cubicBezTo>
                    <a:pt x="264546" y="116982"/>
                    <a:pt x="259251" y="107527"/>
                    <a:pt x="267571" y="104628"/>
                  </a:cubicBezTo>
                  <a:cubicBezTo>
                    <a:pt x="275765" y="101728"/>
                    <a:pt x="277026" y="112318"/>
                    <a:pt x="269966" y="120512"/>
                  </a:cubicBezTo>
                  <a:cubicBezTo>
                    <a:pt x="262907" y="128706"/>
                    <a:pt x="282321" y="128202"/>
                    <a:pt x="292910" y="118117"/>
                  </a:cubicBezTo>
                  <a:cubicBezTo>
                    <a:pt x="303500" y="108158"/>
                    <a:pt x="305895" y="117486"/>
                    <a:pt x="303500" y="126941"/>
                  </a:cubicBezTo>
                  <a:cubicBezTo>
                    <a:pt x="301104" y="136396"/>
                    <a:pt x="279421" y="131101"/>
                    <a:pt x="271731" y="141691"/>
                  </a:cubicBezTo>
                  <a:cubicBezTo>
                    <a:pt x="264041" y="152280"/>
                    <a:pt x="240593" y="144086"/>
                    <a:pt x="230004" y="155810"/>
                  </a:cubicBezTo>
                  <a:cubicBezTo>
                    <a:pt x="219414" y="167534"/>
                    <a:pt x="239458" y="168165"/>
                    <a:pt x="254082" y="165265"/>
                  </a:cubicBezTo>
                  <a:cubicBezTo>
                    <a:pt x="268832" y="162366"/>
                    <a:pt x="296440" y="160601"/>
                    <a:pt x="307029" y="162870"/>
                  </a:cubicBezTo>
                  <a:cubicBezTo>
                    <a:pt x="317619" y="165265"/>
                    <a:pt x="300600" y="168795"/>
                    <a:pt x="282951" y="168795"/>
                  </a:cubicBezTo>
                  <a:cubicBezTo>
                    <a:pt x="265302" y="168795"/>
                    <a:pt x="259377" y="174090"/>
                    <a:pt x="260007" y="178754"/>
                  </a:cubicBezTo>
                  <a:cubicBezTo>
                    <a:pt x="260638" y="183419"/>
                    <a:pt x="235298" y="173459"/>
                    <a:pt x="234164" y="184049"/>
                  </a:cubicBezTo>
                  <a:cubicBezTo>
                    <a:pt x="233029" y="194638"/>
                    <a:pt x="257738" y="198798"/>
                    <a:pt x="260638" y="205228"/>
                  </a:cubicBezTo>
                  <a:cubicBezTo>
                    <a:pt x="263537" y="211657"/>
                    <a:pt x="280051" y="205858"/>
                    <a:pt x="286481" y="208127"/>
                  </a:cubicBezTo>
                  <a:cubicBezTo>
                    <a:pt x="292910" y="210522"/>
                    <a:pt x="275891" y="215187"/>
                    <a:pt x="273496" y="218086"/>
                  </a:cubicBezTo>
                  <a:cubicBezTo>
                    <a:pt x="271101" y="220986"/>
                    <a:pt x="291776" y="225146"/>
                    <a:pt x="295306" y="231071"/>
                  </a:cubicBezTo>
                  <a:cubicBezTo>
                    <a:pt x="298835" y="236996"/>
                    <a:pt x="313585" y="233971"/>
                    <a:pt x="312955" y="225776"/>
                  </a:cubicBezTo>
                  <a:cubicBezTo>
                    <a:pt x="312198" y="215565"/>
                    <a:pt x="325939" y="184553"/>
                    <a:pt x="343588" y="178124"/>
                  </a:cubicBezTo>
                  <a:cubicBezTo>
                    <a:pt x="361237" y="171694"/>
                    <a:pt x="351278" y="165769"/>
                    <a:pt x="353547" y="155810"/>
                  </a:cubicBezTo>
                  <a:cubicBezTo>
                    <a:pt x="355943" y="145851"/>
                    <a:pt x="370062" y="154045"/>
                    <a:pt x="365902" y="145851"/>
                  </a:cubicBezTo>
                  <a:cubicBezTo>
                    <a:pt x="361742" y="137657"/>
                    <a:pt x="364137" y="134127"/>
                    <a:pt x="375356" y="123538"/>
                  </a:cubicBezTo>
                  <a:cubicBezTo>
                    <a:pt x="386576" y="112948"/>
                    <a:pt x="393636" y="120638"/>
                    <a:pt x="407125" y="114083"/>
                  </a:cubicBezTo>
                  <a:cubicBezTo>
                    <a:pt x="420614" y="107653"/>
                    <a:pt x="427169" y="118747"/>
                    <a:pt x="412420" y="120008"/>
                  </a:cubicBezTo>
                  <a:cubicBezTo>
                    <a:pt x="399561" y="121016"/>
                    <a:pt x="405991" y="135892"/>
                    <a:pt x="416580" y="140052"/>
                  </a:cubicBezTo>
                  <a:cubicBezTo>
                    <a:pt x="427169" y="144212"/>
                    <a:pt x="417715" y="147742"/>
                    <a:pt x="426035" y="149507"/>
                  </a:cubicBezTo>
                  <a:cubicBezTo>
                    <a:pt x="434229" y="151272"/>
                    <a:pt x="431960" y="163626"/>
                    <a:pt x="421371" y="174846"/>
                  </a:cubicBezTo>
                  <a:cubicBezTo>
                    <a:pt x="410781" y="186066"/>
                    <a:pt x="424270" y="188335"/>
                    <a:pt x="446709" y="180141"/>
                  </a:cubicBezTo>
                  <a:cubicBezTo>
                    <a:pt x="469023" y="171947"/>
                    <a:pt x="454904" y="187200"/>
                    <a:pt x="461459" y="193630"/>
                  </a:cubicBezTo>
                  <a:cubicBezTo>
                    <a:pt x="467889" y="200059"/>
                    <a:pt x="485538" y="188965"/>
                    <a:pt x="494992" y="177746"/>
                  </a:cubicBezTo>
                  <a:cubicBezTo>
                    <a:pt x="504447" y="166526"/>
                    <a:pt x="518440" y="168417"/>
                    <a:pt x="517936" y="162492"/>
                  </a:cubicBezTo>
                  <a:cubicBezTo>
                    <a:pt x="517306" y="156062"/>
                    <a:pt x="507347" y="154297"/>
                    <a:pt x="499152" y="157827"/>
                  </a:cubicBezTo>
                  <a:cubicBezTo>
                    <a:pt x="490958" y="161357"/>
                    <a:pt x="470283" y="158962"/>
                    <a:pt x="477343" y="152533"/>
                  </a:cubicBezTo>
                  <a:cubicBezTo>
                    <a:pt x="484403" y="146103"/>
                    <a:pt x="483269" y="140809"/>
                    <a:pt x="472679" y="141943"/>
                  </a:cubicBezTo>
                  <a:cubicBezTo>
                    <a:pt x="462089" y="143078"/>
                    <a:pt x="443306" y="137783"/>
                    <a:pt x="452130" y="134253"/>
                  </a:cubicBezTo>
                  <a:cubicBezTo>
                    <a:pt x="460955" y="130723"/>
                    <a:pt x="445701" y="118999"/>
                    <a:pt x="437381" y="119504"/>
                  </a:cubicBezTo>
                  <a:cubicBezTo>
                    <a:pt x="429187" y="120134"/>
                    <a:pt x="431456" y="110679"/>
                    <a:pt x="432086" y="104250"/>
                  </a:cubicBezTo>
                  <a:cubicBezTo>
                    <a:pt x="432716" y="97820"/>
                    <a:pt x="408512" y="94795"/>
                    <a:pt x="413302" y="92526"/>
                  </a:cubicBezTo>
                  <a:cubicBezTo>
                    <a:pt x="417967" y="90130"/>
                    <a:pt x="403343" y="84836"/>
                    <a:pt x="399813" y="89626"/>
                  </a:cubicBezTo>
                  <a:cubicBezTo>
                    <a:pt x="396283" y="94291"/>
                    <a:pt x="389224" y="93156"/>
                    <a:pt x="389224" y="86096"/>
                  </a:cubicBezTo>
                  <a:cubicBezTo>
                    <a:pt x="389224" y="79037"/>
                    <a:pt x="371575" y="80802"/>
                    <a:pt x="364515" y="81432"/>
                  </a:cubicBezTo>
                  <a:cubicBezTo>
                    <a:pt x="357455" y="82062"/>
                    <a:pt x="360985" y="66178"/>
                    <a:pt x="353926" y="60883"/>
                  </a:cubicBezTo>
                  <a:cubicBezTo>
                    <a:pt x="346866" y="55589"/>
                    <a:pt x="337411" y="71473"/>
                    <a:pt x="332116" y="70338"/>
                  </a:cubicBezTo>
                  <a:cubicBezTo>
                    <a:pt x="326822" y="69204"/>
                    <a:pt x="336277" y="58614"/>
                    <a:pt x="339176" y="51554"/>
                  </a:cubicBezTo>
                  <a:cubicBezTo>
                    <a:pt x="342076" y="44495"/>
                    <a:pt x="314467" y="35040"/>
                    <a:pt x="311568" y="42100"/>
                  </a:cubicBezTo>
                  <a:cubicBezTo>
                    <a:pt x="308668" y="49159"/>
                    <a:pt x="303373" y="31510"/>
                    <a:pt x="297448" y="29745"/>
                  </a:cubicBezTo>
                  <a:cubicBezTo>
                    <a:pt x="291523" y="27980"/>
                    <a:pt x="296314" y="41469"/>
                    <a:pt x="291019" y="42730"/>
                  </a:cubicBezTo>
                  <a:cubicBezTo>
                    <a:pt x="285724" y="43864"/>
                    <a:pt x="278665" y="49159"/>
                    <a:pt x="287489" y="55084"/>
                  </a:cubicBezTo>
                  <a:cubicBezTo>
                    <a:pt x="296314" y="61009"/>
                    <a:pt x="305139" y="90382"/>
                    <a:pt x="304004" y="95047"/>
                  </a:cubicBezTo>
                  <a:cubicBezTo>
                    <a:pt x="302869" y="99711"/>
                    <a:pt x="275765" y="73868"/>
                    <a:pt x="274631" y="61514"/>
                  </a:cubicBezTo>
                  <a:cubicBezTo>
                    <a:pt x="273496" y="49159"/>
                    <a:pt x="259881" y="39200"/>
                    <a:pt x="256351" y="48025"/>
                  </a:cubicBezTo>
                  <a:cubicBezTo>
                    <a:pt x="252821" y="56849"/>
                    <a:pt x="242862" y="60379"/>
                    <a:pt x="245762" y="69204"/>
                  </a:cubicBezTo>
                  <a:cubicBezTo>
                    <a:pt x="248661" y="78028"/>
                    <a:pt x="238702" y="80928"/>
                    <a:pt x="238702" y="73868"/>
                  </a:cubicBezTo>
                  <a:cubicBezTo>
                    <a:pt x="238702" y="66808"/>
                    <a:pt x="223953" y="58614"/>
                    <a:pt x="218658" y="57984"/>
                  </a:cubicBezTo>
                  <a:cubicBezTo>
                    <a:pt x="213363" y="57353"/>
                    <a:pt x="232273" y="53824"/>
                    <a:pt x="241097" y="49790"/>
                  </a:cubicBezTo>
                  <a:cubicBezTo>
                    <a:pt x="249922" y="45629"/>
                    <a:pt x="233408" y="39830"/>
                    <a:pt x="225844" y="44495"/>
                  </a:cubicBezTo>
                  <a:cubicBezTo>
                    <a:pt x="218153" y="49159"/>
                    <a:pt x="208195" y="41595"/>
                    <a:pt x="203530" y="48025"/>
                  </a:cubicBezTo>
                  <a:cubicBezTo>
                    <a:pt x="198740" y="54454"/>
                    <a:pt x="192940" y="48025"/>
                    <a:pt x="184746" y="46260"/>
                  </a:cubicBezTo>
                  <a:cubicBezTo>
                    <a:pt x="176552" y="44495"/>
                    <a:pt x="169492" y="57984"/>
                    <a:pt x="163567" y="55715"/>
                  </a:cubicBezTo>
                  <a:cubicBezTo>
                    <a:pt x="157642" y="53319"/>
                    <a:pt x="154113" y="67439"/>
                    <a:pt x="163567" y="82188"/>
                  </a:cubicBezTo>
                  <a:cubicBezTo>
                    <a:pt x="172140" y="96308"/>
                    <a:pt x="179199" y="76894"/>
                    <a:pt x="190419" y="79289"/>
                  </a:cubicBezTo>
                  <a:close/>
                  <a:moveTo>
                    <a:pt x="166341" y="126941"/>
                  </a:moveTo>
                  <a:cubicBezTo>
                    <a:pt x="173400" y="128706"/>
                    <a:pt x="178695" y="140430"/>
                    <a:pt x="185124" y="139926"/>
                  </a:cubicBezTo>
                  <a:cubicBezTo>
                    <a:pt x="188024" y="139674"/>
                    <a:pt x="175166" y="125176"/>
                    <a:pt x="167475" y="116982"/>
                  </a:cubicBezTo>
                  <a:cubicBezTo>
                    <a:pt x="159786" y="108788"/>
                    <a:pt x="160416" y="100468"/>
                    <a:pt x="149826" y="103493"/>
                  </a:cubicBezTo>
                  <a:cubicBezTo>
                    <a:pt x="139237" y="106267"/>
                    <a:pt x="159281" y="125176"/>
                    <a:pt x="166341" y="126941"/>
                  </a:cubicBezTo>
                  <a:close/>
                  <a:moveTo>
                    <a:pt x="353421" y="31510"/>
                  </a:moveTo>
                  <a:cubicBezTo>
                    <a:pt x="358716" y="35670"/>
                    <a:pt x="344723" y="35796"/>
                    <a:pt x="350522" y="41469"/>
                  </a:cubicBezTo>
                  <a:cubicBezTo>
                    <a:pt x="368171" y="59118"/>
                    <a:pt x="437633" y="39074"/>
                    <a:pt x="447088" y="44369"/>
                  </a:cubicBezTo>
                  <a:cubicBezTo>
                    <a:pt x="456542" y="49663"/>
                    <a:pt x="388846" y="56093"/>
                    <a:pt x="391745" y="63152"/>
                  </a:cubicBezTo>
                  <a:cubicBezTo>
                    <a:pt x="394644" y="70212"/>
                    <a:pt x="449987" y="76137"/>
                    <a:pt x="454147" y="71347"/>
                  </a:cubicBezTo>
                  <a:cubicBezTo>
                    <a:pt x="458307" y="66682"/>
                    <a:pt x="467636" y="80802"/>
                    <a:pt x="485916" y="81936"/>
                  </a:cubicBezTo>
                  <a:cubicBezTo>
                    <a:pt x="504195" y="83071"/>
                    <a:pt x="502430" y="74877"/>
                    <a:pt x="515919" y="74246"/>
                  </a:cubicBezTo>
                  <a:cubicBezTo>
                    <a:pt x="529408" y="73616"/>
                    <a:pt x="549453" y="67187"/>
                    <a:pt x="550083" y="59497"/>
                  </a:cubicBezTo>
                  <a:cubicBezTo>
                    <a:pt x="550713" y="51807"/>
                    <a:pt x="590045" y="42478"/>
                    <a:pt x="586515" y="29493"/>
                  </a:cubicBezTo>
                  <a:cubicBezTo>
                    <a:pt x="582986" y="16508"/>
                    <a:pt x="544788" y="25333"/>
                    <a:pt x="534073" y="20038"/>
                  </a:cubicBezTo>
                  <a:cubicBezTo>
                    <a:pt x="523483" y="14743"/>
                    <a:pt x="498774" y="7684"/>
                    <a:pt x="494614" y="15878"/>
                  </a:cubicBezTo>
                  <a:cubicBezTo>
                    <a:pt x="490454" y="24072"/>
                    <a:pt x="483394" y="26468"/>
                    <a:pt x="479865" y="22938"/>
                  </a:cubicBezTo>
                  <a:cubicBezTo>
                    <a:pt x="476335" y="19408"/>
                    <a:pt x="481630" y="624"/>
                    <a:pt x="464611" y="5919"/>
                  </a:cubicBezTo>
                  <a:cubicBezTo>
                    <a:pt x="447592" y="11214"/>
                    <a:pt x="463476" y="29493"/>
                    <a:pt x="459946" y="31762"/>
                  </a:cubicBezTo>
                  <a:cubicBezTo>
                    <a:pt x="456417" y="34158"/>
                    <a:pt x="439902" y="28232"/>
                    <a:pt x="438767" y="20038"/>
                  </a:cubicBezTo>
                  <a:cubicBezTo>
                    <a:pt x="437633" y="11844"/>
                    <a:pt x="419353" y="28863"/>
                    <a:pt x="416958" y="18904"/>
                  </a:cubicBezTo>
                  <a:cubicBezTo>
                    <a:pt x="414563" y="8944"/>
                    <a:pt x="392880" y="1885"/>
                    <a:pt x="388089" y="2389"/>
                  </a:cubicBezTo>
                  <a:cubicBezTo>
                    <a:pt x="383425" y="3019"/>
                    <a:pt x="392754" y="9449"/>
                    <a:pt x="389854" y="14113"/>
                  </a:cubicBezTo>
                  <a:cubicBezTo>
                    <a:pt x="386955" y="18778"/>
                    <a:pt x="375104" y="9449"/>
                    <a:pt x="370440" y="8818"/>
                  </a:cubicBezTo>
                  <a:cubicBezTo>
                    <a:pt x="365776" y="8188"/>
                    <a:pt x="373340" y="18778"/>
                    <a:pt x="371070" y="23568"/>
                  </a:cubicBezTo>
                  <a:cubicBezTo>
                    <a:pt x="368675" y="28232"/>
                    <a:pt x="359346" y="9449"/>
                    <a:pt x="351026" y="9449"/>
                  </a:cubicBezTo>
                  <a:cubicBezTo>
                    <a:pt x="342832" y="9449"/>
                    <a:pt x="345732" y="18904"/>
                    <a:pt x="339806" y="19408"/>
                  </a:cubicBezTo>
                  <a:cubicBezTo>
                    <a:pt x="334007" y="20416"/>
                    <a:pt x="348127" y="27476"/>
                    <a:pt x="353421" y="3151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4" name="Google Shape;794;p22"/>
            <p:cNvSpPr/>
            <p:nvPr/>
          </p:nvSpPr>
          <p:spPr>
            <a:xfrm>
              <a:off x="10787416" y="2596670"/>
              <a:ext cx="75639" cy="25213"/>
            </a:xfrm>
            <a:custGeom>
              <a:rect b="b" l="l" r="r" t="t"/>
              <a:pathLst>
                <a:path extrusionOk="0" h="25213" w="75639">
                  <a:moveTo>
                    <a:pt x="36275" y="3037"/>
                  </a:moveTo>
                  <a:cubicBezTo>
                    <a:pt x="30728" y="6945"/>
                    <a:pt x="-3939" y="5054"/>
                    <a:pt x="3372" y="13248"/>
                  </a:cubicBezTo>
                  <a:cubicBezTo>
                    <a:pt x="9675" y="20308"/>
                    <a:pt x="39427" y="16400"/>
                    <a:pt x="52790" y="24216"/>
                  </a:cubicBezTo>
                  <a:cubicBezTo>
                    <a:pt x="66153" y="32032"/>
                    <a:pt x="84936" y="25854"/>
                    <a:pt x="84936" y="19551"/>
                  </a:cubicBezTo>
                  <a:cubicBezTo>
                    <a:pt x="84936" y="13248"/>
                    <a:pt x="41822" y="-871"/>
                    <a:pt x="36275" y="303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5" name="Google Shape;795;p22"/>
            <p:cNvSpPr/>
            <p:nvPr/>
          </p:nvSpPr>
          <p:spPr>
            <a:xfrm>
              <a:off x="9211646" y="3271071"/>
              <a:ext cx="453834" cy="441228"/>
            </a:xfrm>
            <a:custGeom>
              <a:rect b="b" l="l" r="r" t="t"/>
              <a:pathLst>
                <a:path extrusionOk="0" h="441227" w="453834">
                  <a:moveTo>
                    <a:pt x="428798" y="44937"/>
                  </a:moveTo>
                  <a:cubicBezTo>
                    <a:pt x="423251" y="37877"/>
                    <a:pt x="413923" y="48845"/>
                    <a:pt x="402072" y="51240"/>
                  </a:cubicBezTo>
                  <a:cubicBezTo>
                    <a:pt x="390349" y="53635"/>
                    <a:pt x="353412" y="23001"/>
                    <a:pt x="343957" y="8882"/>
                  </a:cubicBezTo>
                  <a:cubicBezTo>
                    <a:pt x="334502" y="-5237"/>
                    <a:pt x="318870" y="6487"/>
                    <a:pt x="326686" y="16698"/>
                  </a:cubicBezTo>
                  <a:cubicBezTo>
                    <a:pt x="334502" y="26909"/>
                    <a:pt x="325047" y="30061"/>
                    <a:pt x="325047" y="44180"/>
                  </a:cubicBezTo>
                  <a:cubicBezTo>
                    <a:pt x="325047" y="58300"/>
                    <a:pt x="315592" y="58300"/>
                    <a:pt x="317231" y="67754"/>
                  </a:cubicBezTo>
                  <a:cubicBezTo>
                    <a:pt x="318744" y="77209"/>
                    <a:pt x="304624" y="75570"/>
                    <a:pt x="295170" y="77209"/>
                  </a:cubicBezTo>
                  <a:cubicBezTo>
                    <a:pt x="285715" y="78848"/>
                    <a:pt x="295926" y="88177"/>
                    <a:pt x="284958" y="92967"/>
                  </a:cubicBezTo>
                  <a:cubicBezTo>
                    <a:pt x="273991" y="97632"/>
                    <a:pt x="274747" y="105574"/>
                    <a:pt x="280294" y="108600"/>
                  </a:cubicBezTo>
                  <a:cubicBezTo>
                    <a:pt x="285841" y="111751"/>
                    <a:pt x="281933" y="121962"/>
                    <a:pt x="280294" y="129022"/>
                  </a:cubicBezTo>
                  <a:cubicBezTo>
                    <a:pt x="278655" y="136082"/>
                    <a:pt x="287354" y="130661"/>
                    <a:pt x="293657" y="123475"/>
                  </a:cubicBezTo>
                  <a:cubicBezTo>
                    <a:pt x="299960" y="116415"/>
                    <a:pt x="306516" y="126879"/>
                    <a:pt x="307776" y="120323"/>
                  </a:cubicBezTo>
                  <a:cubicBezTo>
                    <a:pt x="309415" y="112508"/>
                    <a:pt x="291262" y="108600"/>
                    <a:pt x="292018" y="100657"/>
                  </a:cubicBezTo>
                  <a:cubicBezTo>
                    <a:pt x="292774" y="92841"/>
                    <a:pt x="304624" y="103053"/>
                    <a:pt x="313953" y="98262"/>
                  </a:cubicBezTo>
                  <a:cubicBezTo>
                    <a:pt x="323408" y="93598"/>
                    <a:pt x="342192" y="97506"/>
                    <a:pt x="353916" y="107717"/>
                  </a:cubicBezTo>
                  <a:cubicBezTo>
                    <a:pt x="365640" y="117928"/>
                    <a:pt x="368792" y="114020"/>
                    <a:pt x="371187" y="101414"/>
                  </a:cubicBezTo>
                  <a:cubicBezTo>
                    <a:pt x="373582" y="88807"/>
                    <a:pt x="391610" y="83387"/>
                    <a:pt x="409637" y="83387"/>
                  </a:cubicBezTo>
                  <a:cubicBezTo>
                    <a:pt x="427664" y="83387"/>
                    <a:pt x="429303" y="74688"/>
                    <a:pt x="423756" y="70780"/>
                  </a:cubicBezTo>
                  <a:cubicBezTo>
                    <a:pt x="418335" y="66872"/>
                    <a:pt x="453633" y="44054"/>
                    <a:pt x="452751" y="37877"/>
                  </a:cubicBezTo>
                  <a:cubicBezTo>
                    <a:pt x="452373" y="31700"/>
                    <a:pt x="434345" y="51996"/>
                    <a:pt x="428798" y="44937"/>
                  </a:cubicBezTo>
                  <a:close/>
                  <a:moveTo>
                    <a:pt x="284454" y="152470"/>
                  </a:moveTo>
                  <a:cubicBezTo>
                    <a:pt x="276638" y="156378"/>
                    <a:pt x="271092" y="180709"/>
                    <a:pt x="279790" y="187768"/>
                  </a:cubicBezTo>
                  <a:cubicBezTo>
                    <a:pt x="288362" y="194828"/>
                    <a:pt x="265670" y="208191"/>
                    <a:pt x="266427" y="223066"/>
                  </a:cubicBezTo>
                  <a:cubicBezTo>
                    <a:pt x="267184" y="237942"/>
                    <a:pt x="252307" y="237942"/>
                    <a:pt x="249912" y="248910"/>
                  </a:cubicBezTo>
                  <a:cubicBezTo>
                    <a:pt x="247517" y="259878"/>
                    <a:pt x="238944" y="257608"/>
                    <a:pt x="225581" y="267694"/>
                  </a:cubicBezTo>
                  <a:cubicBezTo>
                    <a:pt x="212219" y="277905"/>
                    <a:pt x="205159" y="266055"/>
                    <a:pt x="208311" y="259121"/>
                  </a:cubicBezTo>
                  <a:cubicBezTo>
                    <a:pt x="211462" y="252061"/>
                    <a:pt x="187888" y="263029"/>
                    <a:pt x="188644" y="280300"/>
                  </a:cubicBezTo>
                  <a:cubicBezTo>
                    <a:pt x="189401" y="297571"/>
                    <a:pt x="166709" y="299084"/>
                    <a:pt x="172130" y="307026"/>
                  </a:cubicBezTo>
                  <a:cubicBezTo>
                    <a:pt x="177677" y="314842"/>
                    <a:pt x="154859" y="319632"/>
                    <a:pt x="155615" y="312447"/>
                  </a:cubicBezTo>
                  <a:cubicBezTo>
                    <a:pt x="156372" y="305387"/>
                    <a:pt x="141496" y="309295"/>
                    <a:pt x="123469" y="316355"/>
                  </a:cubicBezTo>
                  <a:cubicBezTo>
                    <a:pt x="105442" y="323414"/>
                    <a:pt x="94474" y="308538"/>
                    <a:pt x="84263" y="318750"/>
                  </a:cubicBezTo>
                  <a:cubicBezTo>
                    <a:pt x="74052" y="328961"/>
                    <a:pt x="56781" y="346988"/>
                    <a:pt x="43418" y="349384"/>
                  </a:cubicBezTo>
                  <a:cubicBezTo>
                    <a:pt x="30055" y="351779"/>
                    <a:pt x="37745" y="367915"/>
                    <a:pt x="43418" y="365016"/>
                  </a:cubicBezTo>
                  <a:cubicBezTo>
                    <a:pt x="52873" y="360225"/>
                    <a:pt x="67749" y="365016"/>
                    <a:pt x="72413" y="357956"/>
                  </a:cubicBezTo>
                  <a:cubicBezTo>
                    <a:pt x="77077" y="350896"/>
                    <a:pt x="115527" y="342324"/>
                    <a:pt x="139101" y="341441"/>
                  </a:cubicBezTo>
                  <a:cubicBezTo>
                    <a:pt x="162675" y="340685"/>
                    <a:pt x="148556" y="352409"/>
                    <a:pt x="150069" y="365016"/>
                  </a:cubicBezTo>
                  <a:cubicBezTo>
                    <a:pt x="151708" y="377622"/>
                    <a:pt x="171247" y="375227"/>
                    <a:pt x="181459" y="363503"/>
                  </a:cubicBezTo>
                  <a:cubicBezTo>
                    <a:pt x="191670" y="351779"/>
                    <a:pt x="199486" y="352535"/>
                    <a:pt x="190914" y="345476"/>
                  </a:cubicBezTo>
                  <a:cubicBezTo>
                    <a:pt x="182341" y="338416"/>
                    <a:pt x="192552" y="332113"/>
                    <a:pt x="198730" y="341568"/>
                  </a:cubicBezTo>
                  <a:cubicBezTo>
                    <a:pt x="205033" y="351023"/>
                    <a:pt x="224573" y="351779"/>
                    <a:pt x="232516" y="339172"/>
                  </a:cubicBezTo>
                  <a:cubicBezTo>
                    <a:pt x="240332" y="326566"/>
                    <a:pt x="242727" y="341568"/>
                    <a:pt x="252056" y="340685"/>
                  </a:cubicBezTo>
                  <a:cubicBezTo>
                    <a:pt x="261510" y="339929"/>
                    <a:pt x="266931" y="316355"/>
                    <a:pt x="267814" y="325053"/>
                  </a:cubicBezTo>
                  <a:cubicBezTo>
                    <a:pt x="268570" y="333625"/>
                    <a:pt x="283572" y="331356"/>
                    <a:pt x="292901" y="321145"/>
                  </a:cubicBezTo>
                  <a:cubicBezTo>
                    <a:pt x="302355" y="310934"/>
                    <a:pt x="293657" y="292907"/>
                    <a:pt x="299960" y="283452"/>
                  </a:cubicBezTo>
                  <a:cubicBezTo>
                    <a:pt x="306263" y="273997"/>
                    <a:pt x="312567" y="254457"/>
                    <a:pt x="306263" y="242607"/>
                  </a:cubicBezTo>
                  <a:cubicBezTo>
                    <a:pt x="299960" y="230883"/>
                    <a:pt x="320383" y="222940"/>
                    <a:pt x="330594" y="213612"/>
                  </a:cubicBezTo>
                  <a:cubicBezTo>
                    <a:pt x="340805" y="204157"/>
                    <a:pt x="318870" y="157134"/>
                    <a:pt x="317987" y="143015"/>
                  </a:cubicBezTo>
                  <a:cubicBezTo>
                    <a:pt x="317483" y="128896"/>
                    <a:pt x="292270" y="148562"/>
                    <a:pt x="284454" y="152470"/>
                  </a:cubicBezTo>
                  <a:close/>
                  <a:moveTo>
                    <a:pt x="111871" y="356443"/>
                  </a:moveTo>
                  <a:cubicBezTo>
                    <a:pt x="108720" y="365142"/>
                    <a:pt x="99265" y="361234"/>
                    <a:pt x="86784" y="363503"/>
                  </a:cubicBezTo>
                  <a:cubicBezTo>
                    <a:pt x="74178" y="365898"/>
                    <a:pt x="73799" y="395776"/>
                    <a:pt x="82876" y="398801"/>
                  </a:cubicBezTo>
                  <a:cubicBezTo>
                    <a:pt x="89936" y="401196"/>
                    <a:pt x="95482" y="401196"/>
                    <a:pt x="97752" y="391741"/>
                  </a:cubicBezTo>
                  <a:cubicBezTo>
                    <a:pt x="100147" y="382287"/>
                    <a:pt x="112628" y="379135"/>
                    <a:pt x="120570" y="383043"/>
                  </a:cubicBezTo>
                  <a:cubicBezTo>
                    <a:pt x="128386" y="386951"/>
                    <a:pt x="138597" y="371319"/>
                    <a:pt x="138597" y="359469"/>
                  </a:cubicBezTo>
                  <a:cubicBezTo>
                    <a:pt x="138597" y="347871"/>
                    <a:pt x="115023" y="347871"/>
                    <a:pt x="111871" y="356443"/>
                  </a:cubicBezTo>
                  <a:close/>
                  <a:moveTo>
                    <a:pt x="57663" y="387077"/>
                  </a:moveTo>
                  <a:cubicBezTo>
                    <a:pt x="57663" y="379261"/>
                    <a:pt x="40392" y="380774"/>
                    <a:pt x="39636" y="373714"/>
                  </a:cubicBezTo>
                  <a:cubicBezTo>
                    <a:pt x="38879" y="366654"/>
                    <a:pt x="27029" y="370563"/>
                    <a:pt x="15305" y="379261"/>
                  </a:cubicBezTo>
                  <a:cubicBezTo>
                    <a:pt x="3581" y="387833"/>
                    <a:pt x="-453" y="389472"/>
                    <a:pt x="4337" y="398045"/>
                  </a:cubicBezTo>
                  <a:cubicBezTo>
                    <a:pt x="9002" y="406617"/>
                    <a:pt x="16061" y="398801"/>
                    <a:pt x="19213" y="390229"/>
                  </a:cubicBezTo>
                  <a:cubicBezTo>
                    <a:pt x="22365" y="381656"/>
                    <a:pt x="30181" y="402835"/>
                    <a:pt x="23121" y="416954"/>
                  </a:cubicBezTo>
                  <a:cubicBezTo>
                    <a:pt x="16061" y="431074"/>
                    <a:pt x="24004" y="450992"/>
                    <a:pt x="33332" y="449101"/>
                  </a:cubicBezTo>
                  <a:cubicBezTo>
                    <a:pt x="41148" y="447588"/>
                    <a:pt x="51359" y="419350"/>
                    <a:pt x="63210" y="404348"/>
                  </a:cubicBezTo>
                  <a:cubicBezTo>
                    <a:pt x="75060" y="389346"/>
                    <a:pt x="57663" y="394893"/>
                    <a:pt x="57663" y="38707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6" name="Google Shape;796;p22"/>
            <p:cNvSpPr/>
            <p:nvPr/>
          </p:nvSpPr>
          <p:spPr>
            <a:xfrm>
              <a:off x="7757190" y="2990413"/>
              <a:ext cx="1588419" cy="1084159"/>
            </a:xfrm>
            <a:custGeom>
              <a:rect b="b" l="l" r="r" t="t"/>
              <a:pathLst>
                <a:path extrusionOk="0" h="1084159" w="1588419">
                  <a:moveTo>
                    <a:pt x="1588262" y="197008"/>
                  </a:moveTo>
                  <a:cubicBezTo>
                    <a:pt x="1589018" y="182889"/>
                    <a:pt x="1572504" y="187553"/>
                    <a:pt x="1567083" y="191461"/>
                  </a:cubicBezTo>
                  <a:cubicBezTo>
                    <a:pt x="1561536" y="195369"/>
                    <a:pt x="1545904" y="191461"/>
                    <a:pt x="1541240" y="200916"/>
                  </a:cubicBezTo>
                  <a:cubicBezTo>
                    <a:pt x="1536575" y="210371"/>
                    <a:pt x="1528634" y="204824"/>
                    <a:pt x="1517665" y="206463"/>
                  </a:cubicBezTo>
                  <a:cubicBezTo>
                    <a:pt x="1506698" y="207976"/>
                    <a:pt x="1490940" y="203312"/>
                    <a:pt x="1491822" y="196252"/>
                  </a:cubicBezTo>
                  <a:cubicBezTo>
                    <a:pt x="1492578" y="189192"/>
                    <a:pt x="1485519" y="182132"/>
                    <a:pt x="1486275" y="173560"/>
                  </a:cubicBezTo>
                  <a:cubicBezTo>
                    <a:pt x="1487032" y="164862"/>
                    <a:pt x="1475308" y="168770"/>
                    <a:pt x="1467492" y="160954"/>
                  </a:cubicBezTo>
                  <a:cubicBezTo>
                    <a:pt x="1459676" y="153137"/>
                    <a:pt x="1443918" y="147591"/>
                    <a:pt x="1440766" y="149230"/>
                  </a:cubicBezTo>
                  <a:cubicBezTo>
                    <a:pt x="1437614" y="150868"/>
                    <a:pt x="1428159" y="140657"/>
                    <a:pt x="1414797" y="139775"/>
                  </a:cubicBezTo>
                  <a:cubicBezTo>
                    <a:pt x="1401434" y="139018"/>
                    <a:pt x="1403073" y="130320"/>
                    <a:pt x="1404585" y="124899"/>
                  </a:cubicBezTo>
                  <a:cubicBezTo>
                    <a:pt x="1406098" y="119478"/>
                    <a:pt x="1393618" y="102207"/>
                    <a:pt x="1391222" y="92752"/>
                  </a:cubicBezTo>
                  <a:cubicBezTo>
                    <a:pt x="1388827" y="83298"/>
                    <a:pt x="1379498" y="81785"/>
                    <a:pt x="1375590" y="61362"/>
                  </a:cubicBezTo>
                  <a:cubicBezTo>
                    <a:pt x="1371682" y="40940"/>
                    <a:pt x="1360715" y="46486"/>
                    <a:pt x="1362984" y="37032"/>
                  </a:cubicBezTo>
                  <a:cubicBezTo>
                    <a:pt x="1365379" y="27577"/>
                    <a:pt x="1349621" y="22912"/>
                    <a:pt x="1345713" y="17365"/>
                  </a:cubicBezTo>
                  <a:cubicBezTo>
                    <a:pt x="1341805" y="11819"/>
                    <a:pt x="1325291" y="14214"/>
                    <a:pt x="1313566" y="7911"/>
                  </a:cubicBezTo>
                  <a:cubicBezTo>
                    <a:pt x="1301842" y="1607"/>
                    <a:pt x="1294782" y="6398"/>
                    <a:pt x="1283815" y="3246"/>
                  </a:cubicBezTo>
                  <a:cubicBezTo>
                    <a:pt x="1272847" y="95"/>
                    <a:pt x="1247760" y="6398"/>
                    <a:pt x="1244609" y="6398"/>
                  </a:cubicBezTo>
                  <a:cubicBezTo>
                    <a:pt x="1241457" y="6398"/>
                    <a:pt x="1221791" y="2490"/>
                    <a:pt x="1210823" y="17365"/>
                  </a:cubicBezTo>
                  <a:cubicBezTo>
                    <a:pt x="1199856" y="32241"/>
                    <a:pt x="1208428" y="31485"/>
                    <a:pt x="1213219" y="31485"/>
                  </a:cubicBezTo>
                  <a:cubicBezTo>
                    <a:pt x="1217883" y="31485"/>
                    <a:pt x="1220278" y="45604"/>
                    <a:pt x="1221035" y="50268"/>
                  </a:cubicBezTo>
                  <a:cubicBezTo>
                    <a:pt x="1221791" y="54933"/>
                    <a:pt x="1213219" y="61993"/>
                    <a:pt x="1209311" y="63631"/>
                  </a:cubicBezTo>
                  <a:cubicBezTo>
                    <a:pt x="1205403" y="65270"/>
                    <a:pt x="1194435" y="82415"/>
                    <a:pt x="1192796" y="88718"/>
                  </a:cubicBezTo>
                  <a:cubicBezTo>
                    <a:pt x="1191283" y="95022"/>
                    <a:pt x="1178677" y="110654"/>
                    <a:pt x="1180190" y="116201"/>
                  </a:cubicBezTo>
                  <a:cubicBezTo>
                    <a:pt x="1181702" y="121747"/>
                    <a:pt x="1173886" y="127168"/>
                    <a:pt x="1168466" y="127924"/>
                  </a:cubicBezTo>
                  <a:cubicBezTo>
                    <a:pt x="1162919" y="128681"/>
                    <a:pt x="1148043" y="139649"/>
                    <a:pt x="1143378" y="141287"/>
                  </a:cubicBezTo>
                  <a:cubicBezTo>
                    <a:pt x="1138588" y="142926"/>
                    <a:pt x="1119804" y="139775"/>
                    <a:pt x="1117535" y="134228"/>
                  </a:cubicBezTo>
                  <a:cubicBezTo>
                    <a:pt x="1116779" y="132463"/>
                    <a:pt x="1114510" y="130950"/>
                    <a:pt x="1111610" y="129815"/>
                  </a:cubicBezTo>
                  <a:lnTo>
                    <a:pt x="1090431" y="172299"/>
                  </a:lnTo>
                  <a:lnTo>
                    <a:pt x="1088666" y="185914"/>
                  </a:lnTo>
                  <a:cubicBezTo>
                    <a:pt x="1088666" y="185914"/>
                    <a:pt x="1075051" y="189318"/>
                    <a:pt x="1085262" y="199656"/>
                  </a:cubicBezTo>
                  <a:cubicBezTo>
                    <a:pt x="1095474" y="209867"/>
                    <a:pt x="1097239" y="201294"/>
                    <a:pt x="1112619" y="201294"/>
                  </a:cubicBezTo>
                  <a:cubicBezTo>
                    <a:pt x="1127999" y="201294"/>
                    <a:pt x="1134806" y="213271"/>
                    <a:pt x="1138210" y="204698"/>
                  </a:cubicBezTo>
                  <a:cubicBezTo>
                    <a:pt x="1141614" y="196126"/>
                    <a:pt x="1155228" y="191083"/>
                    <a:pt x="1163801" y="201294"/>
                  </a:cubicBezTo>
                  <a:cubicBezTo>
                    <a:pt x="1172374" y="211506"/>
                    <a:pt x="1199730" y="228651"/>
                    <a:pt x="1197965" y="237223"/>
                  </a:cubicBezTo>
                  <a:cubicBezTo>
                    <a:pt x="1196199" y="245795"/>
                    <a:pt x="1180820" y="244030"/>
                    <a:pt x="1170609" y="240627"/>
                  </a:cubicBezTo>
                  <a:cubicBezTo>
                    <a:pt x="1160397" y="237223"/>
                    <a:pt x="1146656" y="247434"/>
                    <a:pt x="1136445" y="247434"/>
                  </a:cubicBezTo>
                  <a:cubicBezTo>
                    <a:pt x="1126233" y="247434"/>
                    <a:pt x="1114257" y="250838"/>
                    <a:pt x="1103920" y="261049"/>
                  </a:cubicBezTo>
                  <a:cubicBezTo>
                    <a:pt x="1093709" y="271261"/>
                    <a:pt x="1095347" y="281598"/>
                    <a:pt x="1079968" y="283237"/>
                  </a:cubicBezTo>
                  <a:cubicBezTo>
                    <a:pt x="1064587" y="285002"/>
                    <a:pt x="1057780" y="283237"/>
                    <a:pt x="1040636" y="295213"/>
                  </a:cubicBezTo>
                  <a:cubicBezTo>
                    <a:pt x="1023491" y="307189"/>
                    <a:pt x="1004707" y="302020"/>
                    <a:pt x="997899" y="298617"/>
                  </a:cubicBezTo>
                  <a:cubicBezTo>
                    <a:pt x="991092" y="295213"/>
                    <a:pt x="979116" y="293448"/>
                    <a:pt x="972182" y="305424"/>
                  </a:cubicBezTo>
                  <a:cubicBezTo>
                    <a:pt x="965374" y="317400"/>
                    <a:pt x="980755" y="322569"/>
                    <a:pt x="978990" y="336184"/>
                  </a:cubicBezTo>
                  <a:cubicBezTo>
                    <a:pt x="977224" y="349799"/>
                    <a:pt x="960206" y="346395"/>
                    <a:pt x="946465" y="361775"/>
                  </a:cubicBezTo>
                  <a:cubicBezTo>
                    <a:pt x="932724" y="377155"/>
                    <a:pt x="910536" y="383963"/>
                    <a:pt x="898560" y="382324"/>
                  </a:cubicBezTo>
                  <a:cubicBezTo>
                    <a:pt x="886584" y="380559"/>
                    <a:pt x="860993" y="373751"/>
                    <a:pt x="838679" y="383963"/>
                  </a:cubicBezTo>
                  <a:cubicBezTo>
                    <a:pt x="816492" y="394174"/>
                    <a:pt x="801112" y="409680"/>
                    <a:pt x="792540" y="407915"/>
                  </a:cubicBezTo>
                  <a:cubicBezTo>
                    <a:pt x="783967" y="406150"/>
                    <a:pt x="783967" y="395939"/>
                    <a:pt x="771991" y="397704"/>
                  </a:cubicBezTo>
                  <a:cubicBezTo>
                    <a:pt x="760015" y="399469"/>
                    <a:pt x="753207" y="395939"/>
                    <a:pt x="744635" y="390896"/>
                  </a:cubicBezTo>
                  <a:cubicBezTo>
                    <a:pt x="736062" y="385727"/>
                    <a:pt x="729255" y="394300"/>
                    <a:pt x="715514" y="384089"/>
                  </a:cubicBezTo>
                  <a:cubicBezTo>
                    <a:pt x="701773" y="373877"/>
                    <a:pt x="677946" y="375516"/>
                    <a:pt x="667609" y="373877"/>
                  </a:cubicBezTo>
                  <a:cubicBezTo>
                    <a:pt x="657398" y="372113"/>
                    <a:pt x="618065" y="373877"/>
                    <a:pt x="604325" y="372113"/>
                  </a:cubicBezTo>
                  <a:cubicBezTo>
                    <a:pt x="590709" y="370348"/>
                    <a:pt x="571800" y="375516"/>
                    <a:pt x="570161" y="368709"/>
                  </a:cubicBezTo>
                  <a:cubicBezTo>
                    <a:pt x="568522" y="361901"/>
                    <a:pt x="558184" y="356733"/>
                    <a:pt x="554781" y="341353"/>
                  </a:cubicBezTo>
                  <a:cubicBezTo>
                    <a:pt x="551377" y="325973"/>
                    <a:pt x="542805" y="320804"/>
                    <a:pt x="534233" y="319165"/>
                  </a:cubicBezTo>
                  <a:cubicBezTo>
                    <a:pt x="525659" y="317400"/>
                    <a:pt x="524651" y="308450"/>
                    <a:pt x="517087" y="307189"/>
                  </a:cubicBezTo>
                  <a:cubicBezTo>
                    <a:pt x="513431" y="306559"/>
                    <a:pt x="509145" y="295213"/>
                    <a:pt x="497169" y="295213"/>
                  </a:cubicBezTo>
                  <a:cubicBezTo>
                    <a:pt x="485193" y="295213"/>
                    <a:pt x="443466" y="290296"/>
                    <a:pt x="437414" y="280589"/>
                  </a:cubicBezTo>
                  <a:cubicBezTo>
                    <a:pt x="431489" y="270756"/>
                    <a:pt x="443339" y="268613"/>
                    <a:pt x="443339" y="258906"/>
                  </a:cubicBezTo>
                  <a:cubicBezTo>
                    <a:pt x="443339" y="249073"/>
                    <a:pt x="449895" y="236088"/>
                    <a:pt x="444978" y="232306"/>
                  </a:cubicBezTo>
                  <a:cubicBezTo>
                    <a:pt x="440062" y="228525"/>
                    <a:pt x="431993" y="219826"/>
                    <a:pt x="430859" y="212262"/>
                  </a:cubicBezTo>
                  <a:cubicBezTo>
                    <a:pt x="429724" y="204572"/>
                    <a:pt x="416740" y="194361"/>
                    <a:pt x="408041" y="193857"/>
                  </a:cubicBezTo>
                  <a:cubicBezTo>
                    <a:pt x="399343" y="193352"/>
                    <a:pt x="392283" y="187932"/>
                    <a:pt x="384215" y="180872"/>
                  </a:cubicBezTo>
                  <a:cubicBezTo>
                    <a:pt x="376020" y="173812"/>
                    <a:pt x="368457" y="174317"/>
                    <a:pt x="365179" y="156415"/>
                  </a:cubicBezTo>
                  <a:cubicBezTo>
                    <a:pt x="364927" y="155281"/>
                    <a:pt x="364675" y="154272"/>
                    <a:pt x="364296" y="153264"/>
                  </a:cubicBezTo>
                  <a:cubicBezTo>
                    <a:pt x="361019" y="152885"/>
                    <a:pt x="356859" y="151625"/>
                    <a:pt x="354211" y="151625"/>
                  </a:cubicBezTo>
                  <a:cubicBezTo>
                    <a:pt x="352068" y="151625"/>
                    <a:pt x="349547" y="149860"/>
                    <a:pt x="347278" y="147465"/>
                  </a:cubicBezTo>
                  <a:cubicBezTo>
                    <a:pt x="345135" y="154902"/>
                    <a:pt x="338075" y="158684"/>
                    <a:pt x="338075" y="164609"/>
                  </a:cubicBezTo>
                  <a:cubicBezTo>
                    <a:pt x="338075" y="171165"/>
                    <a:pt x="335428" y="179233"/>
                    <a:pt x="326729" y="179233"/>
                  </a:cubicBezTo>
                  <a:cubicBezTo>
                    <a:pt x="318031" y="179233"/>
                    <a:pt x="309962" y="185788"/>
                    <a:pt x="309332" y="199277"/>
                  </a:cubicBezTo>
                  <a:cubicBezTo>
                    <a:pt x="308828" y="212892"/>
                    <a:pt x="316896" y="214531"/>
                    <a:pt x="313114" y="220456"/>
                  </a:cubicBezTo>
                  <a:cubicBezTo>
                    <a:pt x="309332" y="226381"/>
                    <a:pt x="293574" y="232433"/>
                    <a:pt x="288153" y="229659"/>
                  </a:cubicBezTo>
                  <a:cubicBezTo>
                    <a:pt x="282733" y="226886"/>
                    <a:pt x="272395" y="228525"/>
                    <a:pt x="263697" y="227516"/>
                  </a:cubicBezTo>
                  <a:cubicBezTo>
                    <a:pt x="254998" y="226381"/>
                    <a:pt x="248443" y="215540"/>
                    <a:pt x="245796" y="227516"/>
                  </a:cubicBezTo>
                  <a:cubicBezTo>
                    <a:pt x="243022" y="239492"/>
                    <a:pt x="225121" y="274790"/>
                    <a:pt x="229533" y="278572"/>
                  </a:cubicBezTo>
                  <a:cubicBezTo>
                    <a:pt x="233819" y="282354"/>
                    <a:pt x="237097" y="291053"/>
                    <a:pt x="229533" y="291053"/>
                  </a:cubicBezTo>
                  <a:cubicBezTo>
                    <a:pt x="221969" y="291053"/>
                    <a:pt x="214279" y="289918"/>
                    <a:pt x="210497" y="286136"/>
                  </a:cubicBezTo>
                  <a:cubicBezTo>
                    <a:pt x="206715" y="282354"/>
                    <a:pt x="194235" y="291431"/>
                    <a:pt x="185536" y="291053"/>
                  </a:cubicBezTo>
                  <a:cubicBezTo>
                    <a:pt x="181502" y="290800"/>
                    <a:pt x="164357" y="298490"/>
                    <a:pt x="170283" y="301390"/>
                  </a:cubicBezTo>
                  <a:cubicBezTo>
                    <a:pt x="176208" y="304290"/>
                    <a:pt x="176208" y="318409"/>
                    <a:pt x="176208" y="324334"/>
                  </a:cubicBezTo>
                  <a:cubicBezTo>
                    <a:pt x="176208" y="330259"/>
                    <a:pt x="189193" y="347908"/>
                    <a:pt x="186797" y="353707"/>
                  </a:cubicBezTo>
                  <a:cubicBezTo>
                    <a:pt x="184402" y="359632"/>
                    <a:pt x="172677" y="366061"/>
                    <a:pt x="172677" y="373751"/>
                  </a:cubicBezTo>
                  <a:cubicBezTo>
                    <a:pt x="172677" y="381441"/>
                    <a:pt x="175073" y="388501"/>
                    <a:pt x="170913" y="390266"/>
                  </a:cubicBezTo>
                  <a:cubicBezTo>
                    <a:pt x="166753" y="392031"/>
                    <a:pt x="153894" y="397326"/>
                    <a:pt x="147339" y="401990"/>
                  </a:cubicBezTo>
                  <a:cubicBezTo>
                    <a:pt x="140909" y="406654"/>
                    <a:pt x="130320" y="406654"/>
                    <a:pt x="126790" y="413714"/>
                  </a:cubicBezTo>
                  <a:cubicBezTo>
                    <a:pt x="123260" y="420774"/>
                    <a:pt x="117966" y="426825"/>
                    <a:pt x="105611" y="425438"/>
                  </a:cubicBezTo>
                  <a:cubicBezTo>
                    <a:pt x="95022" y="424303"/>
                    <a:pt x="89727" y="422539"/>
                    <a:pt x="81406" y="432498"/>
                  </a:cubicBezTo>
                  <a:cubicBezTo>
                    <a:pt x="73213" y="442457"/>
                    <a:pt x="71447" y="438423"/>
                    <a:pt x="65522" y="443087"/>
                  </a:cubicBezTo>
                  <a:cubicBezTo>
                    <a:pt x="59597" y="447752"/>
                    <a:pt x="53798" y="439557"/>
                    <a:pt x="49008" y="437792"/>
                  </a:cubicBezTo>
                  <a:cubicBezTo>
                    <a:pt x="44343" y="436027"/>
                    <a:pt x="37788" y="443087"/>
                    <a:pt x="33124" y="443087"/>
                  </a:cubicBezTo>
                  <a:cubicBezTo>
                    <a:pt x="28460" y="443087"/>
                    <a:pt x="24299" y="450777"/>
                    <a:pt x="18374" y="452542"/>
                  </a:cubicBezTo>
                  <a:cubicBezTo>
                    <a:pt x="12449" y="454307"/>
                    <a:pt x="6650" y="452542"/>
                    <a:pt x="6650" y="459602"/>
                  </a:cubicBezTo>
                  <a:cubicBezTo>
                    <a:pt x="6650" y="464014"/>
                    <a:pt x="5515" y="469056"/>
                    <a:pt x="2364" y="472712"/>
                  </a:cubicBezTo>
                  <a:lnTo>
                    <a:pt x="2364" y="472712"/>
                  </a:lnTo>
                  <a:lnTo>
                    <a:pt x="6524" y="495782"/>
                  </a:lnTo>
                  <a:cubicBezTo>
                    <a:pt x="6524" y="495782"/>
                    <a:pt x="31737" y="504102"/>
                    <a:pt x="32745" y="512549"/>
                  </a:cubicBezTo>
                  <a:cubicBezTo>
                    <a:pt x="33754" y="520995"/>
                    <a:pt x="38040" y="548225"/>
                    <a:pt x="38040" y="548225"/>
                  </a:cubicBezTo>
                  <a:cubicBezTo>
                    <a:pt x="38040" y="548225"/>
                    <a:pt x="37662" y="548225"/>
                    <a:pt x="37284" y="548351"/>
                  </a:cubicBezTo>
                  <a:cubicBezTo>
                    <a:pt x="47495" y="556294"/>
                    <a:pt x="61489" y="564866"/>
                    <a:pt x="61489" y="568018"/>
                  </a:cubicBezTo>
                  <a:cubicBezTo>
                    <a:pt x="61489" y="571547"/>
                    <a:pt x="62623" y="582137"/>
                    <a:pt x="74977" y="588062"/>
                  </a:cubicBezTo>
                  <a:cubicBezTo>
                    <a:pt x="82794" y="591844"/>
                    <a:pt x="90861" y="595752"/>
                    <a:pt x="95652" y="599030"/>
                  </a:cubicBezTo>
                  <a:cubicBezTo>
                    <a:pt x="96282" y="597517"/>
                    <a:pt x="96661" y="596508"/>
                    <a:pt x="96661" y="596508"/>
                  </a:cubicBezTo>
                  <a:lnTo>
                    <a:pt x="107124" y="595500"/>
                  </a:lnTo>
                  <a:cubicBezTo>
                    <a:pt x="107124" y="595500"/>
                    <a:pt x="110276" y="597517"/>
                    <a:pt x="113175" y="600668"/>
                  </a:cubicBezTo>
                  <a:cubicBezTo>
                    <a:pt x="115696" y="592222"/>
                    <a:pt x="133850" y="582893"/>
                    <a:pt x="143305" y="583398"/>
                  </a:cubicBezTo>
                  <a:cubicBezTo>
                    <a:pt x="153264" y="584028"/>
                    <a:pt x="176208" y="602181"/>
                    <a:pt x="173938" y="608737"/>
                  </a:cubicBezTo>
                  <a:cubicBezTo>
                    <a:pt x="171543" y="615166"/>
                    <a:pt x="155155" y="638740"/>
                    <a:pt x="147464" y="640505"/>
                  </a:cubicBezTo>
                  <a:cubicBezTo>
                    <a:pt x="144565" y="641135"/>
                    <a:pt x="140279" y="641513"/>
                    <a:pt x="136119" y="641639"/>
                  </a:cubicBezTo>
                  <a:cubicBezTo>
                    <a:pt x="135363" y="645547"/>
                    <a:pt x="134480" y="649077"/>
                    <a:pt x="134480" y="651094"/>
                  </a:cubicBezTo>
                  <a:cubicBezTo>
                    <a:pt x="134480" y="656389"/>
                    <a:pt x="143935" y="664709"/>
                    <a:pt x="149103" y="674164"/>
                  </a:cubicBezTo>
                  <a:cubicBezTo>
                    <a:pt x="154399" y="683619"/>
                    <a:pt x="140657" y="689922"/>
                    <a:pt x="133345" y="683619"/>
                  </a:cubicBezTo>
                  <a:cubicBezTo>
                    <a:pt x="126034" y="677316"/>
                    <a:pt x="122882" y="689922"/>
                    <a:pt x="127042" y="695091"/>
                  </a:cubicBezTo>
                  <a:cubicBezTo>
                    <a:pt x="131202" y="700386"/>
                    <a:pt x="129186" y="715009"/>
                    <a:pt x="136497" y="716018"/>
                  </a:cubicBezTo>
                  <a:cubicBezTo>
                    <a:pt x="143809" y="717027"/>
                    <a:pt x="150112" y="731776"/>
                    <a:pt x="158558" y="731776"/>
                  </a:cubicBezTo>
                  <a:cubicBezTo>
                    <a:pt x="167005" y="731776"/>
                    <a:pt x="174316" y="745391"/>
                    <a:pt x="174316" y="745391"/>
                  </a:cubicBezTo>
                  <a:cubicBezTo>
                    <a:pt x="174316" y="745391"/>
                    <a:pt x="185789" y="752703"/>
                    <a:pt x="185789" y="756989"/>
                  </a:cubicBezTo>
                  <a:cubicBezTo>
                    <a:pt x="185789" y="757493"/>
                    <a:pt x="185662" y="757998"/>
                    <a:pt x="185284" y="758628"/>
                  </a:cubicBezTo>
                  <a:cubicBezTo>
                    <a:pt x="194487" y="757745"/>
                    <a:pt x="200538" y="757367"/>
                    <a:pt x="201547" y="753585"/>
                  </a:cubicBezTo>
                  <a:cubicBezTo>
                    <a:pt x="202681" y="749425"/>
                    <a:pt x="214531" y="749425"/>
                    <a:pt x="222726" y="757745"/>
                  </a:cubicBezTo>
                  <a:cubicBezTo>
                    <a:pt x="230920" y="765940"/>
                    <a:pt x="264453" y="787245"/>
                    <a:pt x="276807" y="797204"/>
                  </a:cubicBezTo>
                  <a:cubicBezTo>
                    <a:pt x="289162" y="807163"/>
                    <a:pt x="318031" y="818383"/>
                    <a:pt x="327990" y="817752"/>
                  </a:cubicBezTo>
                  <a:cubicBezTo>
                    <a:pt x="337949" y="817122"/>
                    <a:pt x="347404" y="824812"/>
                    <a:pt x="362657" y="824182"/>
                  </a:cubicBezTo>
                  <a:cubicBezTo>
                    <a:pt x="364927" y="824182"/>
                    <a:pt x="366944" y="824182"/>
                    <a:pt x="368709" y="824308"/>
                  </a:cubicBezTo>
                  <a:cubicBezTo>
                    <a:pt x="370852" y="822039"/>
                    <a:pt x="374508" y="821913"/>
                    <a:pt x="377408" y="817752"/>
                  </a:cubicBezTo>
                  <a:cubicBezTo>
                    <a:pt x="381567" y="811449"/>
                    <a:pt x="387870" y="823047"/>
                    <a:pt x="385728" y="831367"/>
                  </a:cubicBezTo>
                  <a:cubicBezTo>
                    <a:pt x="384719" y="835275"/>
                    <a:pt x="385601" y="839562"/>
                    <a:pt x="387240" y="843092"/>
                  </a:cubicBezTo>
                  <a:cubicBezTo>
                    <a:pt x="389383" y="840066"/>
                    <a:pt x="391527" y="836158"/>
                    <a:pt x="393166" y="831872"/>
                  </a:cubicBezTo>
                  <a:cubicBezTo>
                    <a:pt x="398460" y="818887"/>
                    <a:pt x="406655" y="819517"/>
                    <a:pt x="412075" y="815357"/>
                  </a:cubicBezTo>
                  <a:cubicBezTo>
                    <a:pt x="417370" y="811197"/>
                    <a:pt x="422665" y="812962"/>
                    <a:pt x="433884" y="818887"/>
                  </a:cubicBezTo>
                  <a:cubicBezTo>
                    <a:pt x="444474" y="824434"/>
                    <a:pt x="448760" y="812710"/>
                    <a:pt x="464518" y="827207"/>
                  </a:cubicBezTo>
                  <a:cubicBezTo>
                    <a:pt x="467796" y="825695"/>
                    <a:pt x="471956" y="824056"/>
                    <a:pt x="473847" y="824056"/>
                  </a:cubicBezTo>
                  <a:cubicBezTo>
                    <a:pt x="476999" y="824056"/>
                    <a:pt x="481159" y="817752"/>
                    <a:pt x="486453" y="812584"/>
                  </a:cubicBezTo>
                  <a:cubicBezTo>
                    <a:pt x="491749" y="807289"/>
                    <a:pt x="490614" y="800986"/>
                    <a:pt x="496917" y="802120"/>
                  </a:cubicBezTo>
                  <a:cubicBezTo>
                    <a:pt x="503220" y="803129"/>
                    <a:pt x="506372" y="794809"/>
                    <a:pt x="519987" y="787497"/>
                  </a:cubicBezTo>
                  <a:cubicBezTo>
                    <a:pt x="533602" y="780185"/>
                    <a:pt x="545074" y="791657"/>
                    <a:pt x="551377" y="786488"/>
                  </a:cubicBezTo>
                  <a:cubicBezTo>
                    <a:pt x="557680" y="781194"/>
                    <a:pt x="564992" y="779176"/>
                    <a:pt x="564992" y="784345"/>
                  </a:cubicBezTo>
                  <a:cubicBezTo>
                    <a:pt x="564992" y="789640"/>
                    <a:pt x="573439" y="795943"/>
                    <a:pt x="575455" y="802120"/>
                  </a:cubicBezTo>
                  <a:cubicBezTo>
                    <a:pt x="577347" y="807793"/>
                    <a:pt x="588314" y="810062"/>
                    <a:pt x="590709" y="810441"/>
                  </a:cubicBezTo>
                  <a:cubicBezTo>
                    <a:pt x="592726" y="809432"/>
                    <a:pt x="594239" y="808424"/>
                    <a:pt x="595248" y="807793"/>
                  </a:cubicBezTo>
                  <a:cubicBezTo>
                    <a:pt x="601677" y="803129"/>
                    <a:pt x="612897" y="808424"/>
                    <a:pt x="612897" y="815483"/>
                  </a:cubicBezTo>
                  <a:cubicBezTo>
                    <a:pt x="612897" y="822543"/>
                    <a:pt x="613527" y="830233"/>
                    <a:pt x="618822" y="830233"/>
                  </a:cubicBezTo>
                  <a:cubicBezTo>
                    <a:pt x="624117" y="830233"/>
                    <a:pt x="629411" y="830233"/>
                    <a:pt x="629411" y="843218"/>
                  </a:cubicBezTo>
                  <a:cubicBezTo>
                    <a:pt x="629411" y="856202"/>
                    <a:pt x="634076" y="870826"/>
                    <a:pt x="622982" y="882046"/>
                  </a:cubicBezTo>
                  <a:cubicBezTo>
                    <a:pt x="611762" y="893265"/>
                    <a:pt x="598778" y="913184"/>
                    <a:pt x="601173" y="919109"/>
                  </a:cubicBezTo>
                  <a:cubicBezTo>
                    <a:pt x="603568" y="925034"/>
                    <a:pt x="597643" y="936127"/>
                    <a:pt x="605837" y="932093"/>
                  </a:cubicBezTo>
                  <a:cubicBezTo>
                    <a:pt x="614031" y="927933"/>
                    <a:pt x="632941" y="932093"/>
                    <a:pt x="629915" y="936758"/>
                  </a:cubicBezTo>
                  <a:cubicBezTo>
                    <a:pt x="627016" y="941422"/>
                    <a:pt x="630546" y="957937"/>
                    <a:pt x="638110" y="958567"/>
                  </a:cubicBezTo>
                  <a:cubicBezTo>
                    <a:pt x="645800" y="959197"/>
                    <a:pt x="650464" y="963357"/>
                    <a:pt x="648069" y="970291"/>
                  </a:cubicBezTo>
                  <a:cubicBezTo>
                    <a:pt x="645674" y="977351"/>
                    <a:pt x="641639" y="987940"/>
                    <a:pt x="648069" y="987940"/>
                  </a:cubicBezTo>
                  <a:cubicBezTo>
                    <a:pt x="654498" y="987940"/>
                    <a:pt x="663953" y="987940"/>
                    <a:pt x="662818" y="995000"/>
                  </a:cubicBezTo>
                  <a:cubicBezTo>
                    <a:pt x="661684" y="1002059"/>
                    <a:pt x="667483" y="1008489"/>
                    <a:pt x="679333" y="1003824"/>
                  </a:cubicBezTo>
                  <a:cubicBezTo>
                    <a:pt x="686267" y="1001051"/>
                    <a:pt x="689670" y="998530"/>
                    <a:pt x="691309" y="1001303"/>
                  </a:cubicBezTo>
                  <a:cubicBezTo>
                    <a:pt x="695973" y="1001177"/>
                    <a:pt x="696352" y="1011766"/>
                    <a:pt x="704420" y="1013784"/>
                  </a:cubicBezTo>
                  <a:cubicBezTo>
                    <a:pt x="712866" y="1015927"/>
                    <a:pt x="708580" y="996008"/>
                    <a:pt x="705428" y="992857"/>
                  </a:cubicBezTo>
                  <a:cubicBezTo>
                    <a:pt x="702277" y="989705"/>
                    <a:pt x="706437" y="976090"/>
                    <a:pt x="709589" y="979242"/>
                  </a:cubicBezTo>
                  <a:cubicBezTo>
                    <a:pt x="712740" y="982393"/>
                    <a:pt x="722195" y="979242"/>
                    <a:pt x="727363" y="972938"/>
                  </a:cubicBezTo>
                  <a:cubicBezTo>
                    <a:pt x="732659" y="966635"/>
                    <a:pt x="743122" y="978233"/>
                    <a:pt x="747282" y="970795"/>
                  </a:cubicBezTo>
                  <a:cubicBezTo>
                    <a:pt x="751442" y="963483"/>
                    <a:pt x="760897" y="976090"/>
                    <a:pt x="770352" y="970795"/>
                  </a:cubicBezTo>
                  <a:cubicBezTo>
                    <a:pt x="779807" y="965501"/>
                    <a:pt x="783967" y="974955"/>
                    <a:pt x="788127" y="967644"/>
                  </a:cubicBezTo>
                  <a:cubicBezTo>
                    <a:pt x="792287" y="960332"/>
                    <a:pt x="805903" y="950877"/>
                    <a:pt x="809054" y="954029"/>
                  </a:cubicBezTo>
                  <a:cubicBezTo>
                    <a:pt x="812206" y="957180"/>
                    <a:pt x="814349" y="963483"/>
                    <a:pt x="830989" y="965501"/>
                  </a:cubicBezTo>
                  <a:cubicBezTo>
                    <a:pt x="847756" y="967644"/>
                    <a:pt x="838301" y="975964"/>
                    <a:pt x="838301" y="981259"/>
                  </a:cubicBezTo>
                  <a:cubicBezTo>
                    <a:pt x="838301" y="986553"/>
                    <a:pt x="857211" y="1000168"/>
                    <a:pt x="864522" y="1001177"/>
                  </a:cubicBezTo>
                  <a:cubicBezTo>
                    <a:pt x="865910" y="1001429"/>
                    <a:pt x="867800" y="1003068"/>
                    <a:pt x="869944" y="1005589"/>
                  </a:cubicBezTo>
                  <a:cubicBezTo>
                    <a:pt x="874986" y="1003068"/>
                    <a:pt x="884188" y="1007228"/>
                    <a:pt x="886206" y="1001303"/>
                  </a:cubicBezTo>
                  <a:cubicBezTo>
                    <a:pt x="888601" y="994243"/>
                    <a:pt x="897173" y="996134"/>
                    <a:pt x="900703" y="1002059"/>
                  </a:cubicBezTo>
                  <a:cubicBezTo>
                    <a:pt x="904233" y="1007984"/>
                    <a:pt x="908141" y="1009119"/>
                    <a:pt x="915957" y="1002059"/>
                  </a:cubicBezTo>
                  <a:cubicBezTo>
                    <a:pt x="923773" y="995000"/>
                    <a:pt x="927681" y="1009119"/>
                    <a:pt x="923017" y="1013027"/>
                  </a:cubicBezTo>
                  <a:cubicBezTo>
                    <a:pt x="918352" y="1016935"/>
                    <a:pt x="921504" y="1029037"/>
                    <a:pt x="928942" y="1036097"/>
                  </a:cubicBezTo>
                  <a:cubicBezTo>
                    <a:pt x="936380" y="1043157"/>
                    <a:pt x="937514" y="1031811"/>
                    <a:pt x="936002" y="1024751"/>
                  </a:cubicBezTo>
                  <a:cubicBezTo>
                    <a:pt x="934489" y="1017691"/>
                    <a:pt x="948608" y="1010632"/>
                    <a:pt x="973316" y="1002438"/>
                  </a:cubicBezTo>
                  <a:cubicBezTo>
                    <a:pt x="998026" y="994243"/>
                    <a:pt x="1024751" y="976090"/>
                    <a:pt x="1025130" y="972182"/>
                  </a:cubicBezTo>
                  <a:cubicBezTo>
                    <a:pt x="1025508" y="968274"/>
                    <a:pt x="1042778" y="979242"/>
                    <a:pt x="1050973" y="972938"/>
                  </a:cubicBezTo>
                  <a:cubicBezTo>
                    <a:pt x="1059167" y="966635"/>
                    <a:pt x="1089044" y="965879"/>
                    <a:pt x="1096861" y="965501"/>
                  </a:cubicBezTo>
                  <a:cubicBezTo>
                    <a:pt x="1104677" y="965122"/>
                    <a:pt x="1104298" y="958441"/>
                    <a:pt x="1112619" y="951760"/>
                  </a:cubicBezTo>
                  <a:cubicBezTo>
                    <a:pt x="1120813" y="945078"/>
                    <a:pt x="1118922" y="941926"/>
                    <a:pt x="1128377" y="939153"/>
                  </a:cubicBezTo>
                  <a:cubicBezTo>
                    <a:pt x="1137832" y="936380"/>
                    <a:pt x="1143631" y="927807"/>
                    <a:pt x="1143631" y="923017"/>
                  </a:cubicBezTo>
                  <a:cubicBezTo>
                    <a:pt x="1143631" y="918352"/>
                    <a:pt x="1161280" y="916713"/>
                    <a:pt x="1161658" y="911671"/>
                  </a:cubicBezTo>
                  <a:cubicBezTo>
                    <a:pt x="1162036" y="906628"/>
                    <a:pt x="1175021" y="904989"/>
                    <a:pt x="1175021" y="898686"/>
                  </a:cubicBezTo>
                  <a:cubicBezTo>
                    <a:pt x="1175021" y="892383"/>
                    <a:pt x="1182837" y="893644"/>
                    <a:pt x="1186367" y="888853"/>
                  </a:cubicBezTo>
                  <a:cubicBezTo>
                    <a:pt x="1189896" y="884189"/>
                    <a:pt x="1183593" y="870448"/>
                    <a:pt x="1189896" y="868431"/>
                  </a:cubicBezTo>
                  <a:cubicBezTo>
                    <a:pt x="1196199" y="866413"/>
                    <a:pt x="1187501" y="858976"/>
                    <a:pt x="1186367" y="855446"/>
                  </a:cubicBezTo>
                  <a:cubicBezTo>
                    <a:pt x="1185232" y="851916"/>
                    <a:pt x="1198091" y="851160"/>
                    <a:pt x="1204773" y="846873"/>
                  </a:cubicBezTo>
                  <a:cubicBezTo>
                    <a:pt x="1211454" y="842587"/>
                    <a:pt x="1215740" y="835906"/>
                    <a:pt x="1217000" y="828468"/>
                  </a:cubicBezTo>
                  <a:cubicBezTo>
                    <a:pt x="1218135" y="821030"/>
                    <a:pt x="1229103" y="814349"/>
                    <a:pt x="1234271" y="812332"/>
                  </a:cubicBezTo>
                  <a:cubicBezTo>
                    <a:pt x="1239440" y="810441"/>
                    <a:pt x="1241331" y="799851"/>
                    <a:pt x="1239818" y="790774"/>
                  </a:cubicBezTo>
                  <a:cubicBezTo>
                    <a:pt x="1238305" y="781698"/>
                    <a:pt x="1248895" y="784093"/>
                    <a:pt x="1244105" y="780563"/>
                  </a:cubicBezTo>
                  <a:cubicBezTo>
                    <a:pt x="1239440" y="777033"/>
                    <a:pt x="1245995" y="767200"/>
                    <a:pt x="1255450" y="764553"/>
                  </a:cubicBezTo>
                  <a:cubicBezTo>
                    <a:pt x="1264905" y="761779"/>
                    <a:pt x="1249525" y="757493"/>
                    <a:pt x="1244483" y="761401"/>
                  </a:cubicBezTo>
                  <a:cubicBezTo>
                    <a:pt x="1239440" y="765309"/>
                    <a:pt x="1233894" y="750055"/>
                    <a:pt x="1229229" y="755854"/>
                  </a:cubicBezTo>
                  <a:cubicBezTo>
                    <a:pt x="1224564" y="761779"/>
                    <a:pt x="1211201" y="752325"/>
                    <a:pt x="1219774" y="750434"/>
                  </a:cubicBezTo>
                  <a:cubicBezTo>
                    <a:pt x="1228347" y="748417"/>
                    <a:pt x="1241709" y="738710"/>
                    <a:pt x="1247634" y="736693"/>
                  </a:cubicBezTo>
                  <a:cubicBezTo>
                    <a:pt x="1253560" y="734676"/>
                    <a:pt x="1238936" y="721817"/>
                    <a:pt x="1231498" y="722195"/>
                  </a:cubicBezTo>
                  <a:cubicBezTo>
                    <a:pt x="1224060" y="722573"/>
                    <a:pt x="1215866" y="704924"/>
                    <a:pt x="1207924" y="704924"/>
                  </a:cubicBezTo>
                  <a:cubicBezTo>
                    <a:pt x="1200107" y="704924"/>
                    <a:pt x="1213849" y="699377"/>
                    <a:pt x="1222800" y="704168"/>
                  </a:cubicBezTo>
                  <a:cubicBezTo>
                    <a:pt x="1231876" y="708832"/>
                    <a:pt x="1242340" y="712866"/>
                    <a:pt x="1246374" y="708832"/>
                  </a:cubicBezTo>
                  <a:cubicBezTo>
                    <a:pt x="1250282" y="704924"/>
                    <a:pt x="1231120" y="689292"/>
                    <a:pt x="1224060" y="683745"/>
                  </a:cubicBezTo>
                  <a:cubicBezTo>
                    <a:pt x="1217000" y="678198"/>
                    <a:pt x="1223682" y="670760"/>
                    <a:pt x="1219396" y="667609"/>
                  </a:cubicBezTo>
                  <a:cubicBezTo>
                    <a:pt x="1215109" y="664457"/>
                    <a:pt x="1205654" y="644539"/>
                    <a:pt x="1202503" y="635462"/>
                  </a:cubicBezTo>
                  <a:cubicBezTo>
                    <a:pt x="1199351" y="626386"/>
                    <a:pt x="1182837" y="624873"/>
                    <a:pt x="1178929" y="618948"/>
                  </a:cubicBezTo>
                  <a:cubicBezTo>
                    <a:pt x="1175021" y="613023"/>
                    <a:pt x="1179307" y="599282"/>
                    <a:pt x="1191535" y="594239"/>
                  </a:cubicBezTo>
                  <a:cubicBezTo>
                    <a:pt x="1203638" y="589196"/>
                    <a:pt x="1198595" y="578985"/>
                    <a:pt x="1204142" y="580120"/>
                  </a:cubicBezTo>
                  <a:cubicBezTo>
                    <a:pt x="1209688" y="581254"/>
                    <a:pt x="1214353" y="578985"/>
                    <a:pt x="1218639" y="569908"/>
                  </a:cubicBezTo>
                  <a:cubicBezTo>
                    <a:pt x="1222926" y="560958"/>
                    <a:pt x="1230363" y="566379"/>
                    <a:pt x="1234775" y="561714"/>
                  </a:cubicBezTo>
                  <a:cubicBezTo>
                    <a:pt x="1239062" y="557050"/>
                    <a:pt x="1258350" y="557428"/>
                    <a:pt x="1265031" y="552764"/>
                  </a:cubicBezTo>
                  <a:cubicBezTo>
                    <a:pt x="1271713" y="548099"/>
                    <a:pt x="1258728" y="533476"/>
                    <a:pt x="1249777" y="535871"/>
                  </a:cubicBezTo>
                  <a:cubicBezTo>
                    <a:pt x="1240827" y="538266"/>
                    <a:pt x="1230237" y="534736"/>
                    <a:pt x="1223934" y="525282"/>
                  </a:cubicBezTo>
                  <a:cubicBezTo>
                    <a:pt x="1217631" y="515827"/>
                    <a:pt x="1201242" y="542552"/>
                    <a:pt x="1188636" y="548477"/>
                  </a:cubicBezTo>
                  <a:cubicBezTo>
                    <a:pt x="1176029" y="554403"/>
                    <a:pt x="1167835" y="537888"/>
                    <a:pt x="1172121" y="527299"/>
                  </a:cubicBezTo>
                  <a:cubicBezTo>
                    <a:pt x="1176408" y="516709"/>
                    <a:pt x="1162288" y="517087"/>
                    <a:pt x="1144639" y="517844"/>
                  </a:cubicBezTo>
                  <a:cubicBezTo>
                    <a:pt x="1126990" y="518600"/>
                    <a:pt x="1133672" y="486453"/>
                    <a:pt x="1144261" y="484941"/>
                  </a:cubicBezTo>
                  <a:cubicBezTo>
                    <a:pt x="1154850" y="483302"/>
                    <a:pt x="1170482" y="494774"/>
                    <a:pt x="1177164" y="475108"/>
                  </a:cubicBezTo>
                  <a:cubicBezTo>
                    <a:pt x="1183845" y="455442"/>
                    <a:pt x="1193174" y="470821"/>
                    <a:pt x="1208176" y="453550"/>
                  </a:cubicBezTo>
                  <a:cubicBezTo>
                    <a:pt x="1223051" y="436280"/>
                    <a:pt x="1240322" y="425690"/>
                    <a:pt x="1253307" y="435901"/>
                  </a:cubicBezTo>
                  <a:cubicBezTo>
                    <a:pt x="1266292" y="446113"/>
                    <a:pt x="1239566" y="462123"/>
                    <a:pt x="1235280" y="471956"/>
                  </a:cubicBezTo>
                  <a:cubicBezTo>
                    <a:pt x="1230993" y="481789"/>
                    <a:pt x="1239188" y="484941"/>
                    <a:pt x="1231372" y="492379"/>
                  </a:cubicBezTo>
                  <a:cubicBezTo>
                    <a:pt x="1223556" y="499816"/>
                    <a:pt x="1234524" y="501833"/>
                    <a:pt x="1249777" y="492000"/>
                  </a:cubicBezTo>
                  <a:cubicBezTo>
                    <a:pt x="1265031" y="482167"/>
                    <a:pt x="1283941" y="470443"/>
                    <a:pt x="1298817" y="464518"/>
                  </a:cubicBezTo>
                  <a:cubicBezTo>
                    <a:pt x="1302725" y="462879"/>
                    <a:pt x="1307137" y="462501"/>
                    <a:pt x="1311549" y="462879"/>
                  </a:cubicBezTo>
                  <a:cubicBezTo>
                    <a:pt x="1313692" y="457206"/>
                    <a:pt x="1316087" y="452668"/>
                    <a:pt x="1318987" y="451155"/>
                  </a:cubicBezTo>
                  <a:cubicBezTo>
                    <a:pt x="1329199" y="445987"/>
                    <a:pt x="1363362" y="430607"/>
                    <a:pt x="1368531" y="423799"/>
                  </a:cubicBezTo>
                  <a:cubicBezTo>
                    <a:pt x="1373699" y="416992"/>
                    <a:pt x="1378742" y="405016"/>
                    <a:pt x="1385676" y="405016"/>
                  </a:cubicBezTo>
                  <a:cubicBezTo>
                    <a:pt x="1392483" y="405016"/>
                    <a:pt x="1392483" y="411823"/>
                    <a:pt x="1402820" y="411823"/>
                  </a:cubicBezTo>
                  <a:cubicBezTo>
                    <a:pt x="1413031" y="411823"/>
                    <a:pt x="1425008" y="415227"/>
                    <a:pt x="1419965" y="406654"/>
                  </a:cubicBezTo>
                  <a:cubicBezTo>
                    <a:pt x="1414797" y="398082"/>
                    <a:pt x="1418327" y="398082"/>
                    <a:pt x="1430176" y="396317"/>
                  </a:cubicBezTo>
                  <a:cubicBezTo>
                    <a:pt x="1442152" y="394678"/>
                    <a:pt x="1440388" y="382702"/>
                    <a:pt x="1448960" y="382702"/>
                  </a:cubicBezTo>
                  <a:cubicBezTo>
                    <a:pt x="1457533" y="382702"/>
                    <a:pt x="1455768" y="362153"/>
                    <a:pt x="1464340" y="362153"/>
                  </a:cubicBezTo>
                  <a:cubicBezTo>
                    <a:pt x="1472912" y="362153"/>
                    <a:pt x="1476316" y="374129"/>
                    <a:pt x="1486528" y="370726"/>
                  </a:cubicBezTo>
                  <a:cubicBezTo>
                    <a:pt x="1488419" y="370095"/>
                    <a:pt x="1491066" y="370600"/>
                    <a:pt x="1493840" y="371734"/>
                  </a:cubicBezTo>
                  <a:cubicBezTo>
                    <a:pt x="1495982" y="370095"/>
                    <a:pt x="1498125" y="368457"/>
                    <a:pt x="1500269" y="366818"/>
                  </a:cubicBezTo>
                  <a:cubicBezTo>
                    <a:pt x="1499260" y="356102"/>
                    <a:pt x="1500521" y="346521"/>
                    <a:pt x="1498378" y="341479"/>
                  </a:cubicBezTo>
                  <a:cubicBezTo>
                    <a:pt x="1494470" y="332024"/>
                    <a:pt x="1498378" y="324964"/>
                    <a:pt x="1496739" y="319543"/>
                  </a:cubicBezTo>
                  <a:cubicBezTo>
                    <a:pt x="1495226" y="313997"/>
                    <a:pt x="1494344" y="300760"/>
                    <a:pt x="1500647" y="300760"/>
                  </a:cubicBezTo>
                  <a:cubicBezTo>
                    <a:pt x="1506950" y="300760"/>
                    <a:pt x="1514766" y="285002"/>
                    <a:pt x="1522582" y="290548"/>
                  </a:cubicBezTo>
                  <a:cubicBezTo>
                    <a:pt x="1530398" y="296095"/>
                    <a:pt x="1546156" y="297608"/>
                    <a:pt x="1546156" y="290548"/>
                  </a:cubicBezTo>
                  <a:cubicBezTo>
                    <a:pt x="1546156" y="283489"/>
                    <a:pt x="1557124" y="282732"/>
                    <a:pt x="1558763" y="273277"/>
                  </a:cubicBezTo>
                  <a:cubicBezTo>
                    <a:pt x="1560275" y="263823"/>
                    <a:pt x="1572125" y="261553"/>
                    <a:pt x="1574521" y="252855"/>
                  </a:cubicBezTo>
                  <a:cubicBezTo>
                    <a:pt x="1576916" y="244283"/>
                    <a:pt x="1580824" y="223860"/>
                    <a:pt x="1588640" y="219070"/>
                  </a:cubicBezTo>
                  <a:cubicBezTo>
                    <a:pt x="1596961" y="214279"/>
                    <a:pt x="1587506" y="211127"/>
                    <a:pt x="1588262" y="197008"/>
                  </a:cubicBezTo>
                  <a:close/>
                  <a:moveTo>
                    <a:pt x="1203764" y="940035"/>
                  </a:moveTo>
                  <a:cubicBezTo>
                    <a:pt x="1195191" y="971426"/>
                    <a:pt x="1215235" y="987436"/>
                    <a:pt x="1217883" y="985545"/>
                  </a:cubicBezTo>
                  <a:cubicBezTo>
                    <a:pt x="1225699" y="979998"/>
                    <a:pt x="1257845" y="912553"/>
                    <a:pt x="1250786" y="903098"/>
                  </a:cubicBezTo>
                  <a:cubicBezTo>
                    <a:pt x="1243852" y="893770"/>
                    <a:pt x="1212462" y="908645"/>
                    <a:pt x="1203764" y="940035"/>
                  </a:cubicBezTo>
                  <a:close/>
                  <a:moveTo>
                    <a:pt x="923647" y="1046686"/>
                  </a:moveTo>
                  <a:cubicBezTo>
                    <a:pt x="913436" y="1046686"/>
                    <a:pt x="887592" y="1061562"/>
                    <a:pt x="897804" y="1082741"/>
                  </a:cubicBezTo>
                  <a:cubicBezTo>
                    <a:pt x="908015" y="1103920"/>
                    <a:pt x="941800" y="1089801"/>
                    <a:pt x="942557" y="1080346"/>
                  </a:cubicBezTo>
                  <a:cubicBezTo>
                    <a:pt x="943313" y="1070891"/>
                    <a:pt x="958693" y="1056141"/>
                    <a:pt x="956676" y="1048956"/>
                  </a:cubicBezTo>
                  <a:cubicBezTo>
                    <a:pt x="955038" y="1043535"/>
                    <a:pt x="933984" y="1046686"/>
                    <a:pt x="923647" y="104668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7" name="Google Shape;797;p22"/>
            <p:cNvSpPr/>
            <p:nvPr/>
          </p:nvSpPr>
          <p:spPr>
            <a:xfrm>
              <a:off x="8880632" y="4076816"/>
              <a:ext cx="239524" cy="352982"/>
            </a:xfrm>
            <a:custGeom>
              <a:rect b="b" l="l" r="r" t="t"/>
              <a:pathLst>
                <a:path extrusionOk="0" h="352982" w="239523">
                  <a:moveTo>
                    <a:pt x="135287" y="136019"/>
                  </a:moveTo>
                  <a:cubicBezTo>
                    <a:pt x="150162" y="133624"/>
                    <a:pt x="170585" y="152533"/>
                    <a:pt x="167433" y="159593"/>
                  </a:cubicBezTo>
                  <a:cubicBezTo>
                    <a:pt x="164282" y="166653"/>
                    <a:pt x="168190" y="189344"/>
                    <a:pt x="175249" y="183167"/>
                  </a:cubicBezTo>
                  <a:cubicBezTo>
                    <a:pt x="182309" y="176864"/>
                    <a:pt x="193276" y="184806"/>
                    <a:pt x="186217" y="194891"/>
                  </a:cubicBezTo>
                  <a:cubicBezTo>
                    <a:pt x="179157" y="205103"/>
                    <a:pt x="197185" y="215314"/>
                    <a:pt x="199580" y="227920"/>
                  </a:cubicBezTo>
                  <a:cubicBezTo>
                    <a:pt x="201975" y="240527"/>
                    <a:pt x="209792" y="230316"/>
                    <a:pt x="208278" y="220861"/>
                  </a:cubicBezTo>
                  <a:cubicBezTo>
                    <a:pt x="206765" y="211406"/>
                    <a:pt x="209792" y="212288"/>
                    <a:pt x="220003" y="205103"/>
                  </a:cubicBezTo>
                  <a:cubicBezTo>
                    <a:pt x="230214" y="198043"/>
                    <a:pt x="219246" y="186193"/>
                    <a:pt x="212943" y="172956"/>
                  </a:cubicBezTo>
                  <a:cubicBezTo>
                    <a:pt x="206640" y="159593"/>
                    <a:pt x="183065" y="164257"/>
                    <a:pt x="183065" y="151777"/>
                  </a:cubicBezTo>
                  <a:cubicBezTo>
                    <a:pt x="183065" y="139171"/>
                    <a:pt x="165794" y="135263"/>
                    <a:pt x="165038" y="128203"/>
                  </a:cubicBezTo>
                  <a:cubicBezTo>
                    <a:pt x="164282" y="121143"/>
                    <a:pt x="141464" y="114084"/>
                    <a:pt x="128227" y="121900"/>
                  </a:cubicBezTo>
                  <a:cubicBezTo>
                    <a:pt x="114864" y="129716"/>
                    <a:pt x="124319" y="107780"/>
                    <a:pt x="114864" y="97569"/>
                  </a:cubicBezTo>
                  <a:cubicBezTo>
                    <a:pt x="105409" y="87358"/>
                    <a:pt x="121924" y="72482"/>
                    <a:pt x="132891" y="59876"/>
                  </a:cubicBezTo>
                  <a:cubicBezTo>
                    <a:pt x="143859" y="47269"/>
                    <a:pt x="129740" y="26090"/>
                    <a:pt x="131253" y="16761"/>
                  </a:cubicBezTo>
                  <a:cubicBezTo>
                    <a:pt x="132891" y="7306"/>
                    <a:pt x="132009" y="4155"/>
                    <a:pt x="126588" y="7306"/>
                  </a:cubicBezTo>
                  <a:cubicBezTo>
                    <a:pt x="121167" y="10458"/>
                    <a:pt x="98350" y="-2148"/>
                    <a:pt x="88139" y="4155"/>
                  </a:cubicBezTo>
                  <a:cubicBezTo>
                    <a:pt x="77927" y="10458"/>
                    <a:pt x="87382" y="62145"/>
                    <a:pt x="82592" y="66179"/>
                  </a:cubicBezTo>
                  <a:cubicBezTo>
                    <a:pt x="77927" y="70087"/>
                    <a:pt x="71750" y="57732"/>
                    <a:pt x="69985" y="63027"/>
                  </a:cubicBezTo>
                  <a:cubicBezTo>
                    <a:pt x="67590" y="70087"/>
                    <a:pt x="70741" y="99082"/>
                    <a:pt x="77045" y="99082"/>
                  </a:cubicBezTo>
                  <a:cubicBezTo>
                    <a:pt x="83348" y="99082"/>
                    <a:pt x="88012" y="106898"/>
                    <a:pt x="84104" y="119504"/>
                  </a:cubicBezTo>
                  <a:cubicBezTo>
                    <a:pt x="80196" y="132111"/>
                    <a:pt x="95828" y="133624"/>
                    <a:pt x="110830" y="128077"/>
                  </a:cubicBezTo>
                  <a:cubicBezTo>
                    <a:pt x="125832" y="122782"/>
                    <a:pt x="120411" y="138414"/>
                    <a:pt x="135287" y="136019"/>
                  </a:cubicBezTo>
                  <a:close/>
                  <a:moveTo>
                    <a:pt x="85113" y="143079"/>
                  </a:moveTo>
                  <a:cubicBezTo>
                    <a:pt x="87508" y="154046"/>
                    <a:pt x="92929" y="176864"/>
                    <a:pt x="110200" y="171317"/>
                  </a:cubicBezTo>
                  <a:cubicBezTo>
                    <a:pt x="127471" y="165896"/>
                    <a:pt x="83348" y="135263"/>
                    <a:pt x="85113" y="143079"/>
                  </a:cubicBezTo>
                  <a:close/>
                  <a:moveTo>
                    <a:pt x="128983" y="219222"/>
                  </a:moveTo>
                  <a:cubicBezTo>
                    <a:pt x="132891" y="218465"/>
                    <a:pt x="142346" y="219222"/>
                    <a:pt x="143103" y="211406"/>
                  </a:cubicBezTo>
                  <a:cubicBezTo>
                    <a:pt x="143859" y="203590"/>
                    <a:pt x="152558" y="225525"/>
                    <a:pt x="145498" y="232585"/>
                  </a:cubicBezTo>
                  <a:cubicBezTo>
                    <a:pt x="138438" y="239644"/>
                    <a:pt x="138438" y="259311"/>
                    <a:pt x="149406" y="261580"/>
                  </a:cubicBezTo>
                  <a:cubicBezTo>
                    <a:pt x="160374" y="263975"/>
                    <a:pt x="180796" y="226282"/>
                    <a:pt x="177644" y="219222"/>
                  </a:cubicBezTo>
                  <a:cubicBezTo>
                    <a:pt x="174493" y="212162"/>
                    <a:pt x="165038" y="223886"/>
                    <a:pt x="167433" y="214557"/>
                  </a:cubicBezTo>
                  <a:cubicBezTo>
                    <a:pt x="169828" y="205103"/>
                    <a:pt x="139195" y="180772"/>
                    <a:pt x="127471" y="183167"/>
                  </a:cubicBezTo>
                  <a:cubicBezTo>
                    <a:pt x="115621" y="185436"/>
                    <a:pt x="119781" y="221113"/>
                    <a:pt x="128983" y="219222"/>
                  </a:cubicBezTo>
                  <a:close/>
                  <a:moveTo>
                    <a:pt x="36452" y="234098"/>
                  </a:moveTo>
                  <a:cubicBezTo>
                    <a:pt x="25484" y="248217"/>
                    <a:pt x="-737" y="271665"/>
                    <a:pt x="2666" y="278094"/>
                  </a:cubicBezTo>
                  <a:cubicBezTo>
                    <a:pt x="7330" y="286667"/>
                    <a:pt x="36452" y="243552"/>
                    <a:pt x="50571" y="233341"/>
                  </a:cubicBezTo>
                  <a:cubicBezTo>
                    <a:pt x="64691" y="223130"/>
                    <a:pt x="62295" y="214557"/>
                    <a:pt x="57631" y="205103"/>
                  </a:cubicBezTo>
                  <a:cubicBezTo>
                    <a:pt x="52967" y="195648"/>
                    <a:pt x="47420" y="219978"/>
                    <a:pt x="36452" y="234098"/>
                  </a:cubicBezTo>
                  <a:close/>
                  <a:moveTo>
                    <a:pt x="176132" y="249856"/>
                  </a:moveTo>
                  <a:cubicBezTo>
                    <a:pt x="179283" y="257672"/>
                    <a:pt x="201975" y="245191"/>
                    <a:pt x="195798" y="237249"/>
                  </a:cubicBezTo>
                  <a:cubicBezTo>
                    <a:pt x="189495" y="229433"/>
                    <a:pt x="173736" y="243931"/>
                    <a:pt x="176132" y="249856"/>
                  </a:cubicBezTo>
                  <a:close/>
                  <a:moveTo>
                    <a:pt x="246729" y="310997"/>
                  </a:moveTo>
                  <a:cubicBezTo>
                    <a:pt x="256183" y="300029"/>
                    <a:pt x="240425" y="271034"/>
                    <a:pt x="240425" y="252125"/>
                  </a:cubicBezTo>
                  <a:cubicBezTo>
                    <a:pt x="240425" y="233215"/>
                    <a:pt x="214581" y="238762"/>
                    <a:pt x="221641" y="250486"/>
                  </a:cubicBezTo>
                  <a:cubicBezTo>
                    <a:pt x="228701" y="262210"/>
                    <a:pt x="208278" y="252881"/>
                    <a:pt x="206765" y="264605"/>
                  </a:cubicBezTo>
                  <a:cubicBezTo>
                    <a:pt x="205253" y="276329"/>
                    <a:pt x="190251" y="267001"/>
                    <a:pt x="191133" y="276329"/>
                  </a:cubicBezTo>
                  <a:cubicBezTo>
                    <a:pt x="191890" y="285784"/>
                    <a:pt x="175502" y="276329"/>
                    <a:pt x="167559" y="270909"/>
                  </a:cubicBezTo>
                  <a:cubicBezTo>
                    <a:pt x="159743" y="265362"/>
                    <a:pt x="148776" y="285784"/>
                    <a:pt x="136926" y="288936"/>
                  </a:cubicBezTo>
                  <a:cubicBezTo>
                    <a:pt x="125202" y="292087"/>
                    <a:pt x="118898" y="317048"/>
                    <a:pt x="126714" y="316418"/>
                  </a:cubicBezTo>
                  <a:cubicBezTo>
                    <a:pt x="136169" y="315662"/>
                    <a:pt x="140834" y="303055"/>
                    <a:pt x="150288" y="303811"/>
                  </a:cubicBezTo>
                  <a:cubicBezTo>
                    <a:pt x="159743" y="304568"/>
                    <a:pt x="156592" y="294357"/>
                    <a:pt x="169955" y="296752"/>
                  </a:cubicBezTo>
                  <a:cubicBezTo>
                    <a:pt x="183317" y="299147"/>
                    <a:pt x="173863" y="339110"/>
                    <a:pt x="191890" y="342261"/>
                  </a:cubicBezTo>
                  <a:cubicBezTo>
                    <a:pt x="209917" y="345413"/>
                    <a:pt x="210673" y="356381"/>
                    <a:pt x="219372" y="356381"/>
                  </a:cubicBezTo>
                  <a:cubicBezTo>
                    <a:pt x="227944" y="356381"/>
                    <a:pt x="217859" y="331294"/>
                    <a:pt x="218616" y="322721"/>
                  </a:cubicBezTo>
                  <a:cubicBezTo>
                    <a:pt x="219246" y="314149"/>
                    <a:pt x="237274" y="321965"/>
                    <a:pt x="246729" y="31099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8" name="Google Shape;798;p22"/>
            <p:cNvSpPr/>
            <p:nvPr/>
          </p:nvSpPr>
          <p:spPr>
            <a:xfrm>
              <a:off x="9511764" y="4651194"/>
              <a:ext cx="327769" cy="214311"/>
            </a:xfrm>
            <a:custGeom>
              <a:rect b="b" l="l" r="r" t="t"/>
              <a:pathLst>
                <a:path extrusionOk="0" h="214310" w="327769">
                  <a:moveTo>
                    <a:pt x="244030" y="199530"/>
                  </a:moveTo>
                  <a:cubicBezTo>
                    <a:pt x="238609" y="197134"/>
                    <a:pt x="224490" y="187805"/>
                    <a:pt x="225247" y="181502"/>
                  </a:cubicBezTo>
                  <a:cubicBezTo>
                    <a:pt x="226003" y="175199"/>
                    <a:pt x="209615" y="175956"/>
                    <a:pt x="198521" y="168896"/>
                  </a:cubicBezTo>
                  <a:cubicBezTo>
                    <a:pt x="187553" y="161836"/>
                    <a:pt x="191461" y="139144"/>
                    <a:pt x="179737" y="133597"/>
                  </a:cubicBezTo>
                  <a:cubicBezTo>
                    <a:pt x="168013" y="128051"/>
                    <a:pt x="159315" y="110906"/>
                    <a:pt x="173434" y="111662"/>
                  </a:cubicBezTo>
                  <a:cubicBezTo>
                    <a:pt x="187553" y="112419"/>
                    <a:pt x="189949" y="104602"/>
                    <a:pt x="178981" y="94391"/>
                  </a:cubicBezTo>
                  <a:cubicBezTo>
                    <a:pt x="168013" y="84180"/>
                    <a:pt x="128050" y="80272"/>
                    <a:pt x="126411" y="65396"/>
                  </a:cubicBezTo>
                  <a:cubicBezTo>
                    <a:pt x="124899" y="50521"/>
                    <a:pt x="53420" y="15096"/>
                    <a:pt x="22030" y="8163"/>
                  </a:cubicBezTo>
                  <a:cubicBezTo>
                    <a:pt x="16483" y="6902"/>
                    <a:pt x="9675" y="4885"/>
                    <a:pt x="2364" y="2364"/>
                  </a:cubicBezTo>
                  <a:lnTo>
                    <a:pt x="2364" y="169778"/>
                  </a:lnTo>
                  <a:cubicBezTo>
                    <a:pt x="9675" y="174695"/>
                    <a:pt x="18752" y="178603"/>
                    <a:pt x="30602" y="179107"/>
                  </a:cubicBezTo>
                  <a:cubicBezTo>
                    <a:pt x="65144" y="180620"/>
                    <a:pt x="56445" y="161080"/>
                    <a:pt x="62749" y="161080"/>
                  </a:cubicBezTo>
                  <a:cubicBezTo>
                    <a:pt x="69052" y="161080"/>
                    <a:pt x="71447" y="150112"/>
                    <a:pt x="78507" y="141413"/>
                  </a:cubicBezTo>
                  <a:cubicBezTo>
                    <a:pt x="85566" y="132841"/>
                    <a:pt x="116200" y="139775"/>
                    <a:pt x="134227" y="153894"/>
                  </a:cubicBezTo>
                  <a:cubicBezTo>
                    <a:pt x="152255" y="168013"/>
                    <a:pt x="173434" y="209615"/>
                    <a:pt x="192344" y="205707"/>
                  </a:cubicBezTo>
                  <a:cubicBezTo>
                    <a:pt x="211127" y="201799"/>
                    <a:pt x="230794" y="216674"/>
                    <a:pt x="248064" y="215918"/>
                  </a:cubicBezTo>
                  <a:cubicBezTo>
                    <a:pt x="265209" y="215288"/>
                    <a:pt x="249577" y="201925"/>
                    <a:pt x="244030" y="199530"/>
                  </a:cubicBezTo>
                  <a:close/>
                  <a:moveTo>
                    <a:pt x="288783" y="59849"/>
                  </a:moveTo>
                  <a:cubicBezTo>
                    <a:pt x="288783" y="66909"/>
                    <a:pt x="276303" y="70817"/>
                    <a:pt x="256637" y="78633"/>
                  </a:cubicBezTo>
                  <a:cubicBezTo>
                    <a:pt x="237097" y="86449"/>
                    <a:pt x="201420" y="69683"/>
                    <a:pt x="200160" y="81028"/>
                  </a:cubicBezTo>
                  <a:cubicBezTo>
                    <a:pt x="199403" y="88088"/>
                    <a:pt x="222095" y="100694"/>
                    <a:pt x="243274" y="100694"/>
                  </a:cubicBezTo>
                  <a:cubicBezTo>
                    <a:pt x="264453" y="100694"/>
                    <a:pt x="298238" y="79516"/>
                    <a:pt x="298238" y="73212"/>
                  </a:cubicBezTo>
                  <a:cubicBezTo>
                    <a:pt x="298238" y="66909"/>
                    <a:pt x="311601" y="55941"/>
                    <a:pt x="306054" y="49638"/>
                  </a:cubicBezTo>
                  <a:cubicBezTo>
                    <a:pt x="300633" y="43461"/>
                    <a:pt x="288783" y="52790"/>
                    <a:pt x="288783" y="59849"/>
                  </a:cubicBezTo>
                  <a:close/>
                  <a:moveTo>
                    <a:pt x="315509" y="30098"/>
                  </a:moveTo>
                  <a:cubicBezTo>
                    <a:pt x="302902" y="22282"/>
                    <a:pt x="291935" y="16735"/>
                    <a:pt x="307693" y="31611"/>
                  </a:cubicBezTo>
                  <a:cubicBezTo>
                    <a:pt x="323451" y="46486"/>
                    <a:pt x="315005" y="59219"/>
                    <a:pt x="324207" y="56698"/>
                  </a:cubicBezTo>
                  <a:cubicBezTo>
                    <a:pt x="338958" y="52916"/>
                    <a:pt x="327989" y="37914"/>
                    <a:pt x="315509" y="30098"/>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9" name="Google Shape;799;p22"/>
            <p:cNvSpPr/>
            <p:nvPr/>
          </p:nvSpPr>
          <p:spPr>
            <a:xfrm>
              <a:off x="7909908" y="4317241"/>
              <a:ext cx="50426" cy="100852"/>
            </a:xfrm>
            <a:custGeom>
              <a:rect b="b" l="l" r="r" t="t"/>
              <a:pathLst>
                <a:path extrusionOk="0" h="100852" w="50426">
                  <a:moveTo>
                    <a:pt x="14665" y="2371"/>
                  </a:moveTo>
                  <a:cubicBezTo>
                    <a:pt x="7605" y="3127"/>
                    <a:pt x="9118" y="17247"/>
                    <a:pt x="5210" y="27458"/>
                  </a:cubicBezTo>
                  <a:cubicBezTo>
                    <a:pt x="1302" y="37669"/>
                    <a:pt x="2058" y="47880"/>
                    <a:pt x="3697" y="62756"/>
                  </a:cubicBezTo>
                  <a:cubicBezTo>
                    <a:pt x="5210" y="77632"/>
                    <a:pt x="3697" y="93390"/>
                    <a:pt x="17060" y="101962"/>
                  </a:cubicBezTo>
                  <a:cubicBezTo>
                    <a:pt x="32314" y="111922"/>
                    <a:pt x="57023" y="86330"/>
                    <a:pt x="57905" y="64269"/>
                  </a:cubicBezTo>
                  <a:cubicBezTo>
                    <a:pt x="58536" y="42334"/>
                    <a:pt x="20590" y="1741"/>
                    <a:pt x="14665" y="2371"/>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0" name="Google Shape;800;p22"/>
            <p:cNvSpPr/>
            <p:nvPr/>
          </p:nvSpPr>
          <p:spPr>
            <a:xfrm>
              <a:off x="6925586" y="4891628"/>
              <a:ext cx="189098" cy="378195"/>
            </a:xfrm>
            <a:custGeom>
              <a:rect b="b" l="l" r="r" t="t"/>
              <a:pathLst>
                <a:path extrusionOk="0" h="378195" w="189097">
                  <a:moveTo>
                    <a:pt x="164941" y="7000"/>
                  </a:moveTo>
                  <a:cubicBezTo>
                    <a:pt x="161411" y="-5859"/>
                    <a:pt x="158638" y="11790"/>
                    <a:pt x="155486" y="14816"/>
                  </a:cubicBezTo>
                  <a:cubicBezTo>
                    <a:pt x="152334" y="17967"/>
                    <a:pt x="150821" y="27422"/>
                    <a:pt x="151578" y="33725"/>
                  </a:cubicBezTo>
                  <a:cubicBezTo>
                    <a:pt x="152334" y="40029"/>
                    <a:pt x="142123" y="46332"/>
                    <a:pt x="135946" y="45449"/>
                  </a:cubicBezTo>
                  <a:cubicBezTo>
                    <a:pt x="129642" y="44693"/>
                    <a:pt x="119431" y="48601"/>
                    <a:pt x="122583" y="57174"/>
                  </a:cubicBezTo>
                  <a:cubicBezTo>
                    <a:pt x="125734" y="65872"/>
                    <a:pt x="117918" y="64233"/>
                    <a:pt x="121826" y="71293"/>
                  </a:cubicBezTo>
                  <a:cubicBezTo>
                    <a:pt x="125734" y="78353"/>
                    <a:pt x="113254" y="87051"/>
                    <a:pt x="102160" y="87807"/>
                  </a:cubicBezTo>
                  <a:cubicBezTo>
                    <a:pt x="91193" y="88564"/>
                    <a:pt x="77073" y="108230"/>
                    <a:pt x="65349" y="106591"/>
                  </a:cubicBezTo>
                  <a:cubicBezTo>
                    <a:pt x="53625" y="105078"/>
                    <a:pt x="41775" y="114407"/>
                    <a:pt x="31564" y="112894"/>
                  </a:cubicBezTo>
                  <a:cubicBezTo>
                    <a:pt x="21352" y="111255"/>
                    <a:pt x="28412" y="134073"/>
                    <a:pt x="20596" y="148193"/>
                  </a:cubicBezTo>
                  <a:cubicBezTo>
                    <a:pt x="12780" y="162312"/>
                    <a:pt x="16688" y="178826"/>
                    <a:pt x="23748" y="195971"/>
                  </a:cubicBezTo>
                  <a:cubicBezTo>
                    <a:pt x="30807" y="213242"/>
                    <a:pt x="36354" y="227362"/>
                    <a:pt x="17445" y="250053"/>
                  </a:cubicBezTo>
                  <a:cubicBezTo>
                    <a:pt x="-1339" y="272871"/>
                    <a:pt x="174" y="297958"/>
                    <a:pt x="7233" y="313590"/>
                  </a:cubicBezTo>
                  <a:cubicBezTo>
                    <a:pt x="14293" y="329348"/>
                    <a:pt x="14293" y="352796"/>
                    <a:pt x="24504" y="363764"/>
                  </a:cubicBezTo>
                  <a:cubicBezTo>
                    <a:pt x="34715" y="374732"/>
                    <a:pt x="62954" y="384186"/>
                    <a:pt x="71527" y="375488"/>
                  </a:cubicBezTo>
                  <a:cubicBezTo>
                    <a:pt x="80099" y="366789"/>
                    <a:pt x="89302" y="376622"/>
                    <a:pt x="99009" y="365277"/>
                  </a:cubicBezTo>
                  <a:cubicBezTo>
                    <a:pt x="108463" y="354309"/>
                    <a:pt x="124095" y="293924"/>
                    <a:pt x="137458" y="253835"/>
                  </a:cubicBezTo>
                  <a:cubicBezTo>
                    <a:pt x="150821" y="213872"/>
                    <a:pt x="168092" y="161177"/>
                    <a:pt x="166453" y="150210"/>
                  </a:cubicBezTo>
                  <a:cubicBezTo>
                    <a:pt x="164941" y="139242"/>
                    <a:pt x="175908" y="132182"/>
                    <a:pt x="171118" y="120332"/>
                  </a:cubicBezTo>
                  <a:cubicBezTo>
                    <a:pt x="166453" y="108608"/>
                    <a:pt x="172631" y="94489"/>
                    <a:pt x="178177" y="103818"/>
                  </a:cubicBezTo>
                  <a:cubicBezTo>
                    <a:pt x="183724" y="113272"/>
                    <a:pt x="191540" y="113272"/>
                    <a:pt x="193936" y="100666"/>
                  </a:cubicBezTo>
                  <a:cubicBezTo>
                    <a:pt x="196331" y="88059"/>
                    <a:pt x="184481" y="68520"/>
                    <a:pt x="183724" y="50366"/>
                  </a:cubicBezTo>
                  <a:cubicBezTo>
                    <a:pt x="182968" y="32843"/>
                    <a:pt x="167210" y="15698"/>
                    <a:pt x="164941" y="700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1" name="Google Shape;801;p22"/>
            <p:cNvSpPr/>
            <p:nvPr/>
          </p:nvSpPr>
          <p:spPr>
            <a:xfrm>
              <a:off x="6914824" y="4057680"/>
              <a:ext cx="315163" cy="189098"/>
            </a:xfrm>
            <a:custGeom>
              <a:rect b="b" l="l" r="r" t="t"/>
              <a:pathLst>
                <a:path extrusionOk="0" h="189097" w="315162">
                  <a:moveTo>
                    <a:pt x="226129" y="9802"/>
                  </a:moveTo>
                  <a:cubicBezTo>
                    <a:pt x="212514" y="12827"/>
                    <a:pt x="178350" y="10558"/>
                    <a:pt x="173812" y="12827"/>
                  </a:cubicBezTo>
                  <a:cubicBezTo>
                    <a:pt x="169274" y="15096"/>
                    <a:pt x="137379" y="37914"/>
                    <a:pt x="132841" y="48504"/>
                  </a:cubicBezTo>
                  <a:cubicBezTo>
                    <a:pt x="128303" y="59093"/>
                    <a:pt x="121495" y="60606"/>
                    <a:pt x="114687" y="55311"/>
                  </a:cubicBezTo>
                  <a:cubicBezTo>
                    <a:pt x="107880" y="50016"/>
                    <a:pt x="79767" y="51529"/>
                    <a:pt x="77498" y="49260"/>
                  </a:cubicBezTo>
                  <a:cubicBezTo>
                    <a:pt x="75229" y="46991"/>
                    <a:pt x="54806" y="44722"/>
                    <a:pt x="44848" y="46234"/>
                  </a:cubicBezTo>
                  <a:cubicBezTo>
                    <a:pt x="35015" y="47747"/>
                    <a:pt x="29720" y="41696"/>
                    <a:pt x="25181" y="43209"/>
                  </a:cubicBezTo>
                  <a:cubicBezTo>
                    <a:pt x="20643" y="44722"/>
                    <a:pt x="16105" y="50016"/>
                    <a:pt x="13835" y="53042"/>
                  </a:cubicBezTo>
                  <a:cubicBezTo>
                    <a:pt x="11566" y="56068"/>
                    <a:pt x="16105" y="64388"/>
                    <a:pt x="14592" y="67540"/>
                  </a:cubicBezTo>
                  <a:cubicBezTo>
                    <a:pt x="14213" y="68296"/>
                    <a:pt x="9297" y="70943"/>
                    <a:pt x="2364" y="74221"/>
                  </a:cubicBezTo>
                  <a:cubicBezTo>
                    <a:pt x="4759" y="80146"/>
                    <a:pt x="6146" y="86197"/>
                    <a:pt x="4633" y="90609"/>
                  </a:cubicBezTo>
                  <a:cubicBezTo>
                    <a:pt x="1481" y="99686"/>
                    <a:pt x="4255" y="120865"/>
                    <a:pt x="12449" y="132967"/>
                  </a:cubicBezTo>
                  <a:cubicBezTo>
                    <a:pt x="20643" y="145069"/>
                    <a:pt x="17491" y="167509"/>
                    <a:pt x="21399" y="171795"/>
                  </a:cubicBezTo>
                  <a:cubicBezTo>
                    <a:pt x="25307" y="176082"/>
                    <a:pt x="55941" y="175325"/>
                    <a:pt x="69682" y="166248"/>
                  </a:cubicBezTo>
                  <a:cubicBezTo>
                    <a:pt x="83423" y="157298"/>
                    <a:pt x="92878" y="155659"/>
                    <a:pt x="103846" y="155659"/>
                  </a:cubicBezTo>
                  <a:cubicBezTo>
                    <a:pt x="114814" y="155659"/>
                    <a:pt x="129311" y="146204"/>
                    <a:pt x="132841" y="141540"/>
                  </a:cubicBezTo>
                  <a:cubicBezTo>
                    <a:pt x="136371" y="136875"/>
                    <a:pt x="152507" y="136497"/>
                    <a:pt x="159188" y="137253"/>
                  </a:cubicBezTo>
                  <a:cubicBezTo>
                    <a:pt x="165870" y="138010"/>
                    <a:pt x="172552" y="130572"/>
                    <a:pt x="179989" y="123134"/>
                  </a:cubicBezTo>
                  <a:cubicBezTo>
                    <a:pt x="187427" y="115696"/>
                    <a:pt x="211001" y="112545"/>
                    <a:pt x="236088" y="104729"/>
                  </a:cubicBezTo>
                  <a:cubicBezTo>
                    <a:pt x="261175" y="96912"/>
                    <a:pt x="255628" y="85063"/>
                    <a:pt x="261553" y="78003"/>
                  </a:cubicBezTo>
                  <a:cubicBezTo>
                    <a:pt x="266470" y="72078"/>
                    <a:pt x="273404" y="73843"/>
                    <a:pt x="284245" y="69430"/>
                  </a:cubicBezTo>
                  <a:cubicBezTo>
                    <a:pt x="272017" y="44470"/>
                    <a:pt x="258528" y="16483"/>
                    <a:pt x="251720" y="2364"/>
                  </a:cubicBezTo>
                  <a:cubicBezTo>
                    <a:pt x="239618" y="6020"/>
                    <a:pt x="229911" y="8919"/>
                    <a:pt x="226129" y="9802"/>
                  </a:cubicBezTo>
                  <a:close/>
                  <a:moveTo>
                    <a:pt x="290800" y="185536"/>
                  </a:moveTo>
                  <a:cubicBezTo>
                    <a:pt x="299625" y="194613"/>
                    <a:pt x="316896" y="184023"/>
                    <a:pt x="317778" y="180368"/>
                  </a:cubicBezTo>
                  <a:cubicBezTo>
                    <a:pt x="318661" y="176712"/>
                    <a:pt x="280841" y="175325"/>
                    <a:pt x="290800" y="18553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2" name="Google Shape;802;p22"/>
            <p:cNvSpPr/>
            <p:nvPr/>
          </p:nvSpPr>
          <p:spPr>
            <a:xfrm>
              <a:off x="9879671" y="4726647"/>
              <a:ext cx="201704" cy="138672"/>
            </a:xfrm>
            <a:custGeom>
              <a:rect b="b" l="l" r="r" t="t"/>
              <a:pathLst>
                <a:path extrusionOk="0" h="138671" w="201704">
                  <a:moveTo>
                    <a:pt x="2440" y="3307"/>
                  </a:moveTo>
                  <a:cubicBezTo>
                    <a:pt x="801" y="10366"/>
                    <a:pt x="26014" y="47682"/>
                    <a:pt x="35343" y="41757"/>
                  </a:cubicBezTo>
                  <a:cubicBezTo>
                    <a:pt x="52740" y="30789"/>
                    <a:pt x="4079" y="-3753"/>
                    <a:pt x="2440" y="3307"/>
                  </a:cubicBezTo>
                  <a:close/>
                  <a:moveTo>
                    <a:pt x="52740" y="36210"/>
                  </a:moveTo>
                  <a:cubicBezTo>
                    <a:pt x="52110" y="39109"/>
                    <a:pt x="71019" y="57389"/>
                    <a:pt x="75054" y="54489"/>
                  </a:cubicBezTo>
                  <a:cubicBezTo>
                    <a:pt x="79213" y="51590"/>
                    <a:pt x="53749" y="30915"/>
                    <a:pt x="52740" y="36210"/>
                  </a:cubicBezTo>
                  <a:close/>
                  <a:moveTo>
                    <a:pt x="140985" y="83358"/>
                  </a:moveTo>
                  <a:cubicBezTo>
                    <a:pt x="147415" y="79198"/>
                    <a:pt x="104552" y="55750"/>
                    <a:pt x="103922" y="63314"/>
                  </a:cubicBezTo>
                  <a:cubicBezTo>
                    <a:pt x="103292" y="70373"/>
                    <a:pt x="134430" y="87392"/>
                    <a:pt x="140985" y="83358"/>
                  </a:cubicBezTo>
                  <a:close/>
                  <a:moveTo>
                    <a:pt x="136195" y="108697"/>
                  </a:moveTo>
                  <a:cubicBezTo>
                    <a:pt x="138590" y="120421"/>
                    <a:pt x="156240" y="127481"/>
                    <a:pt x="163299" y="123447"/>
                  </a:cubicBezTo>
                  <a:cubicBezTo>
                    <a:pt x="170359" y="119160"/>
                    <a:pt x="133800" y="96469"/>
                    <a:pt x="136195" y="108697"/>
                  </a:cubicBezTo>
                  <a:close/>
                  <a:moveTo>
                    <a:pt x="184478" y="134540"/>
                  </a:moveTo>
                  <a:cubicBezTo>
                    <a:pt x="185612" y="137440"/>
                    <a:pt x="200992" y="151559"/>
                    <a:pt x="208556" y="146264"/>
                  </a:cubicBezTo>
                  <a:cubicBezTo>
                    <a:pt x="216246" y="140970"/>
                    <a:pt x="182460" y="129498"/>
                    <a:pt x="184478" y="134540"/>
                  </a:cubicBezTo>
                  <a:close/>
                  <a:moveTo>
                    <a:pt x="163929" y="82097"/>
                  </a:moveTo>
                  <a:cubicBezTo>
                    <a:pt x="158004" y="95082"/>
                    <a:pt x="181578" y="117396"/>
                    <a:pt x="185108" y="118026"/>
                  </a:cubicBezTo>
                  <a:cubicBezTo>
                    <a:pt x="188638" y="118656"/>
                    <a:pt x="168467" y="72138"/>
                    <a:pt x="163929" y="8209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3" name="Google Shape;803;p22"/>
            <p:cNvSpPr/>
            <p:nvPr/>
          </p:nvSpPr>
          <p:spPr>
            <a:xfrm>
              <a:off x="9879671" y="4726647"/>
              <a:ext cx="201704" cy="138672"/>
            </a:xfrm>
            <a:custGeom>
              <a:rect b="b" l="l" r="r" t="t"/>
              <a:pathLst>
                <a:path extrusionOk="0" h="138671" w="201704">
                  <a:moveTo>
                    <a:pt x="2440" y="3307"/>
                  </a:moveTo>
                  <a:cubicBezTo>
                    <a:pt x="801" y="10366"/>
                    <a:pt x="26014" y="47682"/>
                    <a:pt x="35343" y="41757"/>
                  </a:cubicBezTo>
                  <a:cubicBezTo>
                    <a:pt x="52740" y="30789"/>
                    <a:pt x="4079" y="-3753"/>
                    <a:pt x="2440" y="3307"/>
                  </a:cubicBezTo>
                  <a:close/>
                  <a:moveTo>
                    <a:pt x="52740" y="36210"/>
                  </a:moveTo>
                  <a:cubicBezTo>
                    <a:pt x="52110" y="39109"/>
                    <a:pt x="71019" y="57389"/>
                    <a:pt x="75054" y="54489"/>
                  </a:cubicBezTo>
                  <a:cubicBezTo>
                    <a:pt x="79213" y="51590"/>
                    <a:pt x="53749" y="30915"/>
                    <a:pt x="52740" y="36210"/>
                  </a:cubicBezTo>
                  <a:close/>
                  <a:moveTo>
                    <a:pt x="140985" y="83358"/>
                  </a:moveTo>
                  <a:cubicBezTo>
                    <a:pt x="147415" y="79198"/>
                    <a:pt x="104552" y="55750"/>
                    <a:pt x="103922" y="63314"/>
                  </a:cubicBezTo>
                  <a:cubicBezTo>
                    <a:pt x="103292" y="70373"/>
                    <a:pt x="134430" y="87392"/>
                    <a:pt x="140985" y="83358"/>
                  </a:cubicBezTo>
                  <a:close/>
                  <a:moveTo>
                    <a:pt x="136195" y="108697"/>
                  </a:moveTo>
                  <a:cubicBezTo>
                    <a:pt x="138590" y="120421"/>
                    <a:pt x="156240" y="127481"/>
                    <a:pt x="163299" y="123447"/>
                  </a:cubicBezTo>
                  <a:cubicBezTo>
                    <a:pt x="170359" y="119160"/>
                    <a:pt x="133800" y="96469"/>
                    <a:pt x="136195" y="108697"/>
                  </a:cubicBezTo>
                  <a:close/>
                  <a:moveTo>
                    <a:pt x="184478" y="134540"/>
                  </a:moveTo>
                  <a:cubicBezTo>
                    <a:pt x="185612" y="137440"/>
                    <a:pt x="200992" y="151559"/>
                    <a:pt x="208556" y="146264"/>
                  </a:cubicBezTo>
                  <a:cubicBezTo>
                    <a:pt x="216246" y="140970"/>
                    <a:pt x="182460" y="129498"/>
                    <a:pt x="184478" y="134540"/>
                  </a:cubicBezTo>
                  <a:close/>
                  <a:moveTo>
                    <a:pt x="163929" y="82097"/>
                  </a:moveTo>
                  <a:cubicBezTo>
                    <a:pt x="158004" y="95082"/>
                    <a:pt x="181578" y="117396"/>
                    <a:pt x="185108" y="118026"/>
                  </a:cubicBezTo>
                  <a:cubicBezTo>
                    <a:pt x="188638" y="118656"/>
                    <a:pt x="168467" y="72138"/>
                    <a:pt x="163929" y="8209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4" name="Google Shape;804;p22"/>
            <p:cNvSpPr/>
            <p:nvPr/>
          </p:nvSpPr>
          <p:spPr>
            <a:xfrm>
              <a:off x="8763805" y="4865865"/>
              <a:ext cx="1084159" cy="958094"/>
            </a:xfrm>
            <a:custGeom>
              <a:rect b="b" l="l" r="r" t="t"/>
              <a:pathLst>
                <a:path extrusionOk="0" h="958094" w="1084159">
                  <a:moveTo>
                    <a:pt x="1083260" y="485462"/>
                  </a:moveTo>
                  <a:cubicBezTo>
                    <a:pt x="1087925" y="481933"/>
                    <a:pt x="1080865" y="463149"/>
                    <a:pt x="1076831" y="466048"/>
                  </a:cubicBezTo>
                  <a:cubicBezTo>
                    <a:pt x="1072671" y="468948"/>
                    <a:pt x="1072671" y="436675"/>
                    <a:pt x="1075697" y="421926"/>
                  </a:cubicBezTo>
                  <a:cubicBezTo>
                    <a:pt x="1078596" y="407176"/>
                    <a:pt x="1076831" y="408941"/>
                    <a:pt x="1069267" y="416631"/>
                  </a:cubicBezTo>
                  <a:cubicBezTo>
                    <a:pt x="1061577" y="424321"/>
                    <a:pt x="1053383" y="401881"/>
                    <a:pt x="1051618" y="396082"/>
                  </a:cubicBezTo>
                  <a:cubicBezTo>
                    <a:pt x="1049853" y="390157"/>
                    <a:pt x="1041029" y="373769"/>
                    <a:pt x="1031069" y="376038"/>
                  </a:cubicBezTo>
                  <a:cubicBezTo>
                    <a:pt x="1021110" y="378433"/>
                    <a:pt x="1027540" y="361919"/>
                    <a:pt x="1018085" y="363684"/>
                  </a:cubicBezTo>
                  <a:cubicBezTo>
                    <a:pt x="1008630" y="365449"/>
                    <a:pt x="1006865" y="350069"/>
                    <a:pt x="1008630" y="336075"/>
                  </a:cubicBezTo>
                  <a:cubicBezTo>
                    <a:pt x="1010395" y="321956"/>
                    <a:pt x="1002200" y="333176"/>
                    <a:pt x="998040" y="327251"/>
                  </a:cubicBezTo>
                  <a:cubicBezTo>
                    <a:pt x="993881" y="321326"/>
                    <a:pt x="989216" y="326116"/>
                    <a:pt x="982787" y="328386"/>
                  </a:cubicBezTo>
                  <a:cubicBezTo>
                    <a:pt x="976357" y="330781"/>
                    <a:pt x="974592" y="316031"/>
                    <a:pt x="976357" y="310106"/>
                  </a:cubicBezTo>
                  <a:cubicBezTo>
                    <a:pt x="978122" y="304181"/>
                    <a:pt x="975222" y="297121"/>
                    <a:pt x="966398" y="290692"/>
                  </a:cubicBezTo>
                  <a:cubicBezTo>
                    <a:pt x="957574" y="284263"/>
                    <a:pt x="956944" y="278968"/>
                    <a:pt x="957574" y="271278"/>
                  </a:cubicBezTo>
                  <a:cubicBezTo>
                    <a:pt x="958204" y="263588"/>
                    <a:pt x="907526" y="237745"/>
                    <a:pt x="896432" y="235350"/>
                  </a:cubicBezTo>
                  <a:cubicBezTo>
                    <a:pt x="885213" y="232954"/>
                    <a:pt x="894667" y="221230"/>
                    <a:pt x="890002" y="217070"/>
                  </a:cubicBezTo>
                  <a:cubicBezTo>
                    <a:pt x="885338" y="212910"/>
                    <a:pt x="883574" y="197656"/>
                    <a:pt x="883574" y="184671"/>
                  </a:cubicBezTo>
                  <a:cubicBezTo>
                    <a:pt x="883574" y="171686"/>
                    <a:pt x="867059" y="167653"/>
                    <a:pt x="867689" y="157063"/>
                  </a:cubicBezTo>
                  <a:cubicBezTo>
                    <a:pt x="868319" y="146473"/>
                    <a:pt x="863025" y="136515"/>
                    <a:pt x="864159" y="124664"/>
                  </a:cubicBezTo>
                  <a:cubicBezTo>
                    <a:pt x="865294" y="112940"/>
                    <a:pt x="847141" y="109915"/>
                    <a:pt x="846510" y="103486"/>
                  </a:cubicBezTo>
                  <a:cubicBezTo>
                    <a:pt x="845880" y="97056"/>
                    <a:pt x="835921" y="102855"/>
                    <a:pt x="825962" y="104116"/>
                  </a:cubicBezTo>
                  <a:cubicBezTo>
                    <a:pt x="816002" y="105250"/>
                    <a:pt x="816507" y="91131"/>
                    <a:pt x="817767" y="77642"/>
                  </a:cubicBezTo>
                  <a:cubicBezTo>
                    <a:pt x="818902" y="64153"/>
                    <a:pt x="813607" y="41713"/>
                    <a:pt x="805413" y="35284"/>
                  </a:cubicBezTo>
                  <a:cubicBezTo>
                    <a:pt x="797219" y="28855"/>
                    <a:pt x="796588" y="6415"/>
                    <a:pt x="792428" y="2886"/>
                  </a:cubicBezTo>
                  <a:cubicBezTo>
                    <a:pt x="788268" y="-644"/>
                    <a:pt x="774779" y="14610"/>
                    <a:pt x="775283" y="22300"/>
                  </a:cubicBezTo>
                  <a:cubicBezTo>
                    <a:pt x="775914" y="29989"/>
                    <a:pt x="774149" y="38814"/>
                    <a:pt x="768854" y="43479"/>
                  </a:cubicBezTo>
                  <a:cubicBezTo>
                    <a:pt x="763559" y="48143"/>
                    <a:pt x="772384" y="66422"/>
                    <a:pt x="765325" y="72852"/>
                  </a:cubicBezTo>
                  <a:cubicBezTo>
                    <a:pt x="758265" y="79281"/>
                    <a:pt x="764694" y="105250"/>
                    <a:pt x="762929" y="119874"/>
                  </a:cubicBezTo>
                  <a:cubicBezTo>
                    <a:pt x="761164" y="134624"/>
                    <a:pt x="761794" y="150508"/>
                    <a:pt x="754735" y="160467"/>
                  </a:cubicBezTo>
                  <a:cubicBezTo>
                    <a:pt x="747675" y="170426"/>
                    <a:pt x="746541" y="186310"/>
                    <a:pt x="732421" y="191605"/>
                  </a:cubicBezTo>
                  <a:cubicBezTo>
                    <a:pt x="718302" y="196899"/>
                    <a:pt x="699518" y="185680"/>
                    <a:pt x="700023" y="178116"/>
                  </a:cubicBezTo>
                  <a:cubicBezTo>
                    <a:pt x="700653" y="170426"/>
                    <a:pt x="684769" y="165761"/>
                    <a:pt x="676449" y="166896"/>
                  </a:cubicBezTo>
                  <a:cubicBezTo>
                    <a:pt x="668254" y="168031"/>
                    <a:pt x="663464" y="156306"/>
                    <a:pt x="650605" y="146348"/>
                  </a:cubicBezTo>
                  <a:cubicBezTo>
                    <a:pt x="637621" y="136388"/>
                    <a:pt x="627661" y="148743"/>
                    <a:pt x="623501" y="136893"/>
                  </a:cubicBezTo>
                  <a:cubicBezTo>
                    <a:pt x="619341" y="125169"/>
                    <a:pt x="615307" y="123404"/>
                    <a:pt x="605852" y="116848"/>
                  </a:cubicBezTo>
                  <a:cubicBezTo>
                    <a:pt x="596397" y="110419"/>
                    <a:pt x="599423" y="110419"/>
                    <a:pt x="608247" y="103864"/>
                  </a:cubicBezTo>
                  <a:cubicBezTo>
                    <a:pt x="617072" y="97434"/>
                    <a:pt x="615307" y="89114"/>
                    <a:pt x="610643" y="81550"/>
                  </a:cubicBezTo>
                  <a:cubicBezTo>
                    <a:pt x="605978" y="73860"/>
                    <a:pt x="615937" y="75625"/>
                    <a:pt x="627661" y="69196"/>
                  </a:cubicBezTo>
                  <a:cubicBezTo>
                    <a:pt x="639386" y="62766"/>
                    <a:pt x="627661" y="55076"/>
                    <a:pt x="636486" y="51546"/>
                  </a:cubicBezTo>
                  <a:cubicBezTo>
                    <a:pt x="645310" y="48017"/>
                    <a:pt x="640016" y="40327"/>
                    <a:pt x="630561" y="38562"/>
                  </a:cubicBezTo>
                  <a:cubicBezTo>
                    <a:pt x="621106" y="36797"/>
                    <a:pt x="624132" y="48017"/>
                    <a:pt x="620601" y="49151"/>
                  </a:cubicBezTo>
                  <a:cubicBezTo>
                    <a:pt x="617072" y="50286"/>
                    <a:pt x="613542" y="34402"/>
                    <a:pt x="610643" y="35032"/>
                  </a:cubicBezTo>
                  <a:cubicBezTo>
                    <a:pt x="607743" y="35536"/>
                    <a:pt x="596523" y="50916"/>
                    <a:pt x="590598" y="43227"/>
                  </a:cubicBezTo>
                  <a:cubicBezTo>
                    <a:pt x="584673" y="35536"/>
                    <a:pt x="551770" y="29107"/>
                    <a:pt x="538785" y="27342"/>
                  </a:cubicBezTo>
                  <a:cubicBezTo>
                    <a:pt x="525801" y="25577"/>
                    <a:pt x="521767" y="9063"/>
                    <a:pt x="514077" y="12088"/>
                  </a:cubicBezTo>
                  <a:cubicBezTo>
                    <a:pt x="506386" y="15114"/>
                    <a:pt x="515211" y="20283"/>
                    <a:pt x="524036" y="29737"/>
                  </a:cubicBezTo>
                  <a:cubicBezTo>
                    <a:pt x="532861" y="39192"/>
                    <a:pt x="494663" y="45621"/>
                    <a:pt x="483443" y="42092"/>
                  </a:cubicBezTo>
                  <a:cubicBezTo>
                    <a:pt x="472223" y="38562"/>
                    <a:pt x="485208" y="50286"/>
                    <a:pt x="475753" y="49782"/>
                  </a:cubicBezTo>
                  <a:cubicBezTo>
                    <a:pt x="466298" y="49151"/>
                    <a:pt x="464533" y="65666"/>
                    <a:pt x="456969" y="73860"/>
                  </a:cubicBezTo>
                  <a:cubicBezTo>
                    <a:pt x="449279" y="82054"/>
                    <a:pt x="454574" y="87979"/>
                    <a:pt x="446380" y="93274"/>
                  </a:cubicBezTo>
                  <a:cubicBezTo>
                    <a:pt x="438186" y="98569"/>
                    <a:pt x="437555" y="104494"/>
                    <a:pt x="447514" y="115588"/>
                  </a:cubicBezTo>
                  <a:cubicBezTo>
                    <a:pt x="457473" y="126807"/>
                    <a:pt x="442850" y="127312"/>
                    <a:pt x="433899" y="118487"/>
                  </a:cubicBezTo>
                  <a:cubicBezTo>
                    <a:pt x="425075" y="109663"/>
                    <a:pt x="416250" y="109663"/>
                    <a:pt x="416881" y="119622"/>
                  </a:cubicBezTo>
                  <a:cubicBezTo>
                    <a:pt x="417511" y="129581"/>
                    <a:pt x="406291" y="124916"/>
                    <a:pt x="408056" y="113697"/>
                  </a:cubicBezTo>
                  <a:cubicBezTo>
                    <a:pt x="409821" y="102477"/>
                    <a:pt x="395702" y="107772"/>
                    <a:pt x="393307" y="101342"/>
                  </a:cubicBezTo>
                  <a:cubicBezTo>
                    <a:pt x="390911" y="94913"/>
                    <a:pt x="378557" y="84323"/>
                    <a:pt x="370867" y="84828"/>
                  </a:cubicBezTo>
                  <a:cubicBezTo>
                    <a:pt x="363177" y="85458"/>
                    <a:pt x="363177" y="93653"/>
                    <a:pt x="355613" y="93653"/>
                  </a:cubicBezTo>
                  <a:cubicBezTo>
                    <a:pt x="347923" y="93653"/>
                    <a:pt x="346158" y="97813"/>
                    <a:pt x="347419" y="106007"/>
                  </a:cubicBezTo>
                  <a:cubicBezTo>
                    <a:pt x="348554" y="114201"/>
                    <a:pt x="335695" y="105376"/>
                    <a:pt x="326870" y="106637"/>
                  </a:cubicBezTo>
                  <a:cubicBezTo>
                    <a:pt x="318045" y="107772"/>
                    <a:pt x="326870" y="117857"/>
                    <a:pt x="322206" y="118361"/>
                  </a:cubicBezTo>
                  <a:cubicBezTo>
                    <a:pt x="317541" y="118991"/>
                    <a:pt x="317541" y="127185"/>
                    <a:pt x="309852" y="127185"/>
                  </a:cubicBezTo>
                  <a:cubicBezTo>
                    <a:pt x="302162" y="127185"/>
                    <a:pt x="303422" y="144204"/>
                    <a:pt x="304557" y="153029"/>
                  </a:cubicBezTo>
                  <a:cubicBezTo>
                    <a:pt x="305691" y="161853"/>
                    <a:pt x="292832" y="148869"/>
                    <a:pt x="285142" y="151264"/>
                  </a:cubicBezTo>
                  <a:cubicBezTo>
                    <a:pt x="277453" y="153659"/>
                    <a:pt x="286908" y="161223"/>
                    <a:pt x="289303" y="171308"/>
                  </a:cubicBezTo>
                  <a:cubicBezTo>
                    <a:pt x="291698" y="181268"/>
                    <a:pt x="285142" y="180763"/>
                    <a:pt x="281108" y="184797"/>
                  </a:cubicBezTo>
                  <a:cubicBezTo>
                    <a:pt x="276949" y="188958"/>
                    <a:pt x="270519" y="173578"/>
                    <a:pt x="270519" y="164753"/>
                  </a:cubicBezTo>
                  <a:cubicBezTo>
                    <a:pt x="270519" y="155928"/>
                    <a:pt x="260560" y="164123"/>
                    <a:pt x="249971" y="175342"/>
                  </a:cubicBezTo>
                  <a:cubicBezTo>
                    <a:pt x="239381" y="186562"/>
                    <a:pt x="253500" y="203581"/>
                    <a:pt x="248836" y="206481"/>
                  </a:cubicBezTo>
                  <a:cubicBezTo>
                    <a:pt x="244171" y="209380"/>
                    <a:pt x="222993" y="229424"/>
                    <a:pt x="210638" y="244174"/>
                  </a:cubicBezTo>
                  <a:cubicBezTo>
                    <a:pt x="198283" y="258924"/>
                    <a:pt x="171810" y="250099"/>
                    <a:pt x="163616" y="257159"/>
                  </a:cubicBezTo>
                  <a:cubicBezTo>
                    <a:pt x="155422" y="264219"/>
                    <a:pt x="146597" y="258924"/>
                    <a:pt x="138277" y="265353"/>
                  </a:cubicBezTo>
                  <a:cubicBezTo>
                    <a:pt x="130083" y="271782"/>
                    <a:pt x="114702" y="284137"/>
                    <a:pt x="112938" y="276573"/>
                  </a:cubicBezTo>
                  <a:cubicBezTo>
                    <a:pt x="111173" y="268883"/>
                    <a:pt x="89994" y="274808"/>
                    <a:pt x="81169" y="284263"/>
                  </a:cubicBezTo>
                  <a:cubicBezTo>
                    <a:pt x="72345" y="293718"/>
                    <a:pt x="58225" y="301912"/>
                    <a:pt x="48267" y="302542"/>
                  </a:cubicBezTo>
                  <a:cubicBezTo>
                    <a:pt x="38307" y="303046"/>
                    <a:pt x="38307" y="318426"/>
                    <a:pt x="34147" y="321956"/>
                  </a:cubicBezTo>
                  <a:cubicBezTo>
                    <a:pt x="29987" y="325486"/>
                    <a:pt x="31247" y="309602"/>
                    <a:pt x="31247" y="305442"/>
                  </a:cubicBezTo>
                  <a:cubicBezTo>
                    <a:pt x="31247" y="301281"/>
                    <a:pt x="21792" y="312501"/>
                    <a:pt x="17759" y="324856"/>
                  </a:cubicBezTo>
                  <a:cubicBezTo>
                    <a:pt x="13599" y="337210"/>
                    <a:pt x="27718" y="341874"/>
                    <a:pt x="18893" y="354859"/>
                  </a:cubicBezTo>
                  <a:cubicBezTo>
                    <a:pt x="10068" y="367844"/>
                    <a:pt x="1875" y="380702"/>
                    <a:pt x="14229" y="397217"/>
                  </a:cubicBezTo>
                  <a:cubicBezTo>
                    <a:pt x="26583" y="413731"/>
                    <a:pt x="33643" y="424321"/>
                    <a:pt x="29483" y="432515"/>
                  </a:cubicBezTo>
                  <a:cubicBezTo>
                    <a:pt x="25323" y="440710"/>
                    <a:pt x="16498" y="416001"/>
                    <a:pt x="13599" y="419026"/>
                  </a:cubicBezTo>
                  <a:cubicBezTo>
                    <a:pt x="10699" y="421926"/>
                    <a:pt x="24819" y="432515"/>
                    <a:pt x="21288" y="437810"/>
                  </a:cubicBezTo>
                  <a:cubicBezTo>
                    <a:pt x="17759" y="443104"/>
                    <a:pt x="5026" y="417766"/>
                    <a:pt x="2505" y="423691"/>
                  </a:cubicBezTo>
                  <a:cubicBezTo>
                    <a:pt x="110" y="428985"/>
                    <a:pt x="28978" y="468948"/>
                    <a:pt x="29608" y="483697"/>
                  </a:cubicBezTo>
                  <a:cubicBezTo>
                    <a:pt x="30239" y="498447"/>
                    <a:pt x="53183" y="512566"/>
                    <a:pt x="51922" y="533745"/>
                  </a:cubicBezTo>
                  <a:cubicBezTo>
                    <a:pt x="50788" y="554924"/>
                    <a:pt x="71967" y="589088"/>
                    <a:pt x="75496" y="594382"/>
                  </a:cubicBezTo>
                  <a:cubicBezTo>
                    <a:pt x="79026" y="599677"/>
                    <a:pt x="67303" y="613797"/>
                    <a:pt x="69572" y="629681"/>
                  </a:cubicBezTo>
                  <a:cubicBezTo>
                    <a:pt x="71967" y="645565"/>
                    <a:pt x="64276" y="651490"/>
                    <a:pt x="54317" y="651490"/>
                  </a:cubicBezTo>
                  <a:cubicBezTo>
                    <a:pt x="44359" y="651490"/>
                    <a:pt x="50157" y="668005"/>
                    <a:pt x="61377" y="669139"/>
                  </a:cubicBezTo>
                  <a:cubicBezTo>
                    <a:pt x="72597" y="670274"/>
                    <a:pt x="68437" y="677964"/>
                    <a:pt x="80792" y="686284"/>
                  </a:cubicBezTo>
                  <a:cubicBezTo>
                    <a:pt x="93146" y="694478"/>
                    <a:pt x="122519" y="691579"/>
                    <a:pt x="132604" y="691579"/>
                  </a:cubicBezTo>
                  <a:cubicBezTo>
                    <a:pt x="142563" y="691579"/>
                    <a:pt x="145588" y="676325"/>
                    <a:pt x="159077" y="675695"/>
                  </a:cubicBezTo>
                  <a:cubicBezTo>
                    <a:pt x="172567" y="675064"/>
                    <a:pt x="171432" y="671030"/>
                    <a:pt x="177861" y="662710"/>
                  </a:cubicBezTo>
                  <a:cubicBezTo>
                    <a:pt x="184290" y="654516"/>
                    <a:pt x="214924" y="656785"/>
                    <a:pt x="246189" y="658676"/>
                  </a:cubicBezTo>
                  <a:cubicBezTo>
                    <a:pt x="277327" y="660441"/>
                    <a:pt x="290942" y="650986"/>
                    <a:pt x="295606" y="638001"/>
                  </a:cubicBezTo>
                  <a:cubicBezTo>
                    <a:pt x="299640" y="626907"/>
                    <a:pt x="322079" y="626277"/>
                    <a:pt x="330904" y="617957"/>
                  </a:cubicBezTo>
                  <a:cubicBezTo>
                    <a:pt x="339729" y="609762"/>
                    <a:pt x="347419" y="609132"/>
                    <a:pt x="370363" y="610267"/>
                  </a:cubicBezTo>
                  <a:cubicBezTo>
                    <a:pt x="393307" y="611401"/>
                    <a:pt x="414485" y="599047"/>
                    <a:pt x="429235" y="593248"/>
                  </a:cubicBezTo>
                  <a:cubicBezTo>
                    <a:pt x="443985" y="587323"/>
                    <a:pt x="470962" y="589718"/>
                    <a:pt x="485081" y="586188"/>
                  </a:cubicBezTo>
                  <a:cubicBezTo>
                    <a:pt x="499201" y="582659"/>
                    <a:pt x="501596" y="603837"/>
                    <a:pt x="517480" y="602073"/>
                  </a:cubicBezTo>
                  <a:cubicBezTo>
                    <a:pt x="533365" y="600308"/>
                    <a:pt x="540424" y="606737"/>
                    <a:pt x="548619" y="606233"/>
                  </a:cubicBezTo>
                  <a:cubicBezTo>
                    <a:pt x="556813" y="605602"/>
                    <a:pt x="555678" y="612158"/>
                    <a:pt x="563872" y="613923"/>
                  </a:cubicBezTo>
                  <a:cubicBezTo>
                    <a:pt x="572067" y="615688"/>
                    <a:pt x="570932" y="622747"/>
                    <a:pt x="565637" y="630437"/>
                  </a:cubicBezTo>
                  <a:cubicBezTo>
                    <a:pt x="560343" y="638001"/>
                    <a:pt x="577991" y="637497"/>
                    <a:pt x="589211" y="652751"/>
                  </a:cubicBezTo>
                  <a:cubicBezTo>
                    <a:pt x="600431" y="668005"/>
                    <a:pt x="589841" y="670400"/>
                    <a:pt x="595641" y="682124"/>
                  </a:cubicBezTo>
                  <a:cubicBezTo>
                    <a:pt x="601566" y="693848"/>
                    <a:pt x="605600" y="690948"/>
                    <a:pt x="617450" y="674434"/>
                  </a:cubicBezTo>
                  <a:cubicBezTo>
                    <a:pt x="629174" y="657919"/>
                    <a:pt x="642159" y="668509"/>
                    <a:pt x="643924" y="654390"/>
                  </a:cubicBezTo>
                  <a:cubicBezTo>
                    <a:pt x="645689" y="640270"/>
                    <a:pt x="658043" y="623756"/>
                    <a:pt x="666363" y="630815"/>
                  </a:cubicBezTo>
                  <a:cubicBezTo>
                    <a:pt x="674558" y="637875"/>
                    <a:pt x="660438" y="641405"/>
                    <a:pt x="655144" y="668509"/>
                  </a:cubicBezTo>
                  <a:cubicBezTo>
                    <a:pt x="649849" y="695613"/>
                    <a:pt x="640394" y="681493"/>
                    <a:pt x="638629" y="689057"/>
                  </a:cubicBezTo>
                  <a:cubicBezTo>
                    <a:pt x="636864" y="696748"/>
                    <a:pt x="663338" y="700781"/>
                    <a:pt x="663338" y="686662"/>
                  </a:cubicBezTo>
                  <a:cubicBezTo>
                    <a:pt x="663338" y="672543"/>
                    <a:pt x="668002" y="666114"/>
                    <a:pt x="678087" y="678972"/>
                  </a:cubicBezTo>
                  <a:cubicBezTo>
                    <a:pt x="688047" y="691957"/>
                    <a:pt x="672162" y="702546"/>
                    <a:pt x="674558" y="708472"/>
                  </a:cubicBezTo>
                  <a:cubicBezTo>
                    <a:pt x="676953" y="714397"/>
                    <a:pt x="688047" y="706706"/>
                    <a:pt x="693971" y="707337"/>
                  </a:cubicBezTo>
                  <a:cubicBezTo>
                    <a:pt x="704435" y="708345"/>
                    <a:pt x="718680" y="731415"/>
                    <a:pt x="716285" y="743896"/>
                  </a:cubicBezTo>
                  <a:cubicBezTo>
                    <a:pt x="713890" y="756250"/>
                    <a:pt x="710360" y="767974"/>
                    <a:pt x="730404" y="778059"/>
                  </a:cubicBezTo>
                  <a:cubicBezTo>
                    <a:pt x="750449" y="788019"/>
                    <a:pt x="742758" y="789783"/>
                    <a:pt x="757509" y="789783"/>
                  </a:cubicBezTo>
                  <a:cubicBezTo>
                    <a:pt x="772258" y="789783"/>
                    <a:pt x="802766" y="801508"/>
                    <a:pt x="811086" y="808693"/>
                  </a:cubicBezTo>
                  <a:cubicBezTo>
                    <a:pt x="819280" y="815753"/>
                    <a:pt x="840459" y="803399"/>
                    <a:pt x="844619" y="789279"/>
                  </a:cubicBezTo>
                  <a:cubicBezTo>
                    <a:pt x="848780" y="775160"/>
                    <a:pt x="864033" y="788775"/>
                    <a:pt x="855839" y="793439"/>
                  </a:cubicBezTo>
                  <a:cubicBezTo>
                    <a:pt x="847645" y="798230"/>
                    <a:pt x="860000" y="809324"/>
                    <a:pt x="860504" y="801633"/>
                  </a:cubicBezTo>
                  <a:cubicBezTo>
                    <a:pt x="861134" y="793944"/>
                    <a:pt x="864664" y="787514"/>
                    <a:pt x="867563" y="796339"/>
                  </a:cubicBezTo>
                  <a:cubicBezTo>
                    <a:pt x="870462" y="805163"/>
                    <a:pt x="881052" y="805163"/>
                    <a:pt x="885213" y="812223"/>
                  </a:cubicBezTo>
                  <a:cubicBezTo>
                    <a:pt x="889372" y="819283"/>
                    <a:pt x="894036" y="824577"/>
                    <a:pt x="894036" y="818652"/>
                  </a:cubicBezTo>
                  <a:cubicBezTo>
                    <a:pt x="894036" y="812727"/>
                    <a:pt x="896432" y="807433"/>
                    <a:pt x="905760" y="803903"/>
                  </a:cubicBezTo>
                  <a:cubicBezTo>
                    <a:pt x="915215" y="800373"/>
                    <a:pt x="921015" y="793944"/>
                    <a:pt x="931100" y="785623"/>
                  </a:cubicBezTo>
                  <a:cubicBezTo>
                    <a:pt x="941059" y="777429"/>
                    <a:pt x="982282" y="775664"/>
                    <a:pt x="986442" y="775664"/>
                  </a:cubicBezTo>
                  <a:cubicBezTo>
                    <a:pt x="990603" y="775664"/>
                    <a:pt x="992872" y="740366"/>
                    <a:pt x="995267" y="722086"/>
                  </a:cubicBezTo>
                  <a:cubicBezTo>
                    <a:pt x="997662" y="703807"/>
                    <a:pt x="1012916" y="700908"/>
                    <a:pt x="1015311" y="681493"/>
                  </a:cubicBezTo>
                  <a:cubicBezTo>
                    <a:pt x="1017706" y="662080"/>
                    <a:pt x="1038255" y="626151"/>
                    <a:pt x="1043550" y="624386"/>
                  </a:cubicBezTo>
                  <a:cubicBezTo>
                    <a:pt x="1048845" y="622621"/>
                    <a:pt x="1058804" y="617326"/>
                    <a:pt x="1059434" y="606107"/>
                  </a:cubicBezTo>
                  <a:cubicBezTo>
                    <a:pt x="1060065" y="594887"/>
                    <a:pt x="1073554" y="582533"/>
                    <a:pt x="1073554" y="569044"/>
                  </a:cubicBezTo>
                  <a:cubicBezTo>
                    <a:pt x="1073554" y="555555"/>
                    <a:pt x="1081244" y="539670"/>
                    <a:pt x="1079982" y="535510"/>
                  </a:cubicBezTo>
                  <a:cubicBezTo>
                    <a:pt x="1078848" y="531350"/>
                    <a:pt x="1074058" y="518365"/>
                    <a:pt x="1082882" y="509037"/>
                  </a:cubicBezTo>
                  <a:cubicBezTo>
                    <a:pt x="1090825" y="500212"/>
                    <a:pt x="1078470" y="488992"/>
                    <a:pt x="1083260" y="485462"/>
                  </a:cubicBezTo>
                  <a:close/>
                  <a:moveTo>
                    <a:pt x="493528" y="24695"/>
                  </a:moveTo>
                  <a:cubicBezTo>
                    <a:pt x="492393" y="17635"/>
                    <a:pt x="450414" y="25829"/>
                    <a:pt x="459364" y="32889"/>
                  </a:cubicBezTo>
                  <a:cubicBezTo>
                    <a:pt x="465290" y="37680"/>
                    <a:pt x="494789" y="31755"/>
                    <a:pt x="493528" y="24695"/>
                  </a:cubicBezTo>
                  <a:close/>
                  <a:moveTo>
                    <a:pt x="626023" y="721456"/>
                  </a:moveTo>
                  <a:cubicBezTo>
                    <a:pt x="632452" y="727381"/>
                    <a:pt x="654261" y="725616"/>
                    <a:pt x="657791" y="717296"/>
                  </a:cubicBezTo>
                  <a:cubicBezTo>
                    <a:pt x="661321" y="709102"/>
                    <a:pt x="620224" y="716161"/>
                    <a:pt x="626023" y="721456"/>
                  </a:cubicBezTo>
                  <a:close/>
                  <a:moveTo>
                    <a:pt x="892020" y="885089"/>
                  </a:moveTo>
                  <a:cubicBezTo>
                    <a:pt x="876135" y="886854"/>
                    <a:pt x="852309" y="870591"/>
                    <a:pt x="846762" y="872230"/>
                  </a:cubicBezTo>
                  <a:cubicBezTo>
                    <a:pt x="840333" y="873995"/>
                    <a:pt x="867311" y="914588"/>
                    <a:pt x="859117" y="925177"/>
                  </a:cubicBezTo>
                  <a:cubicBezTo>
                    <a:pt x="850922" y="935767"/>
                    <a:pt x="883195" y="964636"/>
                    <a:pt x="894415" y="966401"/>
                  </a:cubicBezTo>
                  <a:cubicBezTo>
                    <a:pt x="905635" y="968166"/>
                    <a:pt x="901475" y="955181"/>
                    <a:pt x="909164" y="955811"/>
                  </a:cubicBezTo>
                  <a:cubicBezTo>
                    <a:pt x="916854" y="956441"/>
                    <a:pt x="913829" y="948121"/>
                    <a:pt x="915090" y="942322"/>
                  </a:cubicBezTo>
                  <a:cubicBezTo>
                    <a:pt x="916224" y="936397"/>
                    <a:pt x="923914" y="948751"/>
                    <a:pt x="930343" y="945222"/>
                  </a:cubicBezTo>
                  <a:cubicBezTo>
                    <a:pt x="936773" y="941692"/>
                    <a:pt x="928579" y="916353"/>
                    <a:pt x="938034" y="916353"/>
                  </a:cubicBezTo>
                  <a:cubicBezTo>
                    <a:pt x="947489" y="916353"/>
                    <a:pt x="939798" y="885845"/>
                    <a:pt x="936899" y="875760"/>
                  </a:cubicBezTo>
                  <a:cubicBezTo>
                    <a:pt x="933747" y="865675"/>
                    <a:pt x="907904" y="883324"/>
                    <a:pt x="892020" y="885089"/>
                  </a:cubicBezTo>
                  <a:close/>
                </a:path>
              </a:pathLst>
            </a:custGeom>
            <a:solidFill>
              <a:srgbClr val="7F7F7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5" name="Google Shape;805;p22"/>
            <p:cNvSpPr/>
            <p:nvPr/>
          </p:nvSpPr>
          <p:spPr>
            <a:xfrm>
              <a:off x="10194388" y="5552055"/>
              <a:ext cx="315163" cy="390802"/>
            </a:xfrm>
            <a:custGeom>
              <a:rect b="b" l="l" r="r" t="t"/>
              <a:pathLst>
                <a:path extrusionOk="0" h="390801" w="315162">
                  <a:moveTo>
                    <a:pt x="201060" y="193605"/>
                  </a:moveTo>
                  <a:cubicBezTo>
                    <a:pt x="192866" y="187679"/>
                    <a:pt x="188706" y="196000"/>
                    <a:pt x="179881" y="200034"/>
                  </a:cubicBezTo>
                  <a:cubicBezTo>
                    <a:pt x="171057" y="204194"/>
                    <a:pt x="165132" y="180620"/>
                    <a:pt x="154038" y="189445"/>
                  </a:cubicBezTo>
                  <a:cubicBezTo>
                    <a:pt x="142818" y="198269"/>
                    <a:pt x="152903" y="201799"/>
                    <a:pt x="140549" y="212388"/>
                  </a:cubicBezTo>
                  <a:cubicBezTo>
                    <a:pt x="128195" y="222978"/>
                    <a:pt x="133490" y="226507"/>
                    <a:pt x="118740" y="249451"/>
                  </a:cubicBezTo>
                  <a:cubicBezTo>
                    <a:pt x="103990" y="272395"/>
                    <a:pt x="53439" y="285380"/>
                    <a:pt x="45748" y="297734"/>
                  </a:cubicBezTo>
                  <a:cubicBezTo>
                    <a:pt x="38058" y="310089"/>
                    <a:pt x="12845" y="320048"/>
                    <a:pt x="12215" y="329503"/>
                  </a:cubicBezTo>
                  <a:cubicBezTo>
                    <a:pt x="11585" y="338958"/>
                    <a:pt x="-3795" y="345639"/>
                    <a:pt x="5155" y="358372"/>
                  </a:cubicBezTo>
                  <a:cubicBezTo>
                    <a:pt x="12215" y="368330"/>
                    <a:pt x="21670" y="361271"/>
                    <a:pt x="29234" y="368961"/>
                  </a:cubicBezTo>
                  <a:cubicBezTo>
                    <a:pt x="36924" y="376651"/>
                    <a:pt x="44488" y="370096"/>
                    <a:pt x="48017" y="376651"/>
                  </a:cubicBezTo>
                  <a:cubicBezTo>
                    <a:pt x="51547" y="383080"/>
                    <a:pt x="77390" y="383080"/>
                    <a:pt x="96805" y="365431"/>
                  </a:cubicBezTo>
                  <a:cubicBezTo>
                    <a:pt x="116219" y="347782"/>
                    <a:pt x="106764" y="339588"/>
                    <a:pt x="114454" y="334798"/>
                  </a:cubicBezTo>
                  <a:cubicBezTo>
                    <a:pt x="122143" y="330007"/>
                    <a:pt x="123278" y="316014"/>
                    <a:pt x="127943" y="307189"/>
                  </a:cubicBezTo>
                  <a:cubicBezTo>
                    <a:pt x="132607" y="298365"/>
                    <a:pt x="136137" y="288910"/>
                    <a:pt x="157316" y="288910"/>
                  </a:cubicBezTo>
                  <a:cubicBezTo>
                    <a:pt x="178495" y="288910"/>
                    <a:pt x="167275" y="284876"/>
                    <a:pt x="166141" y="274790"/>
                  </a:cubicBezTo>
                  <a:cubicBezTo>
                    <a:pt x="165006" y="264831"/>
                    <a:pt x="183789" y="263067"/>
                    <a:pt x="183789" y="250082"/>
                  </a:cubicBezTo>
                  <a:cubicBezTo>
                    <a:pt x="183789" y="237097"/>
                    <a:pt x="209633" y="225373"/>
                    <a:pt x="204338" y="215414"/>
                  </a:cubicBezTo>
                  <a:cubicBezTo>
                    <a:pt x="199295" y="205328"/>
                    <a:pt x="209381" y="199530"/>
                    <a:pt x="201060" y="193605"/>
                  </a:cubicBezTo>
                  <a:close/>
                  <a:moveTo>
                    <a:pt x="30999" y="396569"/>
                  </a:moveTo>
                  <a:cubicBezTo>
                    <a:pt x="35159" y="397704"/>
                    <a:pt x="48648" y="394174"/>
                    <a:pt x="40957" y="384845"/>
                  </a:cubicBezTo>
                  <a:cubicBezTo>
                    <a:pt x="33394" y="375390"/>
                    <a:pt x="21291" y="393796"/>
                    <a:pt x="30999" y="396569"/>
                  </a:cubicBezTo>
                  <a:close/>
                  <a:moveTo>
                    <a:pt x="296996" y="98804"/>
                  </a:moveTo>
                  <a:cubicBezTo>
                    <a:pt x="291701" y="107628"/>
                    <a:pt x="281112" y="96409"/>
                    <a:pt x="271152" y="96409"/>
                  </a:cubicBezTo>
                  <a:cubicBezTo>
                    <a:pt x="261194" y="96409"/>
                    <a:pt x="255268" y="89349"/>
                    <a:pt x="255268" y="80524"/>
                  </a:cubicBezTo>
                  <a:cubicBezTo>
                    <a:pt x="255268" y="71699"/>
                    <a:pt x="252873" y="58715"/>
                    <a:pt x="243544" y="59345"/>
                  </a:cubicBezTo>
                  <a:cubicBezTo>
                    <a:pt x="234089" y="59976"/>
                    <a:pt x="246444" y="69305"/>
                    <a:pt x="242914" y="74095"/>
                  </a:cubicBezTo>
                  <a:cubicBezTo>
                    <a:pt x="239385" y="78759"/>
                    <a:pt x="236989" y="68800"/>
                    <a:pt x="232325" y="68800"/>
                  </a:cubicBezTo>
                  <a:cubicBezTo>
                    <a:pt x="227660" y="68800"/>
                    <a:pt x="222365" y="62371"/>
                    <a:pt x="222365" y="50521"/>
                  </a:cubicBezTo>
                  <a:cubicBezTo>
                    <a:pt x="222365" y="38797"/>
                    <a:pt x="212406" y="39931"/>
                    <a:pt x="212406" y="26442"/>
                  </a:cubicBezTo>
                  <a:cubicBezTo>
                    <a:pt x="212406" y="12954"/>
                    <a:pt x="191228" y="2364"/>
                    <a:pt x="179504" y="2364"/>
                  </a:cubicBezTo>
                  <a:cubicBezTo>
                    <a:pt x="167779" y="2364"/>
                    <a:pt x="181899" y="23543"/>
                    <a:pt x="187697" y="30603"/>
                  </a:cubicBezTo>
                  <a:cubicBezTo>
                    <a:pt x="193623" y="37662"/>
                    <a:pt x="206481" y="44092"/>
                    <a:pt x="205977" y="49386"/>
                  </a:cubicBezTo>
                  <a:cubicBezTo>
                    <a:pt x="205347" y="54681"/>
                    <a:pt x="214802" y="68296"/>
                    <a:pt x="221861" y="70565"/>
                  </a:cubicBezTo>
                  <a:cubicBezTo>
                    <a:pt x="228921" y="72960"/>
                    <a:pt x="217701" y="93509"/>
                    <a:pt x="217701" y="110023"/>
                  </a:cubicBezTo>
                  <a:cubicBezTo>
                    <a:pt x="217701" y="126538"/>
                    <a:pt x="204717" y="123639"/>
                    <a:pt x="195892" y="134228"/>
                  </a:cubicBezTo>
                  <a:cubicBezTo>
                    <a:pt x="187067" y="144817"/>
                    <a:pt x="218205" y="155407"/>
                    <a:pt x="231190" y="165996"/>
                  </a:cubicBezTo>
                  <a:cubicBezTo>
                    <a:pt x="244174" y="176586"/>
                    <a:pt x="220096" y="202681"/>
                    <a:pt x="223500" y="208354"/>
                  </a:cubicBezTo>
                  <a:cubicBezTo>
                    <a:pt x="225265" y="211254"/>
                    <a:pt x="234089" y="215414"/>
                    <a:pt x="247578" y="211884"/>
                  </a:cubicBezTo>
                  <a:cubicBezTo>
                    <a:pt x="261067" y="208354"/>
                    <a:pt x="267623" y="178855"/>
                    <a:pt x="276952" y="170661"/>
                  </a:cubicBezTo>
                  <a:cubicBezTo>
                    <a:pt x="286407" y="162466"/>
                    <a:pt x="280481" y="149482"/>
                    <a:pt x="285145" y="143052"/>
                  </a:cubicBezTo>
                  <a:cubicBezTo>
                    <a:pt x="289811" y="136623"/>
                    <a:pt x="296239" y="137127"/>
                    <a:pt x="302795" y="137127"/>
                  </a:cubicBezTo>
                  <a:cubicBezTo>
                    <a:pt x="309224" y="137127"/>
                    <a:pt x="305694" y="121243"/>
                    <a:pt x="314015" y="121243"/>
                  </a:cubicBezTo>
                  <a:cubicBezTo>
                    <a:pt x="322209" y="121243"/>
                    <a:pt x="318175" y="110023"/>
                    <a:pt x="322840" y="97669"/>
                  </a:cubicBezTo>
                  <a:cubicBezTo>
                    <a:pt x="327630" y="85315"/>
                    <a:pt x="302291" y="89979"/>
                    <a:pt x="296996" y="9880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6" name="Google Shape;806;p22"/>
            <p:cNvSpPr/>
            <p:nvPr/>
          </p:nvSpPr>
          <p:spPr>
            <a:xfrm>
              <a:off x="10485955" y="5022636"/>
              <a:ext cx="63033" cy="50426"/>
            </a:xfrm>
            <a:custGeom>
              <a:rect b="b" l="l" r="r" t="t"/>
              <a:pathLst>
                <a:path extrusionOk="0" h="50426" w="63032">
                  <a:moveTo>
                    <a:pt x="3664" y="50970"/>
                  </a:moveTo>
                  <a:cubicBezTo>
                    <a:pt x="13623" y="60425"/>
                    <a:pt x="33668" y="59795"/>
                    <a:pt x="34298" y="42776"/>
                  </a:cubicBezTo>
                  <a:cubicBezTo>
                    <a:pt x="34928" y="25631"/>
                    <a:pt x="-5287" y="42524"/>
                    <a:pt x="3664" y="50970"/>
                  </a:cubicBezTo>
                  <a:close/>
                  <a:moveTo>
                    <a:pt x="40222" y="19706"/>
                  </a:moveTo>
                  <a:cubicBezTo>
                    <a:pt x="46652" y="22101"/>
                    <a:pt x="67831" y="15042"/>
                    <a:pt x="67831" y="4957"/>
                  </a:cubicBezTo>
                  <a:cubicBezTo>
                    <a:pt x="67831" y="-4877"/>
                    <a:pt x="30390" y="16176"/>
                    <a:pt x="40222" y="1970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7" name="Google Shape;807;p22"/>
            <p:cNvSpPr/>
            <p:nvPr/>
          </p:nvSpPr>
          <p:spPr>
            <a:xfrm>
              <a:off x="7189015" y="3357751"/>
              <a:ext cx="378195" cy="226917"/>
            </a:xfrm>
            <a:custGeom>
              <a:rect b="b" l="l" r="r" t="t"/>
              <a:pathLst>
                <a:path extrusionOk="0" h="226917" w="378195">
                  <a:moveTo>
                    <a:pt x="376147" y="151263"/>
                  </a:moveTo>
                  <a:cubicBezTo>
                    <a:pt x="376147" y="151263"/>
                    <a:pt x="358876" y="142690"/>
                    <a:pt x="352573" y="143447"/>
                  </a:cubicBezTo>
                  <a:cubicBezTo>
                    <a:pt x="346270" y="144203"/>
                    <a:pt x="336058" y="129327"/>
                    <a:pt x="325091" y="125419"/>
                  </a:cubicBezTo>
                  <a:cubicBezTo>
                    <a:pt x="314123" y="121511"/>
                    <a:pt x="299247" y="114452"/>
                    <a:pt x="294457" y="107392"/>
                  </a:cubicBezTo>
                  <a:cubicBezTo>
                    <a:pt x="289793" y="100332"/>
                    <a:pt x="270126" y="93273"/>
                    <a:pt x="267731" y="87726"/>
                  </a:cubicBezTo>
                  <a:cubicBezTo>
                    <a:pt x="265336" y="82179"/>
                    <a:pt x="261428" y="72850"/>
                    <a:pt x="256007" y="65790"/>
                  </a:cubicBezTo>
                  <a:cubicBezTo>
                    <a:pt x="250460" y="58731"/>
                    <a:pt x="250586" y="49276"/>
                    <a:pt x="245040" y="48519"/>
                  </a:cubicBezTo>
                  <a:cubicBezTo>
                    <a:pt x="239493" y="47763"/>
                    <a:pt x="205833" y="48519"/>
                    <a:pt x="205833" y="43855"/>
                  </a:cubicBezTo>
                  <a:cubicBezTo>
                    <a:pt x="205833" y="39191"/>
                    <a:pt x="203438" y="17129"/>
                    <a:pt x="196378" y="15617"/>
                  </a:cubicBezTo>
                  <a:cubicBezTo>
                    <a:pt x="189319" y="13978"/>
                    <a:pt x="179864" y="12465"/>
                    <a:pt x="175956" y="8557"/>
                  </a:cubicBezTo>
                  <a:cubicBezTo>
                    <a:pt x="172048" y="4649"/>
                    <a:pt x="159441" y="-141"/>
                    <a:pt x="157046" y="3892"/>
                  </a:cubicBezTo>
                  <a:cubicBezTo>
                    <a:pt x="154651" y="7800"/>
                    <a:pt x="148474" y="9313"/>
                    <a:pt x="146078" y="9313"/>
                  </a:cubicBezTo>
                  <a:cubicBezTo>
                    <a:pt x="143683" y="9313"/>
                    <a:pt x="144440" y="20281"/>
                    <a:pt x="136624" y="19525"/>
                  </a:cubicBezTo>
                  <a:cubicBezTo>
                    <a:pt x="128808" y="18768"/>
                    <a:pt x="117714" y="28097"/>
                    <a:pt x="117714" y="33644"/>
                  </a:cubicBezTo>
                  <a:cubicBezTo>
                    <a:pt x="117714" y="39191"/>
                    <a:pt x="118470" y="47007"/>
                    <a:pt x="108259" y="46250"/>
                  </a:cubicBezTo>
                  <a:cubicBezTo>
                    <a:pt x="103090" y="45872"/>
                    <a:pt x="95904" y="44864"/>
                    <a:pt x="89601" y="41838"/>
                  </a:cubicBezTo>
                  <a:cubicBezTo>
                    <a:pt x="88088" y="42973"/>
                    <a:pt x="79642" y="48898"/>
                    <a:pt x="71070" y="37426"/>
                  </a:cubicBezTo>
                  <a:cubicBezTo>
                    <a:pt x="61615" y="24819"/>
                    <a:pt x="46991" y="12213"/>
                    <a:pt x="38545" y="12213"/>
                  </a:cubicBezTo>
                  <a:cubicBezTo>
                    <a:pt x="30981" y="12213"/>
                    <a:pt x="5012" y="12213"/>
                    <a:pt x="11189" y="26710"/>
                  </a:cubicBezTo>
                  <a:cubicBezTo>
                    <a:pt x="13080" y="23433"/>
                    <a:pt x="16609" y="21290"/>
                    <a:pt x="23543" y="21920"/>
                  </a:cubicBezTo>
                  <a:cubicBezTo>
                    <a:pt x="42327" y="23433"/>
                    <a:pt x="33754" y="45494"/>
                    <a:pt x="43966" y="46250"/>
                  </a:cubicBezTo>
                  <a:cubicBezTo>
                    <a:pt x="54177" y="47007"/>
                    <a:pt x="65901" y="62765"/>
                    <a:pt x="56572" y="61882"/>
                  </a:cubicBezTo>
                  <a:cubicBezTo>
                    <a:pt x="47117" y="61126"/>
                    <a:pt x="39301" y="70455"/>
                    <a:pt x="29847" y="67429"/>
                  </a:cubicBezTo>
                  <a:cubicBezTo>
                    <a:pt x="20392" y="64278"/>
                    <a:pt x="8668" y="56462"/>
                    <a:pt x="5516" y="67429"/>
                  </a:cubicBezTo>
                  <a:cubicBezTo>
                    <a:pt x="2364" y="78397"/>
                    <a:pt x="-1544" y="90121"/>
                    <a:pt x="11063" y="89365"/>
                  </a:cubicBezTo>
                  <a:cubicBezTo>
                    <a:pt x="23669" y="88608"/>
                    <a:pt x="21274" y="97181"/>
                    <a:pt x="12576" y="105879"/>
                  </a:cubicBezTo>
                  <a:cubicBezTo>
                    <a:pt x="4003" y="114578"/>
                    <a:pt x="25939" y="104240"/>
                    <a:pt x="27451" y="112182"/>
                  </a:cubicBezTo>
                  <a:cubicBezTo>
                    <a:pt x="28964" y="119998"/>
                    <a:pt x="36024" y="120755"/>
                    <a:pt x="32998" y="133361"/>
                  </a:cubicBezTo>
                  <a:cubicBezTo>
                    <a:pt x="30981" y="141303"/>
                    <a:pt x="32494" y="157188"/>
                    <a:pt x="32998" y="168912"/>
                  </a:cubicBezTo>
                  <a:cubicBezTo>
                    <a:pt x="41318" y="168912"/>
                    <a:pt x="52538" y="168155"/>
                    <a:pt x="54933" y="164751"/>
                  </a:cubicBezTo>
                  <a:cubicBezTo>
                    <a:pt x="58841" y="159331"/>
                    <a:pt x="71448" y="148237"/>
                    <a:pt x="78507" y="148237"/>
                  </a:cubicBezTo>
                  <a:cubicBezTo>
                    <a:pt x="85567" y="148237"/>
                    <a:pt x="93383" y="151389"/>
                    <a:pt x="97417" y="145842"/>
                  </a:cubicBezTo>
                  <a:cubicBezTo>
                    <a:pt x="101325" y="140295"/>
                    <a:pt x="124143" y="141934"/>
                    <a:pt x="128051" y="146598"/>
                  </a:cubicBezTo>
                  <a:cubicBezTo>
                    <a:pt x="131959" y="151263"/>
                    <a:pt x="144566" y="155171"/>
                    <a:pt x="147717" y="155171"/>
                  </a:cubicBezTo>
                  <a:cubicBezTo>
                    <a:pt x="150869" y="155171"/>
                    <a:pt x="152382" y="162230"/>
                    <a:pt x="160324" y="161474"/>
                  </a:cubicBezTo>
                  <a:cubicBezTo>
                    <a:pt x="168140" y="160717"/>
                    <a:pt x="183015" y="163869"/>
                    <a:pt x="183015" y="168533"/>
                  </a:cubicBezTo>
                  <a:cubicBezTo>
                    <a:pt x="183015" y="173198"/>
                    <a:pt x="188562" y="177988"/>
                    <a:pt x="194739" y="177988"/>
                  </a:cubicBezTo>
                  <a:cubicBezTo>
                    <a:pt x="201043" y="177988"/>
                    <a:pt x="206463" y="193746"/>
                    <a:pt x="212767" y="192864"/>
                  </a:cubicBezTo>
                  <a:cubicBezTo>
                    <a:pt x="219070" y="192108"/>
                    <a:pt x="231551" y="192108"/>
                    <a:pt x="231551" y="196016"/>
                  </a:cubicBezTo>
                  <a:cubicBezTo>
                    <a:pt x="231551" y="199293"/>
                    <a:pt x="232685" y="217825"/>
                    <a:pt x="236341" y="228540"/>
                  </a:cubicBezTo>
                  <a:cubicBezTo>
                    <a:pt x="238484" y="227406"/>
                    <a:pt x="240753" y="227154"/>
                    <a:pt x="242014" y="228036"/>
                  </a:cubicBezTo>
                  <a:cubicBezTo>
                    <a:pt x="245165" y="230179"/>
                    <a:pt x="258781" y="225893"/>
                    <a:pt x="260924" y="233331"/>
                  </a:cubicBezTo>
                  <a:cubicBezTo>
                    <a:pt x="263067" y="240643"/>
                    <a:pt x="285002" y="236482"/>
                    <a:pt x="283994" y="225010"/>
                  </a:cubicBezTo>
                  <a:cubicBezTo>
                    <a:pt x="282985" y="213539"/>
                    <a:pt x="318535" y="213539"/>
                    <a:pt x="321687" y="203075"/>
                  </a:cubicBezTo>
                  <a:cubicBezTo>
                    <a:pt x="324839" y="192612"/>
                    <a:pt x="328999" y="173702"/>
                    <a:pt x="337445" y="176854"/>
                  </a:cubicBezTo>
                  <a:cubicBezTo>
                    <a:pt x="345765" y="180005"/>
                    <a:pt x="351060" y="163239"/>
                    <a:pt x="358372" y="164247"/>
                  </a:cubicBezTo>
                  <a:cubicBezTo>
                    <a:pt x="365053" y="165256"/>
                    <a:pt x="370096" y="170424"/>
                    <a:pt x="378038" y="168912"/>
                  </a:cubicBezTo>
                  <a:lnTo>
                    <a:pt x="376147" y="151263"/>
                  </a:ln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8" name="Google Shape;808;p22"/>
            <p:cNvSpPr/>
            <p:nvPr/>
          </p:nvSpPr>
          <p:spPr>
            <a:xfrm>
              <a:off x="6957213" y="3445056"/>
              <a:ext cx="516867" cy="441228"/>
            </a:xfrm>
            <a:custGeom>
              <a:rect b="b" l="l" r="r" t="t"/>
              <a:pathLst>
                <a:path extrusionOk="0" h="441227" w="516866">
                  <a:moveTo>
                    <a:pt x="509618" y="382776"/>
                  </a:moveTo>
                  <a:cubicBezTo>
                    <a:pt x="503315" y="380633"/>
                    <a:pt x="509618" y="358698"/>
                    <a:pt x="497011" y="353403"/>
                  </a:cubicBezTo>
                  <a:cubicBezTo>
                    <a:pt x="484405" y="348108"/>
                    <a:pt x="473311" y="339662"/>
                    <a:pt x="469781" y="330333"/>
                  </a:cubicBezTo>
                  <a:cubicBezTo>
                    <a:pt x="466630" y="321887"/>
                    <a:pt x="450871" y="313566"/>
                    <a:pt x="452006" y="307263"/>
                  </a:cubicBezTo>
                  <a:cubicBezTo>
                    <a:pt x="453015" y="300960"/>
                    <a:pt x="483396" y="281042"/>
                    <a:pt x="479236" y="269570"/>
                  </a:cubicBezTo>
                  <a:cubicBezTo>
                    <a:pt x="475076" y="258098"/>
                    <a:pt x="455158" y="260115"/>
                    <a:pt x="453015" y="255955"/>
                  </a:cubicBezTo>
                  <a:cubicBezTo>
                    <a:pt x="450871" y="251795"/>
                    <a:pt x="454023" y="237045"/>
                    <a:pt x="448855" y="225573"/>
                  </a:cubicBezTo>
                  <a:cubicBezTo>
                    <a:pt x="443560" y="214101"/>
                    <a:pt x="453015" y="203512"/>
                    <a:pt x="448855" y="197335"/>
                  </a:cubicBezTo>
                  <a:cubicBezTo>
                    <a:pt x="444694" y="191031"/>
                    <a:pt x="450998" y="178425"/>
                    <a:pt x="452006" y="174265"/>
                  </a:cubicBezTo>
                  <a:cubicBezTo>
                    <a:pt x="453015" y="170104"/>
                    <a:pt x="463478" y="163801"/>
                    <a:pt x="462470" y="153338"/>
                  </a:cubicBezTo>
                  <a:cubicBezTo>
                    <a:pt x="461839" y="147035"/>
                    <a:pt x="464991" y="143001"/>
                    <a:pt x="468395" y="141236"/>
                  </a:cubicBezTo>
                  <a:cubicBezTo>
                    <a:pt x="464739" y="130646"/>
                    <a:pt x="463604" y="111988"/>
                    <a:pt x="463604" y="108711"/>
                  </a:cubicBezTo>
                  <a:cubicBezTo>
                    <a:pt x="463604" y="104803"/>
                    <a:pt x="451124" y="104803"/>
                    <a:pt x="444821" y="105559"/>
                  </a:cubicBezTo>
                  <a:cubicBezTo>
                    <a:pt x="438517" y="106316"/>
                    <a:pt x="433097" y="90683"/>
                    <a:pt x="426793" y="90683"/>
                  </a:cubicBezTo>
                  <a:cubicBezTo>
                    <a:pt x="420490" y="90683"/>
                    <a:pt x="415069" y="86019"/>
                    <a:pt x="415069" y="81229"/>
                  </a:cubicBezTo>
                  <a:cubicBezTo>
                    <a:pt x="415069" y="76564"/>
                    <a:pt x="400193" y="73413"/>
                    <a:pt x="392377" y="74169"/>
                  </a:cubicBezTo>
                  <a:cubicBezTo>
                    <a:pt x="384561" y="74925"/>
                    <a:pt x="382923" y="67866"/>
                    <a:pt x="379771" y="67866"/>
                  </a:cubicBezTo>
                  <a:cubicBezTo>
                    <a:pt x="376619" y="67866"/>
                    <a:pt x="364139" y="63958"/>
                    <a:pt x="360105" y="59293"/>
                  </a:cubicBezTo>
                  <a:cubicBezTo>
                    <a:pt x="356197" y="54629"/>
                    <a:pt x="333379" y="52990"/>
                    <a:pt x="329471" y="58537"/>
                  </a:cubicBezTo>
                  <a:cubicBezTo>
                    <a:pt x="325563" y="64084"/>
                    <a:pt x="317747" y="60932"/>
                    <a:pt x="310561" y="60932"/>
                  </a:cubicBezTo>
                  <a:cubicBezTo>
                    <a:pt x="303502" y="60932"/>
                    <a:pt x="291021" y="71900"/>
                    <a:pt x="286987" y="77447"/>
                  </a:cubicBezTo>
                  <a:cubicBezTo>
                    <a:pt x="284592" y="80850"/>
                    <a:pt x="273372" y="81481"/>
                    <a:pt x="265052" y="81607"/>
                  </a:cubicBezTo>
                  <a:cubicBezTo>
                    <a:pt x="265430" y="88414"/>
                    <a:pt x="265430" y="93835"/>
                    <a:pt x="264169" y="95474"/>
                  </a:cubicBezTo>
                  <a:cubicBezTo>
                    <a:pt x="260009" y="101651"/>
                    <a:pt x="229627" y="107198"/>
                    <a:pt x="206936" y="108080"/>
                  </a:cubicBezTo>
                  <a:cubicBezTo>
                    <a:pt x="184244" y="108837"/>
                    <a:pt x="182605" y="79085"/>
                    <a:pt x="158275" y="79085"/>
                  </a:cubicBezTo>
                  <a:cubicBezTo>
                    <a:pt x="140626" y="79085"/>
                    <a:pt x="127136" y="62949"/>
                    <a:pt x="126128" y="47695"/>
                  </a:cubicBezTo>
                  <a:cubicBezTo>
                    <a:pt x="115665" y="43661"/>
                    <a:pt x="105706" y="36854"/>
                    <a:pt x="107092" y="33954"/>
                  </a:cubicBezTo>
                  <a:cubicBezTo>
                    <a:pt x="109109" y="29794"/>
                    <a:pt x="114404" y="3572"/>
                    <a:pt x="101798" y="9876"/>
                  </a:cubicBezTo>
                  <a:cubicBezTo>
                    <a:pt x="89191" y="16179"/>
                    <a:pt x="71416" y="36097"/>
                    <a:pt x="48346" y="32946"/>
                  </a:cubicBezTo>
                  <a:cubicBezTo>
                    <a:pt x="25276" y="29794"/>
                    <a:pt x="42043" y="27777"/>
                    <a:pt x="30571" y="22482"/>
                  </a:cubicBezTo>
                  <a:cubicBezTo>
                    <a:pt x="19099" y="17187"/>
                    <a:pt x="26411" y="4707"/>
                    <a:pt x="14813" y="2564"/>
                  </a:cubicBezTo>
                  <a:cubicBezTo>
                    <a:pt x="3341" y="421"/>
                    <a:pt x="11661" y="16179"/>
                    <a:pt x="5358" y="16179"/>
                  </a:cubicBezTo>
                  <a:cubicBezTo>
                    <a:pt x="-946" y="16179"/>
                    <a:pt x="4349" y="33954"/>
                    <a:pt x="6366" y="38114"/>
                  </a:cubicBezTo>
                  <a:cubicBezTo>
                    <a:pt x="8509" y="42274"/>
                    <a:pt x="2206" y="65344"/>
                    <a:pt x="6366" y="66353"/>
                  </a:cubicBezTo>
                  <a:cubicBezTo>
                    <a:pt x="10526" y="67362"/>
                    <a:pt x="19981" y="84254"/>
                    <a:pt x="18973" y="87406"/>
                  </a:cubicBezTo>
                  <a:cubicBezTo>
                    <a:pt x="17964" y="90557"/>
                    <a:pt x="28428" y="101021"/>
                    <a:pt x="28428" y="108333"/>
                  </a:cubicBezTo>
                  <a:cubicBezTo>
                    <a:pt x="28428" y="115644"/>
                    <a:pt x="37883" y="124091"/>
                    <a:pt x="43051" y="124091"/>
                  </a:cubicBezTo>
                  <a:cubicBezTo>
                    <a:pt x="48346" y="124091"/>
                    <a:pt x="55658" y="127242"/>
                    <a:pt x="53515" y="133546"/>
                  </a:cubicBezTo>
                  <a:cubicBezTo>
                    <a:pt x="51372" y="139849"/>
                    <a:pt x="56666" y="149304"/>
                    <a:pt x="50363" y="149304"/>
                  </a:cubicBezTo>
                  <a:cubicBezTo>
                    <a:pt x="44060" y="149304"/>
                    <a:pt x="45068" y="167079"/>
                    <a:pt x="39900" y="170230"/>
                  </a:cubicBezTo>
                  <a:cubicBezTo>
                    <a:pt x="34605" y="173382"/>
                    <a:pt x="38891" y="192292"/>
                    <a:pt x="43051" y="194309"/>
                  </a:cubicBezTo>
                  <a:cubicBezTo>
                    <a:pt x="47211" y="196452"/>
                    <a:pt x="56666" y="201621"/>
                    <a:pt x="55658" y="208932"/>
                  </a:cubicBezTo>
                  <a:cubicBezTo>
                    <a:pt x="54649" y="216244"/>
                    <a:pt x="77719" y="227842"/>
                    <a:pt x="85031" y="228851"/>
                  </a:cubicBezTo>
                  <a:cubicBezTo>
                    <a:pt x="92343" y="229859"/>
                    <a:pt x="93351" y="240323"/>
                    <a:pt x="97637" y="244609"/>
                  </a:cubicBezTo>
                  <a:cubicBezTo>
                    <a:pt x="101798" y="248769"/>
                    <a:pt x="94486" y="257215"/>
                    <a:pt x="95494" y="262384"/>
                  </a:cubicBezTo>
                  <a:cubicBezTo>
                    <a:pt x="96503" y="267679"/>
                    <a:pt x="105958" y="271839"/>
                    <a:pt x="104949" y="280159"/>
                  </a:cubicBezTo>
                  <a:cubicBezTo>
                    <a:pt x="104319" y="285202"/>
                    <a:pt x="112891" y="293648"/>
                    <a:pt x="119951" y="301086"/>
                  </a:cubicBezTo>
                  <a:cubicBezTo>
                    <a:pt x="122346" y="300330"/>
                    <a:pt x="124489" y="299951"/>
                    <a:pt x="126380" y="299951"/>
                  </a:cubicBezTo>
                  <a:cubicBezTo>
                    <a:pt x="133440" y="299951"/>
                    <a:pt x="133062" y="292135"/>
                    <a:pt x="138482" y="296800"/>
                  </a:cubicBezTo>
                  <a:cubicBezTo>
                    <a:pt x="144029" y="301464"/>
                    <a:pt x="151467" y="296422"/>
                    <a:pt x="156888" y="296043"/>
                  </a:cubicBezTo>
                  <a:cubicBezTo>
                    <a:pt x="162435" y="295665"/>
                    <a:pt x="177311" y="323904"/>
                    <a:pt x="183992" y="337645"/>
                  </a:cubicBezTo>
                  <a:cubicBezTo>
                    <a:pt x="190673" y="351386"/>
                    <a:pt x="190295" y="356050"/>
                    <a:pt x="199246" y="361975"/>
                  </a:cubicBezTo>
                  <a:cubicBezTo>
                    <a:pt x="208322" y="367900"/>
                    <a:pt x="218408" y="364749"/>
                    <a:pt x="231393" y="378112"/>
                  </a:cubicBezTo>
                  <a:cubicBezTo>
                    <a:pt x="244377" y="391475"/>
                    <a:pt x="277658" y="400551"/>
                    <a:pt x="291777" y="401182"/>
                  </a:cubicBezTo>
                  <a:cubicBezTo>
                    <a:pt x="305897" y="401938"/>
                    <a:pt x="316486" y="385928"/>
                    <a:pt x="334514" y="389458"/>
                  </a:cubicBezTo>
                  <a:cubicBezTo>
                    <a:pt x="352541" y="392987"/>
                    <a:pt x="348255" y="416183"/>
                    <a:pt x="354936" y="424378"/>
                  </a:cubicBezTo>
                  <a:cubicBezTo>
                    <a:pt x="361618" y="432572"/>
                    <a:pt x="434987" y="438119"/>
                    <a:pt x="447468" y="441648"/>
                  </a:cubicBezTo>
                  <a:cubicBezTo>
                    <a:pt x="452006" y="442909"/>
                    <a:pt x="462974" y="443792"/>
                    <a:pt x="475202" y="444044"/>
                  </a:cubicBezTo>
                  <a:cubicBezTo>
                    <a:pt x="474950" y="441396"/>
                    <a:pt x="474698" y="439127"/>
                    <a:pt x="474572" y="437488"/>
                  </a:cubicBezTo>
                  <a:cubicBezTo>
                    <a:pt x="473563" y="424882"/>
                    <a:pt x="483018" y="414419"/>
                    <a:pt x="491339" y="410258"/>
                  </a:cubicBezTo>
                  <a:cubicBezTo>
                    <a:pt x="499659" y="406098"/>
                    <a:pt x="507097" y="403955"/>
                    <a:pt x="515417" y="402947"/>
                  </a:cubicBezTo>
                  <a:cubicBezTo>
                    <a:pt x="524241" y="401560"/>
                    <a:pt x="515795" y="384793"/>
                    <a:pt x="509618" y="38277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9" name="Google Shape;809;p22"/>
            <p:cNvSpPr/>
            <p:nvPr/>
          </p:nvSpPr>
          <p:spPr>
            <a:xfrm>
              <a:off x="7023984" y="2919563"/>
              <a:ext cx="1071553" cy="504260"/>
            </a:xfrm>
            <a:custGeom>
              <a:rect b="b" l="l" r="r" t="t"/>
              <a:pathLst>
                <a:path extrusionOk="0" h="504260" w="1071552">
                  <a:moveTo>
                    <a:pt x="1075568" y="208230"/>
                  </a:moveTo>
                  <a:cubicBezTo>
                    <a:pt x="1074811" y="202809"/>
                    <a:pt x="1070021" y="205078"/>
                    <a:pt x="1066113" y="207473"/>
                  </a:cubicBezTo>
                  <a:cubicBezTo>
                    <a:pt x="1062205" y="209869"/>
                    <a:pt x="1049598" y="211381"/>
                    <a:pt x="1044934" y="211381"/>
                  </a:cubicBezTo>
                  <a:cubicBezTo>
                    <a:pt x="1040270" y="211381"/>
                    <a:pt x="1031571" y="205078"/>
                    <a:pt x="1031571" y="200414"/>
                  </a:cubicBezTo>
                  <a:cubicBezTo>
                    <a:pt x="1031571" y="195749"/>
                    <a:pt x="1030562" y="190455"/>
                    <a:pt x="1025898" y="190455"/>
                  </a:cubicBezTo>
                  <a:cubicBezTo>
                    <a:pt x="1021234" y="190455"/>
                    <a:pt x="1014174" y="188059"/>
                    <a:pt x="1009383" y="176840"/>
                  </a:cubicBezTo>
                  <a:cubicBezTo>
                    <a:pt x="1004719" y="165620"/>
                    <a:pt x="997660" y="165620"/>
                    <a:pt x="992365" y="162720"/>
                  </a:cubicBezTo>
                  <a:cubicBezTo>
                    <a:pt x="987070" y="159821"/>
                    <a:pt x="972320" y="168015"/>
                    <a:pt x="965891" y="170410"/>
                  </a:cubicBezTo>
                  <a:cubicBezTo>
                    <a:pt x="959461" y="172806"/>
                    <a:pt x="948242" y="168015"/>
                    <a:pt x="940048" y="166250"/>
                  </a:cubicBezTo>
                  <a:cubicBezTo>
                    <a:pt x="931854" y="164485"/>
                    <a:pt x="927063" y="149736"/>
                    <a:pt x="919499" y="151500"/>
                  </a:cubicBezTo>
                  <a:cubicBezTo>
                    <a:pt x="911809" y="153265"/>
                    <a:pt x="910044" y="168519"/>
                    <a:pt x="904246" y="168519"/>
                  </a:cubicBezTo>
                  <a:cubicBezTo>
                    <a:pt x="898320" y="168519"/>
                    <a:pt x="887731" y="137886"/>
                    <a:pt x="876637" y="120867"/>
                  </a:cubicBezTo>
                  <a:cubicBezTo>
                    <a:pt x="865544" y="103848"/>
                    <a:pt x="845499" y="69684"/>
                    <a:pt x="827850" y="63255"/>
                  </a:cubicBezTo>
                  <a:cubicBezTo>
                    <a:pt x="810201" y="56826"/>
                    <a:pt x="815495" y="48001"/>
                    <a:pt x="820160" y="43211"/>
                  </a:cubicBezTo>
                  <a:cubicBezTo>
                    <a:pt x="824824" y="38546"/>
                    <a:pt x="809571" y="37286"/>
                    <a:pt x="802511" y="41446"/>
                  </a:cubicBezTo>
                  <a:cubicBezTo>
                    <a:pt x="795452" y="45606"/>
                    <a:pt x="786627" y="53170"/>
                    <a:pt x="778432" y="54935"/>
                  </a:cubicBezTo>
                  <a:cubicBezTo>
                    <a:pt x="770238" y="56700"/>
                    <a:pt x="758388" y="69684"/>
                    <a:pt x="749564" y="66659"/>
                  </a:cubicBezTo>
                  <a:cubicBezTo>
                    <a:pt x="740739" y="63759"/>
                    <a:pt x="736579" y="77879"/>
                    <a:pt x="729519" y="71323"/>
                  </a:cubicBezTo>
                  <a:cubicBezTo>
                    <a:pt x="722460" y="64894"/>
                    <a:pt x="738974" y="60103"/>
                    <a:pt x="738974" y="54304"/>
                  </a:cubicBezTo>
                  <a:cubicBezTo>
                    <a:pt x="738974" y="48379"/>
                    <a:pt x="727754" y="56069"/>
                    <a:pt x="724855" y="52539"/>
                  </a:cubicBezTo>
                  <a:cubicBezTo>
                    <a:pt x="721955" y="49010"/>
                    <a:pt x="712500" y="45480"/>
                    <a:pt x="712500" y="50775"/>
                  </a:cubicBezTo>
                  <a:cubicBezTo>
                    <a:pt x="712500" y="56069"/>
                    <a:pt x="704810" y="53170"/>
                    <a:pt x="704810" y="49010"/>
                  </a:cubicBezTo>
                  <a:cubicBezTo>
                    <a:pt x="704810" y="44849"/>
                    <a:pt x="699516" y="37286"/>
                    <a:pt x="694851" y="42580"/>
                  </a:cubicBezTo>
                  <a:cubicBezTo>
                    <a:pt x="690187" y="47875"/>
                    <a:pt x="674303" y="50775"/>
                    <a:pt x="670773" y="46740"/>
                  </a:cubicBezTo>
                  <a:cubicBezTo>
                    <a:pt x="667243" y="42580"/>
                    <a:pt x="673168" y="40815"/>
                    <a:pt x="673672" y="35521"/>
                  </a:cubicBezTo>
                  <a:cubicBezTo>
                    <a:pt x="674303" y="30226"/>
                    <a:pt x="667747" y="23166"/>
                    <a:pt x="669008" y="16737"/>
                  </a:cubicBezTo>
                  <a:cubicBezTo>
                    <a:pt x="670142" y="10308"/>
                    <a:pt x="657788" y="3752"/>
                    <a:pt x="651989" y="6148"/>
                  </a:cubicBezTo>
                  <a:cubicBezTo>
                    <a:pt x="646064" y="8543"/>
                    <a:pt x="637870" y="6148"/>
                    <a:pt x="631441" y="3248"/>
                  </a:cubicBezTo>
                  <a:cubicBezTo>
                    <a:pt x="625011" y="349"/>
                    <a:pt x="599672" y="5013"/>
                    <a:pt x="598538" y="10938"/>
                  </a:cubicBezTo>
                  <a:cubicBezTo>
                    <a:pt x="597403" y="16863"/>
                    <a:pt x="565635" y="21527"/>
                    <a:pt x="559710" y="23923"/>
                  </a:cubicBezTo>
                  <a:cubicBezTo>
                    <a:pt x="553785" y="26318"/>
                    <a:pt x="530336" y="29848"/>
                    <a:pt x="522016" y="30982"/>
                  </a:cubicBezTo>
                  <a:cubicBezTo>
                    <a:pt x="513822" y="32117"/>
                    <a:pt x="505502" y="39177"/>
                    <a:pt x="494912" y="39177"/>
                  </a:cubicBezTo>
                  <a:cubicBezTo>
                    <a:pt x="484323" y="39177"/>
                    <a:pt x="464278" y="40311"/>
                    <a:pt x="454950" y="47371"/>
                  </a:cubicBezTo>
                  <a:cubicBezTo>
                    <a:pt x="445495" y="54430"/>
                    <a:pt x="430241" y="48505"/>
                    <a:pt x="423181" y="50901"/>
                  </a:cubicBezTo>
                  <a:cubicBezTo>
                    <a:pt x="416121" y="53296"/>
                    <a:pt x="404398" y="49766"/>
                    <a:pt x="400742" y="52035"/>
                  </a:cubicBezTo>
                  <a:cubicBezTo>
                    <a:pt x="397212" y="54430"/>
                    <a:pt x="398346" y="68550"/>
                    <a:pt x="401876" y="74349"/>
                  </a:cubicBezTo>
                  <a:cubicBezTo>
                    <a:pt x="405406" y="80274"/>
                    <a:pt x="424190" y="82543"/>
                    <a:pt x="425450" y="86073"/>
                  </a:cubicBezTo>
                  <a:cubicBezTo>
                    <a:pt x="426585" y="89603"/>
                    <a:pt x="406667" y="89603"/>
                    <a:pt x="397212" y="90737"/>
                  </a:cubicBezTo>
                  <a:cubicBezTo>
                    <a:pt x="387757" y="91872"/>
                    <a:pt x="390152" y="103722"/>
                    <a:pt x="392547" y="109521"/>
                  </a:cubicBezTo>
                  <a:cubicBezTo>
                    <a:pt x="394943" y="115446"/>
                    <a:pt x="383092" y="121245"/>
                    <a:pt x="376033" y="123640"/>
                  </a:cubicBezTo>
                  <a:cubicBezTo>
                    <a:pt x="368973" y="126035"/>
                    <a:pt x="376033" y="137759"/>
                    <a:pt x="383092" y="137759"/>
                  </a:cubicBezTo>
                  <a:cubicBezTo>
                    <a:pt x="390152" y="137759"/>
                    <a:pt x="396077" y="143685"/>
                    <a:pt x="401876" y="143685"/>
                  </a:cubicBezTo>
                  <a:cubicBezTo>
                    <a:pt x="407675" y="143685"/>
                    <a:pt x="408936" y="155409"/>
                    <a:pt x="408936" y="162468"/>
                  </a:cubicBezTo>
                  <a:cubicBezTo>
                    <a:pt x="408936" y="169528"/>
                    <a:pt x="401876" y="171923"/>
                    <a:pt x="392421" y="171923"/>
                  </a:cubicBezTo>
                  <a:cubicBezTo>
                    <a:pt x="382966" y="171923"/>
                    <a:pt x="378302" y="164863"/>
                    <a:pt x="372377" y="163729"/>
                  </a:cubicBezTo>
                  <a:cubicBezTo>
                    <a:pt x="366452" y="162594"/>
                    <a:pt x="367713" y="174318"/>
                    <a:pt x="362922" y="176714"/>
                  </a:cubicBezTo>
                  <a:cubicBezTo>
                    <a:pt x="358258" y="179109"/>
                    <a:pt x="356997" y="168519"/>
                    <a:pt x="349937" y="168519"/>
                  </a:cubicBezTo>
                  <a:cubicBezTo>
                    <a:pt x="342878" y="168519"/>
                    <a:pt x="334684" y="167385"/>
                    <a:pt x="332288" y="160325"/>
                  </a:cubicBezTo>
                  <a:cubicBezTo>
                    <a:pt x="329893" y="153265"/>
                    <a:pt x="313379" y="152131"/>
                    <a:pt x="306445" y="159190"/>
                  </a:cubicBezTo>
                  <a:cubicBezTo>
                    <a:pt x="299385" y="166250"/>
                    <a:pt x="296990" y="162720"/>
                    <a:pt x="291191" y="158056"/>
                  </a:cubicBezTo>
                  <a:cubicBezTo>
                    <a:pt x="285266" y="153391"/>
                    <a:pt x="267617" y="160451"/>
                    <a:pt x="265348" y="166250"/>
                  </a:cubicBezTo>
                  <a:cubicBezTo>
                    <a:pt x="262953" y="172175"/>
                    <a:pt x="250094" y="174444"/>
                    <a:pt x="240639" y="168645"/>
                  </a:cubicBezTo>
                  <a:cubicBezTo>
                    <a:pt x="231184" y="162720"/>
                    <a:pt x="225385" y="160451"/>
                    <a:pt x="225385" y="168645"/>
                  </a:cubicBezTo>
                  <a:cubicBezTo>
                    <a:pt x="225385" y="176840"/>
                    <a:pt x="218325" y="169780"/>
                    <a:pt x="218325" y="165116"/>
                  </a:cubicBezTo>
                  <a:cubicBezTo>
                    <a:pt x="218325" y="160451"/>
                    <a:pt x="203072" y="150996"/>
                    <a:pt x="196012" y="146332"/>
                  </a:cubicBezTo>
                  <a:cubicBezTo>
                    <a:pt x="188952" y="141667"/>
                    <a:pt x="166639" y="141667"/>
                    <a:pt x="165378" y="136877"/>
                  </a:cubicBezTo>
                  <a:cubicBezTo>
                    <a:pt x="164244" y="132213"/>
                    <a:pt x="150124" y="128683"/>
                    <a:pt x="146594" y="136877"/>
                  </a:cubicBezTo>
                  <a:cubicBezTo>
                    <a:pt x="143065" y="145071"/>
                    <a:pt x="137139" y="139272"/>
                    <a:pt x="132475" y="136877"/>
                  </a:cubicBezTo>
                  <a:cubicBezTo>
                    <a:pt x="127811" y="134482"/>
                    <a:pt x="117221" y="140407"/>
                    <a:pt x="112431" y="142802"/>
                  </a:cubicBezTo>
                  <a:cubicBezTo>
                    <a:pt x="107766" y="145197"/>
                    <a:pt x="92387" y="155787"/>
                    <a:pt x="84192" y="155787"/>
                  </a:cubicBezTo>
                  <a:cubicBezTo>
                    <a:pt x="75998" y="155787"/>
                    <a:pt x="80663" y="166376"/>
                    <a:pt x="70073" y="168771"/>
                  </a:cubicBezTo>
                  <a:cubicBezTo>
                    <a:pt x="59483" y="171167"/>
                    <a:pt x="61879" y="178226"/>
                    <a:pt x="63013" y="182891"/>
                  </a:cubicBezTo>
                  <a:cubicBezTo>
                    <a:pt x="64148" y="187555"/>
                    <a:pt x="70073" y="195875"/>
                    <a:pt x="60618" y="199405"/>
                  </a:cubicBezTo>
                  <a:cubicBezTo>
                    <a:pt x="51163" y="202935"/>
                    <a:pt x="47634" y="187681"/>
                    <a:pt x="39439" y="181756"/>
                  </a:cubicBezTo>
                  <a:cubicBezTo>
                    <a:pt x="31245" y="175831"/>
                    <a:pt x="24185" y="182891"/>
                    <a:pt x="24185" y="191211"/>
                  </a:cubicBezTo>
                  <a:cubicBezTo>
                    <a:pt x="24185" y="199405"/>
                    <a:pt x="14730" y="199405"/>
                    <a:pt x="10066" y="207726"/>
                  </a:cubicBezTo>
                  <a:cubicBezTo>
                    <a:pt x="5402" y="215920"/>
                    <a:pt x="18260" y="217180"/>
                    <a:pt x="18260" y="220710"/>
                  </a:cubicBezTo>
                  <a:cubicBezTo>
                    <a:pt x="18260" y="224240"/>
                    <a:pt x="11201" y="227770"/>
                    <a:pt x="8805" y="228904"/>
                  </a:cubicBezTo>
                  <a:cubicBezTo>
                    <a:pt x="6410" y="230039"/>
                    <a:pt x="611" y="241889"/>
                    <a:pt x="2880" y="245419"/>
                  </a:cubicBezTo>
                  <a:cubicBezTo>
                    <a:pt x="5276" y="248949"/>
                    <a:pt x="19395" y="247814"/>
                    <a:pt x="18134" y="256009"/>
                  </a:cubicBezTo>
                  <a:cubicBezTo>
                    <a:pt x="17000" y="264203"/>
                    <a:pt x="15739" y="272523"/>
                    <a:pt x="22799" y="270128"/>
                  </a:cubicBezTo>
                  <a:cubicBezTo>
                    <a:pt x="29858" y="267732"/>
                    <a:pt x="36918" y="268993"/>
                    <a:pt x="41582" y="268993"/>
                  </a:cubicBezTo>
                  <a:cubicBezTo>
                    <a:pt x="46247" y="268993"/>
                    <a:pt x="49776" y="278448"/>
                    <a:pt x="58097" y="287903"/>
                  </a:cubicBezTo>
                  <a:cubicBezTo>
                    <a:pt x="66291" y="297358"/>
                    <a:pt x="69821" y="302022"/>
                    <a:pt x="61627" y="304417"/>
                  </a:cubicBezTo>
                  <a:cubicBezTo>
                    <a:pt x="53432" y="306813"/>
                    <a:pt x="56962" y="311477"/>
                    <a:pt x="67552" y="316141"/>
                  </a:cubicBezTo>
                  <a:cubicBezTo>
                    <a:pt x="70325" y="317402"/>
                    <a:pt x="73225" y="319293"/>
                    <a:pt x="76124" y="321310"/>
                  </a:cubicBezTo>
                  <a:cubicBezTo>
                    <a:pt x="77889" y="320176"/>
                    <a:pt x="79528" y="319041"/>
                    <a:pt x="80915" y="317780"/>
                  </a:cubicBezTo>
                  <a:cubicBezTo>
                    <a:pt x="94277" y="306056"/>
                    <a:pt x="118608" y="294963"/>
                    <a:pt x="136635" y="299753"/>
                  </a:cubicBezTo>
                  <a:cubicBezTo>
                    <a:pt x="154663" y="304417"/>
                    <a:pt x="169538" y="296601"/>
                    <a:pt x="177480" y="307569"/>
                  </a:cubicBezTo>
                  <a:cubicBezTo>
                    <a:pt x="185296" y="318537"/>
                    <a:pt x="177480" y="338959"/>
                    <a:pt x="180632" y="346775"/>
                  </a:cubicBezTo>
                  <a:cubicBezTo>
                    <a:pt x="183784" y="354591"/>
                    <a:pt x="166513" y="355348"/>
                    <a:pt x="154789" y="353835"/>
                  </a:cubicBezTo>
                  <a:cubicBezTo>
                    <a:pt x="143065" y="352322"/>
                    <a:pt x="118608" y="358625"/>
                    <a:pt x="121886" y="365559"/>
                  </a:cubicBezTo>
                  <a:cubicBezTo>
                    <a:pt x="125037" y="372619"/>
                    <a:pt x="133610" y="389133"/>
                    <a:pt x="117978" y="380435"/>
                  </a:cubicBezTo>
                  <a:cubicBezTo>
                    <a:pt x="102346" y="371862"/>
                    <a:pt x="96043" y="389007"/>
                    <a:pt x="104615" y="389007"/>
                  </a:cubicBezTo>
                  <a:cubicBezTo>
                    <a:pt x="113187" y="389007"/>
                    <a:pt x="125037" y="399218"/>
                    <a:pt x="125037" y="406278"/>
                  </a:cubicBezTo>
                  <a:cubicBezTo>
                    <a:pt x="125037" y="413338"/>
                    <a:pt x="125794" y="428970"/>
                    <a:pt x="133610" y="426700"/>
                  </a:cubicBezTo>
                  <a:cubicBezTo>
                    <a:pt x="141426" y="424305"/>
                    <a:pt x="141426" y="438425"/>
                    <a:pt x="152394" y="437668"/>
                  </a:cubicBezTo>
                  <a:cubicBezTo>
                    <a:pt x="163361" y="436912"/>
                    <a:pt x="173572" y="440820"/>
                    <a:pt x="165000" y="451031"/>
                  </a:cubicBezTo>
                  <a:cubicBezTo>
                    <a:pt x="156427" y="461242"/>
                    <a:pt x="170421" y="489481"/>
                    <a:pt x="173572" y="483178"/>
                  </a:cubicBezTo>
                  <a:cubicBezTo>
                    <a:pt x="175590" y="479270"/>
                    <a:pt x="173824" y="470697"/>
                    <a:pt x="176850" y="465276"/>
                  </a:cubicBezTo>
                  <a:cubicBezTo>
                    <a:pt x="170673" y="450905"/>
                    <a:pt x="196768" y="450779"/>
                    <a:pt x="204206" y="450779"/>
                  </a:cubicBezTo>
                  <a:cubicBezTo>
                    <a:pt x="212527" y="450779"/>
                    <a:pt x="227276" y="463385"/>
                    <a:pt x="236731" y="475992"/>
                  </a:cubicBezTo>
                  <a:cubicBezTo>
                    <a:pt x="246186" y="488598"/>
                    <a:pt x="255641" y="480152"/>
                    <a:pt x="255641" y="480152"/>
                  </a:cubicBezTo>
                  <a:lnTo>
                    <a:pt x="258793" y="362786"/>
                  </a:lnTo>
                  <a:lnTo>
                    <a:pt x="325859" y="344884"/>
                  </a:lnTo>
                  <a:cubicBezTo>
                    <a:pt x="326489" y="343245"/>
                    <a:pt x="327246" y="341733"/>
                    <a:pt x="328128" y="340472"/>
                  </a:cubicBezTo>
                  <a:cubicBezTo>
                    <a:pt x="336826" y="327866"/>
                    <a:pt x="348425" y="338329"/>
                    <a:pt x="352459" y="341228"/>
                  </a:cubicBezTo>
                  <a:cubicBezTo>
                    <a:pt x="355862" y="343750"/>
                    <a:pt x="353971" y="327866"/>
                    <a:pt x="363426" y="328622"/>
                  </a:cubicBezTo>
                  <a:cubicBezTo>
                    <a:pt x="372881" y="329378"/>
                    <a:pt x="362670" y="344254"/>
                    <a:pt x="369730" y="344254"/>
                  </a:cubicBezTo>
                  <a:cubicBezTo>
                    <a:pt x="375277" y="344254"/>
                    <a:pt x="387757" y="363794"/>
                    <a:pt x="383849" y="379048"/>
                  </a:cubicBezTo>
                  <a:cubicBezTo>
                    <a:pt x="394312" y="387620"/>
                    <a:pt x="413222" y="407917"/>
                    <a:pt x="414861" y="412959"/>
                  </a:cubicBezTo>
                  <a:cubicBezTo>
                    <a:pt x="417004" y="419263"/>
                    <a:pt x="444234" y="408799"/>
                    <a:pt x="449403" y="410816"/>
                  </a:cubicBezTo>
                  <a:cubicBezTo>
                    <a:pt x="454697" y="412959"/>
                    <a:pt x="495543" y="412959"/>
                    <a:pt x="502854" y="412959"/>
                  </a:cubicBezTo>
                  <a:cubicBezTo>
                    <a:pt x="510166" y="412959"/>
                    <a:pt x="515335" y="426574"/>
                    <a:pt x="523781" y="428718"/>
                  </a:cubicBezTo>
                  <a:cubicBezTo>
                    <a:pt x="532227" y="430861"/>
                    <a:pt x="529076" y="444476"/>
                    <a:pt x="530084" y="453805"/>
                  </a:cubicBezTo>
                  <a:cubicBezTo>
                    <a:pt x="531093" y="463259"/>
                    <a:pt x="543699" y="472714"/>
                    <a:pt x="544708" y="481034"/>
                  </a:cubicBezTo>
                  <a:cubicBezTo>
                    <a:pt x="545716" y="489355"/>
                    <a:pt x="559332" y="485195"/>
                    <a:pt x="567778" y="487338"/>
                  </a:cubicBezTo>
                  <a:cubicBezTo>
                    <a:pt x="576224" y="489481"/>
                    <a:pt x="588705" y="492506"/>
                    <a:pt x="589713" y="500953"/>
                  </a:cubicBezTo>
                  <a:cubicBezTo>
                    <a:pt x="590722" y="509399"/>
                    <a:pt x="601185" y="503096"/>
                    <a:pt x="602320" y="496793"/>
                  </a:cubicBezTo>
                  <a:cubicBezTo>
                    <a:pt x="603328" y="490489"/>
                    <a:pt x="613918" y="482169"/>
                    <a:pt x="629549" y="475866"/>
                  </a:cubicBezTo>
                  <a:cubicBezTo>
                    <a:pt x="636609" y="472966"/>
                    <a:pt x="641274" y="473093"/>
                    <a:pt x="644804" y="474353"/>
                  </a:cubicBezTo>
                  <a:cubicBezTo>
                    <a:pt x="647703" y="466789"/>
                    <a:pt x="650729" y="460486"/>
                    <a:pt x="652872" y="459603"/>
                  </a:cubicBezTo>
                  <a:cubicBezTo>
                    <a:pt x="658292" y="457208"/>
                    <a:pt x="668504" y="449392"/>
                    <a:pt x="669386" y="441576"/>
                  </a:cubicBezTo>
                  <a:cubicBezTo>
                    <a:pt x="670142" y="433760"/>
                    <a:pt x="691322" y="433760"/>
                    <a:pt x="705441" y="440820"/>
                  </a:cubicBezTo>
                  <a:cubicBezTo>
                    <a:pt x="719560" y="447880"/>
                    <a:pt x="728259" y="447880"/>
                    <a:pt x="729015" y="436912"/>
                  </a:cubicBezTo>
                  <a:cubicBezTo>
                    <a:pt x="729771" y="425944"/>
                    <a:pt x="750194" y="422792"/>
                    <a:pt x="756497" y="425944"/>
                  </a:cubicBezTo>
                  <a:cubicBezTo>
                    <a:pt x="762800" y="429096"/>
                    <a:pt x="782340" y="440063"/>
                    <a:pt x="791795" y="436155"/>
                  </a:cubicBezTo>
                  <a:cubicBezTo>
                    <a:pt x="801250" y="432247"/>
                    <a:pt x="848273" y="436912"/>
                    <a:pt x="860123" y="440063"/>
                  </a:cubicBezTo>
                  <a:cubicBezTo>
                    <a:pt x="871847" y="443215"/>
                    <a:pt x="874999" y="435399"/>
                    <a:pt x="885210" y="447123"/>
                  </a:cubicBezTo>
                  <a:cubicBezTo>
                    <a:pt x="893782" y="456956"/>
                    <a:pt x="897942" y="448131"/>
                    <a:pt x="907397" y="455695"/>
                  </a:cubicBezTo>
                  <a:cubicBezTo>
                    <a:pt x="907397" y="452670"/>
                    <a:pt x="906766" y="448888"/>
                    <a:pt x="906766" y="444854"/>
                  </a:cubicBezTo>
                  <a:cubicBezTo>
                    <a:pt x="906766" y="437164"/>
                    <a:pt x="918490" y="430735"/>
                    <a:pt x="920886" y="424810"/>
                  </a:cubicBezTo>
                  <a:cubicBezTo>
                    <a:pt x="923281" y="418885"/>
                    <a:pt x="910297" y="401235"/>
                    <a:pt x="910297" y="395436"/>
                  </a:cubicBezTo>
                  <a:cubicBezTo>
                    <a:pt x="910297" y="389511"/>
                    <a:pt x="910297" y="375392"/>
                    <a:pt x="904371" y="372492"/>
                  </a:cubicBezTo>
                  <a:cubicBezTo>
                    <a:pt x="898446" y="369593"/>
                    <a:pt x="915591" y="361903"/>
                    <a:pt x="919625" y="362155"/>
                  </a:cubicBezTo>
                  <a:cubicBezTo>
                    <a:pt x="928324" y="362533"/>
                    <a:pt x="940804" y="353457"/>
                    <a:pt x="944586" y="357239"/>
                  </a:cubicBezTo>
                  <a:cubicBezTo>
                    <a:pt x="948368" y="361021"/>
                    <a:pt x="955932" y="362155"/>
                    <a:pt x="963622" y="362155"/>
                  </a:cubicBezTo>
                  <a:cubicBezTo>
                    <a:pt x="971186" y="362155"/>
                    <a:pt x="967908" y="353457"/>
                    <a:pt x="963622" y="349675"/>
                  </a:cubicBezTo>
                  <a:cubicBezTo>
                    <a:pt x="959210" y="345893"/>
                    <a:pt x="977237" y="310595"/>
                    <a:pt x="979885" y="298618"/>
                  </a:cubicBezTo>
                  <a:cubicBezTo>
                    <a:pt x="982532" y="286642"/>
                    <a:pt x="989087" y="297484"/>
                    <a:pt x="997786" y="298618"/>
                  </a:cubicBezTo>
                  <a:cubicBezTo>
                    <a:pt x="1006484" y="299627"/>
                    <a:pt x="1016822" y="298114"/>
                    <a:pt x="1022242" y="300761"/>
                  </a:cubicBezTo>
                  <a:cubicBezTo>
                    <a:pt x="1027663" y="303409"/>
                    <a:pt x="1043421" y="297484"/>
                    <a:pt x="1047203" y="291559"/>
                  </a:cubicBezTo>
                  <a:cubicBezTo>
                    <a:pt x="1050985" y="285634"/>
                    <a:pt x="1042791" y="283995"/>
                    <a:pt x="1043421" y="270380"/>
                  </a:cubicBezTo>
                  <a:cubicBezTo>
                    <a:pt x="1043925" y="256765"/>
                    <a:pt x="1052120" y="250335"/>
                    <a:pt x="1060818" y="250335"/>
                  </a:cubicBezTo>
                  <a:cubicBezTo>
                    <a:pt x="1069517" y="250335"/>
                    <a:pt x="1072164" y="242141"/>
                    <a:pt x="1072164" y="235712"/>
                  </a:cubicBezTo>
                  <a:cubicBezTo>
                    <a:pt x="1072164" y="229787"/>
                    <a:pt x="1079223" y="226131"/>
                    <a:pt x="1081367" y="218567"/>
                  </a:cubicBezTo>
                  <a:cubicBezTo>
                    <a:pt x="1078342" y="215163"/>
                    <a:pt x="1075946" y="211255"/>
                    <a:pt x="1075568" y="208230"/>
                  </a:cubicBezTo>
                  <a:close/>
                  <a:moveTo>
                    <a:pt x="404019" y="323201"/>
                  </a:moveTo>
                  <a:cubicBezTo>
                    <a:pt x="400868" y="327487"/>
                    <a:pt x="369856" y="319419"/>
                    <a:pt x="367208" y="313116"/>
                  </a:cubicBezTo>
                  <a:cubicBezTo>
                    <a:pt x="364435" y="306308"/>
                    <a:pt x="410701" y="313998"/>
                    <a:pt x="404019" y="323201"/>
                  </a:cubicBezTo>
                  <a:close/>
                  <a:moveTo>
                    <a:pt x="849533" y="320428"/>
                  </a:moveTo>
                  <a:cubicBezTo>
                    <a:pt x="827598" y="320428"/>
                    <a:pt x="778937" y="309460"/>
                    <a:pt x="759271" y="330639"/>
                  </a:cubicBezTo>
                  <a:cubicBezTo>
                    <a:pt x="739604" y="351818"/>
                    <a:pt x="753724" y="362786"/>
                    <a:pt x="745151" y="364424"/>
                  </a:cubicBezTo>
                  <a:cubicBezTo>
                    <a:pt x="735823" y="366063"/>
                    <a:pt x="731032" y="332278"/>
                    <a:pt x="742000" y="321310"/>
                  </a:cubicBezTo>
                  <a:cubicBezTo>
                    <a:pt x="752968" y="310343"/>
                    <a:pt x="788266" y="305678"/>
                    <a:pt x="810327" y="311099"/>
                  </a:cubicBezTo>
                  <a:cubicBezTo>
                    <a:pt x="832262" y="316646"/>
                    <a:pt x="871468" y="306435"/>
                    <a:pt x="877015" y="307947"/>
                  </a:cubicBezTo>
                  <a:cubicBezTo>
                    <a:pt x="882436" y="309460"/>
                    <a:pt x="871468" y="320428"/>
                    <a:pt x="849533" y="320428"/>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0" name="Google Shape;810;p22"/>
            <p:cNvSpPr/>
            <p:nvPr/>
          </p:nvSpPr>
          <p:spPr>
            <a:xfrm>
              <a:off x="6311729" y="1670050"/>
              <a:ext cx="4525735" cy="1727091"/>
            </a:xfrm>
            <a:custGeom>
              <a:rect b="b" l="l" r="r" t="t"/>
              <a:pathLst>
                <a:path extrusionOk="0" h="1727090" w="4525734">
                  <a:moveTo>
                    <a:pt x="71069" y="1256291"/>
                  </a:moveTo>
                  <a:cubicBezTo>
                    <a:pt x="67540" y="1258056"/>
                    <a:pt x="58085" y="1254527"/>
                    <a:pt x="55185" y="1250366"/>
                  </a:cubicBezTo>
                  <a:cubicBezTo>
                    <a:pt x="52790" y="1247089"/>
                    <a:pt x="45478" y="1248349"/>
                    <a:pt x="39049" y="1248854"/>
                  </a:cubicBezTo>
                  <a:cubicBezTo>
                    <a:pt x="40561" y="1249736"/>
                    <a:pt x="42075" y="1250871"/>
                    <a:pt x="43209" y="1252888"/>
                  </a:cubicBezTo>
                  <a:cubicBezTo>
                    <a:pt x="46739" y="1259191"/>
                    <a:pt x="29090" y="1259947"/>
                    <a:pt x="34636" y="1267385"/>
                  </a:cubicBezTo>
                  <a:cubicBezTo>
                    <a:pt x="40183" y="1274823"/>
                    <a:pt x="22030" y="1275201"/>
                    <a:pt x="22030" y="1267385"/>
                  </a:cubicBezTo>
                  <a:cubicBezTo>
                    <a:pt x="22030" y="1259569"/>
                    <a:pt x="3120" y="1263477"/>
                    <a:pt x="4003" y="1268520"/>
                  </a:cubicBezTo>
                  <a:cubicBezTo>
                    <a:pt x="4255" y="1270411"/>
                    <a:pt x="3751" y="1272680"/>
                    <a:pt x="2364" y="1274823"/>
                  </a:cubicBezTo>
                  <a:cubicBezTo>
                    <a:pt x="7532" y="1276588"/>
                    <a:pt x="13458" y="1278731"/>
                    <a:pt x="15727" y="1279740"/>
                  </a:cubicBezTo>
                  <a:cubicBezTo>
                    <a:pt x="19257" y="1281126"/>
                    <a:pt x="66279" y="1286043"/>
                    <a:pt x="84684" y="1282639"/>
                  </a:cubicBezTo>
                  <a:cubicBezTo>
                    <a:pt x="83676" y="1279235"/>
                    <a:pt x="85693" y="1268898"/>
                    <a:pt x="85693" y="1264990"/>
                  </a:cubicBezTo>
                  <a:cubicBezTo>
                    <a:pt x="85693" y="1260325"/>
                    <a:pt x="74473" y="1254527"/>
                    <a:pt x="71069" y="1256291"/>
                  </a:cubicBezTo>
                  <a:close/>
                  <a:moveTo>
                    <a:pt x="1206411" y="47706"/>
                  </a:moveTo>
                  <a:cubicBezTo>
                    <a:pt x="1236163" y="44554"/>
                    <a:pt x="1235406" y="28040"/>
                    <a:pt x="1219774" y="25014"/>
                  </a:cubicBezTo>
                  <a:cubicBezTo>
                    <a:pt x="1204016" y="21863"/>
                    <a:pt x="1201747" y="34469"/>
                    <a:pt x="1193931" y="33587"/>
                  </a:cubicBezTo>
                  <a:cubicBezTo>
                    <a:pt x="1186115" y="32830"/>
                    <a:pt x="1156489" y="38503"/>
                    <a:pt x="1162540" y="45311"/>
                  </a:cubicBezTo>
                  <a:cubicBezTo>
                    <a:pt x="1169474" y="53253"/>
                    <a:pt x="1191409" y="49345"/>
                    <a:pt x="1206411" y="47706"/>
                  </a:cubicBezTo>
                  <a:close/>
                  <a:moveTo>
                    <a:pt x="1357815" y="484017"/>
                  </a:moveTo>
                  <a:cubicBezTo>
                    <a:pt x="1368026" y="485530"/>
                    <a:pt x="1395509" y="480109"/>
                    <a:pt x="1398660" y="474562"/>
                  </a:cubicBezTo>
                  <a:cubicBezTo>
                    <a:pt x="1401812" y="469015"/>
                    <a:pt x="1387693" y="462838"/>
                    <a:pt x="1369665" y="462838"/>
                  </a:cubicBezTo>
                  <a:cubicBezTo>
                    <a:pt x="1351512" y="462838"/>
                    <a:pt x="1348991" y="482630"/>
                    <a:pt x="1357815" y="484017"/>
                  </a:cubicBezTo>
                  <a:close/>
                  <a:moveTo>
                    <a:pt x="1937588" y="83004"/>
                  </a:moveTo>
                  <a:cubicBezTo>
                    <a:pt x="1952464" y="89307"/>
                    <a:pt x="1947043" y="93215"/>
                    <a:pt x="1931285" y="93215"/>
                  </a:cubicBezTo>
                  <a:cubicBezTo>
                    <a:pt x="1915653" y="93215"/>
                    <a:pt x="1902164" y="98510"/>
                    <a:pt x="1912501" y="102670"/>
                  </a:cubicBezTo>
                  <a:cubicBezTo>
                    <a:pt x="1920317" y="105822"/>
                    <a:pt x="1919561" y="114394"/>
                    <a:pt x="1936076" y="118302"/>
                  </a:cubicBezTo>
                  <a:cubicBezTo>
                    <a:pt x="1952590" y="122210"/>
                    <a:pt x="1968978" y="108847"/>
                    <a:pt x="1967466" y="99519"/>
                  </a:cubicBezTo>
                  <a:cubicBezTo>
                    <a:pt x="1965827" y="90064"/>
                    <a:pt x="2024699" y="81491"/>
                    <a:pt x="2040457" y="77583"/>
                  </a:cubicBezTo>
                  <a:cubicBezTo>
                    <a:pt x="2056090" y="73675"/>
                    <a:pt x="2030246" y="57161"/>
                    <a:pt x="2047517" y="55648"/>
                  </a:cubicBezTo>
                  <a:cubicBezTo>
                    <a:pt x="2064788" y="54135"/>
                    <a:pt x="2057729" y="46193"/>
                    <a:pt x="2036549" y="43042"/>
                  </a:cubicBezTo>
                  <a:cubicBezTo>
                    <a:pt x="2015370" y="39890"/>
                    <a:pt x="2023942" y="21863"/>
                    <a:pt x="2017009" y="15559"/>
                  </a:cubicBezTo>
                  <a:cubicBezTo>
                    <a:pt x="2009949" y="9256"/>
                    <a:pt x="2006041" y="23375"/>
                    <a:pt x="1978559" y="28922"/>
                  </a:cubicBezTo>
                  <a:cubicBezTo>
                    <a:pt x="1951077" y="34469"/>
                    <a:pt x="1937714" y="41529"/>
                    <a:pt x="1948682" y="46950"/>
                  </a:cubicBezTo>
                  <a:cubicBezTo>
                    <a:pt x="1959650" y="52496"/>
                    <a:pt x="1948682" y="65733"/>
                    <a:pt x="1936958" y="64977"/>
                  </a:cubicBezTo>
                  <a:cubicBezTo>
                    <a:pt x="1925108" y="64220"/>
                    <a:pt x="1922713" y="76827"/>
                    <a:pt x="1937588" y="83004"/>
                  </a:cubicBezTo>
                  <a:close/>
                  <a:moveTo>
                    <a:pt x="1979190" y="105066"/>
                  </a:moveTo>
                  <a:cubicBezTo>
                    <a:pt x="1979190" y="113638"/>
                    <a:pt x="1953977" y="122336"/>
                    <a:pt x="1961162" y="128640"/>
                  </a:cubicBezTo>
                  <a:cubicBezTo>
                    <a:pt x="1967466" y="134187"/>
                    <a:pt x="1972886" y="132548"/>
                    <a:pt x="1980828" y="134060"/>
                  </a:cubicBezTo>
                  <a:cubicBezTo>
                    <a:pt x="1988644" y="135699"/>
                    <a:pt x="1992552" y="155239"/>
                    <a:pt x="2006672" y="152088"/>
                  </a:cubicBezTo>
                  <a:cubicBezTo>
                    <a:pt x="2020791" y="148936"/>
                    <a:pt x="2059241" y="167720"/>
                    <a:pt x="2082059" y="167720"/>
                  </a:cubicBezTo>
                  <a:cubicBezTo>
                    <a:pt x="2104877" y="167720"/>
                    <a:pt x="2107146" y="148936"/>
                    <a:pt x="2100086" y="148054"/>
                  </a:cubicBezTo>
                  <a:cubicBezTo>
                    <a:pt x="2093027" y="147297"/>
                    <a:pt x="2099330" y="136330"/>
                    <a:pt x="2111810" y="118302"/>
                  </a:cubicBezTo>
                  <a:cubicBezTo>
                    <a:pt x="2124417" y="100275"/>
                    <a:pt x="2072604" y="86912"/>
                    <a:pt x="2072604" y="101031"/>
                  </a:cubicBezTo>
                  <a:cubicBezTo>
                    <a:pt x="2072604" y="115151"/>
                    <a:pt x="2057729" y="97880"/>
                    <a:pt x="2052938" y="89307"/>
                  </a:cubicBezTo>
                  <a:cubicBezTo>
                    <a:pt x="2048274" y="80735"/>
                    <a:pt x="1979190" y="96367"/>
                    <a:pt x="1979190" y="105066"/>
                  </a:cubicBezTo>
                  <a:close/>
                  <a:moveTo>
                    <a:pt x="1586875" y="495741"/>
                  </a:moveTo>
                  <a:cubicBezTo>
                    <a:pt x="1599482" y="502044"/>
                    <a:pt x="1608810" y="499649"/>
                    <a:pt x="1607298" y="487043"/>
                  </a:cubicBezTo>
                  <a:cubicBezTo>
                    <a:pt x="1605785" y="474562"/>
                    <a:pt x="1576916" y="490825"/>
                    <a:pt x="1586875" y="495741"/>
                  </a:cubicBezTo>
                  <a:close/>
                  <a:moveTo>
                    <a:pt x="1917166" y="27283"/>
                  </a:moveTo>
                  <a:cubicBezTo>
                    <a:pt x="1920317" y="15559"/>
                    <a:pt x="1868252" y="20602"/>
                    <a:pt x="1881868" y="31948"/>
                  </a:cubicBezTo>
                  <a:cubicBezTo>
                    <a:pt x="1886658" y="35982"/>
                    <a:pt x="1914140" y="39134"/>
                    <a:pt x="1917166" y="27283"/>
                  </a:cubicBezTo>
                  <a:close/>
                  <a:moveTo>
                    <a:pt x="4226425" y="596215"/>
                  </a:moveTo>
                  <a:cubicBezTo>
                    <a:pt x="4242057" y="604031"/>
                    <a:pt x="4251512" y="586760"/>
                    <a:pt x="4264118" y="595458"/>
                  </a:cubicBezTo>
                  <a:cubicBezTo>
                    <a:pt x="4276725" y="604157"/>
                    <a:pt x="4307233" y="591551"/>
                    <a:pt x="4319840" y="589155"/>
                  </a:cubicBezTo>
                  <a:cubicBezTo>
                    <a:pt x="4332446" y="586760"/>
                    <a:pt x="4326143" y="571128"/>
                    <a:pt x="4290844" y="566464"/>
                  </a:cubicBezTo>
                  <a:cubicBezTo>
                    <a:pt x="4255420" y="561673"/>
                    <a:pt x="4209533" y="587769"/>
                    <a:pt x="4226425" y="596215"/>
                  </a:cubicBezTo>
                  <a:close/>
                  <a:moveTo>
                    <a:pt x="2100843" y="215625"/>
                  </a:moveTo>
                  <a:cubicBezTo>
                    <a:pt x="2111810" y="221928"/>
                    <a:pt x="2147108" y="207809"/>
                    <a:pt x="2170682" y="208565"/>
                  </a:cubicBezTo>
                  <a:cubicBezTo>
                    <a:pt x="2194257" y="209321"/>
                    <a:pt x="2260063" y="190538"/>
                    <a:pt x="2262458" y="177931"/>
                  </a:cubicBezTo>
                  <a:cubicBezTo>
                    <a:pt x="2264853" y="165325"/>
                    <a:pt x="2238128" y="166207"/>
                    <a:pt x="2227916" y="155113"/>
                  </a:cubicBezTo>
                  <a:cubicBezTo>
                    <a:pt x="2217705" y="144146"/>
                    <a:pt x="2195013" y="153601"/>
                    <a:pt x="2189466" y="162929"/>
                  </a:cubicBezTo>
                  <a:cubicBezTo>
                    <a:pt x="2183919" y="172384"/>
                    <a:pt x="2177742" y="163686"/>
                    <a:pt x="2192618" y="148810"/>
                  </a:cubicBezTo>
                  <a:cubicBezTo>
                    <a:pt x="2207493" y="133934"/>
                    <a:pt x="2177742" y="122084"/>
                    <a:pt x="2176986" y="131539"/>
                  </a:cubicBezTo>
                  <a:cubicBezTo>
                    <a:pt x="2176229" y="140994"/>
                    <a:pt x="2148747" y="133178"/>
                    <a:pt x="2148747" y="141750"/>
                  </a:cubicBezTo>
                  <a:cubicBezTo>
                    <a:pt x="2148747" y="150323"/>
                    <a:pt x="2138536" y="154357"/>
                    <a:pt x="2139292" y="162929"/>
                  </a:cubicBezTo>
                  <a:cubicBezTo>
                    <a:pt x="2140049" y="171502"/>
                    <a:pt x="2120509" y="158265"/>
                    <a:pt x="2119626" y="177805"/>
                  </a:cubicBezTo>
                  <a:cubicBezTo>
                    <a:pt x="2118870" y="197597"/>
                    <a:pt x="2089245" y="209069"/>
                    <a:pt x="2100843" y="215625"/>
                  </a:cubicBezTo>
                  <a:close/>
                  <a:moveTo>
                    <a:pt x="3113019" y="377240"/>
                  </a:moveTo>
                  <a:cubicBezTo>
                    <a:pt x="3123986" y="382787"/>
                    <a:pt x="3127894" y="388208"/>
                    <a:pt x="3134197" y="394511"/>
                  </a:cubicBezTo>
                  <a:cubicBezTo>
                    <a:pt x="3140501" y="400814"/>
                    <a:pt x="3164075" y="391359"/>
                    <a:pt x="3173404" y="388208"/>
                  </a:cubicBezTo>
                  <a:cubicBezTo>
                    <a:pt x="3182859" y="385056"/>
                    <a:pt x="3183615" y="402327"/>
                    <a:pt x="3198491" y="392872"/>
                  </a:cubicBezTo>
                  <a:cubicBezTo>
                    <a:pt x="3213367" y="383417"/>
                    <a:pt x="3228242" y="388208"/>
                    <a:pt x="3245513" y="388208"/>
                  </a:cubicBezTo>
                  <a:cubicBezTo>
                    <a:pt x="3262784" y="388208"/>
                    <a:pt x="3242361" y="367029"/>
                    <a:pt x="3243118" y="357574"/>
                  </a:cubicBezTo>
                  <a:cubicBezTo>
                    <a:pt x="3243874" y="348119"/>
                    <a:pt x="3263540" y="354422"/>
                    <a:pt x="3257237" y="362238"/>
                  </a:cubicBezTo>
                  <a:cubicBezTo>
                    <a:pt x="3250934" y="370054"/>
                    <a:pt x="3266692" y="388082"/>
                    <a:pt x="3291779" y="386569"/>
                  </a:cubicBezTo>
                  <a:cubicBezTo>
                    <a:pt x="3316865" y="385056"/>
                    <a:pt x="3298082" y="369298"/>
                    <a:pt x="3310688" y="363877"/>
                  </a:cubicBezTo>
                  <a:cubicBezTo>
                    <a:pt x="3323295" y="358330"/>
                    <a:pt x="3321656" y="352153"/>
                    <a:pt x="3303629" y="341059"/>
                  </a:cubicBezTo>
                  <a:cubicBezTo>
                    <a:pt x="3285602" y="330092"/>
                    <a:pt x="3262027" y="337151"/>
                    <a:pt x="3246396" y="330092"/>
                  </a:cubicBezTo>
                  <a:cubicBezTo>
                    <a:pt x="3229629" y="322528"/>
                    <a:pt x="3209585" y="322276"/>
                    <a:pt x="3208702" y="339546"/>
                  </a:cubicBezTo>
                  <a:cubicBezTo>
                    <a:pt x="3207946" y="356817"/>
                    <a:pt x="3174917" y="320763"/>
                    <a:pt x="3157646" y="315216"/>
                  </a:cubicBezTo>
                  <a:cubicBezTo>
                    <a:pt x="3140374" y="309795"/>
                    <a:pt x="3087049" y="364255"/>
                    <a:pt x="3113019" y="377240"/>
                  </a:cubicBezTo>
                  <a:close/>
                  <a:moveTo>
                    <a:pt x="3277029" y="477714"/>
                  </a:moveTo>
                  <a:cubicBezTo>
                    <a:pt x="3291148" y="474562"/>
                    <a:pt x="3266818" y="448719"/>
                    <a:pt x="3242488" y="444811"/>
                  </a:cubicBezTo>
                  <a:cubicBezTo>
                    <a:pt x="3218157" y="440903"/>
                    <a:pt x="3195591" y="460947"/>
                    <a:pt x="3198491" y="465233"/>
                  </a:cubicBezTo>
                  <a:cubicBezTo>
                    <a:pt x="3205551" y="475319"/>
                    <a:pt x="3262784" y="480865"/>
                    <a:pt x="3277029" y="477714"/>
                  </a:cubicBezTo>
                  <a:close/>
                  <a:moveTo>
                    <a:pt x="3214249" y="425901"/>
                  </a:moveTo>
                  <a:cubicBezTo>
                    <a:pt x="3214249" y="414177"/>
                    <a:pt x="3171513" y="430187"/>
                    <a:pt x="3189162" y="436112"/>
                  </a:cubicBezTo>
                  <a:cubicBezTo>
                    <a:pt x="3198491" y="439264"/>
                    <a:pt x="3214249" y="437625"/>
                    <a:pt x="3214249" y="425901"/>
                  </a:cubicBezTo>
                  <a:close/>
                  <a:moveTo>
                    <a:pt x="3350777" y="376484"/>
                  </a:moveTo>
                  <a:cubicBezTo>
                    <a:pt x="3369687" y="378122"/>
                    <a:pt x="3379016" y="396150"/>
                    <a:pt x="3415071" y="398419"/>
                  </a:cubicBezTo>
                  <a:cubicBezTo>
                    <a:pt x="3451125" y="400814"/>
                    <a:pt x="3477851" y="393754"/>
                    <a:pt x="3478607" y="385812"/>
                  </a:cubicBezTo>
                  <a:cubicBezTo>
                    <a:pt x="3479363" y="377996"/>
                    <a:pt x="3445704" y="366146"/>
                    <a:pt x="3435493" y="372449"/>
                  </a:cubicBezTo>
                  <a:cubicBezTo>
                    <a:pt x="3425282" y="378753"/>
                    <a:pt x="3417466" y="362238"/>
                    <a:pt x="3404859" y="366146"/>
                  </a:cubicBezTo>
                  <a:cubicBezTo>
                    <a:pt x="3392253" y="370054"/>
                    <a:pt x="3374982" y="369298"/>
                    <a:pt x="3368805" y="358330"/>
                  </a:cubicBezTo>
                  <a:cubicBezTo>
                    <a:pt x="3362502" y="347489"/>
                    <a:pt x="3341322" y="375727"/>
                    <a:pt x="3350777" y="376484"/>
                  </a:cubicBezTo>
                  <a:close/>
                  <a:moveTo>
                    <a:pt x="729255" y="57917"/>
                  </a:moveTo>
                  <a:cubicBezTo>
                    <a:pt x="747282" y="41403"/>
                    <a:pt x="770856" y="57161"/>
                    <a:pt x="774008" y="49219"/>
                  </a:cubicBezTo>
                  <a:cubicBezTo>
                    <a:pt x="777160" y="41403"/>
                    <a:pt x="740349" y="39007"/>
                    <a:pt x="726986" y="46067"/>
                  </a:cubicBezTo>
                  <a:cubicBezTo>
                    <a:pt x="713623" y="53127"/>
                    <a:pt x="682359" y="47454"/>
                    <a:pt x="686141" y="56278"/>
                  </a:cubicBezTo>
                  <a:cubicBezTo>
                    <a:pt x="688536" y="61825"/>
                    <a:pt x="711228" y="74432"/>
                    <a:pt x="729255" y="57917"/>
                  </a:cubicBezTo>
                  <a:close/>
                  <a:moveTo>
                    <a:pt x="3270726" y="1383995"/>
                  </a:moveTo>
                  <a:cubicBezTo>
                    <a:pt x="3262154" y="1361304"/>
                    <a:pt x="3283333" y="1339242"/>
                    <a:pt x="3267574" y="1327518"/>
                  </a:cubicBezTo>
                  <a:cubicBezTo>
                    <a:pt x="3251942" y="1315794"/>
                    <a:pt x="3258120" y="1291464"/>
                    <a:pt x="3250304" y="1296128"/>
                  </a:cubicBezTo>
                  <a:cubicBezTo>
                    <a:pt x="3242488" y="1300792"/>
                    <a:pt x="3250304" y="1322097"/>
                    <a:pt x="3237697" y="1323610"/>
                  </a:cubicBezTo>
                  <a:cubicBezTo>
                    <a:pt x="3225091" y="1325123"/>
                    <a:pt x="3236941" y="1336973"/>
                    <a:pt x="3232150" y="1352605"/>
                  </a:cubicBezTo>
                  <a:cubicBezTo>
                    <a:pt x="3227486" y="1368237"/>
                    <a:pt x="3234545" y="1391055"/>
                    <a:pt x="3240722" y="1405174"/>
                  </a:cubicBezTo>
                  <a:cubicBezTo>
                    <a:pt x="3247026" y="1419294"/>
                    <a:pt x="3232150" y="1494554"/>
                    <a:pt x="3238327" y="1507161"/>
                  </a:cubicBezTo>
                  <a:cubicBezTo>
                    <a:pt x="3244630" y="1519767"/>
                    <a:pt x="3228116" y="1575236"/>
                    <a:pt x="3233663" y="1581665"/>
                  </a:cubicBezTo>
                  <a:cubicBezTo>
                    <a:pt x="3243118" y="1592633"/>
                    <a:pt x="3236814" y="1566790"/>
                    <a:pt x="3250934" y="1564394"/>
                  </a:cubicBezTo>
                  <a:cubicBezTo>
                    <a:pt x="3265053" y="1561999"/>
                    <a:pt x="3265053" y="1580026"/>
                    <a:pt x="3273751" y="1584060"/>
                  </a:cubicBezTo>
                  <a:cubicBezTo>
                    <a:pt x="3282450" y="1587968"/>
                    <a:pt x="3276903" y="1558973"/>
                    <a:pt x="3269087" y="1560486"/>
                  </a:cubicBezTo>
                  <a:cubicBezTo>
                    <a:pt x="3261271" y="1562125"/>
                    <a:pt x="3254968" y="1541703"/>
                    <a:pt x="3251060" y="1529096"/>
                  </a:cubicBezTo>
                  <a:cubicBezTo>
                    <a:pt x="3247152" y="1516490"/>
                    <a:pt x="3258876" y="1501614"/>
                    <a:pt x="3258876" y="1485982"/>
                  </a:cubicBezTo>
                  <a:cubicBezTo>
                    <a:pt x="3258876" y="1470350"/>
                    <a:pt x="3278542" y="1471106"/>
                    <a:pt x="3290266" y="1482830"/>
                  </a:cubicBezTo>
                  <a:cubicBezTo>
                    <a:pt x="3301990" y="1494554"/>
                    <a:pt x="3303629" y="1486738"/>
                    <a:pt x="3298838" y="1478166"/>
                  </a:cubicBezTo>
                  <a:cubicBezTo>
                    <a:pt x="3294300" y="1469467"/>
                    <a:pt x="3279298" y="1406687"/>
                    <a:pt x="3270726" y="1383995"/>
                  </a:cubicBezTo>
                  <a:close/>
                  <a:moveTo>
                    <a:pt x="803003" y="50858"/>
                  </a:moveTo>
                  <a:cubicBezTo>
                    <a:pt x="813970" y="58674"/>
                    <a:pt x="772369" y="56278"/>
                    <a:pt x="766948" y="64220"/>
                  </a:cubicBezTo>
                  <a:cubicBezTo>
                    <a:pt x="761527" y="72036"/>
                    <a:pt x="737323" y="69263"/>
                    <a:pt x="741861" y="78340"/>
                  </a:cubicBezTo>
                  <a:cubicBezTo>
                    <a:pt x="746526" y="87795"/>
                    <a:pt x="785732" y="88551"/>
                    <a:pt x="785732" y="80735"/>
                  </a:cubicBezTo>
                  <a:cubicBezTo>
                    <a:pt x="785732" y="72919"/>
                    <a:pt x="806155" y="79979"/>
                    <a:pt x="806911" y="72919"/>
                  </a:cubicBezTo>
                  <a:cubicBezTo>
                    <a:pt x="807667" y="65859"/>
                    <a:pt x="816366" y="58043"/>
                    <a:pt x="838301" y="56404"/>
                  </a:cubicBezTo>
                  <a:cubicBezTo>
                    <a:pt x="860237" y="54892"/>
                    <a:pt x="860237" y="46950"/>
                    <a:pt x="839814" y="37621"/>
                  </a:cubicBezTo>
                  <a:cubicBezTo>
                    <a:pt x="819517" y="28166"/>
                    <a:pt x="792035" y="43042"/>
                    <a:pt x="803003" y="50858"/>
                  </a:cubicBezTo>
                  <a:close/>
                  <a:moveTo>
                    <a:pt x="769344" y="684839"/>
                  </a:moveTo>
                  <a:cubicBezTo>
                    <a:pt x="790523" y="704505"/>
                    <a:pt x="808550" y="676266"/>
                    <a:pt x="818761" y="674627"/>
                  </a:cubicBezTo>
                  <a:cubicBezTo>
                    <a:pt x="828972" y="673115"/>
                    <a:pt x="812458" y="662021"/>
                    <a:pt x="795187" y="657356"/>
                  </a:cubicBezTo>
                  <a:cubicBezTo>
                    <a:pt x="777916" y="652692"/>
                    <a:pt x="753333" y="670089"/>
                    <a:pt x="769344" y="684839"/>
                  </a:cubicBezTo>
                  <a:close/>
                  <a:moveTo>
                    <a:pt x="4528099" y="818594"/>
                  </a:moveTo>
                  <a:cubicBezTo>
                    <a:pt x="4520283" y="815820"/>
                    <a:pt x="4495196" y="799810"/>
                    <a:pt x="4488893" y="790733"/>
                  </a:cubicBezTo>
                  <a:cubicBezTo>
                    <a:pt x="4482589" y="781657"/>
                    <a:pt x="4452460" y="777370"/>
                    <a:pt x="4452460" y="782035"/>
                  </a:cubicBezTo>
                  <a:cubicBezTo>
                    <a:pt x="4452460" y="786699"/>
                    <a:pt x="4442627" y="780900"/>
                    <a:pt x="4440358" y="775731"/>
                  </a:cubicBezTo>
                  <a:cubicBezTo>
                    <a:pt x="4437963" y="770689"/>
                    <a:pt x="4406194" y="769806"/>
                    <a:pt x="4405815" y="775353"/>
                  </a:cubicBezTo>
                  <a:cubicBezTo>
                    <a:pt x="4405438" y="780900"/>
                    <a:pt x="4413254" y="781278"/>
                    <a:pt x="4417918" y="787582"/>
                  </a:cubicBezTo>
                  <a:cubicBezTo>
                    <a:pt x="4422582" y="793885"/>
                    <a:pt x="4411615" y="797415"/>
                    <a:pt x="4414010" y="804474"/>
                  </a:cubicBezTo>
                  <a:cubicBezTo>
                    <a:pt x="4416405" y="811534"/>
                    <a:pt x="4402286" y="800944"/>
                    <a:pt x="4397117" y="797036"/>
                  </a:cubicBezTo>
                  <a:cubicBezTo>
                    <a:pt x="4392075" y="793129"/>
                    <a:pt x="4394344" y="777749"/>
                    <a:pt x="4395983" y="769932"/>
                  </a:cubicBezTo>
                  <a:cubicBezTo>
                    <a:pt x="4397622" y="762117"/>
                    <a:pt x="4386906" y="763629"/>
                    <a:pt x="4385772" y="755813"/>
                  </a:cubicBezTo>
                  <a:cubicBezTo>
                    <a:pt x="4384637" y="747997"/>
                    <a:pt x="4349339" y="731861"/>
                    <a:pt x="4334337" y="725558"/>
                  </a:cubicBezTo>
                  <a:cubicBezTo>
                    <a:pt x="4319461" y="719254"/>
                    <a:pt x="4300173" y="713834"/>
                    <a:pt x="4295131" y="705891"/>
                  </a:cubicBezTo>
                  <a:cubicBezTo>
                    <a:pt x="4290088" y="698075"/>
                    <a:pt x="4263362" y="697319"/>
                    <a:pt x="4253151" y="686604"/>
                  </a:cubicBezTo>
                  <a:cubicBezTo>
                    <a:pt x="4242940" y="676014"/>
                    <a:pt x="4198187" y="657230"/>
                    <a:pt x="4179024" y="655970"/>
                  </a:cubicBezTo>
                  <a:cubicBezTo>
                    <a:pt x="4159863" y="654835"/>
                    <a:pt x="4164149" y="644246"/>
                    <a:pt x="4154694" y="645758"/>
                  </a:cubicBezTo>
                  <a:cubicBezTo>
                    <a:pt x="4145239" y="647397"/>
                    <a:pt x="4104898" y="645380"/>
                    <a:pt x="4092292" y="643363"/>
                  </a:cubicBezTo>
                  <a:cubicBezTo>
                    <a:pt x="4079685" y="641472"/>
                    <a:pt x="4077038" y="650801"/>
                    <a:pt x="4067961" y="647271"/>
                  </a:cubicBezTo>
                  <a:cubicBezTo>
                    <a:pt x="4058885" y="643741"/>
                    <a:pt x="4012241" y="626849"/>
                    <a:pt x="4006694" y="633152"/>
                  </a:cubicBezTo>
                  <a:cubicBezTo>
                    <a:pt x="4001273" y="639455"/>
                    <a:pt x="4003542" y="648406"/>
                    <a:pt x="3998121" y="650045"/>
                  </a:cubicBezTo>
                  <a:cubicBezTo>
                    <a:pt x="3992701" y="651557"/>
                    <a:pt x="3998121" y="659500"/>
                    <a:pt x="4011106" y="671224"/>
                  </a:cubicBezTo>
                  <a:cubicBezTo>
                    <a:pt x="4024091" y="682948"/>
                    <a:pt x="4016149" y="692024"/>
                    <a:pt x="4004425" y="697067"/>
                  </a:cubicBezTo>
                  <a:cubicBezTo>
                    <a:pt x="3992701" y="702110"/>
                    <a:pt x="3973791" y="692276"/>
                    <a:pt x="3967992" y="683326"/>
                  </a:cubicBezTo>
                  <a:cubicBezTo>
                    <a:pt x="3962067" y="674375"/>
                    <a:pt x="3946056" y="678157"/>
                    <a:pt x="3942148" y="666433"/>
                  </a:cubicBezTo>
                  <a:cubicBezTo>
                    <a:pt x="3938241" y="654709"/>
                    <a:pt x="3946813" y="652692"/>
                    <a:pt x="3954755" y="659373"/>
                  </a:cubicBezTo>
                  <a:cubicBezTo>
                    <a:pt x="3962571" y="666055"/>
                    <a:pt x="3973161" y="660508"/>
                    <a:pt x="3974421" y="651936"/>
                  </a:cubicBezTo>
                  <a:cubicBezTo>
                    <a:pt x="3975555" y="643363"/>
                    <a:pt x="3953242" y="637438"/>
                    <a:pt x="3941014" y="638195"/>
                  </a:cubicBezTo>
                  <a:cubicBezTo>
                    <a:pt x="3928912" y="638951"/>
                    <a:pt x="3922230" y="655844"/>
                    <a:pt x="3909624" y="662903"/>
                  </a:cubicBezTo>
                  <a:cubicBezTo>
                    <a:pt x="3897017" y="669963"/>
                    <a:pt x="3848482" y="660130"/>
                    <a:pt x="3843313" y="655465"/>
                  </a:cubicBezTo>
                  <a:cubicBezTo>
                    <a:pt x="3838271" y="650801"/>
                    <a:pt x="3770322" y="655465"/>
                    <a:pt x="3763262" y="660130"/>
                  </a:cubicBezTo>
                  <a:cubicBezTo>
                    <a:pt x="3756203" y="664794"/>
                    <a:pt x="3761245" y="683326"/>
                    <a:pt x="3757715" y="684839"/>
                  </a:cubicBezTo>
                  <a:cubicBezTo>
                    <a:pt x="3754185" y="686351"/>
                    <a:pt x="3750656" y="663660"/>
                    <a:pt x="3750656" y="659373"/>
                  </a:cubicBezTo>
                  <a:cubicBezTo>
                    <a:pt x="3750656" y="655087"/>
                    <a:pt x="3742461" y="651936"/>
                    <a:pt x="3730233" y="651936"/>
                  </a:cubicBezTo>
                  <a:cubicBezTo>
                    <a:pt x="3718131" y="651936"/>
                    <a:pt x="3711071" y="651557"/>
                    <a:pt x="3716114" y="646389"/>
                  </a:cubicBezTo>
                  <a:cubicBezTo>
                    <a:pt x="3721282" y="641346"/>
                    <a:pt x="3711450" y="636177"/>
                    <a:pt x="3720778" y="629496"/>
                  </a:cubicBezTo>
                  <a:cubicBezTo>
                    <a:pt x="3730233" y="622815"/>
                    <a:pt x="3703507" y="602014"/>
                    <a:pt x="3677664" y="591803"/>
                  </a:cubicBezTo>
                  <a:cubicBezTo>
                    <a:pt x="3651820" y="581591"/>
                    <a:pt x="3592948" y="587516"/>
                    <a:pt x="3577190" y="592181"/>
                  </a:cubicBezTo>
                  <a:cubicBezTo>
                    <a:pt x="3561558" y="596845"/>
                    <a:pt x="3530168" y="595332"/>
                    <a:pt x="3515166" y="595711"/>
                  </a:cubicBezTo>
                  <a:cubicBezTo>
                    <a:pt x="3500291" y="596089"/>
                    <a:pt x="3512392" y="589786"/>
                    <a:pt x="3508107" y="582726"/>
                  </a:cubicBezTo>
                  <a:cubicBezTo>
                    <a:pt x="3503820" y="575666"/>
                    <a:pt x="3478229" y="567094"/>
                    <a:pt x="3474699" y="572893"/>
                  </a:cubicBezTo>
                  <a:cubicBezTo>
                    <a:pt x="3471170" y="578818"/>
                    <a:pt x="3464488" y="572893"/>
                    <a:pt x="3464488" y="568607"/>
                  </a:cubicBezTo>
                  <a:cubicBezTo>
                    <a:pt x="3464488" y="564320"/>
                    <a:pt x="3440536" y="555622"/>
                    <a:pt x="3431081" y="557639"/>
                  </a:cubicBezTo>
                  <a:cubicBezTo>
                    <a:pt x="3421626" y="559530"/>
                    <a:pt x="3417340" y="548941"/>
                    <a:pt x="3428307" y="548941"/>
                  </a:cubicBezTo>
                  <a:cubicBezTo>
                    <a:pt x="3439275" y="548941"/>
                    <a:pt x="3458185" y="551336"/>
                    <a:pt x="3449865" y="538729"/>
                  </a:cubicBezTo>
                  <a:cubicBezTo>
                    <a:pt x="3441670" y="526123"/>
                    <a:pt x="3371074" y="522215"/>
                    <a:pt x="3364392" y="524610"/>
                  </a:cubicBezTo>
                  <a:cubicBezTo>
                    <a:pt x="3357711" y="527005"/>
                    <a:pt x="3364014" y="535956"/>
                    <a:pt x="3348634" y="550453"/>
                  </a:cubicBezTo>
                  <a:cubicBezTo>
                    <a:pt x="3333381" y="564951"/>
                    <a:pt x="3318379" y="555118"/>
                    <a:pt x="3320396" y="548058"/>
                  </a:cubicBezTo>
                  <a:cubicBezTo>
                    <a:pt x="3322412" y="540998"/>
                    <a:pt x="3341197" y="542133"/>
                    <a:pt x="3341197" y="535073"/>
                  </a:cubicBezTo>
                  <a:cubicBezTo>
                    <a:pt x="3341197" y="528014"/>
                    <a:pt x="3315353" y="531922"/>
                    <a:pt x="3311445" y="525997"/>
                  </a:cubicBezTo>
                  <a:cubicBezTo>
                    <a:pt x="3307537" y="520072"/>
                    <a:pt x="3316865" y="516164"/>
                    <a:pt x="3326320" y="518937"/>
                  </a:cubicBezTo>
                  <a:cubicBezTo>
                    <a:pt x="3335775" y="521710"/>
                    <a:pt x="3352164" y="523223"/>
                    <a:pt x="3353047" y="518937"/>
                  </a:cubicBezTo>
                  <a:cubicBezTo>
                    <a:pt x="3353803" y="514651"/>
                    <a:pt x="3343213" y="513894"/>
                    <a:pt x="3327581" y="511121"/>
                  </a:cubicBezTo>
                  <a:cubicBezTo>
                    <a:pt x="3311823" y="508348"/>
                    <a:pt x="3273878" y="499397"/>
                    <a:pt x="3253833" y="501288"/>
                  </a:cubicBezTo>
                  <a:cubicBezTo>
                    <a:pt x="3233789" y="503305"/>
                    <a:pt x="3224838" y="493850"/>
                    <a:pt x="3213871" y="493094"/>
                  </a:cubicBezTo>
                  <a:cubicBezTo>
                    <a:pt x="3202903" y="492337"/>
                    <a:pt x="3202903" y="499019"/>
                    <a:pt x="3207946" y="505196"/>
                  </a:cubicBezTo>
                  <a:cubicBezTo>
                    <a:pt x="3212988" y="511499"/>
                    <a:pt x="3197356" y="515407"/>
                    <a:pt x="3184372" y="513390"/>
                  </a:cubicBezTo>
                  <a:cubicBezTo>
                    <a:pt x="3171387" y="511373"/>
                    <a:pt x="3152603" y="520450"/>
                    <a:pt x="3160041" y="529905"/>
                  </a:cubicBezTo>
                  <a:cubicBezTo>
                    <a:pt x="3167479" y="539360"/>
                    <a:pt x="3174917" y="527131"/>
                    <a:pt x="3181220" y="530283"/>
                  </a:cubicBezTo>
                  <a:cubicBezTo>
                    <a:pt x="3187523" y="533435"/>
                    <a:pt x="3164706" y="540116"/>
                    <a:pt x="3174161" y="544402"/>
                  </a:cubicBezTo>
                  <a:cubicBezTo>
                    <a:pt x="3183615" y="548688"/>
                    <a:pt x="3181977" y="557765"/>
                    <a:pt x="3182354" y="562429"/>
                  </a:cubicBezTo>
                  <a:cubicBezTo>
                    <a:pt x="3182733" y="567094"/>
                    <a:pt x="3166596" y="569489"/>
                    <a:pt x="3160798" y="562429"/>
                  </a:cubicBezTo>
                  <a:cubicBezTo>
                    <a:pt x="3154872" y="555370"/>
                    <a:pt x="3146678" y="561673"/>
                    <a:pt x="3135710" y="560917"/>
                  </a:cubicBezTo>
                  <a:cubicBezTo>
                    <a:pt x="3124742" y="560160"/>
                    <a:pt x="3116423" y="565203"/>
                    <a:pt x="3128273" y="566842"/>
                  </a:cubicBezTo>
                  <a:cubicBezTo>
                    <a:pt x="3139997" y="568355"/>
                    <a:pt x="3143905" y="575792"/>
                    <a:pt x="3128273" y="577431"/>
                  </a:cubicBezTo>
                  <a:cubicBezTo>
                    <a:pt x="3112641" y="578944"/>
                    <a:pt x="3116549" y="562934"/>
                    <a:pt x="3107094" y="564825"/>
                  </a:cubicBezTo>
                  <a:cubicBezTo>
                    <a:pt x="3097639" y="566842"/>
                    <a:pt x="3077216" y="557387"/>
                    <a:pt x="3066249" y="557765"/>
                  </a:cubicBezTo>
                  <a:cubicBezTo>
                    <a:pt x="3055281" y="558143"/>
                    <a:pt x="3050112" y="566842"/>
                    <a:pt x="3035614" y="567976"/>
                  </a:cubicBezTo>
                  <a:cubicBezTo>
                    <a:pt x="3021117" y="569111"/>
                    <a:pt x="3001451" y="560538"/>
                    <a:pt x="2995652" y="552722"/>
                  </a:cubicBezTo>
                  <a:cubicBezTo>
                    <a:pt x="2989727" y="544906"/>
                    <a:pt x="2987836" y="542511"/>
                    <a:pt x="2980776" y="551588"/>
                  </a:cubicBezTo>
                  <a:cubicBezTo>
                    <a:pt x="2973717" y="560665"/>
                    <a:pt x="2973338" y="577809"/>
                    <a:pt x="2966279" y="579070"/>
                  </a:cubicBezTo>
                  <a:cubicBezTo>
                    <a:pt x="2959219" y="580205"/>
                    <a:pt x="2956446" y="595585"/>
                    <a:pt x="2949386" y="599493"/>
                  </a:cubicBezTo>
                  <a:cubicBezTo>
                    <a:pt x="2942327" y="603401"/>
                    <a:pt x="2941948" y="593568"/>
                    <a:pt x="2932872" y="594450"/>
                  </a:cubicBezTo>
                  <a:cubicBezTo>
                    <a:pt x="2923795" y="595206"/>
                    <a:pt x="2894800" y="566968"/>
                    <a:pt x="2893287" y="558774"/>
                  </a:cubicBezTo>
                  <a:cubicBezTo>
                    <a:pt x="2891775" y="550579"/>
                    <a:pt x="2873747" y="534821"/>
                    <a:pt x="2868957" y="531670"/>
                  </a:cubicBezTo>
                  <a:cubicBezTo>
                    <a:pt x="2864292" y="528518"/>
                    <a:pt x="2873621" y="527005"/>
                    <a:pt x="2879547" y="532048"/>
                  </a:cubicBezTo>
                  <a:cubicBezTo>
                    <a:pt x="2885471" y="537090"/>
                    <a:pt x="2892909" y="537090"/>
                    <a:pt x="2898708" y="534065"/>
                  </a:cubicBezTo>
                  <a:cubicBezTo>
                    <a:pt x="2904633" y="530913"/>
                    <a:pt x="2903877" y="516416"/>
                    <a:pt x="2893666" y="516038"/>
                  </a:cubicBezTo>
                  <a:cubicBezTo>
                    <a:pt x="2883455" y="515659"/>
                    <a:pt x="2887363" y="507087"/>
                    <a:pt x="2892531" y="505448"/>
                  </a:cubicBezTo>
                  <a:cubicBezTo>
                    <a:pt x="2897699" y="503935"/>
                    <a:pt x="2880807" y="488555"/>
                    <a:pt x="2886984" y="487043"/>
                  </a:cubicBezTo>
                  <a:cubicBezTo>
                    <a:pt x="2893287" y="485530"/>
                    <a:pt x="2890514" y="478848"/>
                    <a:pt x="2881941" y="477588"/>
                  </a:cubicBezTo>
                  <a:cubicBezTo>
                    <a:pt x="2873369" y="476453"/>
                    <a:pt x="2864292" y="469393"/>
                    <a:pt x="2863914" y="464981"/>
                  </a:cubicBezTo>
                  <a:cubicBezTo>
                    <a:pt x="2863536" y="460695"/>
                    <a:pt x="2827103" y="459056"/>
                    <a:pt x="2828616" y="465359"/>
                  </a:cubicBezTo>
                  <a:cubicBezTo>
                    <a:pt x="2830255" y="471663"/>
                    <a:pt x="2816892" y="469646"/>
                    <a:pt x="2818783" y="464603"/>
                  </a:cubicBezTo>
                  <a:cubicBezTo>
                    <a:pt x="2820800" y="459560"/>
                    <a:pt x="2805798" y="461073"/>
                    <a:pt x="2788527" y="456409"/>
                  </a:cubicBezTo>
                  <a:cubicBezTo>
                    <a:pt x="2771256" y="451744"/>
                    <a:pt x="2770878" y="439516"/>
                    <a:pt x="2764953" y="438760"/>
                  </a:cubicBezTo>
                  <a:cubicBezTo>
                    <a:pt x="2759028" y="438003"/>
                    <a:pt x="2761045" y="455652"/>
                    <a:pt x="2752473" y="451744"/>
                  </a:cubicBezTo>
                  <a:cubicBezTo>
                    <a:pt x="2743901" y="447836"/>
                    <a:pt x="2734446" y="455274"/>
                    <a:pt x="2739110" y="465485"/>
                  </a:cubicBezTo>
                  <a:cubicBezTo>
                    <a:pt x="2743774" y="475697"/>
                    <a:pt x="2739488" y="477210"/>
                    <a:pt x="2738731" y="485530"/>
                  </a:cubicBezTo>
                  <a:cubicBezTo>
                    <a:pt x="2737975" y="493724"/>
                    <a:pt x="2733185" y="490194"/>
                    <a:pt x="2723099" y="486664"/>
                  </a:cubicBezTo>
                  <a:cubicBezTo>
                    <a:pt x="2712888" y="483135"/>
                    <a:pt x="2712888" y="495363"/>
                    <a:pt x="2690953" y="489816"/>
                  </a:cubicBezTo>
                  <a:cubicBezTo>
                    <a:pt x="2669018" y="484269"/>
                    <a:pt x="2659184" y="490194"/>
                    <a:pt x="2655276" y="483135"/>
                  </a:cubicBezTo>
                  <a:cubicBezTo>
                    <a:pt x="2651368" y="476075"/>
                    <a:pt x="2644687" y="475319"/>
                    <a:pt x="2643931" y="481118"/>
                  </a:cubicBezTo>
                  <a:cubicBezTo>
                    <a:pt x="2643175" y="487043"/>
                    <a:pt x="2609389" y="484647"/>
                    <a:pt x="2606616" y="475949"/>
                  </a:cubicBezTo>
                  <a:cubicBezTo>
                    <a:pt x="2603842" y="467376"/>
                    <a:pt x="2612540" y="465738"/>
                    <a:pt x="2617583" y="463468"/>
                  </a:cubicBezTo>
                  <a:cubicBezTo>
                    <a:pt x="2622626" y="461073"/>
                    <a:pt x="2612036" y="457543"/>
                    <a:pt x="2593630" y="458804"/>
                  </a:cubicBezTo>
                  <a:cubicBezTo>
                    <a:pt x="2575225" y="459939"/>
                    <a:pt x="2563375" y="449349"/>
                    <a:pt x="2544592" y="451366"/>
                  </a:cubicBezTo>
                  <a:cubicBezTo>
                    <a:pt x="2525682" y="453383"/>
                    <a:pt x="2483828" y="457291"/>
                    <a:pt x="2477903" y="460065"/>
                  </a:cubicBezTo>
                  <a:cubicBezTo>
                    <a:pt x="2471978" y="462838"/>
                    <a:pt x="2483450" y="473428"/>
                    <a:pt x="2474373" y="474184"/>
                  </a:cubicBezTo>
                  <a:cubicBezTo>
                    <a:pt x="2465423" y="474940"/>
                    <a:pt x="2471600" y="456913"/>
                    <a:pt x="2470087" y="448341"/>
                  </a:cubicBezTo>
                  <a:cubicBezTo>
                    <a:pt x="2468574" y="439642"/>
                    <a:pt x="2454833" y="438508"/>
                    <a:pt x="2456724" y="445189"/>
                  </a:cubicBezTo>
                  <a:cubicBezTo>
                    <a:pt x="2458741" y="451870"/>
                    <a:pt x="2435167" y="454266"/>
                    <a:pt x="2429242" y="449097"/>
                  </a:cubicBezTo>
                  <a:cubicBezTo>
                    <a:pt x="2423317" y="444054"/>
                    <a:pt x="2413988" y="437373"/>
                    <a:pt x="2398608" y="433465"/>
                  </a:cubicBezTo>
                  <a:cubicBezTo>
                    <a:pt x="2383354" y="429557"/>
                    <a:pt x="2364444" y="446071"/>
                    <a:pt x="2368857" y="450736"/>
                  </a:cubicBezTo>
                  <a:cubicBezTo>
                    <a:pt x="2373143" y="455400"/>
                    <a:pt x="2384489" y="451870"/>
                    <a:pt x="2384867" y="455022"/>
                  </a:cubicBezTo>
                  <a:cubicBezTo>
                    <a:pt x="2385623" y="461451"/>
                    <a:pt x="2352343" y="458930"/>
                    <a:pt x="2352343" y="464477"/>
                  </a:cubicBezTo>
                  <a:cubicBezTo>
                    <a:pt x="2352343" y="470024"/>
                    <a:pt x="2321330" y="477462"/>
                    <a:pt x="2311875" y="478596"/>
                  </a:cubicBezTo>
                  <a:cubicBezTo>
                    <a:pt x="2286032" y="481874"/>
                    <a:pt x="2280485" y="481748"/>
                    <a:pt x="2268383" y="491959"/>
                  </a:cubicBezTo>
                  <a:cubicBezTo>
                    <a:pt x="2256281" y="502170"/>
                    <a:pt x="2265610" y="482882"/>
                    <a:pt x="2275065" y="473554"/>
                  </a:cubicBezTo>
                  <a:cubicBezTo>
                    <a:pt x="2284520" y="464099"/>
                    <a:pt x="2294226" y="468007"/>
                    <a:pt x="2299773" y="460569"/>
                  </a:cubicBezTo>
                  <a:cubicBezTo>
                    <a:pt x="2305320" y="453131"/>
                    <a:pt x="2313892" y="453887"/>
                    <a:pt x="2328768" y="451492"/>
                  </a:cubicBezTo>
                  <a:cubicBezTo>
                    <a:pt x="2343644" y="449097"/>
                    <a:pt x="2342888" y="440525"/>
                    <a:pt x="2349947" y="437373"/>
                  </a:cubicBezTo>
                  <a:cubicBezTo>
                    <a:pt x="2357007" y="434221"/>
                    <a:pt x="2374278" y="427540"/>
                    <a:pt x="2377429" y="420480"/>
                  </a:cubicBezTo>
                  <a:cubicBezTo>
                    <a:pt x="2380581" y="413421"/>
                    <a:pt x="2415879" y="401697"/>
                    <a:pt x="2422939" y="402075"/>
                  </a:cubicBezTo>
                  <a:cubicBezTo>
                    <a:pt x="2429998" y="402453"/>
                    <a:pt x="2431511" y="387955"/>
                    <a:pt x="2435419" y="387955"/>
                  </a:cubicBezTo>
                  <a:cubicBezTo>
                    <a:pt x="2439327" y="387955"/>
                    <a:pt x="2459749" y="379005"/>
                    <a:pt x="2467565" y="375349"/>
                  </a:cubicBezTo>
                  <a:cubicBezTo>
                    <a:pt x="2475381" y="371819"/>
                    <a:pt x="2479290" y="364381"/>
                    <a:pt x="2479668" y="359213"/>
                  </a:cubicBezTo>
                  <a:cubicBezTo>
                    <a:pt x="2480046" y="354170"/>
                    <a:pt x="2469078" y="354926"/>
                    <a:pt x="2467944" y="350136"/>
                  </a:cubicBezTo>
                  <a:cubicBezTo>
                    <a:pt x="2466809" y="345472"/>
                    <a:pt x="2472987" y="348623"/>
                    <a:pt x="2481307" y="345472"/>
                  </a:cubicBezTo>
                  <a:cubicBezTo>
                    <a:pt x="2489501" y="342320"/>
                    <a:pt x="2481307" y="331352"/>
                    <a:pt x="2474625" y="333369"/>
                  </a:cubicBezTo>
                  <a:cubicBezTo>
                    <a:pt x="2467944" y="335386"/>
                    <a:pt x="2478155" y="327444"/>
                    <a:pt x="2472230" y="320385"/>
                  </a:cubicBezTo>
                  <a:cubicBezTo>
                    <a:pt x="2466305" y="313325"/>
                    <a:pt x="2454581" y="324671"/>
                    <a:pt x="2454959" y="317233"/>
                  </a:cubicBezTo>
                  <a:cubicBezTo>
                    <a:pt x="2455337" y="309795"/>
                    <a:pt x="2454203" y="300340"/>
                    <a:pt x="2449412" y="295676"/>
                  </a:cubicBezTo>
                  <a:cubicBezTo>
                    <a:pt x="2444748" y="291011"/>
                    <a:pt x="2436049" y="303870"/>
                    <a:pt x="2426343" y="296432"/>
                  </a:cubicBezTo>
                  <a:cubicBezTo>
                    <a:pt x="2416509" y="288994"/>
                    <a:pt x="2387893" y="284330"/>
                    <a:pt x="2387893" y="287356"/>
                  </a:cubicBezTo>
                  <a:cubicBezTo>
                    <a:pt x="2387893" y="290381"/>
                    <a:pt x="2374152" y="282691"/>
                    <a:pt x="2371378" y="285843"/>
                  </a:cubicBezTo>
                  <a:cubicBezTo>
                    <a:pt x="2368605" y="288994"/>
                    <a:pt x="2345913" y="288616"/>
                    <a:pt x="2338854" y="286599"/>
                  </a:cubicBezTo>
                  <a:cubicBezTo>
                    <a:pt x="2331794" y="284708"/>
                    <a:pt x="2321960" y="289373"/>
                    <a:pt x="2321583" y="296432"/>
                  </a:cubicBezTo>
                  <a:cubicBezTo>
                    <a:pt x="2321204" y="303492"/>
                    <a:pt x="2293344" y="300718"/>
                    <a:pt x="2288301" y="299584"/>
                  </a:cubicBezTo>
                  <a:cubicBezTo>
                    <a:pt x="2283258" y="298449"/>
                    <a:pt x="2307589" y="278405"/>
                    <a:pt x="2307589" y="274875"/>
                  </a:cubicBezTo>
                  <a:cubicBezTo>
                    <a:pt x="2307589" y="271345"/>
                    <a:pt x="2266366" y="275632"/>
                    <a:pt x="2263971" y="271723"/>
                  </a:cubicBezTo>
                  <a:cubicBezTo>
                    <a:pt x="2261576" y="267816"/>
                    <a:pt x="2241657" y="266555"/>
                    <a:pt x="2232581" y="267059"/>
                  </a:cubicBezTo>
                  <a:cubicBezTo>
                    <a:pt x="2223504" y="267437"/>
                    <a:pt x="2232202" y="264664"/>
                    <a:pt x="2240397" y="263907"/>
                  </a:cubicBezTo>
                  <a:cubicBezTo>
                    <a:pt x="2248591" y="263151"/>
                    <a:pt x="2256029" y="256091"/>
                    <a:pt x="2265105" y="254453"/>
                  </a:cubicBezTo>
                  <a:cubicBezTo>
                    <a:pt x="2274056" y="252940"/>
                    <a:pt x="2272165" y="249788"/>
                    <a:pt x="2268257" y="244241"/>
                  </a:cubicBezTo>
                  <a:cubicBezTo>
                    <a:pt x="2264349" y="238821"/>
                    <a:pt x="2254894" y="241468"/>
                    <a:pt x="2245817" y="238821"/>
                  </a:cubicBezTo>
                  <a:cubicBezTo>
                    <a:pt x="2236867" y="236047"/>
                    <a:pt x="2225773" y="232139"/>
                    <a:pt x="2217957" y="231761"/>
                  </a:cubicBezTo>
                  <a:cubicBezTo>
                    <a:pt x="2210141" y="231383"/>
                    <a:pt x="2201442" y="235669"/>
                    <a:pt x="2183037" y="239199"/>
                  </a:cubicBezTo>
                  <a:cubicBezTo>
                    <a:pt x="2164632" y="242729"/>
                    <a:pt x="2162993" y="256848"/>
                    <a:pt x="2153664" y="261134"/>
                  </a:cubicBezTo>
                  <a:cubicBezTo>
                    <a:pt x="2144209" y="265420"/>
                    <a:pt x="2127821" y="282691"/>
                    <a:pt x="2135637" y="284330"/>
                  </a:cubicBezTo>
                  <a:cubicBezTo>
                    <a:pt x="2143453" y="285969"/>
                    <a:pt x="2139545" y="290633"/>
                    <a:pt x="2140679" y="295676"/>
                  </a:cubicBezTo>
                  <a:cubicBezTo>
                    <a:pt x="2141814" y="300718"/>
                    <a:pt x="2134754" y="301979"/>
                    <a:pt x="2125803" y="300340"/>
                  </a:cubicBezTo>
                  <a:cubicBezTo>
                    <a:pt x="2116853" y="298827"/>
                    <a:pt x="2084958" y="299206"/>
                    <a:pt x="2085337" y="305887"/>
                  </a:cubicBezTo>
                  <a:cubicBezTo>
                    <a:pt x="2085715" y="312569"/>
                    <a:pt x="2103742" y="315720"/>
                    <a:pt x="2102608" y="319250"/>
                  </a:cubicBezTo>
                  <a:cubicBezTo>
                    <a:pt x="2101473" y="322780"/>
                    <a:pt x="2088866" y="318872"/>
                    <a:pt x="2082563" y="315342"/>
                  </a:cubicBezTo>
                  <a:cubicBezTo>
                    <a:pt x="2076260" y="311812"/>
                    <a:pt x="2062141" y="313703"/>
                    <a:pt x="2059367" y="320385"/>
                  </a:cubicBezTo>
                  <a:cubicBezTo>
                    <a:pt x="2056594" y="327066"/>
                    <a:pt x="2045626" y="325427"/>
                    <a:pt x="2042096" y="323914"/>
                  </a:cubicBezTo>
                  <a:cubicBezTo>
                    <a:pt x="2038566" y="322402"/>
                    <a:pt x="2030750" y="327066"/>
                    <a:pt x="2024825" y="325049"/>
                  </a:cubicBezTo>
                  <a:cubicBezTo>
                    <a:pt x="2018900" y="323032"/>
                    <a:pt x="2036549" y="314460"/>
                    <a:pt x="2032263" y="310173"/>
                  </a:cubicBezTo>
                  <a:cubicBezTo>
                    <a:pt x="2027977" y="305887"/>
                    <a:pt x="2009067" y="309795"/>
                    <a:pt x="2007176" y="316855"/>
                  </a:cubicBezTo>
                  <a:cubicBezTo>
                    <a:pt x="2005159" y="323914"/>
                    <a:pt x="1993814" y="311812"/>
                    <a:pt x="1989527" y="314081"/>
                  </a:cubicBezTo>
                  <a:cubicBezTo>
                    <a:pt x="1985241" y="316477"/>
                    <a:pt x="1980576" y="319124"/>
                    <a:pt x="1972256" y="322654"/>
                  </a:cubicBezTo>
                  <a:cubicBezTo>
                    <a:pt x="1964062" y="326184"/>
                    <a:pt x="1949942" y="318746"/>
                    <a:pt x="1946791" y="325049"/>
                  </a:cubicBezTo>
                  <a:cubicBezTo>
                    <a:pt x="1943639" y="331352"/>
                    <a:pt x="1962549" y="333243"/>
                    <a:pt x="1962927" y="336017"/>
                  </a:cubicBezTo>
                  <a:cubicBezTo>
                    <a:pt x="1963305" y="338790"/>
                    <a:pt x="1920191" y="338412"/>
                    <a:pt x="1918931" y="342698"/>
                  </a:cubicBezTo>
                  <a:cubicBezTo>
                    <a:pt x="1917796" y="346984"/>
                    <a:pt x="1903173" y="346984"/>
                    <a:pt x="1885523" y="347363"/>
                  </a:cubicBezTo>
                  <a:cubicBezTo>
                    <a:pt x="1867875" y="347741"/>
                    <a:pt x="1874934" y="356439"/>
                    <a:pt x="1860814" y="359087"/>
                  </a:cubicBezTo>
                  <a:cubicBezTo>
                    <a:pt x="1846695" y="361860"/>
                    <a:pt x="1840392" y="362238"/>
                    <a:pt x="1835727" y="369298"/>
                  </a:cubicBezTo>
                  <a:cubicBezTo>
                    <a:pt x="1831063" y="376357"/>
                    <a:pt x="1819969" y="377492"/>
                    <a:pt x="1815305" y="372071"/>
                  </a:cubicBezTo>
                  <a:cubicBezTo>
                    <a:pt x="1810641" y="366524"/>
                    <a:pt x="1797656" y="374845"/>
                    <a:pt x="1804716" y="375601"/>
                  </a:cubicBezTo>
                  <a:cubicBezTo>
                    <a:pt x="1811776" y="376357"/>
                    <a:pt x="1805094" y="383417"/>
                    <a:pt x="1800808" y="381904"/>
                  </a:cubicBezTo>
                  <a:cubicBezTo>
                    <a:pt x="1796521" y="380392"/>
                    <a:pt x="1783915" y="389342"/>
                    <a:pt x="1790975" y="388586"/>
                  </a:cubicBezTo>
                  <a:cubicBezTo>
                    <a:pt x="1798034" y="387829"/>
                    <a:pt x="1801564" y="393628"/>
                    <a:pt x="1798034" y="398041"/>
                  </a:cubicBezTo>
                  <a:cubicBezTo>
                    <a:pt x="1794505" y="402327"/>
                    <a:pt x="1779251" y="392998"/>
                    <a:pt x="1775216" y="396906"/>
                  </a:cubicBezTo>
                  <a:cubicBezTo>
                    <a:pt x="1771308" y="400814"/>
                    <a:pt x="1782655" y="405983"/>
                    <a:pt x="1789714" y="405100"/>
                  </a:cubicBezTo>
                  <a:cubicBezTo>
                    <a:pt x="1796774" y="404344"/>
                    <a:pt x="1800682" y="409008"/>
                    <a:pt x="1801438" y="414177"/>
                  </a:cubicBezTo>
                  <a:cubicBezTo>
                    <a:pt x="1802195" y="419220"/>
                    <a:pt x="1784924" y="411025"/>
                    <a:pt x="1781393" y="415312"/>
                  </a:cubicBezTo>
                  <a:cubicBezTo>
                    <a:pt x="1777864" y="419598"/>
                    <a:pt x="1784167" y="421615"/>
                    <a:pt x="1791605" y="422371"/>
                  </a:cubicBezTo>
                  <a:cubicBezTo>
                    <a:pt x="1799043" y="423128"/>
                    <a:pt x="1793622" y="425901"/>
                    <a:pt x="1800303" y="431826"/>
                  </a:cubicBezTo>
                  <a:cubicBezTo>
                    <a:pt x="1800808" y="432330"/>
                    <a:pt x="1801186" y="432709"/>
                    <a:pt x="1801564" y="433087"/>
                  </a:cubicBezTo>
                  <a:cubicBezTo>
                    <a:pt x="1805599" y="438003"/>
                    <a:pt x="1798034" y="439642"/>
                    <a:pt x="1798791" y="444307"/>
                  </a:cubicBezTo>
                  <a:cubicBezTo>
                    <a:pt x="1799547" y="449475"/>
                    <a:pt x="1791353" y="451366"/>
                    <a:pt x="1791353" y="446702"/>
                  </a:cubicBezTo>
                  <a:cubicBezTo>
                    <a:pt x="1791353" y="442037"/>
                    <a:pt x="1770552" y="440399"/>
                    <a:pt x="1766266" y="445567"/>
                  </a:cubicBezTo>
                  <a:cubicBezTo>
                    <a:pt x="1761980" y="450736"/>
                    <a:pt x="1758828" y="454644"/>
                    <a:pt x="1753659" y="449853"/>
                  </a:cubicBezTo>
                  <a:cubicBezTo>
                    <a:pt x="1748617" y="445189"/>
                    <a:pt x="1733615" y="450988"/>
                    <a:pt x="1714453" y="451870"/>
                  </a:cubicBezTo>
                  <a:cubicBezTo>
                    <a:pt x="1695292" y="452627"/>
                    <a:pt x="1655581" y="454266"/>
                    <a:pt x="1645747" y="457795"/>
                  </a:cubicBezTo>
                  <a:cubicBezTo>
                    <a:pt x="1635915" y="461325"/>
                    <a:pt x="1627720" y="475066"/>
                    <a:pt x="1636671" y="484017"/>
                  </a:cubicBezTo>
                  <a:cubicBezTo>
                    <a:pt x="1645747" y="493094"/>
                    <a:pt x="1637049" y="497002"/>
                    <a:pt x="1637049" y="502801"/>
                  </a:cubicBezTo>
                  <a:cubicBezTo>
                    <a:pt x="1637049" y="508726"/>
                    <a:pt x="1660624" y="520828"/>
                    <a:pt x="1673104" y="521963"/>
                  </a:cubicBezTo>
                  <a:cubicBezTo>
                    <a:pt x="1685711" y="523097"/>
                    <a:pt x="1695796" y="538477"/>
                    <a:pt x="1688357" y="547806"/>
                  </a:cubicBezTo>
                  <a:cubicBezTo>
                    <a:pt x="1680920" y="557261"/>
                    <a:pt x="1658102" y="545032"/>
                    <a:pt x="1643227" y="533308"/>
                  </a:cubicBezTo>
                  <a:cubicBezTo>
                    <a:pt x="1628351" y="521584"/>
                    <a:pt x="1593809" y="516794"/>
                    <a:pt x="1582463" y="517676"/>
                  </a:cubicBezTo>
                  <a:cubicBezTo>
                    <a:pt x="1571117" y="518433"/>
                    <a:pt x="1577799" y="507465"/>
                    <a:pt x="1563301" y="507843"/>
                  </a:cubicBezTo>
                  <a:cubicBezTo>
                    <a:pt x="1548803" y="508222"/>
                    <a:pt x="1536575" y="521206"/>
                    <a:pt x="1546409" y="521206"/>
                  </a:cubicBezTo>
                  <a:cubicBezTo>
                    <a:pt x="1556242" y="521206"/>
                    <a:pt x="1562545" y="520450"/>
                    <a:pt x="1557376" y="525114"/>
                  </a:cubicBezTo>
                  <a:cubicBezTo>
                    <a:pt x="1552334" y="529779"/>
                    <a:pt x="1560149" y="528644"/>
                    <a:pt x="1571873" y="533687"/>
                  </a:cubicBezTo>
                  <a:cubicBezTo>
                    <a:pt x="1583597" y="538855"/>
                    <a:pt x="1562041" y="545915"/>
                    <a:pt x="1549938" y="537595"/>
                  </a:cubicBezTo>
                  <a:cubicBezTo>
                    <a:pt x="1537836" y="529400"/>
                    <a:pt x="1524851" y="537216"/>
                    <a:pt x="1521321" y="543520"/>
                  </a:cubicBezTo>
                  <a:cubicBezTo>
                    <a:pt x="1517792" y="549823"/>
                    <a:pt x="1535440" y="567850"/>
                    <a:pt x="1556620" y="571002"/>
                  </a:cubicBezTo>
                  <a:cubicBezTo>
                    <a:pt x="1577799" y="574154"/>
                    <a:pt x="1570739" y="580835"/>
                    <a:pt x="1580572" y="584365"/>
                  </a:cubicBezTo>
                  <a:cubicBezTo>
                    <a:pt x="1590405" y="587895"/>
                    <a:pt x="1583346" y="591803"/>
                    <a:pt x="1576664" y="592181"/>
                  </a:cubicBezTo>
                  <a:cubicBezTo>
                    <a:pt x="1569983" y="592559"/>
                    <a:pt x="1556620" y="581970"/>
                    <a:pt x="1546030" y="576549"/>
                  </a:cubicBezTo>
                  <a:cubicBezTo>
                    <a:pt x="1535440" y="571002"/>
                    <a:pt x="1506824" y="578944"/>
                    <a:pt x="1500899" y="572641"/>
                  </a:cubicBezTo>
                  <a:cubicBezTo>
                    <a:pt x="1494974" y="566338"/>
                    <a:pt x="1504807" y="560160"/>
                    <a:pt x="1499260" y="555370"/>
                  </a:cubicBezTo>
                  <a:cubicBezTo>
                    <a:pt x="1493713" y="550705"/>
                    <a:pt x="1498504" y="540116"/>
                    <a:pt x="1505563" y="529022"/>
                  </a:cubicBezTo>
                  <a:cubicBezTo>
                    <a:pt x="1512623" y="518055"/>
                    <a:pt x="1504429" y="499271"/>
                    <a:pt x="1494218" y="496119"/>
                  </a:cubicBezTo>
                  <a:cubicBezTo>
                    <a:pt x="1484006" y="492968"/>
                    <a:pt x="1484763" y="503557"/>
                    <a:pt x="1487158" y="506709"/>
                  </a:cubicBezTo>
                  <a:cubicBezTo>
                    <a:pt x="1489553" y="509860"/>
                    <a:pt x="1488292" y="524736"/>
                    <a:pt x="1480476" y="534569"/>
                  </a:cubicBezTo>
                  <a:cubicBezTo>
                    <a:pt x="1472660" y="544402"/>
                    <a:pt x="1448708" y="544402"/>
                    <a:pt x="1448708" y="551084"/>
                  </a:cubicBezTo>
                  <a:cubicBezTo>
                    <a:pt x="1448708" y="557765"/>
                    <a:pt x="1432698" y="562808"/>
                    <a:pt x="1438119" y="567598"/>
                  </a:cubicBezTo>
                  <a:cubicBezTo>
                    <a:pt x="1443666" y="572263"/>
                    <a:pt x="1465223" y="596593"/>
                    <a:pt x="1468375" y="604031"/>
                  </a:cubicBezTo>
                  <a:cubicBezTo>
                    <a:pt x="1471526" y="611469"/>
                    <a:pt x="1449086" y="635043"/>
                    <a:pt x="1452616" y="648784"/>
                  </a:cubicBezTo>
                  <a:cubicBezTo>
                    <a:pt x="1456146" y="662525"/>
                    <a:pt x="1449464" y="668828"/>
                    <a:pt x="1453751" y="675510"/>
                  </a:cubicBezTo>
                  <a:cubicBezTo>
                    <a:pt x="1458037" y="682191"/>
                    <a:pt x="1467870" y="676266"/>
                    <a:pt x="1474173" y="679040"/>
                  </a:cubicBezTo>
                  <a:cubicBezTo>
                    <a:pt x="1480476" y="681813"/>
                    <a:pt x="1490688" y="675132"/>
                    <a:pt x="1505185" y="672358"/>
                  </a:cubicBezTo>
                  <a:cubicBezTo>
                    <a:pt x="1519682" y="669585"/>
                    <a:pt x="1546409" y="684965"/>
                    <a:pt x="1556242" y="689629"/>
                  </a:cubicBezTo>
                  <a:cubicBezTo>
                    <a:pt x="1566075" y="694293"/>
                    <a:pt x="1560906" y="702236"/>
                    <a:pt x="1566075" y="710052"/>
                  </a:cubicBezTo>
                  <a:cubicBezTo>
                    <a:pt x="1571117" y="717868"/>
                    <a:pt x="1554350" y="717868"/>
                    <a:pt x="1553846" y="729718"/>
                  </a:cubicBezTo>
                  <a:cubicBezTo>
                    <a:pt x="1553468" y="741442"/>
                    <a:pt x="1583220" y="746610"/>
                    <a:pt x="1584480" y="750140"/>
                  </a:cubicBezTo>
                  <a:cubicBezTo>
                    <a:pt x="1585615" y="753670"/>
                    <a:pt x="1563301" y="750897"/>
                    <a:pt x="1554603" y="747745"/>
                  </a:cubicBezTo>
                  <a:cubicBezTo>
                    <a:pt x="1546030" y="744593"/>
                    <a:pt x="1545148" y="733248"/>
                    <a:pt x="1542500" y="730852"/>
                  </a:cubicBezTo>
                  <a:cubicBezTo>
                    <a:pt x="1539727" y="728457"/>
                    <a:pt x="1548426" y="719128"/>
                    <a:pt x="1549182" y="711564"/>
                  </a:cubicBezTo>
                  <a:cubicBezTo>
                    <a:pt x="1549938" y="704127"/>
                    <a:pt x="1539348" y="699840"/>
                    <a:pt x="1535819" y="694672"/>
                  </a:cubicBezTo>
                  <a:cubicBezTo>
                    <a:pt x="1532289" y="689629"/>
                    <a:pt x="1525986" y="682065"/>
                    <a:pt x="1518926" y="683704"/>
                  </a:cubicBezTo>
                  <a:cubicBezTo>
                    <a:pt x="1511866" y="685343"/>
                    <a:pt x="1486023" y="687612"/>
                    <a:pt x="1478081" y="694672"/>
                  </a:cubicBezTo>
                  <a:cubicBezTo>
                    <a:pt x="1470265" y="701731"/>
                    <a:pt x="1479216" y="721776"/>
                    <a:pt x="1483628" y="731609"/>
                  </a:cubicBezTo>
                  <a:cubicBezTo>
                    <a:pt x="1487914" y="741442"/>
                    <a:pt x="1460810" y="755183"/>
                    <a:pt x="1461693" y="762999"/>
                  </a:cubicBezTo>
                  <a:cubicBezTo>
                    <a:pt x="1462449" y="770941"/>
                    <a:pt x="1453499" y="774345"/>
                    <a:pt x="1441648" y="780648"/>
                  </a:cubicBezTo>
                  <a:cubicBezTo>
                    <a:pt x="1429924" y="786951"/>
                    <a:pt x="1416940" y="791616"/>
                    <a:pt x="1417318" y="801827"/>
                  </a:cubicBezTo>
                  <a:cubicBezTo>
                    <a:pt x="1417696" y="812038"/>
                    <a:pt x="1401686" y="806491"/>
                    <a:pt x="1393366" y="801827"/>
                  </a:cubicBezTo>
                  <a:cubicBezTo>
                    <a:pt x="1385171" y="797163"/>
                    <a:pt x="1374456" y="804600"/>
                    <a:pt x="1362732" y="804222"/>
                  </a:cubicBezTo>
                  <a:cubicBezTo>
                    <a:pt x="1351008" y="803844"/>
                    <a:pt x="1351008" y="794011"/>
                    <a:pt x="1341553" y="797541"/>
                  </a:cubicBezTo>
                  <a:cubicBezTo>
                    <a:pt x="1332098" y="801071"/>
                    <a:pt x="1325921" y="793255"/>
                    <a:pt x="1328568" y="786195"/>
                  </a:cubicBezTo>
                  <a:cubicBezTo>
                    <a:pt x="1331342" y="779135"/>
                    <a:pt x="1341931" y="784556"/>
                    <a:pt x="1342687" y="789725"/>
                  </a:cubicBezTo>
                  <a:cubicBezTo>
                    <a:pt x="1343444" y="794767"/>
                    <a:pt x="1350125" y="792498"/>
                    <a:pt x="1357941" y="788086"/>
                  </a:cubicBezTo>
                  <a:cubicBezTo>
                    <a:pt x="1365757" y="783800"/>
                    <a:pt x="1361849" y="793633"/>
                    <a:pt x="1373195" y="794389"/>
                  </a:cubicBezTo>
                  <a:cubicBezTo>
                    <a:pt x="1384541" y="795145"/>
                    <a:pt x="1378238" y="788464"/>
                    <a:pt x="1386936" y="789347"/>
                  </a:cubicBezTo>
                  <a:cubicBezTo>
                    <a:pt x="1395509" y="790103"/>
                    <a:pt x="1395887" y="787456"/>
                    <a:pt x="1393240" y="783043"/>
                  </a:cubicBezTo>
                  <a:cubicBezTo>
                    <a:pt x="1390466" y="778757"/>
                    <a:pt x="1399543" y="775605"/>
                    <a:pt x="1404963" y="773210"/>
                  </a:cubicBezTo>
                  <a:cubicBezTo>
                    <a:pt x="1411141" y="770563"/>
                    <a:pt x="1408115" y="761864"/>
                    <a:pt x="1413158" y="759091"/>
                  </a:cubicBezTo>
                  <a:cubicBezTo>
                    <a:pt x="1418200" y="756317"/>
                    <a:pt x="1414670" y="750897"/>
                    <a:pt x="1420217" y="750392"/>
                  </a:cubicBezTo>
                  <a:cubicBezTo>
                    <a:pt x="1425764" y="750014"/>
                    <a:pt x="1428034" y="741820"/>
                    <a:pt x="1433202" y="741820"/>
                  </a:cubicBezTo>
                  <a:cubicBezTo>
                    <a:pt x="1438245" y="741820"/>
                    <a:pt x="1441018" y="733626"/>
                    <a:pt x="1437867" y="729214"/>
                  </a:cubicBezTo>
                  <a:cubicBezTo>
                    <a:pt x="1434715" y="724927"/>
                    <a:pt x="1439883" y="713077"/>
                    <a:pt x="1444926" y="711564"/>
                  </a:cubicBezTo>
                  <a:cubicBezTo>
                    <a:pt x="1449969" y="710052"/>
                    <a:pt x="1450473" y="705261"/>
                    <a:pt x="1445683" y="701731"/>
                  </a:cubicBezTo>
                  <a:cubicBezTo>
                    <a:pt x="1440892" y="698201"/>
                    <a:pt x="1423621" y="686478"/>
                    <a:pt x="1424882" y="679040"/>
                  </a:cubicBezTo>
                  <a:cubicBezTo>
                    <a:pt x="1426016" y="671602"/>
                    <a:pt x="1421730" y="657861"/>
                    <a:pt x="1424125" y="651936"/>
                  </a:cubicBezTo>
                  <a:cubicBezTo>
                    <a:pt x="1426520" y="646011"/>
                    <a:pt x="1424503" y="633908"/>
                    <a:pt x="1423747" y="626849"/>
                  </a:cubicBezTo>
                  <a:cubicBezTo>
                    <a:pt x="1422991" y="619789"/>
                    <a:pt x="1428034" y="611973"/>
                    <a:pt x="1430428" y="598988"/>
                  </a:cubicBezTo>
                  <a:cubicBezTo>
                    <a:pt x="1432824" y="586004"/>
                    <a:pt x="1416687" y="572263"/>
                    <a:pt x="1408871" y="568733"/>
                  </a:cubicBezTo>
                  <a:cubicBezTo>
                    <a:pt x="1401055" y="565203"/>
                    <a:pt x="1406098" y="558143"/>
                    <a:pt x="1417444" y="548688"/>
                  </a:cubicBezTo>
                  <a:cubicBezTo>
                    <a:pt x="1428790" y="539234"/>
                    <a:pt x="1429546" y="509860"/>
                    <a:pt x="1428790" y="503557"/>
                  </a:cubicBezTo>
                  <a:cubicBezTo>
                    <a:pt x="1428034" y="497254"/>
                    <a:pt x="1404837" y="491833"/>
                    <a:pt x="1395887" y="492589"/>
                  </a:cubicBezTo>
                  <a:cubicBezTo>
                    <a:pt x="1386810" y="493346"/>
                    <a:pt x="1353529" y="491833"/>
                    <a:pt x="1345335" y="490194"/>
                  </a:cubicBezTo>
                  <a:cubicBezTo>
                    <a:pt x="1337140" y="488681"/>
                    <a:pt x="1334367" y="497254"/>
                    <a:pt x="1330459" y="505070"/>
                  </a:cubicBezTo>
                  <a:cubicBezTo>
                    <a:pt x="1326551" y="512886"/>
                    <a:pt x="1317852" y="525114"/>
                    <a:pt x="1312810" y="542763"/>
                  </a:cubicBezTo>
                  <a:cubicBezTo>
                    <a:pt x="1307767" y="560412"/>
                    <a:pt x="1286967" y="565959"/>
                    <a:pt x="1277512" y="569867"/>
                  </a:cubicBezTo>
                  <a:cubicBezTo>
                    <a:pt x="1268057" y="573775"/>
                    <a:pt x="1262258" y="586760"/>
                    <a:pt x="1266544" y="593063"/>
                  </a:cubicBezTo>
                  <a:cubicBezTo>
                    <a:pt x="1270830" y="599367"/>
                    <a:pt x="1277134" y="594198"/>
                    <a:pt x="1281420" y="596593"/>
                  </a:cubicBezTo>
                  <a:cubicBezTo>
                    <a:pt x="1285706" y="598988"/>
                    <a:pt x="1281042" y="615377"/>
                    <a:pt x="1278268" y="617772"/>
                  </a:cubicBezTo>
                  <a:cubicBezTo>
                    <a:pt x="1275495" y="620167"/>
                    <a:pt x="1283437" y="625966"/>
                    <a:pt x="1276756" y="630252"/>
                  </a:cubicBezTo>
                  <a:cubicBezTo>
                    <a:pt x="1270074" y="634539"/>
                    <a:pt x="1263770" y="643615"/>
                    <a:pt x="1267679" y="648280"/>
                  </a:cubicBezTo>
                  <a:cubicBezTo>
                    <a:pt x="1271587" y="652944"/>
                    <a:pt x="1290875" y="655339"/>
                    <a:pt x="1299069" y="660004"/>
                  </a:cubicBezTo>
                  <a:cubicBezTo>
                    <a:pt x="1307263" y="664668"/>
                    <a:pt x="1304111" y="673367"/>
                    <a:pt x="1310415" y="681561"/>
                  </a:cubicBezTo>
                  <a:cubicBezTo>
                    <a:pt x="1316718" y="689755"/>
                    <a:pt x="1323399" y="684713"/>
                    <a:pt x="1326425" y="689755"/>
                  </a:cubicBezTo>
                  <a:cubicBezTo>
                    <a:pt x="1329576" y="694798"/>
                    <a:pt x="1315079" y="715220"/>
                    <a:pt x="1309910" y="715977"/>
                  </a:cubicBezTo>
                  <a:cubicBezTo>
                    <a:pt x="1304868" y="716733"/>
                    <a:pt x="1284067" y="695176"/>
                    <a:pt x="1277764" y="690512"/>
                  </a:cubicBezTo>
                  <a:cubicBezTo>
                    <a:pt x="1271461" y="685847"/>
                    <a:pt x="1247130" y="678283"/>
                    <a:pt x="1235028" y="672106"/>
                  </a:cubicBezTo>
                  <a:cubicBezTo>
                    <a:pt x="1222926" y="665803"/>
                    <a:pt x="1213092" y="666559"/>
                    <a:pt x="1199730" y="657609"/>
                  </a:cubicBezTo>
                  <a:cubicBezTo>
                    <a:pt x="1186367" y="648658"/>
                    <a:pt x="1175021" y="644246"/>
                    <a:pt x="1150691" y="644624"/>
                  </a:cubicBezTo>
                  <a:cubicBezTo>
                    <a:pt x="1126360" y="645002"/>
                    <a:pt x="1110728" y="639077"/>
                    <a:pt x="1102407" y="640338"/>
                  </a:cubicBezTo>
                  <a:cubicBezTo>
                    <a:pt x="1094213" y="641472"/>
                    <a:pt x="1097365" y="632143"/>
                    <a:pt x="1082867" y="625840"/>
                  </a:cubicBezTo>
                  <a:cubicBezTo>
                    <a:pt x="1068370" y="619537"/>
                    <a:pt x="1058915" y="610964"/>
                    <a:pt x="1050721" y="615251"/>
                  </a:cubicBezTo>
                  <a:cubicBezTo>
                    <a:pt x="1042526" y="619537"/>
                    <a:pt x="1045678" y="635295"/>
                    <a:pt x="1058158" y="637186"/>
                  </a:cubicBezTo>
                  <a:cubicBezTo>
                    <a:pt x="1070639" y="639203"/>
                    <a:pt x="1064462" y="645885"/>
                    <a:pt x="1077699" y="645002"/>
                  </a:cubicBezTo>
                  <a:cubicBezTo>
                    <a:pt x="1091062" y="644246"/>
                    <a:pt x="1094970" y="648910"/>
                    <a:pt x="1094591" y="657104"/>
                  </a:cubicBezTo>
                  <a:cubicBezTo>
                    <a:pt x="1094213" y="665299"/>
                    <a:pt x="1100895" y="673619"/>
                    <a:pt x="1106694" y="679040"/>
                  </a:cubicBezTo>
                  <a:cubicBezTo>
                    <a:pt x="1112619" y="684587"/>
                    <a:pt x="1109089" y="693537"/>
                    <a:pt x="1098499" y="693537"/>
                  </a:cubicBezTo>
                  <a:cubicBezTo>
                    <a:pt x="1087910" y="693537"/>
                    <a:pt x="1075808" y="695176"/>
                    <a:pt x="1080472" y="702614"/>
                  </a:cubicBezTo>
                  <a:cubicBezTo>
                    <a:pt x="1085137" y="710052"/>
                    <a:pt x="1077321" y="712069"/>
                    <a:pt x="1066731" y="708161"/>
                  </a:cubicBezTo>
                  <a:cubicBezTo>
                    <a:pt x="1056142" y="704253"/>
                    <a:pt x="1062445" y="696815"/>
                    <a:pt x="1066731" y="692402"/>
                  </a:cubicBezTo>
                  <a:cubicBezTo>
                    <a:pt x="1071017" y="688116"/>
                    <a:pt x="1057276" y="682569"/>
                    <a:pt x="1050595" y="680300"/>
                  </a:cubicBezTo>
                  <a:cubicBezTo>
                    <a:pt x="1043913" y="677905"/>
                    <a:pt x="1017313" y="697571"/>
                    <a:pt x="1009749" y="700723"/>
                  </a:cubicBezTo>
                  <a:cubicBezTo>
                    <a:pt x="1002312" y="703874"/>
                    <a:pt x="983906" y="696058"/>
                    <a:pt x="964997" y="700723"/>
                  </a:cubicBezTo>
                  <a:cubicBezTo>
                    <a:pt x="946213" y="705387"/>
                    <a:pt x="947348" y="720389"/>
                    <a:pt x="940288" y="718750"/>
                  </a:cubicBezTo>
                  <a:cubicBezTo>
                    <a:pt x="933228" y="717237"/>
                    <a:pt x="912427" y="720767"/>
                    <a:pt x="904611" y="715977"/>
                  </a:cubicBezTo>
                  <a:cubicBezTo>
                    <a:pt x="896795" y="711312"/>
                    <a:pt x="903099" y="708539"/>
                    <a:pt x="911293" y="708917"/>
                  </a:cubicBezTo>
                  <a:cubicBezTo>
                    <a:pt x="919487" y="709295"/>
                    <a:pt x="922260" y="706522"/>
                    <a:pt x="917596" y="701101"/>
                  </a:cubicBezTo>
                  <a:cubicBezTo>
                    <a:pt x="912932" y="695554"/>
                    <a:pt x="923899" y="686982"/>
                    <a:pt x="923521" y="683074"/>
                  </a:cubicBezTo>
                  <a:cubicBezTo>
                    <a:pt x="923143" y="679166"/>
                    <a:pt x="892509" y="689377"/>
                    <a:pt x="887467" y="693663"/>
                  </a:cubicBezTo>
                  <a:cubicBezTo>
                    <a:pt x="882424" y="697949"/>
                    <a:pt x="887845" y="705891"/>
                    <a:pt x="882424" y="708539"/>
                  </a:cubicBezTo>
                  <a:cubicBezTo>
                    <a:pt x="876877" y="711312"/>
                    <a:pt x="877003" y="703748"/>
                    <a:pt x="870700" y="701479"/>
                  </a:cubicBezTo>
                  <a:cubicBezTo>
                    <a:pt x="864397" y="699084"/>
                    <a:pt x="818509" y="709673"/>
                    <a:pt x="809936" y="719506"/>
                  </a:cubicBezTo>
                  <a:cubicBezTo>
                    <a:pt x="801238" y="729340"/>
                    <a:pt x="784471" y="729718"/>
                    <a:pt x="784471" y="735139"/>
                  </a:cubicBezTo>
                  <a:cubicBezTo>
                    <a:pt x="784471" y="740685"/>
                    <a:pt x="763671" y="740181"/>
                    <a:pt x="755477" y="744215"/>
                  </a:cubicBezTo>
                  <a:cubicBezTo>
                    <a:pt x="747282" y="748123"/>
                    <a:pt x="752703" y="764260"/>
                    <a:pt x="749551" y="772076"/>
                  </a:cubicBezTo>
                  <a:cubicBezTo>
                    <a:pt x="746400" y="779892"/>
                    <a:pt x="714253" y="777622"/>
                    <a:pt x="704420" y="778001"/>
                  </a:cubicBezTo>
                  <a:cubicBezTo>
                    <a:pt x="694587" y="778379"/>
                    <a:pt x="691057" y="759217"/>
                    <a:pt x="683241" y="757956"/>
                  </a:cubicBezTo>
                  <a:cubicBezTo>
                    <a:pt x="675425" y="756822"/>
                    <a:pt x="680089" y="745854"/>
                    <a:pt x="682485" y="741064"/>
                  </a:cubicBezTo>
                  <a:cubicBezTo>
                    <a:pt x="684880" y="736399"/>
                    <a:pt x="691057" y="740307"/>
                    <a:pt x="700890" y="734004"/>
                  </a:cubicBezTo>
                  <a:cubicBezTo>
                    <a:pt x="710723" y="727701"/>
                    <a:pt x="720556" y="737156"/>
                    <a:pt x="724464" y="732869"/>
                  </a:cubicBezTo>
                  <a:cubicBezTo>
                    <a:pt x="728373" y="728583"/>
                    <a:pt x="709589" y="717111"/>
                    <a:pt x="708328" y="707404"/>
                  </a:cubicBezTo>
                  <a:cubicBezTo>
                    <a:pt x="707193" y="697571"/>
                    <a:pt x="686393" y="694798"/>
                    <a:pt x="674543" y="697949"/>
                  </a:cubicBezTo>
                  <a:cubicBezTo>
                    <a:pt x="662692" y="701101"/>
                    <a:pt x="649834" y="698328"/>
                    <a:pt x="641640" y="694420"/>
                  </a:cubicBezTo>
                  <a:cubicBezTo>
                    <a:pt x="633445" y="690512"/>
                    <a:pt x="634202" y="701479"/>
                    <a:pt x="646304" y="704631"/>
                  </a:cubicBezTo>
                  <a:cubicBezTo>
                    <a:pt x="658532" y="707782"/>
                    <a:pt x="652229" y="717237"/>
                    <a:pt x="654120" y="723036"/>
                  </a:cubicBezTo>
                  <a:cubicBezTo>
                    <a:pt x="656137" y="728961"/>
                    <a:pt x="650968" y="742324"/>
                    <a:pt x="643909" y="752409"/>
                  </a:cubicBezTo>
                  <a:cubicBezTo>
                    <a:pt x="636849" y="762621"/>
                    <a:pt x="641892" y="762243"/>
                    <a:pt x="652607" y="761864"/>
                  </a:cubicBezTo>
                  <a:cubicBezTo>
                    <a:pt x="663197" y="761486"/>
                    <a:pt x="662440" y="775227"/>
                    <a:pt x="662440" y="785439"/>
                  </a:cubicBezTo>
                  <a:cubicBezTo>
                    <a:pt x="662440" y="795650"/>
                    <a:pt x="654246" y="798423"/>
                    <a:pt x="654246" y="805861"/>
                  </a:cubicBezTo>
                  <a:cubicBezTo>
                    <a:pt x="654246" y="813299"/>
                    <a:pt x="645548" y="802331"/>
                    <a:pt x="642900" y="805483"/>
                  </a:cubicBezTo>
                  <a:cubicBezTo>
                    <a:pt x="640127" y="808634"/>
                    <a:pt x="636597" y="803844"/>
                    <a:pt x="635084" y="797667"/>
                  </a:cubicBezTo>
                  <a:cubicBezTo>
                    <a:pt x="633445" y="791364"/>
                    <a:pt x="617435" y="794893"/>
                    <a:pt x="608358" y="792498"/>
                  </a:cubicBezTo>
                  <a:cubicBezTo>
                    <a:pt x="599282" y="790103"/>
                    <a:pt x="595752" y="794137"/>
                    <a:pt x="591466" y="800692"/>
                  </a:cubicBezTo>
                  <a:cubicBezTo>
                    <a:pt x="587180" y="807374"/>
                    <a:pt x="574573" y="810147"/>
                    <a:pt x="567892" y="810904"/>
                  </a:cubicBezTo>
                  <a:cubicBezTo>
                    <a:pt x="560454" y="811786"/>
                    <a:pt x="549486" y="824645"/>
                    <a:pt x="542427" y="829309"/>
                  </a:cubicBezTo>
                  <a:cubicBezTo>
                    <a:pt x="535367" y="834100"/>
                    <a:pt x="534232" y="843050"/>
                    <a:pt x="543939" y="852505"/>
                  </a:cubicBezTo>
                  <a:cubicBezTo>
                    <a:pt x="553772" y="861960"/>
                    <a:pt x="555663" y="868263"/>
                    <a:pt x="554907" y="873306"/>
                  </a:cubicBezTo>
                  <a:cubicBezTo>
                    <a:pt x="554151" y="878474"/>
                    <a:pt x="527425" y="876836"/>
                    <a:pt x="523138" y="871415"/>
                  </a:cubicBezTo>
                  <a:cubicBezTo>
                    <a:pt x="518852" y="865868"/>
                    <a:pt x="501581" y="863977"/>
                    <a:pt x="495656" y="865112"/>
                  </a:cubicBezTo>
                  <a:cubicBezTo>
                    <a:pt x="489731" y="866246"/>
                    <a:pt x="473721" y="847463"/>
                    <a:pt x="465401" y="847084"/>
                  </a:cubicBezTo>
                  <a:cubicBezTo>
                    <a:pt x="457207" y="846706"/>
                    <a:pt x="452038" y="856917"/>
                    <a:pt x="449264" y="861960"/>
                  </a:cubicBezTo>
                  <a:cubicBezTo>
                    <a:pt x="446491" y="867129"/>
                    <a:pt x="453172" y="868641"/>
                    <a:pt x="457080" y="877214"/>
                  </a:cubicBezTo>
                  <a:cubicBezTo>
                    <a:pt x="460988" y="885912"/>
                    <a:pt x="475486" y="886291"/>
                    <a:pt x="482924" y="886291"/>
                  </a:cubicBezTo>
                  <a:cubicBezTo>
                    <a:pt x="490362" y="886291"/>
                    <a:pt x="487588" y="897636"/>
                    <a:pt x="485319" y="902427"/>
                  </a:cubicBezTo>
                  <a:cubicBezTo>
                    <a:pt x="482924" y="907091"/>
                    <a:pt x="469183" y="910621"/>
                    <a:pt x="465275" y="905578"/>
                  </a:cubicBezTo>
                  <a:cubicBezTo>
                    <a:pt x="461367" y="900536"/>
                    <a:pt x="444852" y="905578"/>
                    <a:pt x="444474" y="899275"/>
                  </a:cubicBezTo>
                  <a:cubicBezTo>
                    <a:pt x="444096" y="892972"/>
                    <a:pt x="432372" y="883643"/>
                    <a:pt x="420143" y="885534"/>
                  </a:cubicBezTo>
                  <a:cubicBezTo>
                    <a:pt x="408041" y="887551"/>
                    <a:pt x="405646" y="879609"/>
                    <a:pt x="406402" y="870280"/>
                  </a:cubicBezTo>
                  <a:cubicBezTo>
                    <a:pt x="407159" y="860825"/>
                    <a:pt x="399721" y="855405"/>
                    <a:pt x="400099" y="851118"/>
                  </a:cubicBezTo>
                  <a:cubicBezTo>
                    <a:pt x="400477" y="846832"/>
                    <a:pt x="394678" y="838134"/>
                    <a:pt x="400856" y="833847"/>
                  </a:cubicBezTo>
                  <a:cubicBezTo>
                    <a:pt x="407159" y="829561"/>
                    <a:pt x="402494" y="822880"/>
                    <a:pt x="402873" y="816955"/>
                  </a:cubicBezTo>
                  <a:cubicBezTo>
                    <a:pt x="403251" y="811030"/>
                    <a:pt x="392283" y="802079"/>
                    <a:pt x="382450" y="802079"/>
                  </a:cubicBezTo>
                  <a:cubicBezTo>
                    <a:pt x="372617" y="802079"/>
                    <a:pt x="374634" y="792246"/>
                    <a:pt x="366440" y="790355"/>
                  </a:cubicBezTo>
                  <a:cubicBezTo>
                    <a:pt x="358245" y="788338"/>
                    <a:pt x="341731" y="774597"/>
                    <a:pt x="340596" y="768798"/>
                  </a:cubicBezTo>
                  <a:cubicBezTo>
                    <a:pt x="339462" y="762873"/>
                    <a:pt x="326855" y="762117"/>
                    <a:pt x="331142" y="760226"/>
                  </a:cubicBezTo>
                  <a:cubicBezTo>
                    <a:pt x="335428" y="758208"/>
                    <a:pt x="345261" y="760982"/>
                    <a:pt x="352320" y="768041"/>
                  </a:cubicBezTo>
                  <a:cubicBezTo>
                    <a:pt x="359380" y="775101"/>
                    <a:pt x="370726" y="781404"/>
                    <a:pt x="389132" y="783800"/>
                  </a:cubicBezTo>
                  <a:cubicBezTo>
                    <a:pt x="407537" y="786195"/>
                    <a:pt x="414975" y="794767"/>
                    <a:pt x="435397" y="798297"/>
                  </a:cubicBezTo>
                  <a:cubicBezTo>
                    <a:pt x="455820" y="801827"/>
                    <a:pt x="467922" y="804222"/>
                    <a:pt x="497421" y="808508"/>
                  </a:cubicBezTo>
                  <a:cubicBezTo>
                    <a:pt x="526794" y="812795"/>
                    <a:pt x="566127" y="783043"/>
                    <a:pt x="574321" y="774723"/>
                  </a:cubicBezTo>
                  <a:cubicBezTo>
                    <a:pt x="582515" y="766529"/>
                    <a:pt x="571926" y="749636"/>
                    <a:pt x="571926" y="743333"/>
                  </a:cubicBezTo>
                  <a:cubicBezTo>
                    <a:pt x="571926" y="737030"/>
                    <a:pt x="558563" y="736273"/>
                    <a:pt x="556672" y="731609"/>
                  </a:cubicBezTo>
                  <a:cubicBezTo>
                    <a:pt x="554655" y="726944"/>
                    <a:pt x="546082" y="718246"/>
                    <a:pt x="534737" y="718246"/>
                  </a:cubicBezTo>
                  <a:cubicBezTo>
                    <a:pt x="523391" y="718246"/>
                    <a:pt x="521752" y="705261"/>
                    <a:pt x="512801" y="706144"/>
                  </a:cubicBezTo>
                  <a:cubicBezTo>
                    <a:pt x="503725" y="706900"/>
                    <a:pt x="497547" y="702236"/>
                    <a:pt x="473973" y="686478"/>
                  </a:cubicBezTo>
                  <a:cubicBezTo>
                    <a:pt x="450399" y="670845"/>
                    <a:pt x="417874" y="659373"/>
                    <a:pt x="411949" y="662147"/>
                  </a:cubicBezTo>
                  <a:cubicBezTo>
                    <a:pt x="406024" y="664920"/>
                    <a:pt x="402116" y="666433"/>
                    <a:pt x="398208" y="660634"/>
                  </a:cubicBezTo>
                  <a:cubicBezTo>
                    <a:pt x="394300" y="654709"/>
                    <a:pt x="385224" y="655592"/>
                    <a:pt x="379046" y="660256"/>
                  </a:cubicBezTo>
                  <a:cubicBezTo>
                    <a:pt x="372743" y="664920"/>
                    <a:pt x="366440" y="655970"/>
                    <a:pt x="354716" y="658617"/>
                  </a:cubicBezTo>
                  <a:cubicBezTo>
                    <a:pt x="342992" y="661390"/>
                    <a:pt x="336688" y="653574"/>
                    <a:pt x="339840" y="650045"/>
                  </a:cubicBezTo>
                  <a:cubicBezTo>
                    <a:pt x="342992" y="646515"/>
                    <a:pt x="360263" y="649666"/>
                    <a:pt x="359506" y="643741"/>
                  </a:cubicBezTo>
                  <a:cubicBezTo>
                    <a:pt x="358750" y="637816"/>
                    <a:pt x="352447" y="643741"/>
                    <a:pt x="341857" y="636682"/>
                  </a:cubicBezTo>
                  <a:cubicBezTo>
                    <a:pt x="331268" y="629622"/>
                    <a:pt x="325343" y="634287"/>
                    <a:pt x="323073" y="640212"/>
                  </a:cubicBezTo>
                  <a:cubicBezTo>
                    <a:pt x="320678" y="646137"/>
                    <a:pt x="312484" y="644498"/>
                    <a:pt x="306937" y="639455"/>
                  </a:cubicBezTo>
                  <a:cubicBezTo>
                    <a:pt x="306433" y="638951"/>
                    <a:pt x="305802" y="638573"/>
                    <a:pt x="305172" y="638195"/>
                  </a:cubicBezTo>
                  <a:cubicBezTo>
                    <a:pt x="303407" y="648028"/>
                    <a:pt x="297608" y="649036"/>
                    <a:pt x="291683" y="647649"/>
                  </a:cubicBezTo>
                  <a:cubicBezTo>
                    <a:pt x="284624" y="646137"/>
                    <a:pt x="277564" y="657861"/>
                    <a:pt x="269748" y="657861"/>
                  </a:cubicBezTo>
                  <a:cubicBezTo>
                    <a:pt x="261932" y="657861"/>
                    <a:pt x="253233" y="666433"/>
                    <a:pt x="251720" y="673619"/>
                  </a:cubicBezTo>
                  <a:cubicBezTo>
                    <a:pt x="250208" y="680678"/>
                    <a:pt x="241509" y="676770"/>
                    <a:pt x="241509" y="681435"/>
                  </a:cubicBezTo>
                  <a:cubicBezTo>
                    <a:pt x="241509" y="686225"/>
                    <a:pt x="241509" y="690890"/>
                    <a:pt x="237601" y="695554"/>
                  </a:cubicBezTo>
                  <a:cubicBezTo>
                    <a:pt x="233693" y="700219"/>
                    <a:pt x="237601" y="702614"/>
                    <a:pt x="241509" y="710430"/>
                  </a:cubicBezTo>
                  <a:cubicBezTo>
                    <a:pt x="245417" y="718246"/>
                    <a:pt x="253990" y="717489"/>
                    <a:pt x="258024" y="719885"/>
                  </a:cubicBezTo>
                  <a:cubicBezTo>
                    <a:pt x="261932" y="722280"/>
                    <a:pt x="276808" y="734760"/>
                    <a:pt x="276808" y="739551"/>
                  </a:cubicBezTo>
                  <a:cubicBezTo>
                    <a:pt x="276808" y="744215"/>
                    <a:pt x="265084" y="756065"/>
                    <a:pt x="260293" y="759217"/>
                  </a:cubicBezTo>
                  <a:cubicBezTo>
                    <a:pt x="255629" y="762369"/>
                    <a:pt x="249325" y="770185"/>
                    <a:pt x="252477" y="774849"/>
                  </a:cubicBezTo>
                  <a:cubicBezTo>
                    <a:pt x="255629" y="779640"/>
                    <a:pt x="268992" y="799180"/>
                    <a:pt x="277564" y="814938"/>
                  </a:cubicBezTo>
                  <a:cubicBezTo>
                    <a:pt x="286262" y="830570"/>
                    <a:pt x="274412" y="823510"/>
                    <a:pt x="268992" y="830570"/>
                  </a:cubicBezTo>
                  <a:cubicBezTo>
                    <a:pt x="263445" y="837629"/>
                    <a:pt x="271387" y="846328"/>
                    <a:pt x="272900" y="850992"/>
                  </a:cubicBezTo>
                  <a:cubicBezTo>
                    <a:pt x="274538" y="855657"/>
                    <a:pt x="265840" y="854900"/>
                    <a:pt x="266596" y="858808"/>
                  </a:cubicBezTo>
                  <a:cubicBezTo>
                    <a:pt x="267353" y="862716"/>
                    <a:pt x="279203" y="864355"/>
                    <a:pt x="279959" y="867507"/>
                  </a:cubicBezTo>
                  <a:cubicBezTo>
                    <a:pt x="280716" y="870658"/>
                    <a:pt x="272143" y="874567"/>
                    <a:pt x="276051" y="880870"/>
                  </a:cubicBezTo>
                  <a:cubicBezTo>
                    <a:pt x="279959" y="887173"/>
                    <a:pt x="289414" y="887173"/>
                    <a:pt x="290170" y="894989"/>
                  </a:cubicBezTo>
                  <a:cubicBezTo>
                    <a:pt x="290927" y="902805"/>
                    <a:pt x="272900" y="903561"/>
                    <a:pt x="273656" y="909865"/>
                  </a:cubicBezTo>
                  <a:cubicBezTo>
                    <a:pt x="274412" y="916168"/>
                    <a:pt x="297230" y="923984"/>
                    <a:pt x="307441" y="935708"/>
                  </a:cubicBezTo>
                  <a:cubicBezTo>
                    <a:pt x="317653" y="947432"/>
                    <a:pt x="316896" y="950584"/>
                    <a:pt x="314501" y="956887"/>
                  </a:cubicBezTo>
                  <a:cubicBezTo>
                    <a:pt x="309710" y="969493"/>
                    <a:pt x="281598" y="980461"/>
                    <a:pt x="275295" y="994580"/>
                  </a:cubicBezTo>
                  <a:cubicBezTo>
                    <a:pt x="268992" y="1008700"/>
                    <a:pt x="245543" y="1016516"/>
                    <a:pt x="234449" y="1027483"/>
                  </a:cubicBezTo>
                  <a:cubicBezTo>
                    <a:pt x="229911" y="1032022"/>
                    <a:pt x="225499" y="1037947"/>
                    <a:pt x="221843" y="1043620"/>
                  </a:cubicBezTo>
                  <a:cubicBezTo>
                    <a:pt x="226507" y="1042485"/>
                    <a:pt x="230163" y="1040972"/>
                    <a:pt x="232937" y="1039712"/>
                  </a:cubicBezTo>
                  <a:cubicBezTo>
                    <a:pt x="239240" y="1036560"/>
                    <a:pt x="243526" y="1051814"/>
                    <a:pt x="249829" y="1056983"/>
                  </a:cubicBezTo>
                  <a:cubicBezTo>
                    <a:pt x="256133" y="1062151"/>
                    <a:pt x="268613" y="1057361"/>
                    <a:pt x="272900" y="1062151"/>
                  </a:cubicBezTo>
                  <a:cubicBezTo>
                    <a:pt x="277186" y="1066816"/>
                    <a:pt x="269370" y="1067194"/>
                    <a:pt x="260419" y="1065681"/>
                  </a:cubicBezTo>
                  <a:cubicBezTo>
                    <a:pt x="251342" y="1064042"/>
                    <a:pt x="249073" y="1069589"/>
                    <a:pt x="234954" y="1074253"/>
                  </a:cubicBezTo>
                  <a:cubicBezTo>
                    <a:pt x="224491" y="1077783"/>
                    <a:pt x="225499" y="1081565"/>
                    <a:pt x="221969" y="1084465"/>
                  </a:cubicBezTo>
                  <a:cubicBezTo>
                    <a:pt x="228272" y="1093668"/>
                    <a:pt x="219826" y="1094928"/>
                    <a:pt x="216548" y="1101862"/>
                  </a:cubicBezTo>
                  <a:cubicBezTo>
                    <a:pt x="213019" y="1109552"/>
                    <a:pt x="208354" y="1110686"/>
                    <a:pt x="207724" y="1115351"/>
                  </a:cubicBezTo>
                  <a:cubicBezTo>
                    <a:pt x="207094" y="1120015"/>
                    <a:pt x="208858" y="1123545"/>
                    <a:pt x="209489" y="1130605"/>
                  </a:cubicBezTo>
                  <a:cubicBezTo>
                    <a:pt x="210119" y="1137664"/>
                    <a:pt x="211254" y="1138799"/>
                    <a:pt x="215414" y="1144724"/>
                  </a:cubicBezTo>
                  <a:cubicBezTo>
                    <a:pt x="219574" y="1150649"/>
                    <a:pt x="211884" y="1150649"/>
                    <a:pt x="208354" y="1153548"/>
                  </a:cubicBezTo>
                  <a:cubicBezTo>
                    <a:pt x="204824" y="1156448"/>
                    <a:pt x="207219" y="1163003"/>
                    <a:pt x="211884" y="1167668"/>
                  </a:cubicBezTo>
                  <a:cubicBezTo>
                    <a:pt x="216548" y="1172332"/>
                    <a:pt x="216548" y="1178257"/>
                    <a:pt x="214783" y="1182417"/>
                  </a:cubicBezTo>
                  <a:cubicBezTo>
                    <a:pt x="213019" y="1186577"/>
                    <a:pt x="218944" y="1193637"/>
                    <a:pt x="222978" y="1197671"/>
                  </a:cubicBezTo>
                  <a:cubicBezTo>
                    <a:pt x="227138" y="1201831"/>
                    <a:pt x="226507" y="1212925"/>
                    <a:pt x="230037" y="1215951"/>
                  </a:cubicBezTo>
                  <a:cubicBezTo>
                    <a:pt x="233567" y="1218850"/>
                    <a:pt x="237727" y="1221876"/>
                    <a:pt x="244157" y="1220111"/>
                  </a:cubicBezTo>
                  <a:cubicBezTo>
                    <a:pt x="250586" y="1218346"/>
                    <a:pt x="254746" y="1221245"/>
                    <a:pt x="257645" y="1226540"/>
                  </a:cubicBezTo>
                  <a:cubicBezTo>
                    <a:pt x="260545" y="1231835"/>
                    <a:pt x="265336" y="1229440"/>
                    <a:pt x="271765" y="1226540"/>
                  </a:cubicBezTo>
                  <a:cubicBezTo>
                    <a:pt x="278194" y="1223641"/>
                    <a:pt x="292944" y="1231835"/>
                    <a:pt x="296474" y="1233600"/>
                  </a:cubicBezTo>
                  <a:cubicBezTo>
                    <a:pt x="300003" y="1235365"/>
                    <a:pt x="298238" y="1245324"/>
                    <a:pt x="298869" y="1251879"/>
                  </a:cubicBezTo>
                  <a:cubicBezTo>
                    <a:pt x="299499" y="1258308"/>
                    <a:pt x="295339" y="1266629"/>
                    <a:pt x="301768" y="1270789"/>
                  </a:cubicBezTo>
                  <a:cubicBezTo>
                    <a:pt x="308198" y="1274949"/>
                    <a:pt x="306433" y="1284278"/>
                    <a:pt x="314123" y="1287303"/>
                  </a:cubicBezTo>
                  <a:cubicBezTo>
                    <a:pt x="321813" y="1290203"/>
                    <a:pt x="324712" y="1300792"/>
                    <a:pt x="329376" y="1302053"/>
                  </a:cubicBezTo>
                  <a:cubicBezTo>
                    <a:pt x="334041" y="1303188"/>
                    <a:pt x="342866" y="1310247"/>
                    <a:pt x="344126" y="1315542"/>
                  </a:cubicBezTo>
                  <a:cubicBezTo>
                    <a:pt x="345261" y="1320837"/>
                    <a:pt x="335932" y="1325501"/>
                    <a:pt x="330637" y="1327896"/>
                  </a:cubicBezTo>
                  <a:cubicBezTo>
                    <a:pt x="325343" y="1330292"/>
                    <a:pt x="315383" y="1320837"/>
                    <a:pt x="311854" y="1324997"/>
                  </a:cubicBezTo>
                  <a:cubicBezTo>
                    <a:pt x="308324" y="1329157"/>
                    <a:pt x="312988" y="1336721"/>
                    <a:pt x="316014" y="1349706"/>
                  </a:cubicBezTo>
                  <a:cubicBezTo>
                    <a:pt x="318913" y="1362690"/>
                    <a:pt x="321308" y="1363825"/>
                    <a:pt x="327234" y="1363825"/>
                  </a:cubicBezTo>
                  <a:cubicBezTo>
                    <a:pt x="333159" y="1363825"/>
                    <a:pt x="335428" y="1359665"/>
                    <a:pt x="339588" y="1357396"/>
                  </a:cubicBezTo>
                  <a:cubicBezTo>
                    <a:pt x="343748" y="1355000"/>
                    <a:pt x="353077" y="1358530"/>
                    <a:pt x="357237" y="1356765"/>
                  </a:cubicBezTo>
                  <a:cubicBezTo>
                    <a:pt x="361397" y="1355000"/>
                    <a:pt x="376021" y="1354370"/>
                    <a:pt x="379046" y="1359160"/>
                  </a:cubicBezTo>
                  <a:cubicBezTo>
                    <a:pt x="381946" y="1363825"/>
                    <a:pt x="384971" y="1375045"/>
                    <a:pt x="382576" y="1379205"/>
                  </a:cubicBezTo>
                  <a:cubicBezTo>
                    <a:pt x="380181" y="1383365"/>
                    <a:pt x="385476" y="1388029"/>
                    <a:pt x="388501" y="1393954"/>
                  </a:cubicBezTo>
                  <a:cubicBezTo>
                    <a:pt x="391401" y="1399879"/>
                    <a:pt x="403755" y="1396854"/>
                    <a:pt x="407915" y="1398619"/>
                  </a:cubicBezTo>
                  <a:cubicBezTo>
                    <a:pt x="412075" y="1400384"/>
                    <a:pt x="421404" y="1413368"/>
                    <a:pt x="419639" y="1419167"/>
                  </a:cubicBezTo>
                  <a:cubicBezTo>
                    <a:pt x="417874" y="1425092"/>
                    <a:pt x="425564" y="1426227"/>
                    <a:pt x="429598" y="1424462"/>
                  </a:cubicBezTo>
                  <a:cubicBezTo>
                    <a:pt x="433758" y="1422697"/>
                    <a:pt x="437792" y="1427362"/>
                    <a:pt x="442583" y="1430387"/>
                  </a:cubicBezTo>
                  <a:cubicBezTo>
                    <a:pt x="447247" y="1433287"/>
                    <a:pt x="451408" y="1432152"/>
                    <a:pt x="456072" y="1429253"/>
                  </a:cubicBezTo>
                  <a:cubicBezTo>
                    <a:pt x="460736" y="1426353"/>
                    <a:pt x="468426" y="1423958"/>
                    <a:pt x="470821" y="1428118"/>
                  </a:cubicBezTo>
                  <a:cubicBezTo>
                    <a:pt x="473217" y="1432278"/>
                    <a:pt x="482546" y="1439842"/>
                    <a:pt x="482546" y="1442237"/>
                  </a:cubicBezTo>
                  <a:cubicBezTo>
                    <a:pt x="482546" y="1444633"/>
                    <a:pt x="497295" y="1442237"/>
                    <a:pt x="504355" y="1445767"/>
                  </a:cubicBezTo>
                  <a:cubicBezTo>
                    <a:pt x="511414" y="1449297"/>
                    <a:pt x="519105" y="1447532"/>
                    <a:pt x="526794" y="1451692"/>
                  </a:cubicBezTo>
                  <a:cubicBezTo>
                    <a:pt x="534485" y="1455852"/>
                    <a:pt x="541544" y="1456357"/>
                    <a:pt x="542048" y="1461147"/>
                  </a:cubicBezTo>
                  <a:cubicBezTo>
                    <a:pt x="542679" y="1465812"/>
                    <a:pt x="534358" y="1469972"/>
                    <a:pt x="534358" y="1472367"/>
                  </a:cubicBezTo>
                  <a:cubicBezTo>
                    <a:pt x="534358" y="1474762"/>
                    <a:pt x="540788" y="1476527"/>
                    <a:pt x="540788" y="1480057"/>
                  </a:cubicBezTo>
                  <a:cubicBezTo>
                    <a:pt x="540788" y="1483587"/>
                    <a:pt x="532593" y="1483587"/>
                    <a:pt x="531333" y="1486486"/>
                  </a:cubicBezTo>
                  <a:cubicBezTo>
                    <a:pt x="530198" y="1489386"/>
                    <a:pt x="535997" y="1493546"/>
                    <a:pt x="537258" y="1496445"/>
                  </a:cubicBezTo>
                  <a:cubicBezTo>
                    <a:pt x="538393" y="1499345"/>
                    <a:pt x="532593" y="1509430"/>
                    <a:pt x="532593" y="1512329"/>
                  </a:cubicBezTo>
                  <a:cubicBezTo>
                    <a:pt x="532593" y="1515229"/>
                    <a:pt x="514944" y="1511699"/>
                    <a:pt x="510784" y="1511699"/>
                  </a:cubicBezTo>
                  <a:cubicBezTo>
                    <a:pt x="506624" y="1511699"/>
                    <a:pt x="494270" y="1525314"/>
                    <a:pt x="490236" y="1525819"/>
                  </a:cubicBezTo>
                  <a:cubicBezTo>
                    <a:pt x="486706" y="1526323"/>
                    <a:pt x="488345" y="1532878"/>
                    <a:pt x="489605" y="1538425"/>
                  </a:cubicBezTo>
                  <a:cubicBezTo>
                    <a:pt x="502338" y="1536030"/>
                    <a:pt x="515322" y="1535021"/>
                    <a:pt x="516709" y="1537795"/>
                  </a:cubicBezTo>
                  <a:cubicBezTo>
                    <a:pt x="519105" y="1542459"/>
                    <a:pt x="489227" y="1555065"/>
                    <a:pt x="483806" y="1556957"/>
                  </a:cubicBezTo>
                  <a:cubicBezTo>
                    <a:pt x="478259" y="1558973"/>
                    <a:pt x="494396" y="1567168"/>
                    <a:pt x="494017" y="1571832"/>
                  </a:cubicBezTo>
                  <a:cubicBezTo>
                    <a:pt x="493639" y="1576497"/>
                    <a:pt x="476747" y="1577757"/>
                    <a:pt x="478259" y="1587086"/>
                  </a:cubicBezTo>
                  <a:cubicBezTo>
                    <a:pt x="479898" y="1596541"/>
                    <a:pt x="472839" y="1598432"/>
                    <a:pt x="463762" y="1598432"/>
                  </a:cubicBezTo>
                  <a:cubicBezTo>
                    <a:pt x="454811" y="1598432"/>
                    <a:pt x="452416" y="1603853"/>
                    <a:pt x="456702" y="1604735"/>
                  </a:cubicBezTo>
                  <a:cubicBezTo>
                    <a:pt x="460988" y="1605492"/>
                    <a:pt x="460610" y="1617342"/>
                    <a:pt x="477503" y="1621628"/>
                  </a:cubicBezTo>
                  <a:cubicBezTo>
                    <a:pt x="494396" y="1625914"/>
                    <a:pt x="512423" y="1641672"/>
                    <a:pt x="526921" y="1657304"/>
                  </a:cubicBezTo>
                  <a:cubicBezTo>
                    <a:pt x="528938" y="1659447"/>
                    <a:pt x="531333" y="1661212"/>
                    <a:pt x="533854" y="1662725"/>
                  </a:cubicBezTo>
                  <a:cubicBezTo>
                    <a:pt x="538014" y="1660204"/>
                    <a:pt x="541670" y="1658439"/>
                    <a:pt x="543813" y="1658061"/>
                  </a:cubicBezTo>
                  <a:cubicBezTo>
                    <a:pt x="552007" y="1656926"/>
                    <a:pt x="567387" y="1661590"/>
                    <a:pt x="575581" y="1667515"/>
                  </a:cubicBezTo>
                  <a:cubicBezTo>
                    <a:pt x="583776" y="1673441"/>
                    <a:pt x="613275" y="1666381"/>
                    <a:pt x="616805" y="1671045"/>
                  </a:cubicBezTo>
                  <a:cubicBezTo>
                    <a:pt x="620335" y="1675710"/>
                    <a:pt x="627394" y="1681635"/>
                    <a:pt x="633319" y="1681635"/>
                  </a:cubicBezTo>
                  <a:cubicBezTo>
                    <a:pt x="639245" y="1681635"/>
                    <a:pt x="645043" y="1693359"/>
                    <a:pt x="649834" y="1689829"/>
                  </a:cubicBezTo>
                  <a:cubicBezTo>
                    <a:pt x="654498" y="1686299"/>
                    <a:pt x="672147" y="1686299"/>
                    <a:pt x="676938" y="1686299"/>
                  </a:cubicBezTo>
                  <a:cubicBezTo>
                    <a:pt x="681602" y="1686299"/>
                    <a:pt x="681602" y="1689829"/>
                    <a:pt x="686393" y="1689829"/>
                  </a:cubicBezTo>
                  <a:cubicBezTo>
                    <a:pt x="691057" y="1689829"/>
                    <a:pt x="691057" y="1707478"/>
                    <a:pt x="694587" y="1706344"/>
                  </a:cubicBezTo>
                  <a:cubicBezTo>
                    <a:pt x="698117" y="1705209"/>
                    <a:pt x="711101" y="1716933"/>
                    <a:pt x="719296" y="1718068"/>
                  </a:cubicBezTo>
                  <a:cubicBezTo>
                    <a:pt x="727490" y="1719202"/>
                    <a:pt x="735810" y="1733321"/>
                    <a:pt x="739340" y="1732187"/>
                  </a:cubicBezTo>
                  <a:cubicBezTo>
                    <a:pt x="742870" y="1731052"/>
                    <a:pt x="748795" y="1738112"/>
                    <a:pt x="751064" y="1732187"/>
                  </a:cubicBezTo>
                  <a:cubicBezTo>
                    <a:pt x="753333" y="1726640"/>
                    <a:pt x="764931" y="1729287"/>
                    <a:pt x="768209" y="1719580"/>
                  </a:cubicBezTo>
                  <a:cubicBezTo>
                    <a:pt x="753333" y="1701301"/>
                    <a:pt x="737323" y="1681131"/>
                    <a:pt x="737701" y="1673315"/>
                  </a:cubicBezTo>
                  <a:cubicBezTo>
                    <a:pt x="738458" y="1659952"/>
                    <a:pt x="744005" y="1651379"/>
                    <a:pt x="727490" y="1637260"/>
                  </a:cubicBezTo>
                  <a:cubicBezTo>
                    <a:pt x="710976" y="1623141"/>
                    <a:pt x="729129" y="1613686"/>
                    <a:pt x="740853" y="1598810"/>
                  </a:cubicBezTo>
                  <a:cubicBezTo>
                    <a:pt x="751316" y="1585447"/>
                    <a:pt x="773756" y="1579648"/>
                    <a:pt x="787875" y="1570193"/>
                  </a:cubicBezTo>
                  <a:cubicBezTo>
                    <a:pt x="784976" y="1568176"/>
                    <a:pt x="782076" y="1566411"/>
                    <a:pt x="779303" y="1565151"/>
                  </a:cubicBezTo>
                  <a:cubicBezTo>
                    <a:pt x="768713" y="1560486"/>
                    <a:pt x="765183" y="1555696"/>
                    <a:pt x="773378" y="1553427"/>
                  </a:cubicBezTo>
                  <a:cubicBezTo>
                    <a:pt x="781572" y="1551032"/>
                    <a:pt x="778042" y="1546367"/>
                    <a:pt x="769848" y="1536912"/>
                  </a:cubicBezTo>
                  <a:cubicBezTo>
                    <a:pt x="761654" y="1527457"/>
                    <a:pt x="758124" y="1518002"/>
                    <a:pt x="753333" y="1518002"/>
                  </a:cubicBezTo>
                  <a:cubicBezTo>
                    <a:pt x="748669" y="1518002"/>
                    <a:pt x="741609" y="1516868"/>
                    <a:pt x="734550" y="1519137"/>
                  </a:cubicBezTo>
                  <a:cubicBezTo>
                    <a:pt x="727490" y="1521532"/>
                    <a:pt x="728625" y="1513212"/>
                    <a:pt x="729885" y="1505018"/>
                  </a:cubicBezTo>
                  <a:cubicBezTo>
                    <a:pt x="731020" y="1496824"/>
                    <a:pt x="716901" y="1497958"/>
                    <a:pt x="714631" y="1494428"/>
                  </a:cubicBezTo>
                  <a:cubicBezTo>
                    <a:pt x="712236" y="1490898"/>
                    <a:pt x="718161" y="1479174"/>
                    <a:pt x="720556" y="1477914"/>
                  </a:cubicBezTo>
                  <a:cubicBezTo>
                    <a:pt x="722952" y="1476779"/>
                    <a:pt x="730011" y="1473249"/>
                    <a:pt x="730011" y="1469720"/>
                  </a:cubicBezTo>
                  <a:cubicBezTo>
                    <a:pt x="730011" y="1466190"/>
                    <a:pt x="717026" y="1465055"/>
                    <a:pt x="721817" y="1456735"/>
                  </a:cubicBezTo>
                  <a:cubicBezTo>
                    <a:pt x="726481" y="1448541"/>
                    <a:pt x="735936" y="1448541"/>
                    <a:pt x="735936" y="1440220"/>
                  </a:cubicBezTo>
                  <a:cubicBezTo>
                    <a:pt x="735936" y="1432026"/>
                    <a:pt x="742996" y="1424966"/>
                    <a:pt x="751190" y="1430765"/>
                  </a:cubicBezTo>
                  <a:cubicBezTo>
                    <a:pt x="759385" y="1436690"/>
                    <a:pt x="762914" y="1451944"/>
                    <a:pt x="772369" y="1448414"/>
                  </a:cubicBezTo>
                  <a:cubicBezTo>
                    <a:pt x="781824" y="1444885"/>
                    <a:pt x="775899" y="1436690"/>
                    <a:pt x="774764" y="1431900"/>
                  </a:cubicBezTo>
                  <a:cubicBezTo>
                    <a:pt x="773630" y="1427236"/>
                    <a:pt x="771235" y="1420176"/>
                    <a:pt x="781824" y="1417781"/>
                  </a:cubicBezTo>
                  <a:cubicBezTo>
                    <a:pt x="792413" y="1415386"/>
                    <a:pt x="787749" y="1404796"/>
                    <a:pt x="795943" y="1404796"/>
                  </a:cubicBezTo>
                  <a:cubicBezTo>
                    <a:pt x="804137" y="1404796"/>
                    <a:pt x="819517" y="1394207"/>
                    <a:pt x="824182" y="1391811"/>
                  </a:cubicBezTo>
                  <a:cubicBezTo>
                    <a:pt x="828846" y="1389416"/>
                    <a:pt x="839436" y="1383617"/>
                    <a:pt x="844226" y="1385886"/>
                  </a:cubicBezTo>
                  <a:cubicBezTo>
                    <a:pt x="848891" y="1388282"/>
                    <a:pt x="854816" y="1394081"/>
                    <a:pt x="858346" y="1385886"/>
                  </a:cubicBezTo>
                  <a:cubicBezTo>
                    <a:pt x="861875" y="1377692"/>
                    <a:pt x="875995" y="1381222"/>
                    <a:pt x="877129" y="1385886"/>
                  </a:cubicBezTo>
                  <a:cubicBezTo>
                    <a:pt x="878264" y="1390551"/>
                    <a:pt x="900703" y="1390551"/>
                    <a:pt x="907763" y="1395341"/>
                  </a:cubicBezTo>
                  <a:cubicBezTo>
                    <a:pt x="914823" y="1400006"/>
                    <a:pt x="930077" y="1409460"/>
                    <a:pt x="930077" y="1414125"/>
                  </a:cubicBezTo>
                  <a:cubicBezTo>
                    <a:pt x="930077" y="1418789"/>
                    <a:pt x="937136" y="1425849"/>
                    <a:pt x="937136" y="1417655"/>
                  </a:cubicBezTo>
                  <a:cubicBezTo>
                    <a:pt x="937136" y="1409460"/>
                    <a:pt x="943061" y="1411730"/>
                    <a:pt x="952390" y="1417655"/>
                  </a:cubicBezTo>
                  <a:cubicBezTo>
                    <a:pt x="961845" y="1423580"/>
                    <a:pt x="974830" y="1421185"/>
                    <a:pt x="977099" y="1415259"/>
                  </a:cubicBezTo>
                  <a:cubicBezTo>
                    <a:pt x="979494" y="1409334"/>
                    <a:pt x="997143" y="1402275"/>
                    <a:pt x="1002942" y="1407065"/>
                  </a:cubicBezTo>
                  <a:cubicBezTo>
                    <a:pt x="1008867" y="1411730"/>
                    <a:pt x="1011136" y="1415259"/>
                    <a:pt x="1018196" y="1408200"/>
                  </a:cubicBezTo>
                  <a:cubicBezTo>
                    <a:pt x="1025256" y="1401140"/>
                    <a:pt x="1041770" y="1402275"/>
                    <a:pt x="1044039" y="1409334"/>
                  </a:cubicBezTo>
                  <a:cubicBezTo>
                    <a:pt x="1046434" y="1416394"/>
                    <a:pt x="1054629" y="1417529"/>
                    <a:pt x="1061688" y="1417529"/>
                  </a:cubicBezTo>
                  <a:cubicBezTo>
                    <a:pt x="1068748" y="1417529"/>
                    <a:pt x="1069883" y="1428118"/>
                    <a:pt x="1074673" y="1425723"/>
                  </a:cubicBezTo>
                  <a:cubicBezTo>
                    <a:pt x="1079338" y="1423328"/>
                    <a:pt x="1078203" y="1411604"/>
                    <a:pt x="1084128" y="1412738"/>
                  </a:cubicBezTo>
                  <a:cubicBezTo>
                    <a:pt x="1090053" y="1413873"/>
                    <a:pt x="1094718" y="1420932"/>
                    <a:pt x="1104172" y="1420932"/>
                  </a:cubicBezTo>
                  <a:cubicBezTo>
                    <a:pt x="1113627" y="1420932"/>
                    <a:pt x="1120687" y="1418537"/>
                    <a:pt x="1120687" y="1411477"/>
                  </a:cubicBezTo>
                  <a:cubicBezTo>
                    <a:pt x="1120687" y="1404418"/>
                    <a:pt x="1119552" y="1392694"/>
                    <a:pt x="1113627" y="1392694"/>
                  </a:cubicBezTo>
                  <a:cubicBezTo>
                    <a:pt x="1107702" y="1392694"/>
                    <a:pt x="1101903" y="1386769"/>
                    <a:pt x="1094843" y="1386769"/>
                  </a:cubicBezTo>
                  <a:cubicBezTo>
                    <a:pt x="1087784" y="1386769"/>
                    <a:pt x="1080724" y="1375045"/>
                    <a:pt x="1087784" y="1372649"/>
                  </a:cubicBezTo>
                  <a:cubicBezTo>
                    <a:pt x="1094843" y="1370254"/>
                    <a:pt x="1106568" y="1364455"/>
                    <a:pt x="1104298" y="1358530"/>
                  </a:cubicBezTo>
                  <a:cubicBezTo>
                    <a:pt x="1101903" y="1352605"/>
                    <a:pt x="1099634" y="1340881"/>
                    <a:pt x="1108963" y="1339747"/>
                  </a:cubicBezTo>
                  <a:cubicBezTo>
                    <a:pt x="1118418" y="1338612"/>
                    <a:pt x="1138336" y="1338612"/>
                    <a:pt x="1137201" y="1335082"/>
                  </a:cubicBezTo>
                  <a:cubicBezTo>
                    <a:pt x="1136067" y="1331552"/>
                    <a:pt x="1117157" y="1329157"/>
                    <a:pt x="1113627" y="1323358"/>
                  </a:cubicBezTo>
                  <a:cubicBezTo>
                    <a:pt x="1110098" y="1317433"/>
                    <a:pt x="1108963" y="1303314"/>
                    <a:pt x="1112492" y="1301045"/>
                  </a:cubicBezTo>
                  <a:cubicBezTo>
                    <a:pt x="1116023" y="1298649"/>
                    <a:pt x="1127747" y="1302179"/>
                    <a:pt x="1134932" y="1299910"/>
                  </a:cubicBezTo>
                  <a:cubicBezTo>
                    <a:pt x="1141992" y="1297515"/>
                    <a:pt x="1157246" y="1303440"/>
                    <a:pt x="1166701" y="1296380"/>
                  </a:cubicBezTo>
                  <a:cubicBezTo>
                    <a:pt x="1176156" y="1289320"/>
                    <a:pt x="1196074" y="1288186"/>
                    <a:pt x="1206663" y="1288186"/>
                  </a:cubicBezTo>
                  <a:cubicBezTo>
                    <a:pt x="1217253" y="1288186"/>
                    <a:pt x="1225447" y="1281126"/>
                    <a:pt x="1233767" y="1279992"/>
                  </a:cubicBezTo>
                  <a:cubicBezTo>
                    <a:pt x="1241961" y="1278857"/>
                    <a:pt x="1265536" y="1275327"/>
                    <a:pt x="1271461" y="1272932"/>
                  </a:cubicBezTo>
                  <a:cubicBezTo>
                    <a:pt x="1277386" y="1270537"/>
                    <a:pt x="1309154" y="1265872"/>
                    <a:pt x="1310288" y="1259947"/>
                  </a:cubicBezTo>
                  <a:cubicBezTo>
                    <a:pt x="1311423" y="1254022"/>
                    <a:pt x="1336762" y="1249358"/>
                    <a:pt x="1343192" y="1252257"/>
                  </a:cubicBezTo>
                  <a:cubicBezTo>
                    <a:pt x="1349621" y="1255157"/>
                    <a:pt x="1357941" y="1257552"/>
                    <a:pt x="1363740" y="1255157"/>
                  </a:cubicBezTo>
                  <a:cubicBezTo>
                    <a:pt x="1369665" y="1252762"/>
                    <a:pt x="1382020" y="1259317"/>
                    <a:pt x="1380759" y="1265746"/>
                  </a:cubicBezTo>
                  <a:cubicBezTo>
                    <a:pt x="1379624" y="1272176"/>
                    <a:pt x="1386054" y="1279235"/>
                    <a:pt x="1385424" y="1284530"/>
                  </a:cubicBezTo>
                  <a:cubicBezTo>
                    <a:pt x="1384793" y="1289825"/>
                    <a:pt x="1378994" y="1291590"/>
                    <a:pt x="1382524" y="1295750"/>
                  </a:cubicBezTo>
                  <a:cubicBezTo>
                    <a:pt x="1386054" y="1299910"/>
                    <a:pt x="1401938" y="1296884"/>
                    <a:pt x="1406602" y="1291590"/>
                  </a:cubicBezTo>
                  <a:cubicBezTo>
                    <a:pt x="1411267" y="1286295"/>
                    <a:pt x="1416562" y="1293985"/>
                    <a:pt x="1416562" y="1298019"/>
                  </a:cubicBezTo>
                  <a:cubicBezTo>
                    <a:pt x="1416562" y="1302179"/>
                    <a:pt x="1424251" y="1305079"/>
                    <a:pt x="1424251" y="1299784"/>
                  </a:cubicBezTo>
                  <a:cubicBezTo>
                    <a:pt x="1424251" y="1294489"/>
                    <a:pt x="1433706" y="1298019"/>
                    <a:pt x="1436606" y="1301549"/>
                  </a:cubicBezTo>
                  <a:cubicBezTo>
                    <a:pt x="1439505" y="1305079"/>
                    <a:pt x="1450725" y="1297389"/>
                    <a:pt x="1450725" y="1303314"/>
                  </a:cubicBezTo>
                  <a:cubicBezTo>
                    <a:pt x="1450725" y="1309239"/>
                    <a:pt x="1434211" y="1313903"/>
                    <a:pt x="1441270" y="1320332"/>
                  </a:cubicBezTo>
                  <a:cubicBezTo>
                    <a:pt x="1448330" y="1326762"/>
                    <a:pt x="1452490" y="1312643"/>
                    <a:pt x="1461315" y="1315668"/>
                  </a:cubicBezTo>
                  <a:cubicBezTo>
                    <a:pt x="1470139" y="1318568"/>
                    <a:pt x="1481863" y="1305709"/>
                    <a:pt x="1490184" y="1303944"/>
                  </a:cubicBezTo>
                  <a:cubicBezTo>
                    <a:pt x="1498377" y="1302179"/>
                    <a:pt x="1507202" y="1294489"/>
                    <a:pt x="1514262" y="1290455"/>
                  </a:cubicBezTo>
                  <a:cubicBezTo>
                    <a:pt x="1521321" y="1286295"/>
                    <a:pt x="1536575" y="1287555"/>
                    <a:pt x="1531911" y="1292220"/>
                  </a:cubicBezTo>
                  <a:cubicBezTo>
                    <a:pt x="1527121" y="1296884"/>
                    <a:pt x="1521952" y="1305709"/>
                    <a:pt x="1539601" y="1312264"/>
                  </a:cubicBezTo>
                  <a:cubicBezTo>
                    <a:pt x="1557250" y="1318694"/>
                    <a:pt x="1577294" y="1352857"/>
                    <a:pt x="1588388" y="1369876"/>
                  </a:cubicBezTo>
                  <a:cubicBezTo>
                    <a:pt x="1599608" y="1386895"/>
                    <a:pt x="1610198" y="1417529"/>
                    <a:pt x="1615996" y="1417529"/>
                  </a:cubicBezTo>
                  <a:cubicBezTo>
                    <a:pt x="1621922" y="1417529"/>
                    <a:pt x="1623686" y="1402275"/>
                    <a:pt x="1631250" y="1400510"/>
                  </a:cubicBezTo>
                  <a:cubicBezTo>
                    <a:pt x="1638940" y="1398745"/>
                    <a:pt x="1643604" y="1413495"/>
                    <a:pt x="1651799" y="1415259"/>
                  </a:cubicBezTo>
                  <a:cubicBezTo>
                    <a:pt x="1659993" y="1417024"/>
                    <a:pt x="1671213" y="1421689"/>
                    <a:pt x="1677642" y="1419420"/>
                  </a:cubicBezTo>
                  <a:cubicBezTo>
                    <a:pt x="1684072" y="1417024"/>
                    <a:pt x="1698821" y="1408830"/>
                    <a:pt x="1704116" y="1411730"/>
                  </a:cubicBezTo>
                  <a:cubicBezTo>
                    <a:pt x="1709411" y="1414629"/>
                    <a:pt x="1716470" y="1414629"/>
                    <a:pt x="1721135" y="1425849"/>
                  </a:cubicBezTo>
                  <a:cubicBezTo>
                    <a:pt x="1725799" y="1437069"/>
                    <a:pt x="1732859" y="1439464"/>
                    <a:pt x="1737649" y="1439464"/>
                  </a:cubicBezTo>
                  <a:cubicBezTo>
                    <a:pt x="1742314" y="1439464"/>
                    <a:pt x="1743322" y="1444759"/>
                    <a:pt x="1743322" y="1449423"/>
                  </a:cubicBezTo>
                  <a:cubicBezTo>
                    <a:pt x="1743322" y="1454087"/>
                    <a:pt x="1751895" y="1460391"/>
                    <a:pt x="1756685" y="1460391"/>
                  </a:cubicBezTo>
                  <a:cubicBezTo>
                    <a:pt x="1761350" y="1460391"/>
                    <a:pt x="1773956" y="1458752"/>
                    <a:pt x="1777864" y="1456483"/>
                  </a:cubicBezTo>
                  <a:cubicBezTo>
                    <a:pt x="1781772" y="1454087"/>
                    <a:pt x="1786563" y="1451818"/>
                    <a:pt x="1787319" y="1457239"/>
                  </a:cubicBezTo>
                  <a:cubicBezTo>
                    <a:pt x="1788075" y="1462786"/>
                    <a:pt x="1795135" y="1471358"/>
                    <a:pt x="1799925" y="1471358"/>
                  </a:cubicBezTo>
                  <a:cubicBezTo>
                    <a:pt x="1804590" y="1471358"/>
                    <a:pt x="1814045" y="1475266"/>
                    <a:pt x="1814801" y="1471358"/>
                  </a:cubicBezTo>
                  <a:cubicBezTo>
                    <a:pt x="1815557" y="1467450"/>
                    <a:pt x="1828164" y="1465055"/>
                    <a:pt x="1832828" y="1464299"/>
                  </a:cubicBezTo>
                  <a:cubicBezTo>
                    <a:pt x="1837493" y="1463542"/>
                    <a:pt x="1854007" y="1460391"/>
                    <a:pt x="1857159" y="1453331"/>
                  </a:cubicBezTo>
                  <a:cubicBezTo>
                    <a:pt x="1860310" y="1446271"/>
                    <a:pt x="1873673" y="1446271"/>
                    <a:pt x="1877581" y="1441607"/>
                  </a:cubicBezTo>
                  <a:cubicBezTo>
                    <a:pt x="1881489" y="1436943"/>
                    <a:pt x="1892457" y="1434547"/>
                    <a:pt x="1894852" y="1429883"/>
                  </a:cubicBezTo>
                  <a:cubicBezTo>
                    <a:pt x="1897247" y="1425219"/>
                    <a:pt x="1911366" y="1425975"/>
                    <a:pt x="1912879" y="1422067"/>
                  </a:cubicBezTo>
                  <a:cubicBezTo>
                    <a:pt x="1914392" y="1418159"/>
                    <a:pt x="1926242" y="1417403"/>
                    <a:pt x="1931664" y="1418915"/>
                  </a:cubicBezTo>
                  <a:cubicBezTo>
                    <a:pt x="1937084" y="1420554"/>
                    <a:pt x="1964693" y="1425975"/>
                    <a:pt x="1968474" y="1425219"/>
                  </a:cubicBezTo>
                  <a:cubicBezTo>
                    <a:pt x="1972382" y="1424462"/>
                    <a:pt x="1973139" y="1439338"/>
                    <a:pt x="1977047" y="1440094"/>
                  </a:cubicBezTo>
                  <a:cubicBezTo>
                    <a:pt x="1980955" y="1440851"/>
                    <a:pt x="1995074" y="1451818"/>
                    <a:pt x="1998982" y="1448793"/>
                  </a:cubicBezTo>
                  <a:cubicBezTo>
                    <a:pt x="2002890" y="1445641"/>
                    <a:pt x="2012345" y="1442489"/>
                    <a:pt x="2020161" y="1447154"/>
                  </a:cubicBezTo>
                  <a:cubicBezTo>
                    <a:pt x="2027977" y="1451944"/>
                    <a:pt x="2035919" y="1458122"/>
                    <a:pt x="2038944" y="1452701"/>
                  </a:cubicBezTo>
                  <a:cubicBezTo>
                    <a:pt x="2042096" y="1447154"/>
                    <a:pt x="2058610" y="1444885"/>
                    <a:pt x="2060880" y="1441733"/>
                  </a:cubicBezTo>
                  <a:cubicBezTo>
                    <a:pt x="2063275" y="1438581"/>
                    <a:pt x="2065545" y="1429127"/>
                    <a:pt x="2061637" y="1425975"/>
                  </a:cubicBezTo>
                  <a:cubicBezTo>
                    <a:pt x="2057729" y="1422823"/>
                    <a:pt x="2053821" y="1410343"/>
                    <a:pt x="2052182" y="1404040"/>
                  </a:cubicBezTo>
                  <a:cubicBezTo>
                    <a:pt x="2050669" y="1397736"/>
                    <a:pt x="2061637" y="1396224"/>
                    <a:pt x="2063149" y="1390677"/>
                  </a:cubicBezTo>
                  <a:cubicBezTo>
                    <a:pt x="2064662" y="1385256"/>
                    <a:pt x="2074117" y="1384373"/>
                    <a:pt x="2077268" y="1381222"/>
                  </a:cubicBezTo>
                  <a:cubicBezTo>
                    <a:pt x="2080420" y="1378070"/>
                    <a:pt x="2081176" y="1371011"/>
                    <a:pt x="2086723" y="1372649"/>
                  </a:cubicBezTo>
                  <a:cubicBezTo>
                    <a:pt x="2092144" y="1374288"/>
                    <a:pt x="2103994" y="1378196"/>
                    <a:pt x="2106263" y="1380465"/>
                  </a:cubicBezTo>
                  <a:cubicBezTo>
                    <a:pt x="2108659" y="1382861"/>
                    <a:pt x="2117231" y="1384373"/>
                    <a:pt x="2122778" y="1384373"/>
                  </a:cubicBezTo>
                  <a:cubicBezTo>
                    <a:pt x="2128325" y="1384373"/>
                    <a:pt x="2136897" y="1389038"/>
                    <a:pt x="2142444" y="1392190"/>
                  </a:cubicBezTo>
                  <a:cubicBezTo>
                    <a:pt x="2147991" y="1395341"/>
                    <a:pt x="2165262" y="1395341"/>
                    <a:pt x="2168287" y="1400006"/>
                  </a:cubicBezTo>
                  <a:cubicBezTo>
                    <a:pt x="2171439" y="1404670"/>
                    <a:pt x="2167531" y="1418033"/>
                    <a:pt x="2171439" y="1422823"/>
                  </a:cubicBezTo>
                  <a:cubicBezTo>
                    <a:pt x="2175347" y="1427488"/>
                    <a:pt x="2184802" y="1437699"/>
                    <a:pt x="2187953" y="1435430"/>
                  </a:cubicBezTo>
                  <a:cubicBezTo>
                    <a:pt x="2191105" y="1433035"/>
                    <a:pt x="2205980" y="1443246"/>
                    <a:pt x="2211527" y="1442489"/>
                  </a:cubicBezTo>
                  <a:cubicBezTo>
                    <a:pt x="2216948" y="1441733"/>
                    <a:pt x="2225647" y="1433035"/>
                    <a:pt x="2230312" y="1433035"/>
                  </a:cubicBezTo>
                  <a:cubicBezTo>
                    <a:pt x="2234976" y="1433035"/>
                    <a:pt x="2249978" y="1429127"/>
                    <a:pt x="2254642" y="1429883"/>
                  </a:cubicBezTo>
                  <a:cubicBezTo>
                    <a:pt x="2259306" y="1430639"/>
                    <a:pt x="2276577" y="1436943"/>
                    <a:pt x="2278973" y="1435430"/>
                  </a:cubicBezTo>
                  <a:cubicBezTo>
                    <a:pt x="2281368" y="1433791"/>
                    <a:pt x="2297000" y="1436186"/>
                    <a:pt x="2299395" y="1440977"/>
                  </a:cubicBezTo>
                  <a:cubicBezTo>
                    <a:pt x="2301790" y="1445641"/>
                    <a:pt x="2321330" y="1445641"/>
                    <a:pt x="2321330" y="1451188"/>
                  </a:cubicBezTo>
                  <a:cubicBezTo>
                    <a:pt x="2321330" y="1456609"/>
                    <a:pt x="2332298" y="1459760"/>
                    <a:pt x="2335450" y="1466064"/>
                  </a:cubicBezTo>
                  <a:cubicBezTo>
                    <a:pt x="2338601" y="1472367"/>
                    <a:pt x="2364444" y="1468459"/>
                    <a:pt x="2369235" y="1472367"/>
                  </a:cubicBezTo>
                  <a:cubicBezTo>
                    <a:pt x="2373899" y="1476275"/>
                    <a:pt x="2403777" y="1475518"/>
                    <a:pt x="2404533" y="1472367"/>
                  </a:cubicBezTo>
                  <a:cubicBezTo>
                    <a:pt x="2405289" y="1469215"/>
                    <a:pt x="2433528" y="1467702"/>
                    <a:pt x="2439075" y="1463668"/>
                  </a:cubicBezTo>
                  <a:cubicBezTo>
                    <a:pt x="2444622" y="1459760"/>
                    <a:pt x="2459498" y="1461273"/>
                    <a:pt x="2460254" y="1455852"/>
                  </a:cubicBezTo>
                  <a:cubicBezTo>
                    <a:pt x="2461011" y="1450305"/>
                    <a:pt x="2475130" y="1446398"/>
                    <a:pt x="2481433" y="1441733"/>
                  </a:cubicBezTo>
                  <a:cubicBezTo>
                    <a:pt x="2487736" y="1437069"/>
                    <a:pt x="2512823" y="1437825"/>
                    <a:pt x="2514336" y="1443372"/>
                  </a:cubicBezTo>
                  <a:cubicBezTo>
                    <a:pt x="2515849" y="1448919"/>
                    <a:pt x="2530850" y="1450432"/>
                    <a:pt x="2537027" y="1448036"/>
                  </a:cubicBezTo>
                  <a:cubicBezTo>
                    <a:pt x="2543331" y="1445641"/>
                    <a:pt x="2559719" y="1448793"/>
                    <a:pt x="2562114" y="1454340"/>
                  </a:cubicBezTo>
                  <a:cubicBezTo>
                    <a:pt x="2564509" y="1459886"/>
                    <a:pt x="2583294" y="1462912"/>
                    <a:pt x="2587958" y="1461399"/>
                  </a:cubicBezTo>
                  <a:cubicBezTo>
                    <a:pt x="2592622" y="1459886"/>
                    <a:pt x="2607498" y="1448793"/>
                    <a:pt x="2613045" y="1448036"/>
                  </a:cubicBezTo>
                  <a:cubicBezTo>
                    <a:pt x="2618592" y="1447280"/>
                    <a:pt x="2626408" y="1441733"/>
                    <a:pt x="2624769" y="1436312"/>
                  </a:cubicBezTo>
                  <a:cubicBezTo>
                    <a:pt x="2623256" y="1430765"/>
                    <a:pt x="2635737" y="1415133"/>
                    <a:pt x="2637375" y="1408830"/>
                  </a:cubicBezTo>
                  <a:cubicBezTo>
                    <a:pt x="2638888" y="1402527"/>
                    <a:pt x="2649982" y="1385256"/>
                    <a:pt x="2653890" y="1383743"/>
                  </a:cubicBezTo>
                  <a:cubicBezTo>
                    <a:pt x="2657798" y="1382230"/>
                    <a:pt x="2666496" y="1375171"/>
                    <a:pt x="2665614" y="1370380"/>
                  </a:cubicBezTo>
                  <a:cubicBezTo>
                    <a:pt x="2664857" y="1365716"/>
                    <a:pt x="2662462" y="1351597"/>
                    <a:pt x="2657798" y="1351597"/>
                  </a:cubicBezTo>
                  <a:cubicBezTo>
                    <a:pt x="2653134" y="1351597"/>
                    <a:pt x="2644435" y="1352353"/>
                    <a:pt x="2655403" y="1337477"/>
                  </a:cubicBezTo>
                  <a:cubicBezTo>
                    <a:pt x="2666370" y="1322602"/>
                    <a:pt x="2686036" y="1326510"/>
                    <a:pt x="2689188" y="1326510"/>
                  </a:cubicBezTo>
                  <a:cubicBezTo>
                    <a:pt x="2692340" y="1326510"/>
                    <a:pt x="2717426" y="1320206"/>
                    <a:pt x="2728394" y="1323358"/>
                  </a:cubicBezTo>
                  <a:cubicBezTo>
                    <a:pt x="2739362" y="1326510"/>
                    <a:pt x="2746421" y="1321845"/>
                    <a:pt x="2758146" y="1328022"/>
                  </a:cubicBezTo>
                  <a:cubicBezTo>
                    <a:pt x="2769870" y="1334326"/>
                    <a:pt x="2786384" y="1331930"/>
                    <a:pt x="2790292" y="1337477"/>
                  </a:cubicBezTo>
                  <a:cubicBezTo>
                    <a:pt x="2794200" y="1343024"/>
                    <a:pt x="2809958" y="1347689"/>
                    <a:pt x="2807563" y="1357143"/>
                  </a:cubicBezTo>
                  <a:cubicBezTo>
                    <a:pt x="2805168" y="1366598"/>
                    <a:pt x="2816136" y="1361051"/>
                    <a:pt x="2820170" y="1381474"/>
                  </a:cubicBezTo>
                  <a:cubicBezTo>
                    <a:pt x="2824078" y="1401897"/>
                    <a:pt x="2833533" y="1403409"/>
                    <a:pt x="2835802" y="1412864"/>
                  </a:cubicBezTo>
                  <a:cubicBezTo>
                    <a:pt x="2838197" y="1422319"/>
                    <a:pt x="2850677" y="1439590"/>
                    <a:pt x="2849165" y="1445011"/>
                  </a:cubicBezTo>
                  <a:cubicBezTo>
                    <a:pt x="2847526" y="1450558"/>
                    <a:pt x="2846013" y="1459130"/>
                    <a:pt x="2859376" y="1459886"/>
                  </a:cubicBezTo>
                  <a:cubicBezTo>
                    <a:pt x="2872739" y="1460643"/>
                    <a:pt x="2882193" y="1470854"/>
                    <a:pt x="2885345" y="1469341"/>
                  </a:cubicBezTo>
                  <a:cubicBezTo>
                    <a:pt x="2888497" y="1467829"/>
                    <a:pt x="2904129" y="1473249"/>
                    <a:pt x="2912071" y="1481065"/>
                  </a:cubicBezTo>
                  <a:cubicBezTo>
                    <a:pt x="2919887" y="1488881"/>
                    <a:pt x="2931737" y="1484973"/>
                    <a:pt x="2930854" y="1493672"/>
                  </a:cubicBezTo>
                  <a:cubicBezTo>
                    <a:pt x="2930098" y="1502244"/>
                    <a:pt x="2937158" y="1509304"/>
                    <a:pt x="2936401" y="1516364"/>
                  </a:cubicBezTo>
                  <a:cubicBezTo>
                    <a:pt x="2935645" y="1523423"/>
                    <a:pt x="2951277" y="1528088"/>
                    <a:pt x="2962245" y="1526575"/>
                  </a:cubicBezTo>
                  <a:cubicBezTo>
                    <a:pt x="2973213" y="1524936"/>
                    <a:pt x="2981029" y="1530483"/>
                    <a:pt x="2985819" y="1521028"/>
                  </a:cubicBezTo>
                  <a:cubicBezTo>
                    <a:pt x="2990484" y="1511573"/>
                    <a:pt x="3006242" y="1515481"/>
                    <a:pt x="3011663" y="1511573"/>
                  </a:cubicBezTo>
                  <a:cubicBezTo>
                    <a:pt x="3017083" y="1507665"/>
                    <a:pt x="3033598" y="1502875"/>
                    <a:pt x="3032841" y="1517120"/>
                  </a:cubicBezTo>
                  <a:cubicBezTo>
                    <a:pt x="3032085" y="1531239"/>
                    <a:pt x="3041414" y="1534391"/>
                    <a:pt x="3033598" y="1539055"/>
                  </a:cubicBezTo>
                  <a:cubicBezTo>
                    <a:pt x="3025782" y="1543720"/>
                    <a:pt x="3021874" y="1564142"/>
                    <a:pt x="3019478" y="1572841"/>
                  </a:cubicBezTo>
                  <a:cubicBezTo>
                    <a:pt x="3017083" y="1581413"/>
                    <a:pt x="3005359" y="1583808"/>
                    <a:pt x="3003720" y="1593263"/>
                  </a:cubicBezTo>
                  <a:cubicBezTo>
                    <a:pt x="3002081" y="1602718"/>
                    <a:pt x="2991114" y="1603474"/>
                    <a:pt x="2991114" y="1610534"/>
                  </a:cubicBezTo>
                  <a:cubicBezTo>
                    <a:pt x="2991114" y="1617594"/>
                    <a:pt x="2975482" y="1616081"/>
                    <a:pt x="2967540" y="1610534"/>
                  </a:cubicBezTo>
                  <a:cubicBezTo>
                    <a:pt x="2959724" y="1604987"/>
                    <a:pt x="2951908" y="1620745"/>
                    <a:pt x="2945605" y="1620745"/>
                  </a:cubicBezTo>
                  <a:cubicBezTo>
                    <a:pt x="2939301" y="1620745"/>
                    <a:pt x="2940058" y="1634108"/>
                    <a:pt x="2941697" y="1639529"/>
                  </a:cubicBezTo>
                  <a:cubicBezTo>
                    <a:pt x="2943335" y="1645076"/>
                    <a:pt x="2939428" y="1652136"/>
                    <a:pt x="2943335" y="1661464"/>
                  </a:cubicBezTo>
                  <a:cubicBezTo>
                    <a:pt x="2945478" y="1666507"/>
                    <a:pt x="2944092" y="1676088"/>
                    <a:pt x="2945226" y="1686803"/>
                  </a:cubicBezTo>
                  <a:cubicBezTo>
                    <a:pt x="2954807" y="1679870"/>
                    <a:pt x="2963506" y="1674701"/>
                    <a:pt x="2967287" y="1674701"/>
                  </a:cubicBezTo>
                  <a:cubicBezTo>
                    <a:pt x="2977121" y="1674701"/>
                    <a:pt x="2986953" y="1691594"/>
                    <a:pt x="2997921" y="1691972"/>
                  </a:cubicBezTo>
                  <a:cubicBezTo>
                    <a:pt x="3008889" y="1692350"/>
                    <a:pt x="3058685" y="1659069"/>
                    <a:pt x="3059063" y="1653522"/>
                  </a:cubicBezTo>
                  <a:cubicBezTo>
                    <a:pt x="3059441" y="1647975"/>
                    <a:pt x="3088436" y="1620115"/>
                    <a:pt x="3102177" y="1605618"/>
                  </a:cubicBezTo>
                  <a:cubicBezTo>
                    <a:pt x="3115919" y="1591120"/>
                    <a:pt x="3133946" y="1569941"/>
                    <a:pt x="3141005" y="1553427"/>
                  </a:cubicBezTo>
                  <a:cubicBezTo>
                    <a:pt x="3145291" y="1543215"/>
                    <a:pt x="3164579" y="1523549"/>
                    <a:pt x="3169244" y="1515733"/>
                  </a:cubicBezTo>
                  <a:cubicBezTo>
                    <a:pt x="3173908" y="1507917"/>
                    <a:pt x="3177060" y="1507161"/>
                    <a:pt x="3185758" y="1488629"/>
                  </a:cubicBezTo>
                  <a:cubicBezTo>
                    <a:pt x="3194331" y="1470224"/>
                    <a:pt x="3194331" y="1421941"/>
                    <a:pt x="3197104" y="1418789"/>
                  </a:cubicBezTo>
                  <a:cubicBezTo>
                    <a:pt x="3199878" y="1415638"/>
                    <a:pt x="3198239" y="1407443"/>
                    <a:pt x="3202147" y="1402275"/>
                  </a:cubicBezTo>
                  <a:cubicBezTo>
                    <a:pt x="3206055" y="1397232"/>
                    <a:pt x="3204038" y="1390173"/>
                    <a:pt x="3211980" y="1383491"/>
                  </a:cubicBezTo>
                  <a:cubicBezTo>
                    <a:pt x="3219796" y="1376810"/>
                    <a:pt x="3218283" y="1370884"/>
                    <a:pt x="3216266" y="1365842"/>
                  </a:cubicBezTo>
                  <a:cubicBezTo>
                    <a:pt x="3214249" y="1360799"/>
                    <a:pt x="3216644" y="1349327"/>
                    <a:pt x="3214627" y="1345798"/>
                  </a:cubicBezTo>
                  <a:cubicBezTo>
                    <a:pt x="3212610" y="1342268"/>
                    <a:pt x="3212988" y="1340755"/>
                    <a:pt x="3217779" y="1337982"/>
                  </a:cubicBezTo>
                  <a:cubicBezTo>
                    <a:pt x="3222443" y="1335208"/>
                    <a:pt x="3214627" y="1328148"/>
                    <a:pt x="3207946" y="1324997"/>
                  </a:cubicBezTo>
                  <a:cubicBezTo>
                    <a:pt x="3201264" y="1321845"/>
                    <a:pt x="3192692" y="1319072"/>
                    <a:pt x="3191809" y="1311634"/>
                  </a:cubicBezTo>
                  <a:cubicBezTo>
                    <a:pt x="3191053" y="1304196"/>
                    <a:pt x="3179707" y="1295119"/>
                    <a:pt x="3171009" y="1295876"/>
                  </a:cubicBezTo>
                  <a:cubicBezTo>
                    <a:pt x="3162436" y="1296632"/>
                    <a:pt x="3146300" y="1291211"/>
                    <a:pt x="3148317" y="1296632"/>
                  </a:cubicBezTo>
                  <a:cubicBezTo>
                    <a:pt x="3150334" y="1302179"/>
                    <a:pt x="3147560" y="1306844"/>
                    <a:pt x="3143274" y="1305583"/>
                  </a:cubicBezTo>
                  <a:cubicBezTo>
                    <a:pt x="3138988" y="1304448"/>
                    <a:pt x="3136971" y="1307978"/>
                    <a:pt x="3131928" y="1315794"/>
                  </a:cubicBezTo>
                  <a:cubicBezTo>
                    <a:pt x="3126886" y="1323610"/>
                    <a:pt x="3108733" y="1324367"/>
                    <a:pt x="3117053" y="1316929"/>
                  </a:cubicBezTo>
                  <a:cubicBezTo>
                    <a:pt x="3125247" y="1309491"/>
                    <a:pt x="3114280" y="1309113"/>
                    <a:pt x="3115919" y="1301297"/>
                  </a:cubicBezTo>
                  <a:cubicBezTo>
                    <a:pt x="3117557" y="1293481"/>
                    <a:pt x="3124112" y="1285539"/>
                    <a:pt x="3115161" y="1290707"/>
                  </a:cubicBezTo>
                  <a:cubicBezTo>
                    <a:pt x="3106085" y="1295750"/>
                    <a:pt x="3106085" y="1307978"/>
                    <a:pt x="3098647" y="1309617"/>
                  </a:cubicBezTo>
                  <a:cubicBezTo>
                    <a:pt x="3091210" y="1311130"/>
                    <a:pt x="3093479" y="1288438"/>
                    <a:pt x="3095495" y="1282513"/>
                  </a:cubicBezTo>
                  <a:cubicBezTo>
                    <a:pt x="3097513" y="1276588"/>
                    <a:pt x="3081755" y="1282891"/>
                    <a:pt x="3065240" y="1281757"/>
                  </a:cubicBezTo>
                  <a:cubicBezTo>
                    <a:pt x="3048726" y="1280622"/>
                    <a:pt x="3053138" y="1269150"/>
                    <a:pt x="3066374" y="1262090"/>
                  </a:cubicBezTo>
                  <a:cubicBezTo>
                    <a:pt x="3079737" y="1255031"/>
                    <a:pt x="3077342" y="1248349"/>
                    <a:pt x="3084024" y="1245576"/>
                  </a:cubicBezTo>
                  <a:cubicBezTo>
                    <a:pt x="3090706" y="1242802"/>
                    <a:pt x="3107976" y="1231457"/>
                    <a:pt x="3118188" y="1225532"/>
                  </a:cubicBezTo>
                  <a:cubicBezTo>
                    <a:pt x="3128399" y="1219606"/>
                    <a:pt x="3130416" y="1213051"/>
                    <a:pt x="3132685" y="1206370"/>
                  </a:cubicBezTo>
                  <a:cubicBezTo>
                    <a:pt x="3135080" y="1199688"/>
                    <a:pt x="3153863" y="1191494"/>
                    <a:pt x="3170757" y="1177753"/>
                  </a:cubicBezTo>
                  <a:cubicBezTo>
                    <a:pt x="3187649" y="1164012"/>
                    <a:pt x="3195843" y="1156196"/>
                    <a:pt x="3199751" y="1147876"/>
                  </a:cubicBezTo>
                  <a:cubicBezTo>
                    <a:pt x="3203659" y="1139681"/>
                    <a:pt x="3228746" y="1129470"/>
                    <a:pt x="3229125" y="1123167"/>
                  </a:cubicBezTo>
                  <a:cubicBezTo>
                    <a:pt x="3229502" y="1116864"/>
                    <a:pt x="3258876" y="1101231"/>
                    <a:pt x="3278921" y="1097323"/>
                  </a:cubicBezTo>
                  <a:cubicBezTo>
                    <a:pt x="3298964" y="1093415"/>
                    <a:pt x="3330733" y="1098458"/>
                    <a:pt x="3336658" y="1104383"/>
                  </a:cubicBezTo>
                  <a:cubicBezTo>
                    <a:pt x="3342583" y="1110308"/>
                    <a:pt x="3346869" y="1107913"/>
                    <a:pt x="3350399" y="1104005"/>
                  </a:cubicBezTo>
                  <a:cubicBezTo>
                    <a:pt x="3353929" y="1100097"/>
                    <a:pt x="3361745" y="1101988"/>
                    <a:pt x="3375108" y="1103627"/>
                  </a:cubicBezTo>
                  <a:cubicBezTo>
                    <a:pt x="3388471" y="1105265"/>
                    <a:pt x="3391623" y="1097323"/>
                    <a:pt x="3400573" y="1100097"/>
                  </a:cubicBezTo>
                  <a:cubicBezTo>
                    <a:pt x="3409650" y="1102870"/>
                    <a:pt x="3417087" y="1104383"/>
                    <a:pt x="3422508" y="1093794"/>
                  </a:cubicBezTo>
                  <a:cubicBezTo>
                    <a:pt x="3428055" y="1083204"/>
                    <a:pt x="3453899" y="1085221"/>
                    <a:pt x="3459824" y="1089507"/>
                  </a:cubicBezTo>
                  <a:cubicBezTo>
                    <a:pt x="3465749" y="1093794"/>
                    <a:pt x="3470413" y="1099719"/>
                    <a:pt x="3479868" y="1093415"/>
                  </a:cubicBezTo>
                  <a:cubicBezTo>
                    <a:pt x="3489323" y="1087112"/>
                    <a:pt x="3489323" y="1101610"/>
                    <a:pt x="3498273" y="1102870"/>
                  </a:cubicBezTo>
                  <a:cubicBezTo>
                    <a:pt x="3507350" y="1104005"/>
                    <a:pt x="3501425" y="1111821"/>
                    <a:pt x="3493609" y="1111064"/>
                  </a:cubicBezTo>
                  <a:cubicBezTo>
                    <a:pt x="3485793" y="1110308"/>
                    <a:pt x="3475960" y="1114973"/>
                    <a:pt x="3485037" y="1120141"/>
                  </a:cubicBezTo>
                  <a:cubicBezTo>
                    <a:pt x="3494114" y="1125184"/>
                    <a:pt x="3504703" y="1115477"/>
                    <a:pt x="3511762" y="1116233"/>
                  </a:cubicBezTo>
                  <a:cubicBezTo>
                    <a:pt x="3518822" y="1116990"/>
                    <a:pt x="3529790" y="1117872"/>
                    <a:pt x="3539623" y="1111569"/>
                  </a:cubicBezTo>
                  <a:cubicBezTo>
                    <a:pt x="3549456" y="1105265"/>
                    <a:pt x="3552229" y="1116611"/>
                    <a:pt x="3558407" y="1111191"/>
                  </a:cubicBezTo>
                  <a:cubicBezTo>
                    <a:pt x="3564710" y="1105644"/>
                    <a:pt x="3578829" y="1104131"/>
                    <a:pt x="3585889" y="1104509"/>
                  </a:cubicBezTo>
                  <a:cubicBezTo>
                    <a:pt x="3592948" y="1104887"/>
                    <a:pt x="3587024" y="1096315"/>
                    <a:pt x="3575299" y="1096315"/>
                  </a:cubicBezTo>
                  <a:cubicBezTo>
                    <a:pt x="3563575" y="1096315"/>
                    <a:pt x="3563953" y="1090012"/>
                    <a:pt x="3573282" y="1074001"/>
                  </a:cubicBezTo>
                  <a:cubicBezTo>
                    <a:pt x="3582737" y="1057991"/>
                    <a:pt x="3600764" y="1049293"/>
                    <a:pt x="3612110" y="1039460"/>
                  </a:cubicBezTo>
                  <a:cubicBezTo>
                    <a:pt x="3623456" y="1029626"/>
                    <a:pt x="3631776" y="1034417"/>
                    <a:pt x="3631776" y="1028114"/>
                  </a:cubicBezTo>
                  <a:cubicBezTo>
                    <a:pt x="3631776" y="1021810"/>
                    <a:pt x="3637197" y="1004161"/>
                    <a:pt x="3645896" y="1003783"/>
                  </a:cubicBezTo>
                  <a:cubicBezTo>
                    <a:pt x="3654468" y="1003405"/>
                    <a:pt x="3676025" y="1007313"/>
                    <a:pt x="3689388" y="999875"/>
                  </a:cubicBezTo>
                  <a:cubicBezTo>
                    <a:pt x="3702751" y="992437"/>
                    <a:pt x="3701490" y="1005422"/>
                    <a:pt x="3707037" y="1007313"/>
                  </a:cubicBezTo>
                  <a:cubicBezTo>
                    <a:pt x="3712458" y="1009330"/>
                    <a:pt x="3720022" y="995967"/>
                    <a:pt x="3726199" y="999875"/>
                  </a:cubicBezTo>
                  <a:cubicBezTo>
                    <a:pt x="3732502" y="1003783"/>
                    <a:pt x="3716744" y="1013238"/>
                    <a:pt x="3713214" y="1024584"/>
                  </a:cubicBezTo>
                  <a:cubicBezTo>
                    <a:pt x="3709685" y="1035930"/>
                    <a:pt x="3721409" y="1031644"/>
                    <a:pt x="3728090" y="1034795"/>
                  </a:cubicBezTo>
                  <a:cubicBezTo>
                    <a:pt x="3734771" y="1037947"/>
                    <a:pt x="3719392" y="1042611"/>
                    <a:pt x="3721031" y="1045763"/>
                  </a:cubicBezTo>
                  <a:cubicBezTo>
                    <a:pt x="3722543" y="1048914"/>
                    <a:pt x="3735906" y="1048914"/>
                    <a:pt x="3753177" y="1031644"/>
                  </a:cubicBezTo>
                  <a:cubicBezTo>
                    <a:pt x="3770448" y="1014373"/>
                    <a:pt x="3786080" y="1009708"/>
                    <a:pt x="3797174" y="1010843"/>
                  </a:cubicBezTo>
                  <a:cubicBezTo>
                    <a:pt x="3808141" y="1011977"/>
                    <a:pt x="3801838" y="1001010"/>
                    <a:pt x="3802721" y="984999"/>
                  </a:cubicBezTo>
                  <a:cubicBezTo>
                    <a:pt x="3803477" y="968863"/>
                    <a:pt x="3837262" y="964199"/>
                    <a:pt x="3848230" y="968863"/>
                  </a:cubicBezTo>
                  <a:cubicBezTo>
                    <a:pt x="3859197" y="973528"/>
                    <a:pt x="3858441" y="977940"/>
                    <a:pt x="3847852" y="975166"/>
                  </a:cubicBezTo>
                  <a:cubicBezTo>
                    <a:pt x="3837262" y="972393"/>
                    <a:pt x="3827429" y="981848"/>
                    <a:pt x="3827807" y="995211"/>
                  </a:cubicBezTo>
                  <a:cubicBezTo>
                    <a:pt x="3828186" y="1008574"/>
                    <a:pt x="3818353" y="1012860"/>
                    <a:pt x="3823521" y="1018028"/>
                  </a:cubicBezTo>
                  <a:cubicBezTo>
                    <a:pt x="3828564" y="1023071"/>
                    <a:pt x="3816083" y="1024332"/>
                    <a:pt x="3815705" y="1029753"/>
                  </a:cubicBezTo>
                  <a:cubicBezTo>
                    <a:pt x="3815327" y="1035299"/>
                    <a:pt x="3815705" y="1039586"/>
                    <a:pt x="3807889" y="1041855"/>
                  </a:cubicBezTo>
                  <a:cubicBezTo>
                    <a:pt x="3800073" y="1044250"/>
                    <a:pt x="3773726" y="1046897"/>
                    <a:pt x="3772969" y="1057109"/>
                  </a:cubicBezTo>
                  <a:cubicBezTo>
                    <a:pt x="3772213" y="1067320"/>
                    <a:pt x="3758093" y="1068455"/>
                    <a:pt x="3751412" y="1081061"/>
                  </a:cubicBezTo>
                  <a:cubicBezTo>
                    <a:pt x="3744730" y="1093668"/>
                    <a:pt x="3719266" y="1101105"/>
                    <a:pt x="3702373" y="1126192"/>
                  </a:cubicBezTo>
                  <a:cubicBezTo>
                    <a:pt x="3685480" y="1151279"/>
                    <a:pt x="3658880" y="1151279"/>
                    <a:pt x="3658880" y="1155944"/>
                  </a:cubicBezTo>
                  <a:cubicBezTo>
                    <a:pt x="3658880" y="1160734"/>
                    <a:pt x="3640475" y="1160230"/>
                    <a:pt x="3634172" y="1161112"/>
                  </a:cubicBezTo>
                  <a:cubicBezTo>
                    <a:pt x="3627868" y="1161869"/>
                    <a:pt x="3640096" y="1177249"/>
                    <a:pt x="3625095" y="1193259"/>
                  </a:cubicBezTo>
                  <a:cubicBezTo>
                    <a:pt x="3610219" y="1209395"/>
                    <a:pt x="3600386" y="1231709"/>
                    <a:pt x="3600764" y="1254022"/>
                  </a:cubicBezTo>
                  <a:cubicBezTo>
                    <a:pt x="3601143" y="1276336"/>
                    <a:pt x="3608580" y="1340755"/>
                    <a:pt x="3615262" y="1352101"/>
                  </a:cubicBezTo>
                  <a:cubicBezTo>
                    <a:pt x="3621943" y="1363447"/>
                    <a:pt x="3618035" y="1391307"/>
                    <a:pt x="3623456" y="1397232"/>
                  </a:cubicBezTo>
                  <a:cubicBezTo>
                    <a:pt x="3629003" y="1403157"/>
                    <a:pt x="3626986" y="1412864"/>
                    <a:pt x="3630515" y="1416394"/>
                  </a:cubicBezTo>
                  <a:cubicBezTo>
                    <a:pt x="3634046" y="1419924"/>
                    <a:pt x="3648543" y="1400636"/>
                    <a:pt x="3658376" y="1392442"/>
                  </a:cubicBezTo>
                  <a:cubicBezTo>
                    <a:pt x="3668209" y="1384247"/>
                    <a:pt x="3665058" y="1381474"/>
                    <a:pt x="3671739" y="1377188"/>
                  </a:cubicBezTo>
                  <a:cubicBezTo>
                    <a:pt x="3678421" y="1372902"/>
                    <a:pt x="3675647" y="1354874"/>
                    <a:pt x="3677664" y="1350084"/>
                  </a:cubicBezTo>
                  <a:cubicBezTo>
                    <a:pt x="3679681" y="1345419"/>
                    <a:pt x="3691784" y="1343024"/>
                    <a:pt x="3695692" y="1337982"/>
                  </a:cubicBezTo>
                  <a:cubicBezTo>
                    <a:pt x="3699599" y="1332939"/>
                    <a:pt x="3709811" y="1335965"/>
                    <a:pt x="3715358" y="1334074"/>
                  </a:cubicBezTo>
                  <a:cubicBezTo>
                    <a:pt x="3720778" y="1332183"/>
                    <a:pt x="3714979" y="1319198"/>
                    <a:pt x="3712962" y="1311760"/>
                  </a:cubicBezTo>
                  <a:cubicBezTo>
                    <a:pt x="3710945" y="1304322"/>
                    <a:pt x="3729098" y="1294111"/>
                    <a:pt x="3738427" y="1287429"/>
                  </a:cubicBezTo>
                  <a:cubicBezTo>
                    <a:pt x="3747882" y="1280748"/>
                    <a:pt x="3759607" y="1291716"/>
                    <a:pt x="3770196" y="1281883"/>
                  </a:cubicBezTo>
                  <a:cubicBezTo>
                    <a:pt x="3780785" y="1272050"/>
                    <a:pt x="3769439" y="1260704"/>
                    <a:pt x="3765531" y="1255661"/>
                  </a:cubicBezTo>
                  <a:cubicBezTo>
                    <a:pt x="3761623" y="1250619"/>
                    <a:pt x="3776121" y="1225784"/>
                    <a:pt x="3784315" y="1223515"/>
                  </a:cubicBezTo>
                  <a:cubicBezTo>
                    <a:pt x="3792509" y="1221119"/>
                    <a:pt x="3796921" y="1229440"/>
                    <a:pt x="3804737" y="1222380"/>
                  </a:cubicBezTo>
                  <a:cubicBezTo>
                    <a:pt x="3812553" y="1215320"/>
                    <a:pt x="3797678" y="1203974"/>
                    <a:pt x="3792131" y="1204731"/>
                  </a:cubicBezTo>
                  <a:cubicBezTo>
                    <a:pt x="3786584" y="1205487"/>
                    <a:pt x="3784693" y="1184686"/>
                    <a:pt x="3797678" y="1174980"/>
                  </a:cubicBezTo>
                  <a:cubicBezTo>
                    <a:pt x="3810663" y="1165146"/>
                    <a:pt x="3805494" y="1163255"/>
                    <a:pt x="3796921" y="1160860"/>
                  </a:cubicBezTo>
                  <a:cubicBezTo>
                    <a:pt x="3788349" y="1158465"/>
                    <a:pt x="3786710" y="1161617"/>
                    <a:pt x="3780029" y="1161995"/>
                  </a:cubicBezTo>
                  <a:cubicBezTo>
                    <a:pt x="3773347" y="1162373"/>
                    <a:pt x="3766666" y="1148254"/>
                    <a:pt x="3776877" y="1134513"/>
                  </a:cubicBezTo>
                  <a:cubicBezTo>
                    <a:pt x="3787089" y="1120772"/>
                    <a:pt x="3796921" y="1122284"/>
                    <a:pt x="3799190" y="1110938"/>
                  </a:cubicBezTo>
                  <a:cubicBezTo>
                    <a:pt x="3801586" y="1099593"/>
                    <a:pt x="3815705" y="1083456"/>
                    <a:pt x="3819235" y="1077531"/>
                  </a:cubicBezTo>
                  <a:cubicBezTo>
                    <a:pt x="3822765" y="1071606"/>
                    <a:pt x="3836884" y="1077531"/>
                    <a:pt x="3842431" y="1076397"/>
                  </a:cubicBezTo>
                  <a:cubicBezTo>
                    <a:pt x="3847852" y="1075262"/>
                    <a:pt x="3845961" y="1086986"/>
                    <a:pt x="3852642" y="1081061"/>
                  </a:cubicBezTo>
                  <a:cubicBezTo>
                    <a:pt x="3859324" y="1075136"/>
                    <a:pt x="3870291" y="1055596"/>
                    <a:pt x="3879368" y="1055596"/>
                  </a:cubicBezTo>
                  <a:cubicBezTo>
                    <a:pt x="3888445" y="1055596"/>
                    <a:pt x="3882520" y="1070093"/>
                    <a:pt x="3884915" y="1078792"/>
                  </a:cubicBezTo>
                  <a:cubicBezTo>
                    <a:pt x="3887310" y="1087364"/>
                    <a:pt x="3892353" y="1076397"/>
                    <a:pt x="3909624" y="1064673"/>
                  </a:cubicBezTo>
                  <a:cubicBezTo>
                    <a:pt x="3926894" y="1052949"/>
                    <a:pt x="3964588" y="1054083"/>
                    <a:pt x="3975934" y="1059630"/>
                  </a:cubicBezTo>
                  <a:cubicBezTo>
                    <a:pt x="3987280" y="1065177"/>
                    <a:pt x="3989297" y="1078035"/>
                    <a:pt x="3995600" y="1076523"/>
                  </a:cubicBezTo>
                  <a:cubicBezTo>
                    <a:pt x="4005181" y="1074127"/>
                    <a:pt x="3997113" y="1063538"/>
                    <a:pt x="4006568" y="1060765"/>
                  </a:cubicBezTo>
                  <a:cubicBezTo>
                    <a:pt x="4016022" y="1057991"/>
                    <a:pt x="4032411" y="1048158"/>
                    <a:pt x="4045017" y="1039207"/>
                  </a:cubicBezTo>
                  <a:cubicBezTo>
                    <a:pt x="4057624" y="1030257"/>
                    <a:pt x="4053968" y="1036812"/>
                    <a:pt x="4060649" y="1028618"/>
                  </a:cubicBezTo>
                  <a:cubicBezTo>
                    <a:pt x="4067331" y="1020424"/>
                    <a:pt x="4074013" y="1023954"/>
                    <a:pt x="4075903" y="1018407"/>
                  </a:cubicBezTo>
                  <a:cubicBezTo>
                    <a:pt x="4077921" y="1012860"/>
                    <a:pt x="4095948" y="1003909"/>
                    <a:pt x="4120656" y="998362"/>
                  </a:cubicBezTo>
                  <a:cubicBezTo>
                    <a:pt x="4145365" y="992815"/>
                    <a:pt x="4177512" y="976427"/>
                    <a:pt x="4175999" y="971258"/>
                  </a:cubicBezTo>
                  <a:cubicBezTo>
                    <a:pt x="4174486" y="966216"/>
                    <a:pt x="4185454" y="963821"/>
                    <a:pt x="4186589" y="968863"/>
                  </a:cubicBezTo>
                  <a:cubicBezTo>
                    <a:pt x="4187723" y="973906"/>
                    <a:pt x="4197178" y="972015"/>
                    <a:pt x="4210163" y="974788"/>
                  </a:cubicBezTo>
                  <a:cubicBezTo>
                    <a:pt x="4223147" y="977562"/>
                    <a:pt x="4229073" y="982604"/>
                    <a:pt x="4239158" y="972393"/>
                  </a:cubicBezTo>
                  <a:cubicBezTo>
                    <a:pt x="4249369" y="962182"/>
                    <a:pt x="4238023" y="958652"/>
                    <a:pt x="4238401" y="950836"/>
                  </a:cubicBezTo>
                  <a:cubicBezTo>
                    <a:pt x="4238779" y="943020"/>
                    <a:pt x="4220752" y="934699"/>
                    <a:pt x="4223147" y="926505"/>
                  </a:cubicBezTo>
                  <a:cubicBezTo>
                    <a:pt x="4225543" y="918311"/>
                    <a:pt x="4209784" y="896250"/>
                    <a:pt x="4205120" y="900662"/>
                  </a:cubicBezTo>
                  <a:cubicBezTo>
                    <a:pt x="4200456" y="904948"/>
                    <a:pt x="4189362" y="897132"/>
                    <a:pt x="4189362" y="890829"/>
                  </a:cubicBezTo>
                  <a:cubicBezTo>
                    <a:pt x="4189362" y="884526"/>
                    <a:pt x="4188605" y="877088"/>
                    <a:pt x="4181168" y="881752"/>
                  </a:cubicBezTo>
                  <a:cubicBezTo>
                    <a:pt x="4173730" y="886417"/>
                    <a:pt x="4161123" y="884147"/>
                    <a:pt x="4158854" y="877088"/>
                  </a:cubicBezTo>
                  <a:cubicBezTo>
                    <a:pt x="4156459" y="870028"/>
                    <a:pt x="4173351" y="864986"/>
                    <a:pt x="4185076" y="869650"/>
                  </a:cubicBezTo>
                  <a:cubicBezTo>
                    <a:pt x="4196800" y="874314"/>
                    <a:pt x="4193396" y="879105"/>
                    <a:pt x="4199195" y="882635"/>
                  </a:cubicBezTo>
                  <a:cubicBezTo>
                    <a:pt x="4205120" y="886164"/>
                    <a:pt x="4221131" y="884652"/>
                    <a:pt x="4229451" y="880744"/>
                  </a:cubicBezTo>
                  <a:cubicBezTo>
                    <a:pt x="4237645" y="876836"/>
                    <a:pt x="4260841" y="869398"/>
                    <a:pt x="4264749" y="862716"/>
                  </a:cubicBezTo>
                  <a:cubicBezTo>
                    <a:pt x="4268657" y="856035"/>
                    <a:pt x="4264371" y="852883"/>
                    <a:pt x="4272187" y="848975"/>
                  </a:cubicBezTo>
                  <a:cubicBezTo>
                    <a:pt x="4280003" y="845067"/>
                    <a:pt x="4274078" y="836873"/>
                    <a:pt x="4267522" y="833343"/>
                  </a:cubicBezTo>
                  <a:cubicBezTo>
                    <a:pt x="4260841" y="829813"/>
                    <a:pt x="4262353" y="820359"/>
                    <a:pt x="4269539" y="820359"/>
                  </a:cubicBezTo>
                  <a:cubicBezTo>
                    <a:pt x="4276599" y="820359"/>
                    <a:pt x="4274582" y="812164"/>
                    <a:pt x="4279373" y="811660"/>
                  </a:cubicBezTo>
                  <a:cubicBezTo>
                    <a:pt x="4284037" y="811282"/>
                    <a:pt x="4284793" y="815190"/>
                    <a:pt x="4293492" y="810904"/>
                  </a:cubicBezTo>
                  <a:cubicBezTo>
                    <a:pt x="4302064" y="806617"/>
                    <a:pt x="4293870" y="817585"/>
                    <a:pt x="4289962" y="825023"/>
                  </a:cubicBezTo>
                  <a:cubicBezTo>
                    <a:pt x="4286054" y="832461"/>
                    <a:pt x="4298156" y="838764"/>
                    <a:pt x="4299416" y="843050"/>
                  </a:cubicBezTo>
                  <a:cubicBezTo>
                    <a:pt x="4300551" y="847336"/>
                    <a:pt x="4317444" y="848975"/>
                    <a:pt x="4326899" y="843807"/>
                  </a:cubicBezTo>
                  <a:cubicBezTo>
                    <a:pt x="4336354" y="838764"/>
                    <a:pt x="4366483" y="850110"/>
                    <a:pt x="4368501" y="857548"/>
                  </a:cubicBezTo>
                  <a:cubicBezTo>
                    <a:pt x="4370517" y="864986"/>
                    <a:pt x="4374804" y="874062"/>
                    <a:pt x="4387284" y="880365"/>
                  </a:cubicBezTo>
                  <a:cubicBezTo>
                    <a:pt x="4399891" y="886669"/>
                    <a:pt x="4411237" y="883895"/>
                    <a:pt x="4413631" y="889820"/>
                  </a:cubicBezTo>
                  <a:cubicBezTo>
                    <a:pt x="4416027" y="895745"/>
                    <a:pt x="4420692" y="898771"/>
                    <a:pt x="4427751" y="897258"/>
                  </a:cubicBezTo>
                  <a:cubicBezTo>
                    <a:pt x="4434811" y="895619"/>
                    <a:pt x="4438719" y="903561"/>
                    <a:pt x="4443761" y="898771"/>
                  </a:cubicBezTo>
                  <a:cubicBezTo>
                    <a:pt x="4448930" y="894107"/>
                    <a:pt x="4451577" y="901544"/>
                    <a:pt x="4458259" y="895619"/>
                  </a:cubicBezTo>
                  <a:cubicBezTo>
                    <a:pt x="4464940" y="889694"/>
                    <a:pt x="4443761" y="885786"/>
                    <a:pt x="4446535" y="881122"/>
                  </a:cubicBezTo>
                  <a:cubicBezTo>
                    <a:pt x="4449308" y="876457"/>
                    <a:pt x="4453595" y="884652"/>
                    <a:pt x="4459519" y="884273"/>
                  </a:cubicBezTo>
                  <a:cubicBezTo>
                    <a:pt x="4465445" y="883895"/>
                    <a:pt x="4457880" y="872549"/>
                    <a:pt x="4462293" y="871289"/>
                  </a:cubicBezTo>
                  <a:cubicBezTo>
                    <a:pt x="4466579" y="870154"/>
                    <a:pt x="4463049" y="846580"/>
                    <a:pt x="4458385" y="845067"/>
                  </a:cubicBezTo>
                  <a:cubicBezTo>
                    <a:pt x="4453721" y="843428"/>
                    <a:pt x="4457629" y="835234"/>
                    <a:pt x="4466579" y="841916"/>
                  </a:cubicBezTo>
                  <a:cubicBezTo>
                    <a:pt x="4475530" y="848597"/>
                    <a:pt x="4489775" y="848219"/>
                    <a:pt x="4496456" y="848219"/>
                  </a:cubicBezTo>
                  <a:cubicBezTo>
                    <a:pt x="4503138" y="848219"/>
                    <a:pt x="4496835" y="841916"/>
                    <a:pt x="4490153" y="840781"/>
                  </a:cubicBezTo>
                  <a:cubicBezTo>
                    <a:pt x="4483472" y="839646"/>
                    <a:pt x="4491288" y="834100"/>
                    <a:pt x="4496078" y="838386"/>
                  </a:cubicBezTo>
                  <a:cubicBezTo>
                    <a:pt x="4500743" y="842672"/>
                    <a:pt x="4509819" y="844689"/>
                    <a:pt x="4510575" y="840025"/>
                  </a:cubicBezTo>
                  <a:cubicBezTo>
                    <a:pt x="4511332" y="835360"/>
                    <a:pt x="4516122" y="825149"/>
                    <a:pt x="4524317" y="825527"/>
                  </a:cubicBezTo>
                  <a:cubicBezTo>
                    <a:pt x="4533142" y="826031"/>
                    <a:pt x="4535915" y="821367"/>
                    <a:pt x="4528099" y="818594"/>
                  </a:cubicBezTo>
                  <a:close/>
                  <a:moveTo>
                    <a:pt x="2340114" y="1333317"/>
                  </a:moveTo>
                  <a:cubicBezTo>
                    <a:pt x="2317800" y="1353361"/>
                    <a:pt x="2273047" y="1358026"/>
                    <a:pt x="2273047" y="1374540"/>
                  </a:cubicBezTo>
                  <a:cubicBezTo>
                    <a:pt x="2273047" y="1391055"/>
                    <a:pt x="2218966" y="1399249"/>
                    <a:pt x="2214175" y="1392190"/>
                  </a:cubicBezTo>
                  <a:cubicBezTo>
                    <a:pt x="2210015" y="1386012"/>
                    <a:pt x="2254137" y="1383995"/>
                    <a:pt x="2264727" y="1360421"/>
                  </a:cubicBezTo>
                  <a:cubicBezTo>
                    <a:pt x="2275316" y="1336847"/>
                    <a:pt x="2315531" y="1324745"/>
                    <a:pt x="2335323" y="1293355"/>
                  </a:cubicBezTo>
                  <a:cubicBezTo>
                    <a:pt x="2349443" y="1271041"/>
                    <a:pt x="2361166" y="1236877"/>
                    <a:pt x="2369487" y="1239273"/>
                  </a:cubicBezTo>
                  <a:cubicBezTo>
                    <a:pt x="2377807" y="1241542"/>
                    <a:pt x="2362428" y="1313273"/>
                    <a:pt x="2340114" y="1333317"/>
                  </a:cubicBezTo>
                  <a:close/>
                  <a:moveTo>
                    <a:pt x="2439832" y="411782"/>
                  </a:moveTo>
                  <a:cubicBezTo>
                    <a:pt x="2436680" y="418085"/>
                    <a:pt x="2419661" y="418463"/>
                    <a:pt x="2424199" y="424388"/>
                  </a:cubicBezTo>
                  <a:cubicBezTo>
                    <a:pt x="2432016" y="434600"/>
                    <a:pt x="2471222" y="429053"/>
                    <a:pt x="2472104" y="416572"/>
                  </a:cubicBezTo>
                  <a:cubicBezTo>
                    <a:pt x="2472735" y="403966"/>
                    <a:pt x="2442983" y="405478"/>
                    <a:pt x="2439832" y="411782"/>
                  </a:cubicBezTo>
                  <a:close/>
                  <a:moveTo>
                    <a:pt x="1011010" y="24258"/>
                  </a:moveTo>
                  <a:cubicBezTo>
                    <a:pt x="1029794" y="24258"/>
                    <a:pt x="1024373" y="12534"/>
                    <a:pt x="1036853" y="14047"/>
                  </a:cubicBezTo>
                  <a:cubicBezTo>
                    <a:pt x="1049460" y="15685"/>
                    <a:pt x="1065849" y="14803"/>
                    <a:pt x="1059545" y="6987"/>
                  </a:cubicBezTo>
                  <a:cubicBezTo>
                    <a:pt x="1053242" y="-829"/>
                    <a:pt x="1007732" y="2323"/>
                    <a:pt x="1012523" y="8626"/>
                  </a:cubicBezTo>
                  <a:cubicBezTo>
                    <a:pt x="1017187" y="14929"/>
                    <a:pt x="975712" y="12534"/>
                    <a:pt x="976469" y="14929"/>
                  </a:cubicBezTo>
                  <a:cubicBezTo>
                    <a:pt x="977981" y="19467"/>
                    <a:pt x="992100" y="24258"/>
                    <a:pt x="1011010" y="24258"/>
                  </a:cubicBezTo>
                  <a:close/>
                  <a:moveTo>
                    <a:pt x="913688" y="76827"/>
                  </a:moveTo>
                  <a:cubicBezTo>
                    <a:pt x="913688" y="64220"/>
                    <a:pt x="872843" y="78088"/>
                    <a:pt x="880785" y="80735"/>
                  </a:cubicBezTo>
                  <a:cubicBezTo>
                    <a:pt x="887845" y="83004"/>
                    <a:pt x="913688" y="89307"/>
                    <a:pt x="913688" y="76827"/>
                  </a:cubicBezTo>
                  <a:close/>
                  <a:moveTo>
                    <a:pt x="1014918" y="66616"/>
                  </a:moveTo>
                  <a:cubicBezTo>
                    <a:pt x="1017313" y="72919"/>
                    <a:pt x="1011010" y="73675"/>
                    <a:pt x="995252" y="73675"/>
                  </a:cubicBezTo>
                  <a:cubicBezTo>
                    <a:pt x="979494" y="73675"/>
                    <a:pt x="971300" y="82500"/>
                    <a:pt x="979494" y="89307"/>
                  </a:cubicBezTo>
                  <a:cubicBezTo>
                    <a:pt x="988949" y="97123"/>
                    <a:pt x="1030550" y="93972"/>
                    <a:pt x="1037610" y="84643"/>
                  </a:cubicBezTo>
                  <a:cubicBezTo>
                    <a:pt x="1044670" y="75188"/>
                    <a:pt x="1062697" y="83130"/>
                    <a:pt x="1065849" y="73675"/>
                  </a:cubicBezTo>
                  <a:cubicBezTo>
                    <a:pt x="1069000" y="64220"/>
                    <a:pt x="1012523" y="60312"/>
                    <a:pt x="1014918" y="66616"/>
                  </a:cubicBezTo>
                  <a:close/>
                  <a:moveTo>
                    <a:pt x="1149052" y="51614"/>
                  </a:moveTo>
                  <a:cubicBezTo>
                    <a:pt x="1154598" y="44554"/>
                    <a:pt x="1138840" y="44554"/>
                    <a:pt x="1137327" y="37495"/>
                  </a:cubicBezTo>
                  <a:cubicBezTo>
                    <a:pt x="1135815" y="30435"/>
                    <a:pt x="1091818" y="28922"/>
                    <a:pt x="1094213" y="36738"/>
                  </a:cubicBezTo>
                  <a:cubicBezTo>
                    <a:pt x="1096608" y="44554"/>
                    <a:pt x="1063832" y="53127"/>
                    <a:pt x="1073791" y="61069"/>
                  </a:cubicBezTo>
                  <a:cubicBezTo>
                    <a:pt x="1092574" y="75945"/>
                    <a:pt x="1143631" y="58674"/>
                    <a:pt x="1149052" y="51614"/>
                  </a:cubicBezTo>
                  <a:close/>
                  <a:moveTo>
                    <a:pt x="1024373" y="39134"/>
                  </a:moveTo>
                  <a:cubicBezTo>
                    <a:pt x="1026768" y="22619"/>
                    <a:pt x="999286" y="35982"/>
                    <a:pt x="978864" y="27409"/>
                  </a:cubicBezTo>
                  <a:cubicBezTo>
                    <a:pt x="958441" y="18837"/>
                    <a:pt x="946465" y="19467"/>
                    <a:pt x="960080" y="31317"/>
                  </a:cubicBezTo>
                  <a:cubicBezTo>
                    <a:pt x="966383" y="36864"/>
                    <a:pt x="925160" y="41151"/>
                    <a:pt x="931841" y="47832"/>
                  </a:cubicBezTo>
                  <a:cubicBezTo>
                    <a:pt x="946591" y="62708"/>
                    <a:pt x="1021978" y="55648"/>
                    <a:pt x="1024373" y="39134"/>
                  </a:cubicBezTo>
                  <a:close/>
                  <a:moveTo>
                    <a:pt x="907385" y="474562"/>
                  </a:moveTo>
                  <a:cubicBezTo>
                    <a:pt x="908141" y="482378"/>
                    <a:pt x="903477" y="487925"/>
                    <a:pt x="888601" y="487925"/>
                  </a:cubicBezTo>
                  <a:cubicBezTo>
                    <a:pt x="873726" y="487925"/>
                    <a:pt x="895661" y="497380"/>
                    <a:pt x="897173" y="505952"/>
                  </a:cubicBezTo>
                  <a:cubicBezTo>
                    <a:pt x="898812" y="514651"/>
                    <a:pt x="882298" y="508348"/>
                    <a:pt x="881542" y="521710"/>
                  </a:cubicBezTo>
                  <a:cubicBezTo>
                    <a:pt x="880785" y="535073"/>
                    <a:pt x="852546" y="521710"/>
                    <a:pt x="848638" y="538981"/>
                  </a:cubicBezTo>
                  <a:cubicBezTo>
                    <a:pt x="844730" y="556252"/>
                    <a:pt x="862758" y="553857"/>
                    <a:pt x="875364" y="554739"/>
                  </a:cubicBezTo>
                  <a:cubicBezTo>
                    <a:pt x="887971" y="555496"/>
                    <a:pt x="870700" y="567220"/>
                    <a:pt x="880029" y="574280"/>
                  </a:cubicBezTo>
                  <a:cubicBezTo>
                    <a:pt x="889484" y="581339"/>
                    <a:pt x="896543" y="578944"/>
                    <a:pt x="890240" y="565707"/>
                  </a:cubicBezTo>
                  <a:cubicBezTo>
                    <a:pt x="883937" y="552344"/>
                    <a:pt x="923143" y="570372"/>
                    <a:pt x="911419" y="580583"/>
                  </a:cubicBezTo>
                  <a:cubicBezTo>
                    <a:pt x="899695" y="590794"/>
                    <a:pt x="930202" y="598610"/>
                    <a:pt x="945204" y="599367"/>
                  </a:cubicBezTo>
                  <a:cubicBezTo>
                    <a:pt x="960080" y="600123"/>
                    <a:pt x="1013027" y="611721"/>
                    <a:pt x="1014288" y="599367"/>
                  </a:cubicBezTo>
                  <a:cubicBezTo>
                    <a:pt x="1015044" y="591551"/>
                    <a:pt x="994748" y="584491"/>
                    <a:pt x="978233" y="567220"/>
                  </a:cubicBezTo>
                  <a:cubicBezTo>
                    <a:pt x="961719" y="549949"/>
                    <a:pt x="949995" y="521710"/>
                    <a:pt x="968778" y="509986"/>
                  </a:cubicBezTo>
                  <a:cubicBezTo>
                    <a:pt x="987562" y="498262"/>
                    <a:pt x="971174" y="492716"/>
                    <a:pt x="989958" y="479353"/>
                  </a:cubicBezTo>
                  <a:cubicBezTo>
                    <a:pt x="1008741" y="465990"/>
                    <a:pt x="997774" y="453509"/>
                    <a:pt x="1013532" y="451870"/>
                  </a:cubicBezTo>
                  <a:cubicBezTo>
                    <a:pt x="1029290" y="450358"/>
                    <a:pt x="1012019" y="436238"/>
                    <a:pt x="1027651" y="433843"/>
                  </a:cubicBezTo>
                  <a:cubicBezTo>
                    <a:pt x="1043409" y="431448"/>
                    <a:pt x="1046434" y="414177"/>
                    <a:pt x="1044165" y="408000"/>
                  </a:cubicBezTo>
                  <a:cubicBezTo>
                    <a:pt x="1041770" y="401697"/>
                    <a:pt x="1060680" y="408756"/>
                    <a:pt x="1069252" y="399427"/>
                  </a:cubicBezTo>
                  <a:cubicBezTo>
                    <a:pt x="1077825" y="389972"/>
                    <a:pt x="1098247" y="396276"/>
                    <a:pt x="1104551" y="382913"/>
                  </a:cubicBezTo>
                  <a:cubicBezTo>
                    <a:pt x="1110854" y="369550"/>
                    <a:pt x="1201117" y="338916"/>
                    <a:pt x="1252047" y="327192"/>
                  </a:cubicBezTo>
                  <a:cubicBezTo>
                    <a:pt x="1302977" y="315468"/>
                    <a:pt x="1338401" y="294289"/>
                    <a:pt x="1320248" y="280170"/>
                  </a:cubicBezTo>
                  <a:cubicBezTo>
                    <a:pt x="1302221" y="266051"/>
                    <a:pt x="1251164" y="285717"/>
                    <a:pt x="1238684" y="295928"/>
                  </a:cubicBezTo>
                  <a:cubicBezTo>
                    <a:pt x="1226077" y="306139"/>
                    <a:pt x="1208050" y="299080"/>
                    <a:pt x="1195570" y="306139"/>
                  </a:cubicBezTo>
                  <a:cubicBezTo>
                    <a:pt x="1182963" y="313199"/>
                    <a:pt x="1156363" y="319502"/>
                    <a:pt x="1143000" y="310804"/>
                  </a:cubicBezTo>
                  <a:cubicBezTo>
                    <a:pt x="1129637" y="302231"/>
                    <a:pt x="1114006" y="321015"/>
                    <a:pt x="1103794" y="320259"/>
                  </a:cubicBezTo>
                  <a:cubicBezTo>
                    <a:pt x="1093583" y="319502"/>
                    <a:pt x="1081859" y="330470"/>
                    <a:pt x="1070891" y="329713"/>
                  </a:cubicBezTo>
                  <a:cubicBezTo>
                    <a:pt x="1059924" y="328957"/>
                    <a:pt x="1037862" y="338412"/>
                    <a:pt x="1036349" y="344589"/>
                  </a:cubicBezTo>
                  <a:cubicBezTo>
                    <a:pt x="1034710" y="350892"/>
                    <a:pt x="1015927" y="349253"/>
                    <a:pt x="1015927" y="357196"/>
                  </a:cubicBezTo>
                  <a:cubicBezTo>
                    <a:pt x="1015927" y="365012"/>
                    <a:pt x="1001051" y="372071"/>
                    <a:pt x="993109" y="365012"/>
                  </a:cubicBezTo>
                  <a:cubicBezTo>
                    <a:pt x="985293" y="357952"/>
                    <a:pt x="975838" y="372828"/>
                    <a:pt x="986806" y="383039"/>
                  </a:cubicBezTo>
                  <a:cubicBezTo>
                    <a:pt x="997774" y="393250"/>
                    <a:pt x="966383" y="394007"/>
                    <a:pt x="971930" y="400310"/>
                  </a:cubicBezTo>
                  <a:cubicBezTo>
                    <a:pt x="977477" y="406613"/>
                    <a:pt x="960206" y="410521"/>
                    <a:pt x="964114" y="417581"/>
                  </a:cubicBezTo>
                  <a:cubicBezTo>
                    <a:pt x="968022" y="424640"/>
                    <a:pt x="953146" y="427036"/>
                    <a:pt x="941296" y="429305"/>
                  </a:cubicBezTo>
                  <a:cubicBezTo>
                    <a:pt x="929572" y="431700"/>
                    <a:pt x="923269" y="447332"/>
                    <a:pt x="938145" y="448088"/>
                  </a:cubicBezTo>
                  <a:cubicBezTo>
                    <a:pt x="953020" y="448845"/>
                    <a:pt x="929446" y="451240"/>
                    <a:pt x="931085" y="462964"/>
                  </a:cubicBezTo>
                  <a:cubicBezTo>
                    <a:pt x="932472" y="474562"/>
                    <a:pt x="906628" y="466746"/>
                    <a:pt x="907385" y="474562"/>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1" name="Google Shape;811;p22"/>
            <p:cNvSpPr/>
            <p:nvPr/>
          </p:nvSpPr>
          <p:spPr>
            <a:xfrm>
              <a:off x="6311729" y="1670050"/>
              <a:ext cx="4525735" cy="1727091"/>
            </a:xfrm>
            <a:custGeom>
              <a:rect b="b" l="l" r="r" t="t"/>
              <a:pathLst>
                <a:path extrusionOk="0" h="1727090" w="4525734">
                  <a:moveTo>
                    <a:pt x="71069" y="1256291"/>
                  </a:moveTo>
                  <a:cubicBezTo>
                    <a:pt x="67540" y="1258056"/>
                    <a:pt x="58085" y="1254527"/>
                    <a:pt x="55185" y="1250366"/>
                  </a:cubicBezTo>
                  <a:cubicBezTo>
                    <a:pt x="52790" y="1247089"/>
                    <a:pt x="45478" y="1248349"/>
                    <a:pt x="39049" y="1248854"/>
                  </a:cubicBezTo>
                  <a:cubicBezTo>
                    <a:pt x="40561" y="1249736"/>
                    <a:pt x="42075" y="1250871"/>
                    <a:pt x="43209" y="1252888"/>
                  </a:cubicBezTo>
                  <a:cubicBezTo>
                    <a:pt x="46739" y="1259191"/>
                    <a:pt x="29090" y="1259947"/>
                    <a:pt x="34636" y="1267385"/>
                  </a:cubicBezTo>
                  <a:cubicBezTo>
                    <a:pt x="40183" y="1274823"/>
                    <a:pt x="22030" y="1275201"/>
                    <a:pt x="22030" y="1267385"/>
                  </a:cubicBezTo>
                  <a:cubicBezTo>
                    <a:pt x="22030" y="1259569"/>
                    <a:pt x="3120" y="1263477"/>
                    <a:pt x="4003" y="1268520"/>
                  </a:cubicBezTo>
                  <a:cubicBezTo>
                    <a:pt x="4255" y="1270411"/>
                    <a:pt x="3751" y="1272680"/>
                    <a:pt x="2364" y="1274823"/>
                  </a:cubicBezTo>
                  <a:cubicBezTo>
                    <a:pt x="7532" y="1276588"/>
                    <a:pt x="13458" y="1278731"/>
                    <a:pt x="15727" y="1279740"/>
                  </a:cubicBezTo>
                  <a:cubicBezTo>
                    <a:pt x="19257" y="1281126"/>
                    <a:pt x="66279" y="1286043"/>
                    <a:pt x="84684" y="1282639"/>
                  </a:cubicBezTo>
                  <a:cubicBezTo>
                    <a:pt x="83676" y="1279235"/>
                    <a:pt x="85693" y="1268898"/>
                    <a:pt x="85693" y="1264990"/>
                  </a:cubicBezTo>
                  <a:cubicBezTo>
                    <a:pt x="85693" y="1260325"/>
                    <a:pt x="74473" y="1254527"/>
                    <a:pt x="71069" y="1256291"/>
                  </a:cubicBezTo>
                  <a:close/>
                  <a:moveTo>
                    <a:pt x="1206411" y="47706"/>
                  </a:moveTo>
                  <a:cubicBezTo>
                    <a:pt x="1236163" y="44554"/>
                    <a:pt x="1235406" y="28040"/>
                    <a:pt x="1219774" y="25014"/>
                  </a:cubicBezTo>
                  <a:cubicBezTo>
                    <a:pt x="1204016" y="21863"/>
                    <a:pt x="1201747" y="34469"/>
                    <a:pt x="1193931" y="33587"/>
                  </a:cubicBezTo>
                  <a:cubicBezTo>
                    <a:pt x="1186115" y="32830"/>
                    <a:pt x="1156489" y="38503"/>
                    <a:pt x="1162540" y="45311"/>
                  </a:cubicBezTo>
                  <a:cubicBezTo>
                    <a:pt x="1169474" y="53253"/>
                    <a:pt x="1191409" y="49345"/>
                    <a:pt x="1206411" y="47706"/>
                  </a:cubicBezTo>
                  <a:close/>
                  <a:moveTo>
                    <a:pt x="1357815" y="484017"/>
                  </a:moveTo>
                  <a:cubicBezTo>
                    <a:pt x="1368026" y="485530"/>
                    <a:pt x="1395509" y="480109"/>
                    <a:pt x="1398660" y="474562"/>
                  </a:cubicBezTo>
                  <a:cubicBezTo>
                    <a:pt x="1401812" y="469015"/>
                    <a:pt x="1387693" y="462838"/>
                    <a:pt x="1369665" y="462838"/>
                  </a:cubicBezTo>
                  <a:cubicBezTo>
                    <a:pt x="1351512" y="462838"/>
                    <a:pt x="1348991" y="482630"/>
                    <a:pt x="1357815" y="484017"/>
                  </a:cubicBezTo>
                  <a:close/>
                  <a:moveTo>
                    <a:pt x="1937588" y="83004"/>
                  </a:moveTo>
                  <a:cubicBezTo>
                    <a:pt x="1952464" y="89307"/>
                    <a:pt x="1947043" y="93215"/>
                    <a:pt x="1931285" y="93215"/>
                  </a:cubicBezTo>
                  <a:cubicBezTo>
                    <a:pt x="1915653" y="93215"/>
                    <a:pt x="1902164" y="98510"/>
                    <a:pt x="1912501" y="102670"/>
                  </a:cubicBezTo>
                  <a:cubicBezTo>
                    <a:pt x="1920317" y="105822"/>
                    <a:pt x="1919561" y="114394"/>
                    <a:pt x="1936076" y="118302"/>
                  </a:cubicBezTo>
                  <a:cubicBezTo>
                    <a:pt x="1952590" y="122210"/>
                    <a:pt x="1968978" y="108847"/>
                    <a:pt x="1967466" y="99519"/>
                  </a:cubicBezTo>
                  <a:cubicBezTo>
                    <a:pt x="1965827" y="90064"/>
                    <a:pt x="2024699" y="81491"/>
                    <a:pt x="2040457" y="77583"/>
                  </a:cubicBezTo>
                  <a:cubicBezTo>
                    <a:pt x="2056090" y="73675"/>
                    <a:pt x="2030246" y="57161"/>
                    <a:pt x="2047517" y="55648"/>
                  </a:cubicBezTo>
                  <a:cubicBezTo>
                    <a:pt x="2064788" y="54135"/>
                    <a:pt x="2057729" y="46193"/>
                    <a:pt x="2036549" y="43042"/>
                  </a:cubicBezTo>
                  <a:cubicBezTo>
                    <a:pt x="2015370" y="39890"/>
                    <a:pt x="2023942" y="21863"/>
                    <a:pt x="2017009" y="15559"/>
                  </a:cubicBezTo>
                  <a:cubicBezTo>
                    <a:pt x="2009949" y="9256"/>
                    <a:pt x="2006041" y="23375"/>
                    <a:pt x="1978559" y="28922"/>
                  </a:cubicBezTo>
                  <a:cubicBezTo>
                    <a:pt x="1951077" y="34469"/>
                    <a:pt x="1937714" y="41529"/>
                    <a:pt x="1948682" y="46950"/>
                  </a:cubicBezTo>
                  <a:cubicBezTo>
                    <a:pt x="1959650" y="52496"/>
                    <a:pt x="1948682" y="65733"/>
                    <a:pt x="1936958" y="64977"/>
                  </a:cubicBezTo>
                  <a:cubicBezTo>
                    <a:pt x="1925108" y="64220"/>
                    <a:pt x="1922713" y="76827"/>
                    <a:pt x="1937588" y="83004"/>
                  </a:cubicBezTo>
                  <a:close/>
                  <a:moveTo>
                    <a:pt x="1979190" y="105066"/>
                  </a:moveTo>
                  <a:cubicBezTo>
                    <a:pt x="1979190" y="113638"/>
                    <a:pt x="1953977" y="122336"/>
                    <a:pt x="1961162" y="128640"/>
                  </a:cubicBezTo>
                  <a:cubicBezTo>
                    <a:pt x="1967466" y="134187"/>
                    <a:pt x="1972886" y="132548"/>
                    <a:pt x="1980828" y="134060"/>
                  </a:cubicBezTo>
                  <a:cubicBezTo>
                    <a:pt x="1988644" y="135699"/>
                    <a:pt x="1992552" y="155239"/>
                    <a:pt x="2006672" y="152088"/>
                  </a:cubicBezTo>
                  <a:cubicBezTo>
                    <a:pt x="2020791" y="148936"/>
                    <a:pt x="2059241" y="167720"/>
                    <a:pt x="2082059" y="167720"/>
                  </a:cubicBezTo>
                  <a:cubicBezTo>
                    <a:pt x="2104877" y="167720"/>
                    <a:pt x="2107146" y="148936"/>
                    <a:pt x="2100086" y="148054"/>
                  </a:cubicBezTo>
                  <a:cubicBezTo>
                    <a:pt x="2093027" y="147297"/>
                    <a:pt x="2099330" y="136330"/>
                    <a:pt x="2111810" y="118302"/>
                  </a:cubicBezTo>
                  <a:cubicBezTo>
                    <a:pt x="2124417" y="100275"/>
                    <a:pt x="2072604" y="86912"/>
                    <a:pt x="2072604" y="101031"/>
                  </a:cubicBezTo>
                  <a:cubicBezTo>
                    <a:pt x="2072604" y="115151"/>
                    <a:pt x="2057729" y="97880"/>
                    <a:pt x="2052938" y="89307"/>
                  </a:cubicBezTo>
                  <a:cubicBezTo>
                    <a:pt x="2048274" y="80735"/>
                    <a:pt x="1979190" y="96367"/>
                    <a:pt x="1979190" y="105066"/>
                  </a:cubicBezTo>
                  <a:close/>
                  <a:moveTo>
                    <a:pt x="1586875" y="495741"/>
                  </a:moveTo>
                  <a:cubicBezTo>
                    <a:pt x="1599482" y="502044"/>
                    <a:pt x="1608810" y="499649"/>
                    <a:pt x="1607298" y="487043"/>
                  </a:cubicBezTo>
                  <a:cubicBezTo>
                    <a:pt x="1605785" y="474562"/>
                    <a:pt x="1576916" y="490825"/>
                    <a:pt x="1586875" y="495741"/>
                  </a:cubicBezTo>
                  <a:close/>
                  <a:moveTo>
                    <a:pt x="1917166" y="27283"/>
                  </a:moveTo>
                  <a:cubicBezTo>
                    <a:pt x="1920317" y="15559"/>
                    <a:pt x="1868252" y="20602"/>
                    <a:pt x="1881868" y="31948"/>
                  </a:cubicBezTo>
                  <a:cubicBezTo>
                    <a:pt x="1886658" y="35982"/>
                    <a:pt x="1914140" y="39134"/>
                    <a:pt x="1917166" y="27283"/>
                  </a:cubicBezTo>
                  <a:close/>
                  <a:moveTo>
                    <a:pt x="4226425" y="596215"/>
                  </a:moveTo>
                  <a:cubicBezTo>
                    <a:pt x="4242057" y="604031"/>
                    <a:pt x="4251512" y="586760"/>
                    <a:pt x="4264118" y="595458"/>
                  </a:cubicBezTo>
                  <a:cubicBezTo>
                    <a:pt x="4276725" y="604157"/>
                    <a:pt x="4307233" y="591551"/>
                    <a:pt x="4319840" y="589155"/>
                  </a:cubicBezTo>
                  <a:cubicBezTo>
                    <a:pt x="4332446" y="586760"/>
                    <a:pt x="4326143" y="571128"/>
                    <a:pt x="4290844" y="566464"/>
                  </a:cubicBezTo>
                  <a:cubicBezTo>
                    <a:pt x="4255420" y="561673"/>
                    <a:pt x="4209533" y="587769"/>
                    <a:pt x="4226425" y="596215"/>
                  </a:cubicBezTo>
                  <a:close/>
                  <a:moveTo>
                    <a:pt x="2100843" y="215625"/>
                  </a:moveTo>
                  <a:cubicBezTo>
                    <a:pt x="2111810" y="221928"/>
                    <a:pt x="2147108" y="207809"/>
                    <a:pt x="2170682" y="208565"/>
                  </a:cubicBezTo>
                  <a:cubicBezTo>
                    <a:pt x="2194257" y="209321"/>
                    <a:pt x="2260063" y="190538"/>
                    <a:pt x="2262458" y="177931"/>
                  </a:cubicBezTo>
                  <a:cubicBezTo>
                    <a:pt x="2264853" y="165325"/>
                    <a:pt x="2238128" y="166207"/>
                    <a:pt x="2227916" y="155113"/>
                  </a:cubicBezTo>
                  <a:cubicBezTo>
                    <a:pt x="2217705" y="144146"/>
                    <a:pt x="2195013" y="153601"/>
                    <a:pt x="2189466" y="162929"/>
                  </a:cubicBezTo>
                  <a:cubicBezTo>
                    <a:pt x="2183919" y="172384"/>
                    <a:pt x="2177742" y="163686"/>
                    <a:pt x="2192618" y="148810"/>
                  </a:cubicBezTo>
                  <a:cubicBezTo>
                    <a:pt x="2207493" y="133934"/>
                    <a:pt x="2177742" y="122084"/>
                    <a:pt x="2176986" y="131539"/>
                  </a:cubicBezTo>
                  <a:cubicBezTo>
                    <a:pt x="2176229" y="140994"/>
                    <a:pt x="2148747" y="133178"/>
                    <a:pt x="2148747" y="141750"/>
                  </a:cubicBezTo>
                  <a:cubicBezTo>
                    <a:pt x="2148747" y="150323"/>
                    <a:pt x="2138536" y="154357"/>
                    <a:pt x="2139292" y="162929"/>
                  </a:cubicBezTo>
                  <a:cubicBezTo>
                    <a:pt x="2140049" y="171502"/>
                    <a:pt x="2120509" y="158265"/>
                    <a:pt x="2119626" y="177805"/>
                  </a:cubicBezTo>
                  <a:cubicBezTo>
                    <a:pt x="2118870" y="197597"/>
                    <a:pt x="2089245" y="209069"/>
                    <a:pt x="2100843" y="215625"/>
                  </a:cubicBezTo>
                  <a:close/>
                  <a:moveTo>
                    <a:pt x="3113019" y="377240"/>
                  </a:moveTo>
                  <a:cubicBezTo>
                    <a:pt x="3123986" y="382787"/>
                    <a:pt x="3127894" y="388208"/>
                    <a:pt x="3134197" y="394511"/>
                  </a:cubicBezTo>
                  <a:cubicBezTo>
                    <a:pt x="3140501" y="400814"/>
                    <a:pt x="3164075" y="391359"/>
                    <a:pt x="3173404" y="388208"/>
                  </a:cubicBezTo>
                  <a:cubicBezTo>
                    <a:pt x="3182859" y="385056"/>
                    <a:pt x="3183615" y="402327"/>
                    <a:pt x="3198491" y="392872"/>
                  </a:cubicBezTo>
                  <a:cubicBezTo>
                    <a:pt x="3213367" y="383417"/>
                    <a:pt x="3228242" y="388208"/>
                    <a:pt x="3245513" y="388208"/>
                  </a:cubicBezTo>
                  <a:cubicBezTo>
                    <a:pt x="3262784" y="388208"/>
                    <a:pt x="3242361" y="367029"/>
                    <a:pt x="3243118" y="357574"/>
                  </a:cubicBezTo>
                  <a:cubicBezTo>
                    <a:pt x="3243874" y="348119"/>
                    <a:pt x="3263540" y="354422"/>
                    <a:pt x="3257237" y="362238"/>
                  </a:cubicBezTo>
                  <a:cubicBezTo>
                    <a:pt x="3250934" y="370054"/>
                    <a:pt x="3266692" y="388082"/>
                    <a:pt x="3291779" y="386569"/>
                  </a:cubicBezTo>
                  <a:cubicBezTo>
                    <a:pt x="3316865" y="385056"/>
                    <a:pt x="3298082" y="369298"/>
                    <a:pt x="3310688" y="363877"/>
                  </a:cubicBezTo>
                  <a:cubicBezTo>
                    <a:pt x="3323295" y="358330"/>
                    <a:pt x="3321656" y="352153"/>
                    <a:pt x="3303629" y="341059"/>
                  </a:cubicBezTo>
                  <a:cubicBezTo>
                    <a:pt x="3285602" y="330092"/>
                    <a:pt x="3262027" y="337151"/>
                    <a:pt x="3246396" y="330092"/>
                  </a:cubicBezTo>
                  <a:cubicBezTo>
                    <a:pt x="3229629" y="322528"/>
                    <a:pt x="3209585" y="322276"/>
                    <a:pt x="3208702" y="339546"/>
                  </a:cubicBezTo>
                  <a:cubicBezTo>
                    <a:pt x="3207946" y="356817"/>
                    <a:pt x="3174917" y="320763"/>
                    <a:pt x="3157646" y="315216"/>
                  </a:cubicBezTo>
                  <a:cubicBezTo>
                    <a:pt x="3140374" y="309795"/>
                    <a:pt x="3087049" y="364255"/>
                    <a:pt x="3113019" y="377240"/>
                  </a:cubicBezTo>
                  <a:close/>
                  <a:moveTo>
                    <a:pt x="3277029" y="477714"/>
                  </a:moveTo>
                  <a:cubicBezTo>
                    <a:pt x="3291148" y="474562"/>
                    <a:pt x="3266818" y="448719"/>
                    <a:pt x="3242488" y="444811"/>
                  </a:cubicBezTo>
                  <a:cubicBezTo>
                    <a:pt x="3218157" y="440903"/>
                    <a:pt x="3195591" y="460947"/>
                    <a:pt x="3198491" y="465233"/>
                  </a:cubicBezTo>
                  <a:cubicBezTo>
                    <a:pt x="3205551" y="475319"/>
                    <a:pt x="3262784" y="480865"/>
                    <a:pt x="3277029" y="477714"/>
                  </a:cubicBezTo>
                  <a:close/>
                  <a:moveTo>
                    <a:pt x="3214249" y="425901"/>
                  </a:moveTo>
                  <a:cubicBezTo>
                    <a:pt x="3214249" y="414177"/>
                    <a:pt x="3171513" y="430187"/>
                    <a:pt x="3189162" y="436112"/>
                  </a:cubicBezTo>
                  <a:cubicBezTo>
                    <a:pt x="3198491" y="439264"/>
                    <a:pt x="3214249" y="437625"/>
                    <a:pt x="3214249" y="425901"/>
                  </a:cubicBezTo>
                  <a:close/>
                  <a:moveTo>
                    <a:pt x="3350777" y="376484"/>
                  </a:moveTo>
                  <a:cubicBezTo>
                    <a:pt x="3369687" y="378122"/>
                    <a:pt x="3379016" y="396150"/>
                    <a:pt x="3415071" y="398419"/>
                  </a:cubicBezTo>
                  <a:cubicBezTo>
                    <a:pt x="3451125" y="400814"/>
                    <a:pt x="3477851" y="393754"/>
                    <a:pt x="3478607" y="385812"/>
                  </a:cubicBezTo>
                  <a:cubicBezTo>
                    <a:pt x="3479363" y="377996"/>
                    <a:pt x="3445704" y="366146"/>
                    <a:pt x="3435493" y="372449"/>
                  </a:cubicBezTo>
                  <a:cubicBezTo>
                    <a:pt x="3425282" y="378753"/>
                    <a:pt x="3417466" y="362238"/>
                    <a:pt x="3404859" y="366146"/>
                  </a:cubicBezTo>
                  <a:cubicBezTo>
                    <a:pt x="3392253" y="370054"/>
                    <a:pt x="3374982" y="369298"/>
                    <a:pt x="3368805" y="358330"/>
                  </a:cubicBezTo>
                  <a:cubicBezTo>
                    <a:pt x="3362502" y="347489"/>
                    <a:pt x="3341322" y="375727"/>
                    <a:pt x="3350777" y="376484"/>
                  </a:cubicBezTo>
                  <a:close/>
                  <a:moveTo>
                    <a:pt x="729255" y="57917"/>
                  </a:moveTo>
                  <a:cubicBezTo>
                    <a:pt x="747282" y="41403"/>
                    <a:pt x="770856" y="57161"/>
                    <a:pt x="774008" y="49219"/>
                  </a:cubicBezTo>
                  <a:cubicBezTo>
                    <a:pt x="777160" y="41403"/>
                    <a:pt x="740349" y="39007"/>
                    <a:pt x="726986" y="46067"/>
                  </a:cubicBezTo>
                  <a:cubicBezTo>
                    <a:pt x="713623" y="53127"/>
                    <a:pt x="682359" y="47454"/>
                    <a:pt x="686141" y="56278"/>
                  </a:cubicBezTo>
                  <a:cubicBezTo>
                    <a:pt x="688536" y="61825"/>
                    <a:pt x="711228" y="74432"/>
                    <a:pt x="729255" y="57917"/>
                  </a:cubicBezTo>
                  <a:close/>
                  <a:moveTo>
                    <a:pt x="3270726" y="1383995"/>
                  </a:moveTo>
                  <a:cubicBezTo>
                    <a:pt x="3262154" y="1361304"/>
                    <a:pt x="3283333" y="1339242"/>
                    <a:pt x="3267574" y="1327518"/>
                  </a:cubicBezTo>
                  <a:cubicBezTo>
                    <a:pt x="3251942" y="1315794"/>
                    <a:pt x="3258120" y="1291464"/>
                    <a:pt x="3250304" y="1296128"/>
                  </a:cubicBezTo>
                  <a:cubicBezTo>
                    <a:pt x="3242488" y="1300792"/>
                    <a:pt x="3250304" y="1322097"/>
                    <a:pt x="3237697" y="1323610"/>
                  </a:cubicBezTo>
                  <a:cubicBezTo>
                    <a:pt x="3225091" y="1325123"/>
                    <a:pt x="3236941" y="1336973"/>
                    <a:pt x="3232150" y="1352605"/>
                  </a:cubicBezTo>
                  <a:cubicBezTo>
                    <a:pt x="3227486" y="1368237"/>
                    <a:pt x="3234545" y="1391055"/>
                    <a:pt x="3240722" y="1405174"/>
                  </a:cubicBezTo>
                  <a:cubicBezTo>
                    <a:pt x="3247026" y="1419294"/>
                    <a:pt x="3232150" y="1494554"/>
                    <a:pt x="3238327" y="1507161"/>
                  </a:cubicBezTo>
                  <a:cubicBezTo>
                    <a:pt x="3244630" y="1519767"/>
                    <a:pt x="3228116" y="1575236"/>
                    <a:pt x="3233663" y="1581665"/>
                  </a:cubicBezTo>
                  <a:cubicBezTo>
                    <a:pt x="3243118" y="1592633"/>
                    <a:pt x="3236814" y="1566790"/>
                    <a:pt x="3250934" y="1564394"/>
                  </a:cubicBezTo>
                  <a:cubicBezTo>
                    <a:pt x="3265053" y="1561999"/>
                    <a:pt x="3265053" y="1580026"/>
                    <a:pt x="3273751" y="1584060"/>
                  </a:cubicBezTo>
                  <a:cubicBezTo>
                    <a:pt x="3282450" y="1587968"/>
                    <a:pt x="3276903" y="1558973"/>
                    <a:pt x="3269087" y="1560486"/>
                  </a:cubicBezTo>
                  <a:cubicBezTo>
                    <a:pt x="3261271" y="1562125"/>
                    <a:pt x="3254968" y="1541703"/>
                    <a:pt x="3251060" y="1529096"/>
                  </a:cubicBezTo>
                  <a:cubicBezTo>
                    <a:pt x="3247152" y="1516490"/>
                    <a:pt x="3258876" y="1501614"/>
                    <a:pt x="3258876" y="1485982"/>
                  </a:cubicBezTo>
                  <a:cubicBezTo>
                    <a:pt x="3258876" y="1470350"/>
                    <a:pt x="3278542" y="1471106"/>
                    <a:pt x="3290266" y="1482830"/>
                  </a:cubicBezTo>
                  <a:cubicBezTo>
                    <a:pt x="3301990" y="1494554"/>
                    <a:pt x="3303629" y="1486738"/>
                    <a:pt x="3298838" y="1478166"/>
                  </a:cubicBezTo>
                  <a:cubicBezTo>
                    <a:pt x="3294300" y="1469467"/>
                    <a:pt x="3279298" y="1406687"/>
                    <a:pt x="3270726" y="1383995"/>
                  </a:cubicBezTo>
                  <a:close/>
                  <a:moveTo>
                    <a:pt x="803003" y="50858"/>
                  </a:moveTo>
                  <a:cubicBezTo>
                    <a:pt x="813970" y="58674"/>
                    <a:pt x="772369" y="56278"/>
                    <a:pt x="766948" y="64220"/>
                  </a:cubicBezTo>
                  <a:cubicBezTo>
                    <a:pt x="761527" y="72036"/>
                    <a:pt x="737323" y="69263"/>
                    <a:pt x="741861" y="78340"/>
                  </a:cubicBezTo>
                  <a:cubicBezTo>
                    <a:pt x="746526" y="87795"/>
                    <a:pt x="785732" y="88551"/>
                    <a:pt x="785732" y="80735"/>
                  </a:cubicBezTo>
                  <a:cubicBezTo>
                    <a:pt x="785732" y="72919"/>
                    <a:pt x="806155" y="79979"/>
                    <a:pt x="806911" y="72919"/>
                  </a:cubicBezTo>
                  <a:cubicBezTo>
                    <a:pt x="807667" y="65859"/>
                    <a:pt x="816366" y="58043"/>
                    <a:pt x="838301" y="56404"/>
                  </a:cubicBezTo>
                  <a:cubicBezTo>
                    <a:pt x="860237" y="54892"/>
                    <a:pt x="860237" y="46950"/>
                    <a:pt x="839814" y="37621"/>
                  </a:cubicBezTo>
                  <a:cubicBezTo>
                    <a:pt x="819517" y="28166"/>
                    <a:pt x="792035" y="43042"/>
                    <a:pt x="803003" y="50858"/>
                  </a:cubicBezTo>
                  <a:close/>
                  <a:moveTo>
                    <a:pt x="769344" y="684839"/>
                  </a:moveTo>
                  <a:cubicBezTo>
                    <a:pt x="790523" y="704505"/>
                    <a:pt x="808550" y="676266"/>
                    <a:pt x="818761" y="674627"/>
                  </a:cubicBezTo>
                  <a:cubicBezTo>
                    <a:pt x="828972" y="673115"/>
                    <a:pt x="812458" y="662021"/>
                    <a:pt x="795187" y="657356"/>
                  </a:cubicBezTo>
                  <a:cubicBezTo>
                    <a:pt x="777916" y="652692"/>
                    <a:pt x="753333" y="670089"/>
                    <a:pt x="769344" y="684839"/>
                  </a:cubicBezTo>
                  <a:close/>
                  <a:moveTo>
                    <a:pt x="4528099" y="818594"/>
                  </a:moveTo>
                  <a:cubicBezTo>
                    <a:pt x="4520283" y="815820"/>
                    <a:pt x="4495196" y="799810"/>
                    <a:pt x="4488893" y="790733"/>
                  </a:cubicBezTo>
                  <a:cubicBezTo>
                    <a:pt x="4482589" y="781657"/>
                    <a:pt x="4452460" y="777370"/>
                    <a:pt x="4452460" y="782035"/>
                  </a:cubicBezTo>
                  <a:cubicBezTo>
                    <a:pt x="4452460" y="786699"/>
                    <a:pt x="4442627" y="780900"/>
                    <a:pt x="4440358" y="775731"/>
                  </a:cubicBezTo>
                  <a:cubicBezTo>
                    <a:pt x="4437963" y="770689"/>
                    <a:pt x="4406194" y="769806"/>
                    <a:pt x="4405815" y="775353"/>
                  </a:cubicBezTo>
                  <a:cubicBezTo>
                    <a:pt x="4405438" y="780900"/>
                    <a:pt x="4413254" y="781278"/>
                    <a:pt x="4417918" y="787582"/>
                  </a:cubicBezTo>
                  <a:cubicBezTo>
                    <a:pt x="4422582" y="793885"/>
                    <a:pt x="4411615" y="797415"/>
                    <a:pt x="4414010" y="804474"/>
                  </a:cubicBezTo>
                  <a:cubicBezTo>
                    <a:pt x="4416405" y="811534"/>
                    <a:pt x="4402286" y="800944"/>
                    <a:pt x="4397117" y="797036"/>
                  </a:cubicBezTo>
                  <a:cubicBezTo>
                    <a:pt x="4392075" y="793129"/>
                    <a:pt x="4394344" y="777749"/>
                    <a:pt x="4395983" y="769932"/>
                  </a:cubicBezTo>
                  <a:cubicBezTo>
                    <a:pt x="4397622" y="762117"/>
                    <a:pt x="4386906" y="763629"/>
                    <a:pt x="4385772" y="755813"/>
                  </a:cubicBezTo>
                  <a:cubicBezTo>
                    <a:pt x="4384637" y="747997"/>
                    <a:pt x="4349339" y="731861"/>
                    <a:pt x="4334337" y="725558"/>
                  </a:cubicBezTo>
                  <a:cubicBezTo>
                    <a:pt x="4319461" y="719254"/>
                    <a:pt x="4300173" y="713834"/>
                    <a:pt x="4295131" y="705891"/>
                  </a:cubicBezTo>
                  <a:cubicBezTo>
                    <a:pt x="4290088" y="698075"/>
                    <a:pt x="4263362" y="697319"/>
                    <a:pt x="4253151" y="686604"/>
                  </a:cubicBezTo>
                  <a:cubicBezTo>
                    <a:pt x="4242940" y="676014"/>
                    <a:pt x="4198187" y="657230"/>
                    <a:pt x="4179024" y="655970"/>
                  </a:cubicBezTo>
                  <a:cubicBezTo>
                    <a:pt x="4159863" y="654835"/>
                    <a:pt x="4164149" y="644246"/>
                    <a:pt x="4154694" y="645758"/>
                  </a:cubicBezTo>
                  <a:cubicBezTo>
                    <a:pt x="4145239" y="647397"/>
                    <a:pt x="4104898" y="645380"/>
                    <a:pt x="4092292" y="643363"/>
                  </a:cubicBezTo>
                  <a:cubicBezTo>
                    <a:pt x="4079685" y="641472"/>
                    <a:pt x="4077038" y="650801"/>
                    <a:pt x="4067961" y="647271"/>
                  </a:cubicBezTo>
                  <a:cubicBezTo>
                    <a:pt x="4058885" y="643741"/>
                    <a:pt x="4012241" y="626849"/>
                    <a:pt x="4006694" y="633152"/>
                  </a:cubicBezTo>
                  <a:cubicBezTo>
                    <a:pt x="4001273" y="639455"/>
                    <a:pt x="4003542" y="648406"/>
                    <a:pt x="3998121" y="650045"/>
                  </a:cubicBezTo>
                  <a:cubicBezTo>
                    <a:pt x="3992701" y="651557"/>
                    <a:pt x="3998121" y="659500"/>
                    <a:pt x="4011106" y="671224"/>
                  </a:cubicBezTo>
                  <a:cubicBezTo>
                    <a:pt x="4024091" y="682948"/>
                    <a:pt x="4016149" y="692024"/>
                    <a:pt x="4004425" y="697067"/>
                  </a:cubicBezTo>
                  <a:cubicBezTo>
                    <a:pt x="3992701" y="702110"/>
                    <a:pt x="3973791" y="692276"/>
                    <a:pt x="3967992" y="683326"/>
                  </a:cubicBezTo>
                  <a:cubicBezTo>
                    <a:pt x="3962067" y="674375"/>
                    <a:pt x="3946056" y="678157"/>
                    <a:pt x="3942148" y="666433"/>
                  </a:cubicBezTo>
                  <a:cubicBezTo>
                    <a:pt x="3938241" y="654709"/>
                    <a:pt x="3946813" y="652692"/>
                    <a:pt x="3954755" y="659373"/>
                  </a:cubicBezTo>
                  <a:cubicBezTo>
                    <a:pt x="3962571" y="666055"/>
                    <a:pt x="3973161" y="660508"/>
                    <a:pt x="3974421" y="651936"/>
                  </a:cubicBezTo>
                  <a:cubicBezTo>
                    <a:pt x="3975555" y="643363"/>
                    <a:pt x="3953242" y="637438"/>
                    <a:pt x="3941014" y="638195"/>
                  </a:cubicBezTo>
                  <a:cubicBezTo>
                    <a:pt x="3928912" y="638951"/>
                    <a:pt x="3922230" y="655844"/>
                    <a:pt x="3909624" y="662903"/>
                  </a:cubicBezTo>
                  <a:cubicBezTo>
                    <a:pt x="3897017" y="669963"/>
                    <a:pt x="3848482" y="660130"/>
                    <a:pt x="3843313" y="655465"/>
                  </a:cubicBezTo>
                  <a:cubicBezTo>
                    <a:pt x="3838271" y="650801"/>
                    <a:pt x="3770322" y="655465"/>
                    <a:pt x="3763262" y="660130"/>
                  </a:cubicBezTo>
                  <a:cubicBezTo>
                    <a:pt x="3756203" y="664794"/>
                    <a:pt x="3761245" y="683326"/>
                    <a:pt x="3757715" y="684839"/>
                  </a:cubicBezTo>
                  <a:cubicBezTo>
                    <a:pt x="3754185" y="686351"/>
                    <a:pt x="3750656" y="663660"/>
                    <a:pt x="3750656" y="659373"/>
                  </a:cubicBezTo>
                  <a:cubicBezTo>
                    <a:pt x="3750656" y="655087"/>
                    <a:pt x="3742461" y="651936"/>
                    <a:pt x="3730233" y="651936"/>
                  </a:cubicBezTo>
                  <a:cubicBezTo>
                    <a:pt x="3718131" y="651936"/>
                    <a:pt x="3711071" y="651557"/>
                    <a:pt x="3716114" y="646389"/>
                  </a:cubicBezTo>
                  <a:cubicBezTo>
                    <a:pt x="3721282" y="641346"/>
                    <a:pt x="3711450" y="636177"/>
                    <a:pt x="3720778" y="629496"/>
                  </a:cubicBezTo>
                  <a:cubicBezTo>
                    <a:pt x="3730233" y="622815"/>
                    <a:pt x="3703507" y="602014"/>
                    <a:pt x="3677664" y="591803"/>
                  </a:cubicBezTo>
                  <a:cubicBezTo>
                    <a:pt x="3651820" y="581591"/>
                    <a:pt x="3592948" y="587516"/>
                    <a:pt x="3577190" y="592181"/>
                  </a:cubicBezTo>
                  <a:cubicBezTo>
                    <a:pt x="3561558" y="596845"/>
                    <a:pt x="3530168" y="595332"/>
                    <a:pt x="3515166" y="595711"/>
                  </a:cubicBezTo>
                  <a:cubicBezTo>
                    <a:pt x="3500291" y="596089"/>
                    <a:pt x="3512392" y="589786"/>
                    <a:pt x="3508107" y="582726"/>
                  </a:cubicBezTo>
                  <a:cubicBezTo>
                    <a:pt x="3503820" y="575666"/>
                    <a:pt x="3478229" y="567094"/>
                    <a:pt x="3474699" y="572893"/>
                  </a:cubicBezTo>
                  <a:cubicBezTo>
                    <a:pt x="3471170" y="578818"/>
                    <a:pt x="3464488" y="572893"/>
                    <a:pt x="3464488" y="568607"/>
                  </a:cubicBezTo>
                  <a:cubicBezTo>
                    <a:pt x="3464488" y="564320"/>
                    <a:pt x="3440536" y="555622"/>
                    <a:pt x="3431081" y="557639"/>
                  </a:cubicBezTo>
                  <a:cubicBezTo>
                    <a:pt x="3421626" y="559530"/>
                    <a:pt x="3417340" y="548941"/>
                    <a:pt x="3428307" y="548941"/>
                  </a:cubicBezTo>
                  <a:cubicBezTo>
                    <a:pt x="3439275" y="548941"/>
                    <a:pt x="3458185" y="551336"/>
                    <a:pt x="3449865" y="538729"/>
                  </a:cubicBezTo>
                  <a:cubicBezTo>
                    <a:pt x="3441670" y="526123"/>
                    <a:pt x="3371074" y="522215"/>
                    <a:pt x="3364392" y="524610"/>
                  </a:cubicBezTo>
                  <a:cubicBezTo>
                    <a:pt x="3357711" y="527005"/>
                    <a:pt x="3364014" y="535956"/>
                    <a:pt x="3348634" y="550453"/>
                  </a:cubicBezTo>
                  <a:cubicBezTo>
                    <a:pt x="3333381" y="564951"/>
                    <a:pt x="3318379" y="555118"/>
                    <a:pt x="3320396" y="548058"/>
                  </a:cubicBezTo>
                  <a:cubicBezTo>
                    <a:pt x="3322412" y="540998"/>
                    <a:pt x="3341197" y="542133"/>
                    <a:pt x="3341197" y="535073"/>
                  </a:cubicBezTo>
                  <a:cubicBezTo>
                    <a:pt x="3341197" y="528014"/>
                    <a:pt x="3315353" y="531922"/>
                    <a:pt x="3311445" y="525997"/>
                  </a:cubicBezTo>
                  <a:cubicBezTo>
                    <a:pt x="3307537" y="520072"/>
                    <a:pt x="3316865" y="516164"/>
                    <a:pt x="3326320" y="518937"/>
                  </a:cubicBezTo>
                  <a:cubicBezTo>
                    <a:pt x="3335775" y="521710"/>
                    <a:pt x="3352164" y="523223"/>
                    <a:pt x="3353047" y="518937"/>
                  </a:cubicBezTo>
                  <a:cubicBezTo>
                    <a:pt x="3353803" y="514651"/>
                    <a:pt x="3343213" y="513894"/>
                    <a:pt x="3327581" y="511121"/>
                  </a:cubicBezTo>
                  <a:cubicBezTo>
                    <a:pt x="3311823" y="508348"/>
                    <a:pt x="3273878" y="499397"/>
                    <a:pt x="3253833" y="501288"/>
                  </a:cubicBezTo>
                  <a:cubicBezTo>
                    <a:pt x="3233789" y="503305"/>
                    <a:pt x="3224838" y="493850"/>
                    <a:pt x="3213871" y="493094"/>
                  </a:cubicBezTo>
                  <a:cubicBezTo>
                    <a:pt x="3202903" y="492337"/>
                    <a:pt x="3202903" y="499019"/>
                    <a:pt x="3207946" y="505196"/>
                  </a:cubicBezTo>
                  <a:cubicBezTo>
                    <a:pt x="3212988" y="511499"/>
                    <a:pt x="3197356" y="515407"/>
                    <a:pt x="3184372" y="513390"/>
                  </a:cubicBezTo>
                  <a:cubicBezTo>
                    <a:pt x="3171387" y="511373"/>
                    <a:pt x="3152603" y="520450"/>
                    <a:pt x="3160041" y="529905"/>
                  </a:cubicBezTo>
                  <a:cubicBezTo>
                    <a:pt x="3167479" y="539360"/>
                    <a:pt x="3174917" y="527131"/>
                    <a:pt x="3181220" y="530283"/>
                  </a:cubicBezTo>
                  <a:cubicBezTo>
                    <a:pt x="3187523" y="533435"/>
                    <a:pt x="3164706" y="540116"/>
                    <a:pt x="3174161" y="544402"/>
                  </a:cubicBezTo>
                  <a:cubicBezTo>
                    <a:pt x="3183615" y="548688"/>
                    <a:pt x="3181977" y="557765"/>
                    <a:pt x="3182354" y="562429"/>
                  </a:cubicBezTo>
                  <a:cubicBezTo>
                    <a:pt x="3182733" y="567094"/>
                    <a:pt x="3166596" y="569489"/>
                    <a:pt x="3160798" y="562429"/>
                  </a:cubicBezTo>
                  <a:cubicBezTo>
                    <a:pt x="3154872" y="555370"/>
                    <a:pt x="3146678" y="561673"/>
                    <a:pt x="3135710" y="560917"/>
                  </a:cubicBezTo>
                  <a:cubicBezTo>
                    <a:pt x="3124742" y="560160"/>
                    <a:pt x="3116423" y="565203"/>
                    <a:pt x="3128273" y="566842"/>
                  </a:cubicBezTo>
                  <a:cubicBezTo>
                    <a:pt x="3139997" y="568355"/>
                    <a:pt x="3143905" y="575792"/>
                    <a:pt x="3128273" y="577431"/>
                  </a:cubicBezTo>
                  <a:cubicBezTo>
                    <a:pt x="3112641" y="578944"/>
                    <a:pt x="3116549" y="562934"/>
                    <a:pt x="3107094" y="564825"/>
                  </a:cubicBezTo>
                  <a:cubicBezTo>
                    <a:pt x="3097639" y="566842"/>
                    <a:pt x="3077216" y="557387"/>
                    <a:pt x="3066249" y="557765"/>
                  </a:cubicBezTo>
                  <a:cubicBezTo>
                    <a:pt x="3055281" y="558143"/>
                    <a:pt x="3050112" y="566842"/>
                    <a:pt x="3035614" y="567976"/>
                  </a:cubicBezTo>
                  <a:cubicBezTo>
                    <a:pt x="3021117" y="569111"/>
                    <a:pt x="3001451" y="560538"/>
                    <a:pt x="2995652" y="552722"/>
                  </a:cubicBezTo>
                  <a:cubicBezTo>
                    <a:pt x="2989727" y="544906"/>
                    <a:pt x="2987836" y="542511"/>
                    <a:pt x="2980776" y="551588"/>
                  </a:cubicBezTo>
                  <a:cubicBezTo>
                    <a:pt x="2973717" y="560665"/>
                    <a:pt x="2973338" y="577809"/>
                    <a:pt x="2966279" y="579070"/>
                  </a:cubicBezTo>
                  <a:cubicBezTo>
                    <a:pt x="2959219" y="580205"/>
                    <a:pt x="2956446" y="595585"/>
                    <a:pt x="2949386" y="599493"/>
                  </a:cubicBezTo>
                  <a:cubicBezTo>
                    <a:pt x="2942327" y="603401"/>
                    <a:pt x="2941948" y="593568"/>
                    <a:pt x="2932872" y="594450"/>
                  </a:cubicBezTo>
                  <a:cubicBezTo>
                    <a:pt x="2923795" y="595206"/>
                    <a:pt x="2894800" y="566968"/>
                    <a:pt x="2893287" y="558774"/>
                  </a:cubicBezTo>
                  <a:cubicBezTo>
                    <a:pt x="2891775" y="550579"/>
                    <a:pt x="2873747" y="534821"/>
                    <a:pt x="2868957" y="531670"/>
                  </a:cubicBezTo>
                  <a:cubicBezTo>
                    <a:pt x="2864292" y="528518"/>
                    <a:pt x="2873621" y="527005"/>
                    <a:pt x="2879547" y="532048"/>
                  </a:cubicBezTo>
                  <a:cubicBezTo>
                    <a:pt x="2885471" y="537090"/>
                    <a:pt x="2892909" y="537090"/>
                    <a:pt x="2898708" y="534065"/>
                  </a:cubicBezTo>
                  <a:cubicBezTo>
                    <a:pt x="2904633" y="530913"/>
                    <a:pt x="2903877" y="516416"/>
                    <a:pt x="2893666" y="516038"/>
                  </a:cubicBezTo>
                  <a:cubicBezTo>
                    <a:pt x="2883455" y="515659"/>
                    <a:pt x="2887363" y="507087"/>
                    <a:pt x="2892531" y="505448"/>
                  </a:cubicBezTo>
                  <a:cubicBezTo>
                    <a:pt x="2897699" y="503935"/>
                    <a:pt x="2880807" y="488555"/>
                    <a:pt x="2886984" y="487043"/>
                  </a:cubicBezTo>
                  <a:cubicBezTo>
                    <a:pt x="2893287" y="485530"/>
                    <a:pt x="2890514" y="478848"/>
                    <a:pt x="2881941" y="477588"/>
                  </a:cubicBezTo>
                  <a:cubicBezTo>
                    <a:pt x="2873369" y="476453"/>
                    <a:pt x="2864292" y="469393"/>
                    <a:pt x="2863914" y="464981"/>
                  </a:cubicBezTo>
                  <a:cubicBezTo>
                    <a:pt x="2863536" y="460695"/>
                    <a:pt x="2827103" y="459056"/>
                    <a:pt x="2828616" y="465359"/>
                  </a:cubicBezTo>
                  <a:cubicBezTo>
                    <a:pt x="2830255" y="471663"/>
                    <a:pt x="2816892" y="469646"/>
                    <a:pt x="2818783" y="464603"/>
                  </a:cubicBezTo>
                  <a:cubicBezTo>
                    <a:pt x="2820800" y="459560"/>
                    <a:pt x="2805798" y="461073"/>
                    <a:pt x="2788527" y="456409"/>
                  </a:cubicBezTo>
                  <a:cubicBezTo>
                    <a:pt x="2771256" y="451744"/>
                    <a:pt x="2770878" y="439516"/>
                    <a:pt x="2764953" y="438760"/>
                  </a:cubicBezTo>
                  <a:cubicBezTo>
                    <a:pt x="2759028" y="438003"/>
                    <a:pt x="2761045" y="455652"/>
                    <a:pt x="2752473" y="451744"/>
                  </a:cubicBezTo>
                  <a:cubicBezTo>
                    <a:pt x="2743901" y="447836"/>
                    <a:pt x="2734446" y="455274"/>
                    <a:pt x="2739110" y="465485"/>
                  </a:cubicBezTo>
                  <a:cubicBezTo>
                    <a:pt x="2743774" y="475697"/>
                    <a:pt x="2739488" y="477210"/>
                    <a:pt x="2738731" y="485530"/>
                  </a:cubicBezTo>
                  <a:cubicBezTo>
                    <a:pt x="2737975" y="493724"/>
                    <a:pt x="2733185" y="490194"/>
                    <a:pt x="2723099" y="486664"/>
                  </a:cubicBezTo>
                  <a:cubicBezTo>
                    <a:pt x="2712888" y="483135"/>
                    <a:pt x="2712888" y="495363"/>
                    <a:pt x="2690953" y="489816"/>
                  </a:cubicBezTo>
                  <a:cubicBezTo>
                    <a:pt x="2669018" y="484269"/>
                    <a:pt x="2659184" y="490194"/>
                    <a:pt x="2655276" y="483135"/>
                  </a:cubicBezTo>
                  <a:cubicBezTo>
                    <a:pt x="2651368" y="476075"/>
                    <a:pt x="2644687" y="475319"/>
                    <a:pt x="2643931" y="481118"/>
                  </a:cubicBezTo>
                  <a:cubicBezTo>
                    <a:pt x="2643175" y="487043"/>
                    <a:pt x="2609389" y="484647"/>
                    <a:pt x="2606616" y="475949"/>
                  </a:cubicBezTo>
                  <a:cubicBezTo>
                    <a:pt x="2603842" y="467376"/>
                    <a:pt x="2612540" y="465738"/>
                    <a:pt x="2617583" y="463468"/>
                  </a:cubicBezTo>
                  <a:cubicBezTo>
                    <a:pt x="2622626" y="461073"/>
                    <a:pt x="2612036" y="457543"/>
                    <a:pt x="2593630" y="458804"/>
                  </a:cubicBezTo>
                  <a:cubicBezTo>
                    <a:pt x="2575225" y="459939"/>
                    <a:pt x="2563375" y="449349"/>
                    <a:pt x="2544592" y="451366"/>
                  </a:cubicBezTo>
                  <a:cubicBezTo>
                    <a:pt x="2525682" y="453383"/>
                    <a:pt x="2483828" y="457291"/>
                    <a:pt x="2477903" y="460065"/>
                  </a:cubicBezTo>
                  <a:cubicBezTo>
                    <a:pt x="2471978" y="462838"/>
                    <a:pt x="2483450" y="473428"/>
                    <a:pt x="2474373" y="474184"/>
                  </a:cubicBezTo>
                  <a:cubicBezTo>
                    <a:pt x="2465423" y="474940"/>
                    <a:pt x="2471600" y="456913"/>
                    <a:pt x="2470087" y="448341"/>
                  </a:cubicBezTo>
                  <a:cubicBezTo>
                    <a:pt x="2468574" y="439642"/>
                    <a:pt x="2454833" y="438508"/>
                    <a:pt x="2456724" y="445189"/>
                  </a:cubicBezTo>
                  <a:cubicBezTo>
                    <a:pt x="2458741" y="451870"/>
                    <a:pt x="2435167" y="454266"/>
                    <a:pt x="2429242" y="449097"/>
                  </a:cubicBezTo>
                  <a:cubicBezTo>
                    <a:pt x="2423317" y="444054"/>
                    <a:pt x="2413988" y="437373"/>
                    <a:pt x="2398608" y="433465"/>
                  </a:cubicBezTo>
                  <a:cubicBezTo>
                    <a:pt x="2383354" y="429557"/>
                    <a:pt x="2364444" y="446071"/>
                    <a:pt x="2368857" y="450736"/>
                  </a:cubicBezTo>
                  <a:cubicBezTo>
                    <a:pt x="2373143" y="455400"/>
                    <a:pt x="2384489" y="451870"/>
                    <a:pt x="2384867" y="455022"/>
                  </a:cubicBezTo>
                  <a:cubicBezTo>
                    <a:pt x="2385623" y="461451"/>
                    <a:pt x="2352343" y="458930"/>
                    <a:pt x="2352343" y="464477"/>
                  </a:cubicBezTo>
                  <a:cubicBezTo>
                    <a:pt x="2352343" y="470024"/>
                    <a:pt x="2321330" y="477462"/>
                    <a:pt x="2311875" y="478596"/>
                  </a:cubicBezTo>
                  <a:cubicBezTo>
                    <a:pt x="2286032" y="481874"/>
                    <a:pt x="2280485" y="481748"/>
                    <a:pt x="2268383" y="491959"/>
                  </a:cubicBezTo>
                  <a:cubicBezTo>
                    <a:pt x="2256281" y="502170"/>
                    <a:pt x="2265610" y="482882"/>
                    <a:pt x="2275065" y="473554"/>
                  </a:cubicBezTo>
                  <a:cubicBezTo>
                    <a:pt x="2284520" y="464099"/>
                    <a:pt x="2294226" y="468007"/>
                    <a:pt x="2299773" y="460569"/>
                  </a:cubicBezTo>
                  <a:cubicBezTo>
                    <a:pt x="2305320" y="453131"/>
                    <a:pt x="2313892" y="453887"/>
                    <a:pt x="2328768" y="451492"/>
                  </a:cubicBezTo>
                  <a:cubicBezTo>
                    <a:pt x="2343644" y="449097"/>
                    <a:pt x="2342888" y="440525"/>
                    <a:pt x="2349947" y="437373"/>
                  </a:cubicBezTo>
                  <a:cubicBezTo>
                    <a:pt x="2357007" y="434221"/>
                    <a:pt x="2374278" y="427540"/>
                    <a:pt x="2377429" y="420480"/>
                  </a:cubicBezTo>
                  <a:cubicBezTo>
                    <a:pt x="2380581" y="413421"/>
                    <a:pt x="2415879" y="401697"/>
                    <a:pt x="2422939" y="402075"/>
                  </a:cubicBezTo>
                  <a:cubicBezTo>
                    <a:pt x="2429998" y="402453"/>
                    <a:pt x="2431511" y="387955"/>
                    <a:pt x="2435419" y="387955"/>
                  </a:cubicBezTo>
                  <a:cubicBezTo>
                    <a:pt x="2439327" y="387955"/>
                    <a:pt x="2459749" y="379005"/>
                    <a:pt x="2467565" y="375349"/>
                  </a:cubicBezTo>
                  <a:cubicBezTo>
                    <a:pt x="2475381" y="371819"/>
                    <a:pt x="2479290" y="364381"/>
                    <a:pt x="2479668" y="359213"/>
                  </a:cubicBezTo>
                  <a:cubicBezTo>
                    <a:pt x="2480046" y="354170"/>
                    <a:pt x="2469078" y="354926"/>
                    <a:pt x="2467944" y="350136"/>
                  </a:cubicBezTo>
                  <a:cubicBezTo>
                    <a:pt x="2466809" y="345472"/>
                    <a:pt x="2472987" y="348623"/>
                    <a:pt x="2481307" y="345472"/>
                  </a:cubicBezTo>
                  <a:cubicBezTo>
                    <a:pt x="2489501" y="342320"/>
                    <a:pt x="2481307" y="331352"/>
                    <a:pt x="2474625" y="333369"/>
                  </a:cubicBezTo>
                  <a:cubicBezTo>
                    <a:pt x="2467944" y="335386"/>
                    <a:pt x="2478155" y="327444"/>
                    <a:pt x="2472230" y="320385"/>
                  </a:cubicBezTo>
                  <a:cubicBezTo>
                    <a:pt x="2466305" y="313325"/>
                    <a:pt x="2454581" y="324671"/>
                    <a:pt x="2454959" y="317233"/>
                  </a:cubicBezTo>
                  <a:cubicBezTo>
                    <a:pt x="2455337" y="309795"/>
                    <a:pt x="2454203" y="300340"/>
                    <a:pt x="2449412" y="295676"/>
                  </a:cubicBezTo>
                  <a:cubicBezTo>
                    <a:pt x="2444748" y="291011"/>
                    <a:pt x="2436049" y="303870"/>
                    <a:pt x="2426343" y="296432"/>
                  </a:cubicBezTo>
                  <a:cubicBezTo>
                    <a:pt x="2416509" y="288994"/>
                    <a:pt x="2387893" y="284330"/>
                    <a:pt x="2387893" y="287356"/>
                  </a:cubicBezTo>
                  <a:cubicBezTo>
                    <a:pt x="2387893" y="290381"/>
                    <a:pt x="2374152" y="282691"/>
                    <a:pt x="2371378" y="285843"/>
                  </a:cubicBezTo>
                  <a:cubicBezTo>
                    <a:pt x="2368605" y="288994"/>
                    <a:pt x="2345913" y="288616"/>
                    <a:pt x="2338854" y="286599"/>
                  </a:cubicBezTo>
                  <a:cubicBezTo>
                    <a:pt x="2331794" y="284708"/>
                    <a:pt x="2321960" y="289373"/>
                    <a:pt x="2321583" y="296432"/>
                  </a:cubicBezTo>
                  <a:cubicBezTo>
                    <a:pt x="2321204" y="303492"/>
                    <a:pt x="2293344" y="300718"/>
                    <a:pt x="2288301" y="299584"/>
                  </a:cubicBezTo>
                  <a:cubicBezTo>
                    <a:pt x="2283258" y="298449"/>
                    <a:pt x="2307589" y="278405"/>
                    <a:pt x="2307589" y="274875"/>
                  </a:cubicBezTo>
                  <a:cubicBezTo>
                    <a:pt x="2307589" y="271345"/>
                    <a:pt x="2266366" y="275632"/>
                    <a:pt x="2263971" y="271723"/>
                  </a:cubicBezTo>
                  <a:cubicBezTo>
                    <a:pt x="2261576" y="267816"/>
                    <a:pt x="2241657" y="266555"/>
                    <a:pt x="2232581" y="267059"/>
                  </a:cubicBezTo>
                  <a:cubicBezTo>
                    <a:pt x="2223504" y="267437"/>
                    <a:pt x="2232202" y="264664"/>
                    <a:pt x="2240397" y="263907"/>
                  </a:cubicBezTo>
                  <a:cubicBezTo>
                    <a:pt x="2248591" y="263151"/>
                    <a:pt x="2256029" y="256091"/>
                    <a:pt x="2265105" y="254453"/>
                  </a:cubicBezTo>
                  <a:cubicBezTo>
                    <a:pt x="2274056" y="252940"/>
                    <a:pt x="2272165" y="249788"/>
                    <a:pt x="2268257" y="244241"/>
                  </a:cubicBezTo>
                  <a:cubicBezTo>
                    <a:pt x="2264349" y="238821"/>
                    <a:pt x="2254894" y="241468"/>
                    <a:pt x="2245817" y="238821"/>
                  </a:cubicBezTo>
                  <a:cubicBezTo>
                    <a:pt x="2236867" y="236047"/>
                    <a:pt x="2225773" y="232139"/>
                    <a:pt x="2217957" y="231761"/>
                  </a:cubicBezTo>
                  <a:cubicBezTo>
                    <a:pt x="2210141" y="231383"/>
                    <a:pt x="2201442" y="235669"/>
                    <a:pt x="2183037" y="239199"/>
                  </a:cubicBezTo>
                  <a:cubicBezTo>
                    <a:pt x="2164632" y="242729"/>
                    <a:pt x="2162993" y="256848"/>
                    <a:pt x="2153664" y="261134"/>
                  </a:cubicBezTo>
                  <a:cubicBezTo>
                    <a:pt x="2144209" y="265420"/>
                    <a:pt x="2127821" y="282691"/>
                    <a:pt x="2135637" y="284330"/>
                  </a:cubicBezTo>
                  <a:cubicBezTo>
                    <a:pt x="2143453" y="285969"/>
                    <a:pt x="2139545" y="290633"/>
                    <a:pt x="2140679" y="295676"/>
                  </a:cubicBezTo>
                  <a:cubicBezTo>
                    <a:pt x="2141814" y="300718"/>
                    <a:pt x="2134754" y="301979"/>
                    <a:pt x="2125803" y="300340"/>
                  </a:cubicBezTo>
                  <a:cubicBezTo>
                    <a:pt x="2116853" y="298827"/>
                    <a:pt x="2084958" y="299206"/>
                    <a:pt x="2085337" y="305887"/>
                  </a:cubicBezTo>
                  <a:cubicBezTo>
                    <a:pt x="2085715" y="312569"/>
                    <a:pt x="2103742" y="315720"/>
                    <a:pt x="2102608" y="319250"/>
                  </a:cubicBezTo>
                  <a:cubicBezTo>
                    <a:pt x="2101473" y="322780"/>
                    <a:pt x="2088866" y="318872"/>
                    <a:pt x="2082563" y="315342"/>
                  </a:cubicBezTo>
                  <a:cubicBezTo>
                    <a:pt x="2076260" y="311812"/>
                    <a:pt x="2062141" y="313703"/>
                    <a:pt x="2059367" y="320385"/>
                  </a:cubicBezTo>
                  <a:cubicBezTo>
                    <a:pt x="2056594" y="327066"/>
                    <a:pt x="2045626" y="325427"/>
                    <a:pt x="2042096" y="323914"/>
                  </a:cubicBezTo>
                  <a:cubicBezTo>
                    <a:pt x="2038566" y="322402"/>
                    <a:pt x="2030750" y="327066"/>
                    <a:pt x="2024825" y="325049"/>
                  </a:cubicBezTo>
                  <a:cubicBezTo>
                    <a:pt x="2018900" y="323032"/>
                    <a:pt x="2036549" y="314460"/>
                    <a:pt x="2032263" y="310173"/>
                  </a:cubicBezTo>
                  <a:cubicBezTo>
                    <a:pt x="2027977" y="305887"/>
                    <a:pt x="2009067" y="309795"/>
                    <a:pt x="2007176" y="316855"/>
                  </a:cubicBezTo>
                  <a:cubicBezTo>
                    <a:pt x="2005159" y="323914"/>
                    <a:pt x="1993814" y="311812"/>
                    <a:pt x="1989527" y="314081"/>
                  </a:cubicBezTo>
                  <a:cubicBezTo>
                    <a:pt x="1985241" y="316477"/>
                    <a:pt x="1980576" y="319124"/>
                    <a:pt x="1972256" y="322654"/>
                  </a:cubicBezTo>
                  <a:cubicBezTo>
                    <a:pt x="1964062" y="326184"/>
                    <a:pt x="1949942" y="318746"/>
                    <a:pt x="1946791" y="325049"/>
                  </a:cubicBezTo>
                  <a:cubicBezTo>
                    <a:pt x="1943639" y="331352"/>
                    <a:pt x="1962549" y="333243"/>
                    <a:pt x="1962927" y="336017"/>
                  </a:cubicBezTo>
                  <a:cubicBezTo>
                    <a:pt x="1963305" y="338790"/>
                    <a:pt x="1920191" y="338412"/>
                    <a:pt x="1918931" y="342698"/>
                  </a:cubicBezTo>
                  <a:cubicBezTo>
                    <a:pt x="1917796" y="346984"/>
                    <a:pt x="1903173" y="346984"/>
                    <a:pt x="1885523" y="347363"/>
                  </a:cubicBezTo>
                  <a:cubicBezTo>
                    <a:pt x="1867875" y="347741"/>
                    <a:pt x="1874934" y="356439"/>
                    <a:pt x="1860814" y="359087"/>
                  </a:cubicBezTo>
                  <a:cubicBezTo>
                    <a:pt x="1846695" y="361860"/>
                    <a:pt x="1840392" y="362238"/>
                    <a:pt x="1835727" y="369298"/>
                  </a:cubicBezTo>
                  <a:cubicBezTo>
                    <a:pt x="1831063" y="376357"/>
                    <a:pt x="1819969" y="377492"/>
                    <a:pt x="1815305" y="372071"/>
                  </a:cubicBezTo>
                  <a:cubicBezTo>
                    <a:pt x="1810641" y="366524"/>
                    <a:pt x="1797656" y="374845"/>
                    <a:pt x="1804716" y="375601"/>
                  </a:cubicBezTo>
                  <a:cubicBezTo>
                    <a:pt x="1811776" y="376357"/>
                    <a:pt x="1805094" y="383417"/>
                    <a:pt x="1800808" y="381904"/>
                  </a:cubicBezTo>
                  <a:cubicBezTo>
                    <a:pt x="1796521" y="380392"/>
                    <a:pt x="1783915" y="389342"/>
                    <a:pt x="1790975" y="388586"/>
                  </a:cubicBezTo>
                  <a:cubicBezTo>
                    <a:pt x="1798034" y="387829"/>
                    <a:pt x="1801564" y="393628"/>
                    <a:pt x="1798034" y="398041"/>
                  </a:cubicBezTo>
                  <a:cubicBezTo>
                    <a:pt x="1794505" y="402327"/>
                    <a:pt x="1779251" y="392998"/>
                    <a:pt x="1775216" y="396906"/>
                  </a:cubicBezTo>
                  <a:cubicBezTo>
                    <a:pt x="1771308" y="400814"/>
                    <a:pt x="1782655" y="405983"/>
                    <a:pt x="1789714" y="405100"/>
                  </a:cubicBezTo>
                  <a:cubicBezTo>
                    <a:pt x="1796774" y="404344"/>
                    <a:pt x="1800682" y="409008"/>
                    <a:pt x="1801438" y="414177"/>
                  </a:cubicBezTo>
                  <a:cubicBezTo>
                    <a:pt x="1802195" y="419220"/>
                    <a:pt x="1784924" y="411025"/>
                    <a:pt x="1781393" y="415312"/>
                  </a:cubicBezTo>
                  <a:cubicBezTo>
                    <a:pt x="1777864" y="419598"/>
                    <a:pt x="1784167" y="421615"/>
                    <a:pt x="1791605" y="422371"/>
                  </a:cubicBezTo>
                  <a:cubicBezTo>
                    <a:pt x="1799043" y="423128"/>
                    <a:pt x="1793622" y="425901"/>
                    <a:pt x="1800303" y="431826"/>
                  </a:cubicBezTo>
                  <a:cubicBezTo>
                    <a:pt x="1800808" y="432330"/>
                    <a:pt x="1801186" y="432709"/>
                    <a:pt x="1801564" y="433087"/>
                  </a:cubicBezTo>
                  <a:cubicBezTo>
                    <a:pt x="1805599" y="438003"/>
                    <a:pt x="1798034" y="439642"/>
                    <a:pt x="1798791" y="444307"/>
                  </a:cubicBezTo>
                  <a:cubicBezTo>
                    <a:pt x="1799547" y="449475"/>
                    <a:pt x="1791353" y="451366"/>
                    <a:pt x="1791353" y="446702"/>
                  </a:cubicBezTo>
                  <a:cubicBezTo>
                    <a:pt x="1791353" y="442037"/>
                    <a:pt x="1770552" y="440399"/>
                    <a:pt x="1766266" y="445567"/>
                  </a:cubicBezTo>
                  <a:cubicBezTo>
                    <a:pt x="1761980" y="450736"/>
                    <a:pt x="1758828" y="454644"/>
                    <a:pt x="1753659" y="449853"/>
                  </a:cubicBezTo>
                  <a:cubicBezTo>
                    <a:pt x="1748617" y="445189"/>
                    <a:pt x="1733615" y="450988"/>
                    <a:pt x="1714453" y="451870"/>
                  </a:cubicBezTo>
                  <a:cubicBezTo>
                    <a:pt x="1695292" y="452627"/>
                    <a:pt x="1655581" y="454266"/>
                    <a:pt x="1645747" y="457795"/>
                  </a:cubicBezTo>
                  <a:cubicBezTo>
                    <a:pt x="1635915" y="461325"/>
                    <a:pt x="1627720" y="475066"/>
                    <a:pt x="1636671" y="484017"/>
                  </a:cubicBezTo>
                  <a:cubicBezTo>
                    <a:pt x="1645747" y="493094"/>
                    <a:pt x="1637049" y="497002"/>
                    <a:pt x="1637049" y="502801"/>
                  </a:cubicBezTo>
                  <a:cubicBezTo>
                    <a:pt x="1637049" y="508726"/>
                    <a:pt x="1660624" y="520828"/>
                    <a:pt x="1673104" y="521963"/>
                  </a:cubicBezTo>
                  <a:cubicBezTo>
                    <a:pt x="1685711" y="523097"/>
                    <a:pt x="1695796" y="538477"/>
                    <a:pt x="1688357" y="547806"/>
                  </a:cubicBezTo>
                  <a:cubicBezTo>
                    <a:pt x="1680920" y="557261"/>
                    <a:pt x="1658102" y="545032"/>
                    <a:pt x="1643227" y="533308"/>
                  </a:cubicBezTo>
                  <a:cubicBezTo>
                    <a:pt x="1628351" y="521584"/>
                    <a:pt x="1593809" y="516794"/>
                    <a:pt x="1582463" y="517676"/>
                  </a:cubicBezTo>
                  <a:cubicBezTo>
                    <a:pt x="1571117" y="518433"/>
                    <a:pt x="1577799" y="507465"/>
                    <a:pt x="1563301" y="507843"/>
                  </a:cubicBezTo>
                  <a:cubicBezTo>
                    <a:pt x="1548803" y="508222"/>
                    <a:pt x="1536575" y="521206"/>
                    <a:pt x="1546409" y="521206"/>
                  </a:cubicBezTo>
                  <a:cubicBezTo>
                    <a:pt x="1556242" y="521206"/>
                    <a:pt x="1562545" y="520450"/>
                    <a:pt x="1557376" y="525114"/>
                  </a:cubicBezTo>
                  <a:cubicBezTo>
                    <a:pt x="1552334" y="529779"/>
                    <a:pt x="1560149" y="528644"/>
                    <a:pt x="1571873" y="533687"/>
                  </a:cubicBezTo>
                  <a:cubicBezTo>
                    <a:pt x="1583597" y="538855"/>
                    <a:pt x="1562041" y="545915"/>
                    <a:pt x="1549938" y="537595"/>
                  </a:cubicBezTo>
                  <a:cubicBezTo>
                    <a:pt x="1537836" y="529400"/>
                    <a:pt x="1524851" y="537216"/>
                    <a:pt x="1521321" y="543520"/>
                  </a:cubicBezTo>
                  <a:cubicBezTo>
                    <a:pt x="1517792" y="549823"/>
                    <a:pt x="1535440" y="567850"/>
                    <a:pt x="1556620" y="571002"/>
                  </a:cubicBezTo>
                  <a:cubicBezTo>
                    <a:pt x="1577799" y="574154"/>
                    <a:pt x="1570739" y="580835"/>
                    <a:pt x="1580572" y="584365"/>
                  </a:cubicBezTo>
                  <a:cubicBezTo>
                    <a:pt x="1590405" y="587895"/>
                    <a:pt x="1583346" y="591803"/>
                    <a:pt x="1576664" y="592181"/>
                  </a:cubicBezTo>
                  <a:cubicBezTo>
                    <a:pt x="1569983" y="592559"/>
                    <a:pt x="1556620" y="581970"/>
                    <a:pt x="1546030" y="576549"/>
                  </a:cubicBezTo>
                  <a:cubicBezTo>
                    <a:pt x="1535440" y="571002"/>
                    <a:pt x="1506824" y="578944"/>
                    <a:pt x="1500899" y="572641"/>
                  </a:cubicBezTo>
                  <a:cubicBezTo>
                    <a:pt x="1494974" y="566338"/>
                    <a:pt x="1504807" y="560160"/>
                    <a:pt x="1499260" y="555370"/>
                  </a:cubicBezTo>
                  <a:cubicBezTo>
                    <a:pt x="1493713" y="550705"/>
                    <a:pt x="1498504" y="540116"/>
                    <a:pt x="1505563" y="529022"/>
                  </a:cubicBezTo>
                  <a:cubicBezTo>
                    <a:pt x="1512623" y="518055"/>
                    <a:pt x="1504429" y="499271"/>
                    <a:pt x="1494218" y="496119"/>
                  </a:cubicBezTo>
                  <a:cubicBezTo>
                    <a:pt x="1484006" y="492968"/>
                    <a:pt x="1484763" y="503557"/>
                    <a:pt x="1487158" y="506709"/>
                  </a:cubicBezTo>
                  <a:cubicBezTo>
                    <a:pt x="1489553" y="509860"/>
                    <a:pt x="1488292" y="524736"/>
                    <a:pt x="1480476" y="534569"/>
                  </a:cubicBezTo>
                  <a:cubicBezTo>
                    <a:pt x="1472660" y="544402"/>
                    <a:pt x="1448708" y="544402"/>
                    <a:pt x="1448708" y="551084"/>
                  </a:cubicBezTo>
                  <a:cubicBezTo>
                    <a:pt x="1448708" y="557765"/>
                    <a:pt x="1432698" y="562808"/>
                    <a:pt x="1438119" y="567598"/>
                  </a:cubicBezTo>
                  <a:cubicBezTo>
                    <a:pt x="1443666" y="572263"/>
                    <a:pt x="1465223" y="596593"/>
                    <a:pt x="1468375" y="604031"/>
                  </a:cubicBezTo>
                  <a:cubicBezTo>
                    <a:pt x="1471526" y="611469"/>
                    <a:pt x="1449086" y="635043"/>
                    <a:pt x="1452616" y="648784"/>
                  </a:cubicBezTo>
                  <a:cubicBezTo>
                    <a:pt x="1456146" y="662525"/>
                    <a:pt x="1449464" y="668828"/>
                    <a:pt x="1453751" y="675510"/>
                  </a:cubicBezTo>
                  <a:cubicBezTo>
                    <a:pt x="1458037" y="682191"/>
                    <a:pt x="1467870" y="676266"/>
                    <a:pt x="1474173" y="679040"/>
                  </a:cubicBezTo>
                  <a:cubicBezTo>
                    <a:pt x="1480476" y="681813"/>
                    <a:pt x="1490688" y="675132"/>
                    <a:pt x="1505185" y="672358"/>
                  </a:cubicBezTo>
                  <a:cubicBezTo>
                    <a:pt x="1519682" y="669585"/>
                    <a:pt x="1546409" y="684965"/>
                    <a:pt x="1556242" y="689629"/>
                  </a:cubicBezTo>
                  <a:cubicBezTo>
                    <a:pt x="1566075" y="694293"/>
                    <a:pt x="1560906" y="702236"/>
                    <a:pt x="1566075" y="710052"/>
                  </a:cubicBezTo>
                  <a:cubicBezTo>
                    <a:pt x="1571117" y="717868"/>
                    <a:pt x="1554350" y="717868"/>
                    <a:pt x="1553846" y="729718"/>
                  </a:cubicBezTo>
                  <a:cubicBezTo>
                    <a:pt x="1553468" y="741442"/>
                    <a:pt x="1583220" y="746610"/>
                    <a:pt x="1584480" y="750140"/>
                  </a:cubicBezTo>
                  <a:cubicBezTo>
                    <a:pt x="1585615" y="753670"/>
                    <a:pt x="1563301" y="750897"/>
                    <a:pt x="1554603" y="747745"/>
                  </a:cubicBezTo>
                  <a:cubicBezTo>
                    <a:pt x="1546030" y="744593"/>
                    <a:pt x="1545148" y="733248"/>
                    <a:pt x="1542500" y="730852"/>
                  </a:cubicBezTo>
                  <a:cubicBezTo>
                    <a:pt x="1539727" y="728457"/>
                    <a:pt x="1548426" y="719128"/>
                    <a:pt x="1549182" y="711564"/>
                  </a:cubicBezTo>
                  <a:cubicBezTo>
                    <a:pt x="1549938" y="704127"/>
                    <a:pt x="1539348" y="699840"/>
                    <a:pt x="1535819" y="694672"/>
                  </a:cubicBezTo>
                  <a:cubicBezTo>
                    <a:pt x="1532289" y="689629"/>
                    <a:pt x="1525986" y="682065"/>
                    <a:pt x="1518926" y="683704"/>
                  </a:cubicBezTo>
                  <a:cubicBezTo>
                    <a:pt x="1511866" y="685343"/>
                    <a:pt x="1486023" y="687612"/>
                    <a:pt x="1478081" y="694672"/>
                  </a:cubicBezTo>
                  <a:cubicBezTo>
                    <a:pt x="1470265" y="701731"/>
                    <a:pt x="1479216" y="721776"/>
                    <a:pt x="1483628" y="731609"/>
                  </a:cubicBezTo>
                  <a:cubicBezTo>
                    <a:pt x="1487914" y="741442"/>
                    <a:pt x="1460810" y="755183"/>
                    <a:pt x="1461693" y="762999"/>
                  </a:cubicBezTo>
                  <a:cubicBezTo>
                    <a:pt x="1462449" y="770941"/>
                    <a:pt x="1453499" y="774345"/>
                    <a:pt x="1441648" y="780648"/>
                  </a:cubicBezTo>
                  <a:cubicBezTo>
                    <a:pt x="1429924" y="786951"/>
                    <a:pt x="1416940" y="791616"/>
                    <a:pt x="1417318" y="801827"/>
                  </a:cubicBezTo>
                  <a:cubicBezTo>
                    <a:pt x="1417696" y="812038"/>
                    <a:pt x="1401686" y="806491"/>
                    <a:pt x="1393366" y="801827"/>
                  </a:cubicBezTo>
                  <a:cubicBezTo>
                    <a:pt x="1385171" y="797163"/>
                    <a:pt x="1374456" y="804600"/>
                    <a:pt x="1362732" y="804222"/>
                  </a:cubicBezTo>
                  <a:cubicBezTo>
                    <a:pt x="1351008" y="803844"/>
                    <a:pt x="1351008" y="794011"/>
                    <a:pt x="1341553" y="797541"/>
                  </a:cubicBezTo>
                  <a:cubicBezTo>
                    <a:pt x="1332098" y="801071"/>
                    <a:pt x="1325921" y="793255"/>
                    <a:pt x="1328568" y="786195"/>
                  </a:cubicBezTo>
                  <a:cubicBezTo>
                    <a:pt x="1331342" y="779135"/>
                    <a:pt x="1341931" y="784556"/>
                    <a:pt x="1342687" y="789725"/>
                  </a:cubicBezTo>
                  <a:cubicBezTo>
                    <a:pt x="1343444" y="794767"/>
                    <a:pt x="1350125" y="792498"/>
                    <a:pt x="1357941" y="788086"/>
                  </a:cubicBezTo>
                  <a:cubicBezTo>
                    <a:pt x="1365757" y="783800"/>
                    <a:pt x="1361849" y="793633"/>
                    <a:pt x="1373195" y="794389"/>
                  </a:cubicBezTo>
                  <a:cubicBezTo>
                    <a:pt x="1384541" y="795145"/>
                    <a:pt x="1378238" y="788464"/>
                    <a:pt x="1386936" y="789347"/>
                  </a:cubicBezTo>
                  <a:cubicBezTo>
                    <a:pt x="1395509" y="790103"/>
                    <a:pt x="1395887" y="787456"/>
                    <a:pt x="1393240" y="783043"/>
                  </a:cubicBezTo>
                  <a:cubicBezTo>
                    <a:pt x="1390466" y="778757"/>
                    <a:pt x="1399543" y="775605"/>
                    <a:pt x="1404963" y="773210"/>
                  </a:cubicBezTo>
                  <a:cubicBezTo>
                    <a:pt x="1411141" y="770563"/>
                    <a:pt x="1408115" y="761864"/>
                    <a:pt x="1413158" y="759091"/>
                  </a:cubicBezTo>
                  <a:cubicBezTo>
                    <a:pt x="1418200" y="756317"/>
                    <a:pt x="1414670" y="750897"/>
                    <a:pt x="1420217" y="750392"/>
                  </a:cubicBezTo>
                  <a:cubicBezTo>
                    <a:pt x="1425764" y="750014"/>
                    <a:pt x="1428034" y="741820"/>
                    <a:pt x="1433202" y="741820"/>
                  </a:cubicBezTo>
                  <a:cubicBezTo>
                    <a:pt x="1438245" y="741820"/>
                    <a:pt x="1441018" y="733626"/>
                    <a:pt x="1437867" y="729214"/>
                  </a:cubicBezTo>
                  <a:cubicBezTo>
                    <a:pt x="1434715" y="724927"/>
                    <a:pt x="1439883" y="713077"/>
                    <a:pt x="1444926" y="711564"/>
                  </a:cubicBezTo>
                  <a:cubicBezTo>
                    <a:pt x="1449969" y="710052"/>
                    <a:pt x="1450473" y="705261"/>
                    <a:pt x="1445683" y="701731"/>
                  </a:cubicBezTo>
                  <a:cubicBezTo>
                    <a:pt x="1440892" y="698201"/>
                    <a:pt x="1423621" y="686478"/>
                    <a:pt x="1424882" y="679040"/>
                  </a:cubicBezTo>
                  <a:cubicBezTo>
                    <a:pt x="1426016" y="671602"/>
                    <a:pt x="1421730" y="657861"/>
                    <a:pt x="1424125" y="651936"/>
                  </a:cubicBezTo>
                  <a:cubicBezTo>
                    <a:pt x="1426520" y="646011"/>
                    <a:pt x="1424503" y="633908"/>
                    <a:pt x="1423747" y="626849"/>
                  </a:cubicBezTo>
                  <a:cubicBezTo>
                    <a:pt x="1422991" y="619789"/>
                    <a:pt x="1428034" y="611973"/>
                    <a:pt x="1430428" y="598988"/>
                  </a:cubicBezTo>
                  <a:cubicBezTo>
                    <a:pt x="1432824" y="586004"/>
                    <a:pt x="1416687" y="572263"/>
                    <a:pt x="1408871" y="568733"/>
                  </a:cubicBezTo>
                  <a:cubicBezTo>
                    <a:pt x="1401055" y="565203"/>
                    <a:pt x="1406098" y="558143"/>
                    <a:pt x="1417444" y="548688"/>
                  </a:cubicBezTo>
                  <a:cubicBezTo>
                    <a:pt x="1428790" y="539234"/>
                    <a:pt x="1429546" y="509860"/>
                    <a:pt x="1428790" y="503557"/>
                  </a:cubicBezTo>
                  <a:cubicBezTo>
                    <a:pt x="1428034" y="497254"/>
                    <a:pt x="1404837" y="491833"/>
                    <a:pt x="1395887" y="492589"/>
                  </a:cubicBezTo>
                  <a:cubicBezTo>
                    <a:pt x="1386810" y="493346"/>
                    <a:pt x="1353529" y="491833"/>
                    <a:pt x="1345335" y="490194"/>
                  </a:cubicBezTo>
                  <a:cubicBezTo>
                    <a:pt x="1337140" y="488681"/>
                    <a:pt x="1334367" y="497254"/>
                    <a:pt x="1330459" y="505070"/>
                  </a:cubicBezTo>
                  <a:cubicBezTo>
                    <a:pt x="1326551" y="512886"/>
                    <a:pt x="1317852" y="525114"/>
                    <a:pt x="1312810" y="542763"/>
                  </a:cubicBezTo>
                  <a:cubicBezTo>
                    <a:pt x="1307767" y="560412"/>
                    <a:pt x="1286967" y="565959"/>
                    <a:pt x="1277512" y="569867"/>
                  </a:cubicBezTo>
                  <a:cubicBezTo>
                    <a:pt x="1268057" y="573775"/>
                    <a:pt x="1262258" y="586760"/>
                    <a:pt x="1266544" y="593063"/>
                  </a:cubicBezTo>
                  <a:cubicBezTo>
                    <a:pt x="1270830" y="599367"/>
                    <a:pt x="1277134" y="594198"/>
                    <a:pt x="1281420" y="596593"/>
                  </a:cubicBezTo>
                  <a:cubicBezTo>
                    <a:pt x="1285706" y="598988"/>
                    <a:pt x="1281042" y="615377"/>
                    <a:pt x="1278268" y="617772"/>
                  </a:cubicBezTo>
                  <a:cubicBezTo>
                    <a:pt x="1275495" y="620167"/>
                    <a:pt x="1283437" y="625966"/>
                    <a:pt x="1276756" y="630252"/>
                  </a:cubicBezTo>
                  <a:cubicBezTo>
                    <a:pt x="1270074" y="634539"/>
                    <a:pt x="1263770" y="643615"/>
                    <a:pt x="1267679" y="648280"/>
                  </a:cubicBezTo>
                  <a:cubicBezTo>
                    <a:pt x="1271587" y="652944"/>
                    <a:pt x="1290875" y="655339"/>
                    <a:pt x="1299069" y="660004"/>
                  </a:cubicBezTo>
                  <a:cubicBezTo>
                    <a:pt x="1307263" y="664668"/>
                    <a:pt x="1304111" y="673367"/>
                    <a:pt x="1310415" y="681561"/>
                  </a:cubicBezTo>
                  <a:cubicBezTo>
                    <a:pt x="1316718" y="689755"/>
                    <a:pt x="1323399" y="684713"/>
                    <a:pt x="1326425" y="689755"/>
                  </a:cubicBezTo>
                  <a:cubicBezTo>
                    <a:pt x="1329576" y="694798"/>
                    <a:pt x="1315079" y="715220"/>
                    <a:pt x="1309910" y="715977"/>
                  </a:cubicBezTo>
                  <a:cubicBezTo>
                    <a:pt x="1304868" y="716733"/>
                    <a:pt x="1284067" y="695176"/>
                    <a:pt x="1277764" y="690512"/>
                  </a:cubicBezTo>
                  <a:cubicBezTo>
                    <a:pt x="1271461" y="685847"/>
                    <a:pt x="1247130" y="678283"/>
                    <a:pt x="1235028" y="672106"/>
                  </a:cubicBezTo>
                  <a:cubicBezTo>
                    <a:pt x="1222926" y="665803"/>
                    <a:pt x="1213092" y="666559"/>
                    <a:pt x="1199730" y="657609"/>
                  </a:cubicBezTo>
                  <a:cubicBezTo>
                    <a:pt x="1186367" y="648658"/>
                    <a:pt x="1175021" y="644246"/>
                    <a:pt x="1150691" y="644624"/>
                  </a:cubicBezTo>
                  <a:cubicBezTo>
                    <a:pt x="1126360" y="645002"/>
                    <a:pt x="1110728" y="639077"/>
                    <a:pt x="1102407" y="640338"/>
                  </a:cubicBezTo>
                  <a:cubicBezTo>
                    <a:pt x="1094213" y="641472"/>
                    <a:pt x="1097365" y="632143"/>
                    <a:pt x="1082867" y="625840"/>
                  </a:cubicBezTo>
                  <a:cubicBezTo>
                    <a:pt x="1068370" y="619537"/>
                    <a:pt x="1058915" y="610964"/>
                    <a:pt x="1050721" y="615251"/>
                  </a:cubicBezTo>
                  <a:cubicBezTo>
                    <a:pt x="1042526" y="619537"/>
                    <a:pt x="1045678" y="635295"/>
                    <a:pt x="1058158" y="637186"/>
                  </a:cubicBezTo>
                  <a:cubicBezTo>
                    <a:pt x="1070639" y="639203"/>
                    <a:pt x="1064462" y="645885"/>
                    <a:pt x="1077699" y="645002"/>
                  </a:cubicBezTo>
                  <a:cubicBezTo>
                    <a:pt x="1091062" y="644246"/>
                    <a:pt x="1094970" y="648910"/>
                    <a:pt x="1094591" y="657104"/>
                  </a:cubicBezTo>
                  <a:cubicBezTo>
                    <a:pt x="1094213" y="665299"/>
                    <a:pt x="1100895" y="673619"/>
                    <a:pt x="1106694" y="679040"/>
                  </a:cubicBezTo>
                  <a:cubicBezTo>
                    <a:pt x="1112619" y="684587"/>
                    <a:pt x="1109089" y="693537"/>
                    <a:pt x="1098499" y="693537"/>
                  </a:cubicBezTo>
                  <a:cubicBezTo>
                    <a:pt x="1087910" y="693537"/>
                    <a:pt x="1075808" y="695176"/>
                    <a:pt x="1080472" y="702614"/>
                  </a:cubicBezTo>
                  <a:cubicBezTo>
                    <a:pt x="1085137" y="710052"/>
                    <a:pt x="1077321" y="712069"/>
                    <a:pt x="1066731" y="708161"/>
                  </a:cubicBezTo>
                  <a:cubicBezTo>
                    <a:pt x="1056142" y="704253"/>
                    <a:pt x="1062445" y="696815"/>
                    <a:pt x="1066731" y="692402"/>
                  </a:cubicBezTo>
                  <a:cubicBezTo>
                    <a:pt x="1071017" y="688116"/>
                    <a:pt x="1057276" y="682569"/>
                    <a:pt x="1050595" y="680300"/>
                  </a:cubicBezTo>
                  <a:cubicBezTo>
                    <a:pt x="1043913" y="677905"/>
                    <a:pt x="1017313" y="697571"/>
                    <a:pt x="1009749" y="700723"/>
                  </a:cubicBezTo>
                  <a:cubicBezTo>
                    <a:pt x="1002312" y="703874"/>
                    <a:pt x="983906" y="696058"/>
                    <a:pt x="964997" y="700723"/>
                  </a:cubicBezTo>
                  <a:cubicBezTo>
                    <a:pt x="946213" y="705387"/>
                    <a:pt x="947348" y="720389"/>
                    <a:pt x="940288" y="718750"/>
                  </a:cubicBezTo>
                  <a:cubicBezTo>
                    <a:pt x="933228" y="717237"/>
                    <a:pt x="912427" y="720767"/>
                    <a:pt x="904611" y="715977"/>
                  </a:cubicBezTo>
                  <a:cubicBezTo>
                    <a:pt x="896795" y="711312"/>
                    <a:pt x="903099" y="708539"/>
                    <a:pt x="911293" y="708917"/>
                  </a:cubicBezTo>
                  <a:cubicBezTo>
                    <a:pt x="919487" y="709295"/>
                    <a:pt x="922260" y="706522"/>
                    <a:pt x="917596" y="701101"/>
                  </a:cubicBezTo>
                  <a:cubicBezTo>
                    <a:pt x="912932" y="695554"/>
                    <a:pt x="923899" y="686982"/>
                    <a:pt x="923521" y="683074"/>
                  </a:cubicBezTo>
                  <a:cubicBezTo>
                    <a:pt x="923143" y="679166"/>
                    <a:pt x="892509" y="689377"/>
                    <a:pt x="887467" y="693663"/>
                  </a:cubicBezTo>
                  <a:cubicBezTo>
                    <a:pt x="882424" y="697949"/>
                    <a:pt x="887845" y="705891"/>
                    <a:pt x="882424" y="708539"/>
                  </a:cubicBezTo>
                  <a:cubicBezTo>
                    <a:pt x="876877" y="711312"/>
                    <a:pt x="877003" y="703748"/>
                    <a:pt x="870700" y="701479"/>
                  </a:cubicBezTo>
                  <a:cubicBezTo>
                    <a:pt x="864397" y="699084"/>
                    <a:pt x="818509" y="709673"/>
                    <a:pt x="809936" y="719506"/>
                  </a:cubicBezTo>
                  <a:cubicBezTo>
                    <a:pt x="801238" y="729340"/>
                    <a:pt x="784471" y="729718"/>
                    <a:pt x="784471" y="735139"/>
                  </a:cubicBezTo>
                  <a:cubicBezTo>
                    <a:pt x="784471" y="740685"/>
                    <a:pt x="763671" y="740181"/>
                    <a:pt x="755477" y="744215"/>
                  </a:cubicBezTo>
                  <a:cubicBezTo>
                    <a:pt x="747282" y="748123"/>
                    <a:pt x="752703" y="764260"/>
                    <a:pt x="749551" y="772076"/>
                  </a:cubicBezTo>
                  <a:cubicBezTo>
                    <a:pt x="746400" y="779892"/>
                    <a:pt x="714253" y="777622"/>
                    <a:pt x="704420" y="778001"/>
                  </a:cubicBezTo>
                  <a:cubicBezTo>
                    <a:pt x="694587" y="778379"/>
                    <a:pt x="691057" y="759217"/>
                    <a:pt x="683241" y="757956"/>
                  </a:cubicBezTo>
                  <a:cubicBezTo>
                    <a:pt x="675425" y="756822"/>
                    <a:pt x="680089" y="745854"/>
                    <a:pt x="682485" y="741064"/>
                  </a:cubicBezTo>
                  <a:cubicBezTo>
                    <a:pt x="684880" y="736399"/>
                    <a:pt x="691057" y="740307"/>
                    <a:pt x="700890" y="734004"/>
                  </a:cubicBezTo>
                  <a:cubicBezTo>
                    <a:pt x="710723" y="727701"/>
                    <a:pt x="720556" y="737156"/>
                    <a:pt x="724464" y="732869"/>
                  </a:cubicBezTo>
                  <a:cubicBezTo>
                    <a:pt x="728373" y="728583"/>
                    <a:pt x="709589" y="717111"/>
                    <a:pt x="708328" y="707404"/>
                  </a:cubicBezTo>
                  <a:cubicBezTo>
                    <a:pt x="707193" y="697571"/>
                    <a:pt x="686393" y="694798"/>
                    <a:pt x="674543" y="697949"/>
                  </a:cubicBezTo>
                  <a:cubicBezTo>
                    <a:pt x="662692" y="701101"/>
                    <a:pt x="649834" y="698328"/>
                    <a:pt x="641640" y="694420"/>
                  </a:cubicBezTo>
                  <a:cubicBezTo>
                    <a:pt x="633445" y="690512"/>
                    <a:pt x="634202" y="701479"/>
                    <a:pt x="646304" y="704631"/>
                  </a:cubicBezTo>
                  <a:cubicBezTo>
                    <a:pt x="658532" y="707782"/>
                    <a:pt x="652229" y="717237"/>
                    <a:pt x="654120" y="723036"/>
                  </a:cubicBezTo>
                  <a:cubicBezTo>
                    <a:pt x="656137" y="728961"/>
                    <a:pt x="650968" y="742324"/>
                    <a:pt x="643909" y="752409"/>
                  </a:cubicBezTo>
                  <a:cubicBezTo>
                    <a:pt x="636849" y="762621"/>
                    <a:pt x="641892" y="762243"/>
                    <a:pt x="652607" y="761864"/>
                  </a:cubicBezTo>
                  <a:cubicBezTo>
                    <a:pt x="663197" y="761486"/>
                    <a:pt x="662440" y="775227"/>
                    <a:pt x="662440" y="785439"/>
                  </a:cubicBezTo>
                  <a:cubicBezTo>
                    <a:pt x="662440" y="795650"/>
                    <a:pt x="654246" y="798423"/>
                    <a:pt x="654246" y="805861"/>
                  </a:cubicBezTo>
                  <a:cubicBezTo>
                    <a:pt x="654246" y="813299"/>
                    <a:pt x="645548" y="802331"/>
                    <a:pt x="642900" y="805483"/>
                  </a:cubicBezTo>
                  <a:cubicBezTo>
                    <a:pt x="640127" y="808634"/>
                    <a:pt x="636597" y="803844"/>
                    <a:pt x="635084" y="797667"/>
                  </a:cubicBezTo>
                  <a:cubicBezTo>
                    <a:pt x="633445" y="791364"/>
                    <a:pt x="617435" y="794893"/>
                    <a:pt x="608358" y="792498"/>
                  </a:cubicBezTo>
                  <a:cubicBezTo>
                    <a:pt x="599282" y="790103"/>
                    <a:pt x="595752" y="794137"/>
                    <a:pt x="591466" y="800692"/>
                  </a:cubicBezTo>
                  <a:cubicBezTo>
                    <a:pt x="587180" y="807374"/>
                    <a:pt x="574573" y="810147"/>
                    <a:pt x="567892" y="810904"/>
                  </a:cubicBezTo>
                  <a:cubicBezTo>
                    <a:pt x="560454" y="811786"/>
                    <a:pt x="549486" y="824645"/>
                    <a:pt x="542427" y="829309"/>
                  </a:cubicBezTo>
                  <a:cubicBezTo>
                    <a:pt x="535367" y="834100"/>
                    <a:pt x="534232" y="843050"/>
                    <a:pt x="543939" y="852505"/>
                  </a:cubicBezTo>
                  <a:cubicBezTo>
                    <a:pt x="553772" y="861960"/>
                    <a:pt x="555663" y="868263"/>
                    <a:pt x="554907" y="873306"/>
                  </a:cubicBezTo>
                  <a:cubicBezTo>
                    <a:pt x="554151" y="878474"/>
                    <a:pt x="527425" y="876836"/>
                    <a:pt x="523138" y="871415"/>
                  </a:cubicBezTo>
                  <a:cubicBezTo>
                    <a:pt x="518852" y="865868"/>
                    <a:pt x="501581" y="863977"/>
                    <a:pt x="495656" y="865112"/>
                  </a:cubicBezTo>
                  <a:cubicBezTo>
                    <a:pt x="489731" y="866246"/>
                    <a:pt x="473721" y="847463"/>
                    <a:pt x="465401" y="847084"/>
                  </a:cubicBezTo>
                  <a:cubicBezTo>
                    <a:pt x="457207" y="846706"/>
                    <a:pt x="452038" y="856917"/>
                    <a:pt x="449264" y="861960"/>
                  </a:cubicBezTo>
                  <a:cubicBezTo>
                    <a:pt x="446491" y="867129"/>
                    <a:pt x="453172" y="868641"/>
                    <a:pt x="457080" y="877214"/>
                  </a:cubicBezTo>
                  <a:cubicBezTo>
                    <a:pt x="460988" y="885912"/>
                    <a:pt x="475486" y="886291"/>
                    <a:pt x="482924" y="886291"/>
                  </a:cubicBezTo>
                  <a:cubicBezTo>
                    <a:pt x="490362" y="886291"/>
                    <a:pt x="487588" y="897636"/>
                    <a:pt x="485319" y="902427"/>
                  </a:cubicBezTo>
                  <a:cubicBezTo>
                    <a:pt x="482924" y="907091"/>
                    <a:pt x="469183" y="910621"/>
                    <a:pt x="465275" y="905578"/>
                  </a:cubicBezTo>
                  <a:cubicBezTo>
                    <a:pt x="461367" y="900536"/>
                    <a:pt x="444852" y="905578"/>
                    <a:pt x="444474" y="899275"/>
                  </a:cubicBezTo>
                  <a:cubicBezTo>
                    <a:pt x="444096" y="892972"/>
                    <a:pt x="432372" y="883643"/>
                    <a:pt x="420143" y="885534"/>
                  </a:cubicBezTo>
                  <a:cubicBezTo>
                    <a:pt x="408041" y="887551"/>
                    <a:pt x="405646" y="879609"/>
                    <a:pt x="406402" y="870280"/>
                  </a:cubicBezTo>
                  <a:cubicBezTo>
                    <a:pt x="407159" y="860825"/>
                    <a:pt x="399721" y="855405"/>
                    <a:pt x="400099" y="851118"/>
                  </a:cubicBezTo>
                  <a:cubicBezTo>
                    <a:pt x="400477" y="846832"/>
                    <a:pt x="394678" y="838134"/>
                    <a:pt x="400856" y="833847"/>
                  </a:cubicBezTo>
                  <a:cubicBezTo>
                    <a:pt x="407159" y="829561"/>
                    <a:pt x="402494" y="822880"/>
                    <a:pt x="402873" y="816955"/>
                  </a:cubicBezTo>
                  <a:cubicBezTo>
                    <a:pt x="403251" y="811030"/>
                    <a:pt x="392283" y="802079"/>
                    <a:pt x="382450" y="802079"/>
                  </a:cubicBezTo>
                  <a:cubicBezTo>
                    <a:pt x="372617" y="802079"/>
                    <a:pt x="374634" y="792246"/>
                    <a:pt x="366440" y="790355"/>
                  </a:cubicBezTo>
                  <a:cubicBezTo>
                    <a:pt x="358245" y="788338"/>
                    <a:pt x="341731" y="774597"/>
                    <a:pt x="340596" y="768798"/>
                  </a:cubicBezTo>
                  <a:cubicBezTo>
                    <a:pt x="339462" y="762873"/>
                    <a:pt x="326855" y="762117"/>
                    <a:pt x="331142" y="760226"/>
                  </a:cubicBezTo>
                  <a:cubicBezTo>
                    <a:pt x="335428" y="758208"/>
                    <a:pt x="345261" y="760982"/>
                    <a:pt x="352320" y="768041"/>
                  </a:cubicBezTo>
                  <a:cubicBezTo>
                    <a:pt x="359380" y="775101"/>
                    <a:pt x="370726" y="781404"/>
                    <a:pt x="389132" y="783800"/>
                  </a:cubicBezTo>
                  <a:cubicBezTo>
                    <a:pt x="407537" y="786195"/>
                    <a:pt x="414975" y="794767"/>
                    <a:pt x="435397" y="798297"/>
                  </a:cubicBezTo>
                  <a:cubicBezTo>
                    <a:pt x="455820" y="801827"/>
                    <a:pt x="467922" y="804222"/>
                    <a:pt x="497421" y="808508"/>
                  </a:cubicBezTo>
                  <a:cubicBezTo>
                    <a:pt x="526794" y="812795"/>
                    <a:pt x="566127" y="783043"/>
                    <a:pt x="574321" y="774723"/>
                  </a:cubicBezTo>
                  <a:cubicBezTo>
                    <a:pt x="582515" y="766529"/>
                    <a:pt x="571926" y="749636"/>
                    <a:pt x="571926" y="743333"/>
                  </a:cubicBezTo>
                  <a:cubicBezTo>
                    <a:pt x="571926" y="737030"/>
                    <a:pt x="558563" y="736273"/>
                    <a:pt x="556672" y="731609"/>
                  </a:cubicBezTo>
                  <a:cubicBezTo>
                    <a:pt x="554655" y="726944"/>
                    <a:pt x="546082" y="718246"/>
                    <a:pt x="534737" y="718246"/>
                  </a:cubicBezTo>
                  <a:cubicBezTo>
                    <a:pt x="523391" y="718246"/>
                    <a:pt x="521752" y="705261"/>
                    <a:pt x="512801" y="706144"/>
                  </a:cubicBezTo>
                  <a:cubicBezTo>
                    <a:pt x="503725" y="706900"/>
                    <a:pt x="497547" y="702236"/>
                    <a:pt x="473973" y="686478"/>
                  </a:cubicBezTo>
                  <a:cubicBezTo>
                    <a:pt x="450399" y="670845"/>
                    <a:pt x="417874" y="659373"/>
                    <a:pt x="411949" y="662147"/>
                  </a:cubicBezTo>
                  <a:cubicBezTo>
                    <a:pt x="406024" y="664920"/>
                    <a:pt x="402116" y="666433"/>
                    <a:pt x="398208" y="660634"/>
                  </a:cubicBezTo>
                  <a:cubicBezTo>
                    <a:pt x="394300" y="654709"/>
                    <a:pt x="385224" y="655592"/>
                    <a:pt x="379046" y="660256"/>
                  </a:cubicBezTo>
                  <a:cubicBezTo>
                    <a:pt x="372743" y="664920"/>
                    <a:pt x="366440" y="655970"/>
                    <a:pt x="354716" y="658617"/>
                  </a:cubicBezTo>
                  <a:cubicBezTo>
                    <a:pt x="342992" y="661390"/>
                    <a:pt x="336688" y="653574"/>
                    <a:pt x="339840" y="650045"/>
                  </a:cubicBezTo>
                  <a:cubicBezTo>
                    <a:pt x="342992" y="646515"/>
                    <a:pt x="360263" y="649666"/>
                    <a:pt x="359506" y="643741"/>
                  </a:cubicBezTo>
                  <a:cubicBezTo>
                    <a:pt x="358750" y="637816"/>
                    <a:pt x="352447" y="643741"/>
                    <a:pt x="341857" y="636682"/>
                  </a:cubicBezTo>
                  <a:cubicBezTo>
                    <a:pt x="331268" y="629622"/>
                    <a:pt x="325343" y="634287"/>
                    <a:pt x="323073" y="640212"/>
                  </a:cubicBezTo>
                  <a:cubicBezTo>
                    <a:pt x="320678" y="646137"/>
                    <a:pt x="312484" y="644498"/>
                    <a:pt x="306937" y="639455"/>
                  </a:cubicBezTo>
                  <a:cubicBezTo>
                    <a:pt x="306433" y="638951"/>
                    <a:pt x="305802" y="638573"/>
                    <a:pt x="305172" y="638195"/>
                  </a:cubicBezTo>
                  <a:cubicBezTo>
                    <a:pt x="303407" y="648028"/>
                    <a:pt x="297608" y="649036"/>
                    <a:pt x="291683" y="647649"/>
                  </a:cubicBezTo>
                  <a:cubicBezTo>
                    <a:pt x="284624" y="646137"/>
                    <a:pt x="277564" y="657861"/>
                    <a:pt x="269748" y="657861"/>
                  </a:cubicBezTo>
                  <a:cubicBezTo>
                    <a:pt x="261932" y="657861"/>
                    <a:pt x="253233" y="666433"/>
                    <a:pt x="251720" y="673619"/>
                  </a:cubicBezTo>
                  <a:cubicBezTo>
                    <a:pt x="250208" y="680678"/>
                    <a:pt x="241509" y="676770"/>
                    <a:pt x="241509" y="681435"/>
                  </a:cubicBezTo>
                  <a:cubicBezTo>
                    <a:pt x="241509" y="686225"/>
                    <a:pt x="241509" y="690890"/>
                    <a:pt x="237601" y="695554"/>
                  </a:cubicBezTo>
                  <a:cubicBezTo>
                    <a:pt x="233693" y="700219"/>
                    <a:pt x="237601" y="702614"/>
                    <a:pt x="241509" y="710430"/>
                  </a:cubicBezTo>
                  <a:cubicBezTo>
                    <a:pt x="245417" y="718246"/>
                    <a:pt x="253990" y="717489"/>
                    <a:pt x="258024" y="719885"/>
                  </a:cubicBezTo>
                  <a:cubicBezTo>
                    <a:pt x="261932" y="722280"/>
                    <a:pt x="276808" y="734760"/>
                    <a:pt x="276808" y="739551"/>
                  </a:cubicBezTo>
                  <a:cubicBezTo>
                    <a:pt x="276808" y="744215"/>
                    <a:pt x="265084" y="756065"/>
                    <a:pt x="260293" y="759217"/>
                  </a:cubicBezTo>
                  <a:cubicBezTo>
                    <a:pt x="255629" y="762369"/>
                    <a:pt x="249325" y="770185"/>
                    <a:pt x="252477" y="774849"/>
                  </a:cubicBezTo>
                  <a:cubicBezTo>
                    <a:pt x="255629" y="779640"/>
                    <a:pt x="268992" y="799180"/>
                    <a:pt x="277564" y="814938"/>
                  </a:cubicBezTo>
                  <a:cubicBezTo>
                    <a:pt x="286262" y="830570"/>
                    <a:pt x="274412" y="823510"/>
                    <a:pt x="268992" y="830570"/>
                  </a:cubicBezTo>
                  <a:cubicBezTo>
                    <a:pt x="263445" y="837629"/>
                    <a:pt x="271387" y="846328"/>
                    <a:pt x="272900" y="850992"/>
                  </a:cubicBezTo>
                  <a:cubicBezTo>
                    <a:pt x="274538" y="855657"/>
                    <a:pt x="265840" y="854900"/>
                    <a:pt x="266596" y="858808"/>
                  </a:cubicBezTo>
                  <a:cubicBezTo>
                    <a:pt x="267353" y="862716"/>
                    <a:pt x="279203" y="864355"/>
                    <a:pt x="279959" y="867507"/>
                  </a:cubicBezTo>
                  <a:cubicBezTo>
                    <a:pt x="280716" y="870658"/>
                    <a:pt x="272143" y="874567"/>
                    <a:pt x="276051" y="880870"/>
                  </a:cubicBezTo>
                  <a:cubicBezTo>
                    <a:pt x="279959" y="887173"/>
                    <a:pt x="289414" y="887173"/>
                    <a:pt x="290170" y="894989"/>
                  </a:cubicBezTo>
                  <a:cubicBezTo>
                    <a:pt x="290927" y="902805"/>
                    <a:pt x="272900" y="903561"/>
                    <a:pt x="273656" y="909865"/>
                  </a:cubicBezTo>
                  <a:cubicBezTo>
                    <a:pt x="274412" y="916168"/>
                    <a:pt x="297230" y="923984"/>
                    <a:pt x="307441" y="935708"/>
                  </a:cubicBezTo>
                  <a:cubicBezTo>
                    <a:pt x="317653" y="947432"/>
                    <a:pt x="316896" y="950584"/>
                    <a:pt x="314501" y="956887"/>
                  </a:cubicBezTo>
                  <a:cubicBezTo>
                    <a:pt x="309710" y="969493"/>
                    <a:pt x="281598" y="980461"/>
                    <a:pt x="275295" y="994580"/>
                  </a:cubicBezTo>
                  <a:cubicBezTo>
                    <a:pt x="268992" y="1008700"/>
                    <a:pt x="245543" y="1016516"/>
                    <a:pt x="234449" y="1027483"/>
                  </a:cubicBezTo>
                  <a:cubicBezTo>
                    <a:pt x="229911" y="1032022"/>
                    <a:pt x="225499" y="1037947"/>
                    <a:pt x="221843" y="1043620"/>
                  </a:cubicBezTo>
                  <a:cubicBezTo>
                    <a:pt x="226507" y="1042485"/>
                    <a:pt x="230163" y="1040972"/>
                    <a:pt x="232937" y="1039712"/>
                  </a:cubicBezTo>
                  <a:cubicBezTo>
                    <a:pt x="239240" y="1036560"/>
                    <a:pt x="243526" y="1051814"/>
                    <a:pt x="249829" y="1056983"/>
                  </a:cubicBezTo>
                  <a:cubicBezTo>
                    <a:pt x="256133" y="1062151"/>
                    <a:pt x="268613" y="1057361"/>
                    <a:pt x="272900" y="1062151"/>
                  </a:cubicBezTo>
                  <a:cubicBezTo>
                    <a:pt x="277186" y="1066816"/>
                    <a:pt x="269370" y="1067194"/>
                    <a:pt x="260419" y="1065681"/>
                  </a:cubicBezTo>
                  <a:cubicBezTo>
                    <a:pt x="251342" y="1064042"/>
                    <a:pt x="249073" y="1069589"/>
                    <a:pt x="234954" y="1074253"/>
                  </a:cubicBezTo>
                  <a:cubicBezTo>
                    <a:pt x="224491" y="1077783"/>
                    <a:pt x="225499" y="1081565"/>
                    <a:pt x="221969" y="1084465"/>
                  </a:cubicBezTo>
                  <a:cubicBezTo>
                    <a:pt x="228272" y="1093668"/>
                    <a:pt x="219826" y="1094928"/>
                    <a:pt x="216548" y="1101862"/>
                  </a:cubicBezTo>
                  <a:cubicBezTo>
                    <a:pt x="213019" y="1109552"/>
                    <a:pt x="208354" y="1110686"/>
                    <a:pt x="207724" y="1115351"/>
                  </a:cubicBezTo>
                  <a:cubicBezTo>
                    <a:pt x="207094" y="1120015"/>
                    <a:pt x="208858" y="1123545"/>
                    <a:pt x="209489" y="1130605"/>
                  </a:cubicBezTo>
                  <a:cubicBezTo>
                    <a:pt x="210119" y="1137664"/>
                    <a:pt x="211254" y="1138799"/>
                    <a:pt x="215414" y="1144724"/>
                  </a:cubicBezTo>
                  <a:cubicBezTo>
                    <a:pt x="219574" y="1150649"/>
                    <a:pt x="211884" y="1150649"/>
                    <a:pt x="208354" y="1153548"/>
                  </a:cubicBezTo>
                  <a:cubicBezTo>
                    <a:pt x="204824" y="1156448"/>
                    <a:pt x="207219" y="1163003"/>
                    <a:pt x="211884" y="1167668"/>
                  </a:cubicBezTo>
                  <a:cubicBezTo>
                    <a:pt x="216548" y="1172332"/>
                    <a:pt x="216548" y="1178257"/>
                    <a:pt x="214783" y="1182417"/>
                  </a:cubicBezTo>
                  <a:cubicBezTo>
                    <a:pt x="213019" y="1186577"/>
                    <a:pt x="218944" y="1193637"/>
                    <a:pt x="222978" y="1197671"/>
                  </a:cubicBezTo>
                  <a:cubicBezTo>
                    <a:pt x="227138" y="1201831"/>
                    <a:pt x="226507" y="1212925"/>
                    <a:pt x="230037" y="1215951"/>
                  </a:cubicBezTo>
                  <a:cubicBezTo>
                    <a:pt x="233567" y="1218850"/>
                    <a:pt x="237727" y="1221876"/>
                    <a:pt x="244157" y="1220111"/>
                  </a:cubicBezTo>
                  <a:cubicBezTo>
                    <a:pt x="250586" y="1218346"/>
                    <a:pt x="254746" y="1221245"/>
                    <a:pt x="257645" y="1226540"/>
                  </a:cubicBezTo>
                  <a:cubicBezTo>
                    <a:pt x="260545" y="1231835"/>
                    <a:pt x="265336" y="1229440"/>
                    <a:pt x="271765" y="1226540"/>
                  </a:cubicBezTo>
                  <a:cubicBezTo>
                    <a:pt x="278194" y="1223641"/>
                    <a:pt x="292944" y="1231835"/>
                    <a:pt x="296474" y="1233600"/>
                  </a:cubicBezTo>
                  <a:cubicBezTo>
                    <a:pt x="300003" y="1235365"/>
                    <a:pt x="298238" y="1245324"/>
                    <a:pt x="298869" y="1251879"/>
                  </a:cubicBezTo>
                  <a:cubicBezTo>
                    <a:pt x="299499" y="1258308"/>
                    <a:pt x="295339" y="1266629"/>
                    <a:pt x="301768" y="1270789"/>
                  </a:cubicBezTo>
                  <a:cubicBezTo>
                    <a:pt x="308198" y="1274949"/>
                    <a:pt x="306433" y="1284278"/>
                    <a:pt x="314123" y="1287303"/>
                  </a:cubicBezTo>
                  <a:cubicBezTo>
                    <a:pt x="321813" y="1290203"/>
                    <a:pt x="324712" y="1300792"/>
                    <a:pt x="329376" y="1302053"/>
                  </a:cubicBezTo>
                  <a:cubicBezTo>
                    <a:pt x="334041" y="1303188"/>
                    <a:pt x="342866" y="1310247"/>
                    <a:pt x="344126" y="1315542"/>
                  </a:cubicBezTo>
                  <a:cubicBezTo>
                    <a:pt x="345261" y="1320837"/>
                    <a:pt x="335932" y="1325501"/>
                    <a:pt x="330637" y="1327896"/>
                  </a:cubicBezTo>
                  <a:cubicBezTo>
                    <a:pt x="325343" y="1330292"/>
                    <a:pt x="315383" y="1320837"/>
                    <a:pt x="311854" y="1324997"/>
                  </a:cubicBezTo>
                  <a:cubicBezTo>
                    <a:pt x="308324" y="1329157"/>
                    <a:pt x="312988" y="1336721"/>
                    <a:pt x="316014" y="1349706"/>
                  </a:cubicBezTo>
                  <a:cubicBezTo>
                    <a:pt x="318913" y="1362690"/>
                    <a:pt x="321308" y="1363825"/>
                    <a:pt x="327234" y="1363825"/>
                  </a:cubicBezTo>
                  <a:cubicBezTo>
                    <a:pt x="333159" y="1363825"/>
                    <a:pt x="335428" y="1359665"/>
                    <a:pt x="339588" y="1357396"/>
                  </a:cubicBezTo>
                  <a:cubicBezTo>
                    <a:pt x="343748" y="1355000"/>
                    <a:pt x="353077" y="1358530"/>
                    <a:pt x="357237" y="1356765"/>
                  </a:cubicBezTo>
                  <a:cubicBezTo>
                    <a:pt x="361397" y="1355000"/>
                    <a:pt x="376021" y="1354370"/>
                    <a:pt x="379046" y="1359160"/>
                  </a:cubicBezTo>
                  <a:cubicBezTo>
                    <a:pt x="381946" y="1363825"/>
                    <a:pt x="384971" y="1375045"/>
                    <a:pt x="382576" y="1379205"/>
                  </a:cubicBezTo>
                  <a:cubicBezTo>
                    <a:pt x="380181" y="1383365"/>
                    <a:pt x="385476" y="1388029"/>
                    <a:pt x="388501" y="1393954"/>
                  </a:cubicBezTo>
                  <a:cubicBezTo>
                    <a:pt x="391401" y="1399879"/>
                    <a:pt x="403755" y="1396854"/>
                    <a:pt x="407915" y="1398619"/>
                  </a:cubicBezTo>
                  <a:cubicBezTo>
                    <a:pt x="412075" y="1400384"/>
                    <a:pt x="421404" y="1413368"/>
                    <a:pt x="419639" y="1419167"/>
                  </a:cubicBezTo>
                  <a:cubicBezTo>
                    <a:pt x="417874" y="1425092"/>
                    <a:pt x="425564" y="1426227"/>
                    <a:pt x="429598" y="1424462"/>
                  </a:cubicBezTo>
                  <a:cubicBezTo>
                    <a:pt x="433758" y="1422697"/>
                    <a:pt x="437792" y="1427362"/>
                    <a:pt x="442583" y="1430387"/>
                  </a:cubicBezTo>
                  <a:cubicBezTo>
                    <a:pt x="447247" y="1433287"/>
                    <a:pt x="451408" y="1432152"/>
                    <a:pt x="456072" y="1429253"/>
                  </a:cubicBezTo>
                  <a:cubicBezTo>
                    <a:pt x="460736" y="1426353"/>
                    <a:pt x="468426" y="1423958"/>
                    <a:pt x="470821" y="1428118"/>
                  </a:cubicBezTo>
                  <a:cubicBezTo>
                    <a:pt x="473217" y="1432278"/>
                    <a:pt x="482546" y="1439842"/>
                    <a:pt x="482546" y="1442237"/>
                  </a:cubicBezTo>
                  <a:cubicBezTo>
                    <a:pt x="482546" y="1444633"/>
                    <a:pt x="497295" y="1442237"/>
                    <a:pt x="504355" y="1445767"/>
                  </a:cubicBezTo>
                  <a:cubicBezTo>
                    <a:pt x="511414" y="1449297"/>
                    <a:pt x="519105" y="1447532"/>
                    <a:pt x="526794" y="1451692"/>
                  </a:cubicBezTo>
                  <a:cubicBezTo>
                    <a:pt x="534485" y="1455852"/>
                    <a:pt x="541544" y="1456357"/>
                    <a:pt x="542048" y="1461147"/>
                  </a:cubicBezTo>
                  <a:cubicBezTo>
                    <a:pt x="542679" y="1465812"/>
                    <a:pt x="534358" y="1469972"/>
                    <a:pt x="534358" y="1472367"/>
                  </a:cubicBezTo>
                  <a:cubicBezTo>
                    <a:pt x="534358" y="1474762"/>
                    <a:pt x="540788" y="1476527"/>
                    <a:pt x="540788" y="1480057"/>
                  </a:cubicBezTo>
                  <a:cubicBezTo>
                    <a:pt x="540788" y="1483587"/>
                    <a:pt x="532593" y="1483587"/>
                    <a:pt x="531333" y="1486486"/>
                  </a:cubicBezTo>
                  <a:cubicBezTo>
                    <a:pt x="530198" y="1489386"/>
                    <a:pt x="535997" y="1493546"/>
                    <a:pt x="537258" y="1496445"/>
                  </a:cubicBezTo>
                  <a:cubicBezTo>
                    <a:pt x="538393" y="1499345"/>
                    <a:pt x="532593" y="1509430"/>
                    <a:pt x="532593" y="1512329"/>
                  </a:cubicBezTo>
                  <a:cubicBezTo>
                    <a:pt x="532593" y="1515229"/>
                    <a:pt x="514944" y="1511699"/>
                    <a:pt x="510784" y="1511699"/>
                  </a:cubicBezTo>
                  <a:cubicBezTo>
                    <a:pt x="506624" y="1511699"/>
                    <a:pt x="494270" y="1525314"/>
                    <a:pt x="490236" y="1525819"/>
                  </a:cubicBezTo>
                  <a:cubicBezTo>
                    <a:pt x="486706" y="1526323"/>
                    <a:pt x="488345" y="1532878"/>
                    <a:pt x="489605" y="1538425"/>
                  </a:cubicBezTo>
                  <a:cubicBezTo>
                    <a:pt x="502338" y="1536030"/>
                    <a:pt x="515322" y="1535021"/>
                    <a:pt x="516709" y="1537795"/>
                  </a:cubicBezTo>
                  <a:cubicBezTo>
                    <a:pt x="519105" y="1542459"/>
                    <a:pt x="489227" y="1555065"/>
                    <a:pt x="483806" y="1556957"/>
                  </a:cubicBezTo>
                  <a:cubicBezTo>
                    <a:pt x="478259" y="1558973"/>
                    <a:pt x="494396" y="1567168"/>
                    <a:pt x="494017" y="1571832"/>
                  </a:cubicBezTo>
                  <a:cubicBezTo>
                    <a:pt x="493639" y="1576497"/>
                    <a:pt x="476747" y="1577757"/>
                    <a:pt x="478259" y="1587086"/>
                  </a:cubicBezTo>
                  <a:cubicBezTo>
                    <a:pt x="479898" y="1596541"/>
                    <a:pt x="472839" y="1598432"/>
                    <a:pt x="463762" y="1598432"/>
                  </a:cubicBezTo>
                  <a:cubicBezTo>
                    <a:pt x="454811" y="1598432"/>
                    <a:pt x="452416" y="1603853"/>
                    <a:pt x="456702" y="1604735"/>
                  </a:cubicBezTo>
                  <a:cubicBezTo>
                    <a:pt x="460988" y="1605492"/>
                    <a:pt x="460610" y="1617342"/>
                    <a:pt x="477503" y="1621628"/>
                  </a:cubicBezTo>
                  <a:cubicBezTo>
                    <a:pt x="494396" y="1625914"/>
                    <a:pt x="512423" y="1641672"/>
                    <a:pt x="526921" y="1657304"/>
                  </a:cubicBezTo>
                  <a:cubicBezTo>
                    <a:pt x="528938" y="1659447"/>
                    <a:pt x="531333" y="1661212"/>
                    <a:pt x="533854" y="1662725"/>
                  </a:cubicBezTo>
                  <a:cubicBezTo>
                    <a:pt x="538014" y="1660204"/>
                    <a:pt x="541670" y="1658439"/>
                    <a:pt x="543813" y="1658061"/>
                  </a:cubicBezTo>
                  <a:cubicBezTo>
                    <a:pt x="552007" y="1656926"/>
                    <a:pt x="567387" y="1661590"/>
                    <a:pt x="575581" y="1667515"/>
                  </a:cubicBezTo>
                  <a:cubicBezTo>
                    <a:pt x="583776" y="1673441"/>
                    <a:pt x="613275" y="1666381"/>
                    <a:pt x="616805" y="1671045"/>
                  </a:cubicBezTo>
                  <a:cubicBezTo>
                    <a:pt x="620335" y="1675710"/>
                    <a:pt x="627394" y="1681635"/>
                    <a:pt x="633319" y="1681635"/>
                  </a:cubicBezTo>
                  <a:cubicBezTo>
                    <a:pt x="639245" y="1681635"/>
                    <a:pt x="645043" y="1693359"/>
                    <a:pt x="649834" y="1689829"/>
                  </a:cubicBezTo>
                  <a:cubicBezTo>
                    <a:pt x="654498" y="1686299"/>
                    <a:pt x="672147" y="1686299"/>
                    <a:pt x="676938" y="1686299"/>
                  </a:cubicBezTo>
                  <a:cubicBezTo>
                    <a:pt x="681602" y="1686299"/>
                    <a:pt x="681602" y="1689829"/>
                    <a:pt x="686393" y="1689829"/>
                  </a:cubicBezTo>
                  <a:cubicBezTo>
                    <a:pt x="691057" y="1689829"/>
                    <a:pt x="691057" y="1707478"/>
                    <a:pt x="694587" y="1706344"/>
                  </a:cubicBezTo>
                  <a:cubicBezTo>
                    <a:pt x="698117" y="1705209"/>
                    <a:pt x="711101" y="1716933"/>
                    <a:pt x="719296" y="1718068"/>
                  </a:cubicBezTo>
                  <a:cubicBezTo>
                    <a:pt x="727490" y="1719202"/>
                    <a:pt x="735810" y="1733321"/>
                    <a:pt x="739340" y="1732187"/>
                  </a:cubicBezTo>
                  <a:cubicBezTo>
                    <a:pt x="742870" y="1731052"/>
                    <a:pt x="748795" y="1738112"/>
                    <a:pt x="751064" y="1732187"/>
                  </a:cubicBezTo>
                  <a:cubicBezTo>
                    <a:pt x="753333" y="1726640"/>
                    <a:pt x="764931" y="1729287"/>
                    <a:pt x="768209" y="1719580"/>
                  </a:cubicBezTo>
                  <a:cubicBezTo>
                    <a:pt x="753333" y="1701301"/>
                    <a:pt x="737323" y="1681131"/>
                    <a:pt x="737701" y="1673315"/>
                  </a:cubicBezTo>
                  <a:cubicBezTo>
                    <a:pt x="738458" y="1659952"/>
                    <a:pt x="744005" y="1651379"/>
                    <a:pt x="727490" y="1637260"/>
                  </a:cubicBezTo>
                  <a:cubicBezTo>
                    <a:pt x="710976" y="1623141"/>
                    <a:pt x="729129" y="1613686"/>
                    <a:pt x="740853" y="1598810"/>
                  </a:cubicBezTo>
                  <a:cubicBezTo>
                    <a:pt x="751316" y="1585447"/>
                    <a:pt x="773756" y="1579648"/>
                    <a:pt x="787875" y="1570193"/>
                  </a:cubicBezTo>
                  <a:cubicBezTo>
                    <a:pt x="784976" y="1568176"/>
                    <a:pt x="782076" y="1566411"/>
                    <a:pt x="779303" y="1565151"/>
                  </a:cubicBezTo>
                  <a:cubicBezTo>
                    <a:pt x="768713" y="1560486"/>
                    <a:pt x="765183" y="1555696"/>
                    <a:pt x="773378" y="1553427"/>
                  </a:cubicBezTo>
                  <a:cubicBezTo>
                    <a:pt x="781572" y="1551032"/>
                    <a:pt x="778042" y="1546367"/>
                    <a:pt x="769848" y="1536912"/>
                  </a:cubicBezTo>
                  <a:cubicBezTo>
                    <a:pt x="761654" y="1527457"/>
                    <a:pt x="758124" y="1518002"/>
                    <a:pt x="753333" y="1518002"/>
                  </a:cubicBezTo>
                  <a:cubicBezTo>
                    <a:pt x="748669" y="1518002"/>
                    <a:pt x="741609" y="1516868"/>
                    <a:pt x="734550" y="1519137"/>
                  </a:cubicBezTo>
                  <a:cubicBezTo>
                    <a:pt x="727490" y="1521532"/>
                    <a:pt x="728625" y="1513212"/>
                    <a:pt x="729885" y="1505018"/>
                  </a:cubicBezTo>
                  <a:cubicBezTo>
                    <a:pt x="731020" y="1496824"/>
                    <a:pt x="716901" y="1497958"/>
                    <a:pt x="714631" y="1494428"/>
                  </a:cubicBezTo>
                  <a:cubicBezTo>
                    <a:pt x="712236" y="1490898"/>
                    <a:pt x="718161" y="1479174"/>
                    <a:pt x="720556" y="1477914"/>
                  </a:cubicBezTo>
                  <a:cubicBezTo>
                    <a:pt x="722952" y="1476779"/>
                    <a:pt x="730011" y="1473249"/>
                    <a:pt x="730011" y="1469720"/>
                  </a:cubicBezTo>
                  <a:cubicBezTo>
                    <a:pt x="730011" y="1466190"/>
                    <a:pt x="717026" y="1465055"/>
                    <a:pt x="721817" y="1456735"/>
                  </a:cubicBezTo>
                  <a:cubicBezTo>
                    <a:pt x="726481" y="1448541"/>
                    <a:pt x="735936" y="1448541"/>
                    <a:pt x="735936" y="1440220"/>
                  </a:cubicBezTo>
                  <a:cubicBezTo>
                    <a:pt x="735936" y="1432026"/>
                    <a:pt x="742996" y="1424966"/>
                    <a:pt x="751190" y="1430765"/>
                  </a:cubicBezTo>
                  <a:cubicBezTo>
                    <a:pt x="759385" y="1436690"/>
                    <a:pt x="762914" y="1451944"/>
                    <a:pt x="772369" y="1448414"/>
                  </a:cubicBezTo>
                  <a:cubicBezTo>
                    <a:pt x="781824" y="1444885"/>
                    <a:pt x="775899" y="1436690"/>
                    <a:pt x="774764" y="1431900"/>
                  </a:cubicBezTo>
                  <a:cubicBezTo>
                    <a:pt x="773630" y="1427236"/>
                    <a:pt x="771235" y="1420176"/>
                    <a:pt x="781824" y="1417781"/>
                  </a:cubicBezTo>
                  <a:cubicBezTo>
                    <a:pt x="792413" y="1415386"/>
                    <a:pt x="787749" y="1404796"/>
                    <a:pt x="795943" y="1404796"/>
                  </a:cubicBezTo>
                  <a:cubicBezTo>
                    <a:pt x="804137" y="1404796"/>
                    <a:pt x="819517" y="1394207"/>
                    <a:pt x="824182" y="1391811"/>
                  </a:cubicBezTo>
                  <a:cubicBezTo>
                    <a:pt x="828846" y="1389416"/>
                    <a:pt x="839436" y="1383617"/>
                    <a:pt x="844226" y="1385886"/>
                  </a:cubicBezTo>
                  <a:cubicBezTo>
                    <a:pt x="848891" y="1388282"/>
                    <a:pt x="854816" y="1394081"/>
                    <a:pt x="858346" y="1385886"/>
                  </a:cubicBezTo>
                  <a:cubicBezTo>
                    <a:pt x="861875" y="1377692"/>
                    <a:pt x="875995" y="1381222"/>
                    <a:pt x="877129" y="1385886"/>
                  </a:cubicBezTo>
                  <a:cubicBezTo>
                    <a:pt x="878264" y="1390551"/>
                    <a:pt x="900703" y="1390551"/>
                    <a:pt x="907763" y="1395341"/>
                  </a:cubicBezTo>
                  <a:cubicBezTo>
                    <a:pt x="914823" y="1400006"/>
                    <a:pt x="930077" y="1409460"/>
                    <a:pt x="930077" y="1414125"/>
                  </a:cubicBezTo>
                  <a:cubicBezTo>
                    <a:pt x="930077" y="1418789"/>
                    <a:pt x="937136" y="1425849"/>
                    <a:pt x="937136" y="1417655"/>
                  </a:cubicBezTo>
                  <a:cubicBezTo>
                    <a:pt x="937136" y="1409460"/>
                    <a:pt x="943061" y="1411730"/>
                    <a:pt x="952390" y="1417655"/>
                  </a:cubicBezTo>
                  <a:cubicBezTo>
                    <a:pt x="961845" y="1423580"/>
                    <a:pt x="974830" y="1421185"/>
                    <a:pt x="977099" y="1415259"/>
                  </a:cubicBezTo>
                  <a:cubicBezTo>
                    <a:pt x="979494" y="1409334"/>
                    <a:pt x="997143" y="1402275"/>
                    <a:pt x="1002942" y="1407065"/>
                  </a:cubicBezTo>
                  <a:cubicBezTo>
                    <a:pt x="1008867" y="1411730"/>
                    <a:pt x="1011136" y="1415259"/>
                    <a:pt x="1018196" y="1408200"/>
                  </a:cubicBezTo>
                  <a:cubicBezTo>
                    <a:pt x="1025256" y="1401140"/>
                    <a:pt x="1041770" y="1402275"/>
                    <a:pt x="1044039" y="1409334"/>
                  </a:cubicBezTo>
                  <a:cubicBezTo>
                    <a:pt x="1046434" y="1416394"/>
                    <a:pt x="1054629" y="1417529"/>
                    <a:pt x="1061688" y="1417529"/>
                  </a:cubicBezTo>
                  <a:cubicBezTo>
                    <a:pt x="1068748" y="1417529"/>
                    <a:pt x="1069883" y="1428118"/>
                    <a:pt x="1074673" y="1425723"/>
                  </a:cubicBezTo>
                  <a:cubicBezTo>
                    <a:pt x="1079338" y="1423328"/>
                    <a:pt x="1078203" y="1411604"/>
                    <a:pt x="1084128" y="1412738"/>
                  </a:cubicBezTo>
                  <a:cubicBezTo>
                    <a:pt x="1090053" y="1413873"/>
                    <a:pt x="1094718" y="1420932"/>
                    <a:pt x="1104172" y="1420932"/>
                  </a:cubicBezTo>
                  <a:cubicBezTo>
                    <a:pt x="1113627" y="1420932"/>
                    <a:pt x="1120687" y="1418537"/>
                    <a:pt x="1120687" y="1411477"/>
                  </a:cubicBezTo>
                  <a:cubicBezTo>
                    <a:pt x="1120687" y="1404418"/>
                    <a:pt x="1119552" y="1392694"/>
                    <a:pt x="1113627" y="1392694"/>
                  </a:cubicBezTo>
                  <a:cubicBezTo>
                    <a:pt x="1107702" y="1392694"/>
                    <a:pt x="1101903" y="1386769"/>
                    <a:pt x="1094843" y="1386769"/>
                  </a:cubicBezTo>
                  <a:cubicBezTo>
                    <a:pt x="1087784" y="1386769"/>
                    <a:pt x="1080724" y="1375045"/>
                    <a:pt x="1087784" y="1372649"/>
                  </a:cubicBezTo>
                  <a:cubicBezTo>
                    <a:pt x="1094843" y="1370254"/>
                    <a:pt x="1106568" y="1364455"/>
                    <a:pt x="1104298" y="1358530"/>
                  </a:cubicBezTo>
                  <a:cubicBezTo>
                    <a:pt x="1101903" y="1352605"/>
                    <a:pt x="1099634" y="1340881"/>
                    <a:pt x="1108963" y="1339747"/>
                  </a:cubicBezTo>
                  <a:cubicBezTo>
                    <a:pt x="1118418" y="1338612"/>
                    <a:pt x="1138336" y="1338612"/>
                    <a:pt x="1137201" y="1335082"/>
                  </a:cubicBezTo>
                  <a:cubicBezTo>
                    <a:pt x="1136067" y="1331552"/>
                    <a:pt x="1117157" y="1329157"/>
                    <a:pt x="1113627" y="1323358"/>
                  </a:cubicBezTo>
                  <a:cubicBezTo>
                    <a:pt x="1110098" y="1317433"/>
                    <a:pt x="1108963" y="1303314"/>
                    <a:pt x="1112492" y="1301045"/>
                  </a:cubicBezTo>
                  <a:cubicBezTo>
                    <a:pt x="1116023" y="1298649"/>
                    <a:pt x="1127747" y="1302179"/>
                    <a:pt x="1134932" y="1299910"/>
                  </a:cubicBezTo>
                  <a:cubicBezTo>
                    <a:pt x="1141992" y="1297515"/>
                    <a:pt x="1157246" y="1303440"/>
                    <a:pt x="1166701" y="1296380"/>
                  </a:cubicBezTo>
                  <a:cubicBezTo>
                    <a:pt x="1176156" y="1289320"/>
                    <a:pt x="1196074" y="1288186"/>
                    <a:pt x="1206663" y="1288186"/>
                  </a:cubicBezTo>
                  <a:cubicBezTo>
                    <a:pt x="1217253" y="1288186"/>
                    <a:pt x="1225447" y="1281126"/>
                    <a:pt x="1233767" y="1279992"/>
                  </a:cubicBezTo>
                  <a:cubicBezTo>
                    <a:pt x="1241961" y="1278857"/>
                    <a:pt x="1265536" y="1275327"/>
                    <a:pt x="1271461" y="1272932"/>
                  </a:cubicBezTo>
                  <a:cubicBezTo>
                    <a:pt x="1277386" y="1270537"/>
                    <a:pt x="1309154" y="1265872"/>
                    <a:pt x="1310288" y="1259947"/>
                  </a:cubicBezTo>
                  <a:cubicBezTo>
                    <a:pt x="1311423" y="1254022"/>
                    <a:pt x="1336762" y="1249358"/>
                    <a:pt x="1343192" y="1252257"/>
                  </a:cubicBezTo>
                  <a:cubicBezTo>
                    <a:pt x="1349621" y="1255157"/>
                    <a:pt x="1357941" y="1257552"/>
                    <a:pt x="1363740" y="1255157"/>
                  </a:cubicBezTo>
                  <a:cubicBezTo>
                    <a:pt x="1369665" y="1252762"/>
                    <a:pt x="1382020" y="1259317"/>
                    <a:pt x="1380759" y="1265746"/>
                  </a:cubicBezTo>
                  <a:cubicBezTo>
                    <a:pt x="1379624" y="1272176"/>
                    <a:pt x="1386054" y="1279235"/>
                    <a:pt x="1385424" y="1284530"/>
                  </a:cubicBezTo>
                  <a:cubicBezTo>
                    <a:pt x="1384793" y="1289825"/>
                    <a:pt x="1378994" y="1291590"/>
                    <a:pt x="1382524" y="1295750"/>
                  </a:cubicBezTo>
                  <a:cubicBezTo>
                    <a:pt x="1386054" y="1299910"/>
                    <a:pt x="1401938" y="1296884"/>
                    <a:pt x="1406602" y="1291590"/>
                  </a:cubicBezTo>
                  <a:cubicBezTo>
                    <a:pt x="1411267" y="1286295"/>
                    <a:pt x="1416562" y="1293985"/>
                    <a:pt x="1416562" y="1298019"/>
                  </a:cubicBezTo>
                  <a:cubicBezTo>
                    <a:pt x="1416562" y="1302179"/>
                    <a:pt x="1424251" y="1305079"/>
                    <a:pt x="1424251" y="1299784"/>
                  </a:cubicBezTo>
                  <a:cubicBezTo>
                    <a:pt x="1424251" y="1294489"/>
                    <a:pt x="1433706" y="1298019"/>
                    <a:pt x="1436606" y="1301549"/>
                  </a:cubicBezTo>
                  <a:cubicBezTo>
                    <a:pt x="1439505" y="1305079"/>
                    <a:pt x="1450725" y="1297389"/>
                    <a:pt x="1450725" y="1303314"/>
                  </a:cubicBezTo>
                  <a:cubicBezTo>
                    <a:pt x="1450725" y="1309239"/>
                    <a:pt x="1434211" y="1313903"/>
                    <a:pt x="1441270" y="1320332"/>
                  </a:cubicBezTo>
                  <a:cubicBezTo>
                    <a:pt x="1448330" y="1326762"/>
                    <a:pt x="1452490" y="1312643"/>
                    <a:pt x="1461315" y="1315668"/>
                  </a:cubicBezTo>
                  <a:cubicBezTo>
                    <a:pt x="1470139" y="1318568"/>
                    <a:pt x="1481863" y="1305709"/>
                    <a:pt x="1490184" y="1303944"/>
                  </a:cubicBezTo>
                  <a:cubicBezTo>
                    <a:pt x="1498377" y="1302179"/>
                    <a:pt x="1507202" y="1294489"/>
                    <a:pt x="1514262" y="1290455"/>
                  </a:cubicBezTo>
                  <a:cubicBezTo>
                    <a:pt x="1521321" y="1286295"/>
                    <a:pt x="1536575" y="1287555"/>
                    <a:pt x="1531911" y="1292220"/>
                  </a:cubicBezTo>
                  <a:cubicBezTo>
                    <a:pt x="1527121" y="1296884"/>
                    <a:pt x="1521952" y="1305709"/>
                    <a:pt x="1539601" y="1312264"/>
                  </a:cubicBezTo>
                  <a:cubicBezTo>
                    <a:pt x="1557250" y="1318694"/>
                    <a:pt x="1577294" y="1352857"/>
                    <a:pt x="1588388" y="1369876"/>
                  </a:cubicBezTo>
                  <a:cubicBezTo>
                    <a:pt x="1599608" y="1386895"/>
                    <a:pt x="1610198" y="1417529"/>
                    <a:pt x="1615996" y="1417529"/>
                  </a:cubicBezTo>
                  <a:cubicBezTo>
                    <a:pt x="1621922" y="1417529"/>
                    <a:pt x="1623686" y="1402275"/>
                    <a:pt x="1631250" y="1400510"/>
                  </a:cubicBezTo>
                  <a:cubicBezTo>
                    <a:pt x="1638940" y="1398745"/>
                    <a:pt x="1643604" y="1413495"/>
                    <a:pt x="1651799" y="1415259"/>
                  </a:cubicBezTo>
                  <a:cubicBezTo>
                    <a:pt x="1659993" y="1417024"/>
                    <a:pt x="1671213" y="1421689"/>
                    <a:pt x="1677642" y="1419420"/>
                  </a:cubicBezTo>
                  <a:cubicBezTo>
                    <a:pt x="1684072" y="1417024"/>
                    <a:pt x="1698821" y="1408830"/>
                    <a:pt x="1704116" y="1411730"/>
                  </a:cubicBezTo>
                  <a:cubicBezTo>
                    <a:pt x="1709411" y="1414629"/>
                    <a:pt x="1716470" y="1414629"/>
                    <a:pt x="1721135" y="1425849"/>
                  </a:cubicBezTo>
                  <a:cubicBezTo>
                    <a:pt x="1725799" y="1437069"/>
                    <a:pt x="1732859" y="1439464"/>
                    <a:pt x="1737649" y="1439464"/>
                  </a:cubicBezTo>
                  <a:cubicBezTo>
                    <a:pt x="1742314" y="1439464"/>
                    <a:pt x="1743322" y="1444759"/>
                    <a:pt x="1743322" y="1449423"/>
                  </a:cubicBezTo>
                  <a:cubicBezTo>
                    <a:pt x="1743322" y="1454087"/>
                    <a:pt x="1751895" y="1460391"/>
                    <a:pt x="1756685" y="1460391"/>
                  </a:cubicBezTo>
                  <a:cubicBezTo>
                    <a:pt x="1761350" y="1460391"/>
                    <a:pt x="1773956" y="1458752"/>
                    <a:pt x="1777864" y="1456483"/>
                  </a:cubicBezTo>
                  <a:cubicBezTo>
                    <a:pt x="1781772" y="1454087"/>
                    <a:pt x="1786563" y="1451818"/>
                    <a:pt x="1787319" y="1457239"/>
                  </a:cubicBezTo>
                  <a:cubicBezTo>
                    <a:pt x="1788075" y="1462786"/>
                    <a:pt x="1795135" y="1471358"/>
                    <a:pt x="1799925" y="1471358"/>
                  </a:cubicBezTo>
                  <a:cubicBezTo>
                    <a:pt x="1804590" y="1471358"/>
                    <a:pt x="1814045" y="1475266"/>
                    <a:pt x="1814801" y="1471358"/>
                  </a:cubicBezTo>
                  <a:cubicBezTo>
                    <a:pt x="1815557" y="1467450"/>
                    <a:pt x="1828164" y="1465055"/>
                    <a:pt x="1832828" y="1464299"/>
                  </a:cubicBezTo>
                  <a:cubicBezTo>
                    <a:pt x="1837493" y="1463542"/>
                    <a:pt x="1854007" y="1460391"/>
                    <a:pt x="1857159" y="1453331"/>
                  </a:cubicBezTo>
                  <a:cubicBezTo>
                    <a:pt x="1860310" y="1446271"/>
                    <a:pt x="1873673" y="1446271"/>
                    <a:pt x="1877581" y="1441607"/>
                  </a:cubicBezTo>
                  <a:cubicBezTo>
                    <a:pt x="1881489" y="1436943"/>
                    <a:pt x="1892457" y="1434547"/>
                    <a:pt x="1894852" y="1429883"/>
                  </a:cubicBezTo>
                  <a:cubicBezTo>
                    <a:pt x="1897247" y="1425219"/>
                    <a:pt x="1911366" y="1425975"/>
                    <a:pt x="1912879" y="1422067"/>
                  </a:cubicBezTo>
                  <a:cubicBezTo>
                    <a:pt x="1914392" y="1418159"/>
                    <a:pt x="1926242" y="1417403"/>
                    <a:pt x="1931664" y="1418915"/>
                  </a:cubicBezTo>
                  <a:cubicBezTo>
                    <a:pt x="1937084" y="1420554"/>
                    <a:pt x="1964693" y="1425975"/>
                    <a:pt x="1968474" y="1425219"/>
                  </a:cubicBezTo>
                  <a:cubicBezTo>
                    <a:pt x="1972382" y="1424462"/>
                    <a:pt x="1973139" y="1439338"/>
                    <a:pt x="1977047" y="1440094"/>
                  </a:cubicBezTo>
                  <a:cubicBezTo>
                    <a:pt x="1980955" y="1440851"/>
                    <a:pt x="1995074" y="1451818"/>
                    <a:pt x="1998982" y="1448793"/>
                  </a:cubicBezTo>
                  <a:cubicBezTo>
                    <a:pt x="2002890" y="1445641"/>
                    <a:pt x="2012345" y="1442489"/>
                    <a:pt x="2020161" y="1447154"/>
                  </a:cubicBezTo>
                  <a:cubicBezTo>
                    <a:pt x="2027977" y="1451944"/>
                    <a:pt x="2035919" y="1458122"/>
                    <a:pt x="2038944" y="1452701"/>
                  </a:cubicBezTo>
                  <a:cubicBezTo>
                    <a:pt x="2042096" y="1447154"/>
                    <a:pt x="2058610" y="1444885"/>
                    <a:pt x="2060880" y="1441733"/>
                  </a:cubicBezTo>
                  <a:cubicBezTo>
                    <a:pt x="2063275" y="1438581"/>
                    <a:pt x="2065545" y="1429127"/>
                    <a:pt x="2061637" y="1425975"/>
                  </a:cubicBezTo>
                  <a:cubicBezTo>
                    <a:pt x="2057729" y="1422823"/>
                    <a:pt x="2053821" y="1410343"/>
                    <a:pt x="2052182" y="1404040"/>
                  </a:cubicBezTo>
                  <a:cubicBezTo>
                    <a:pt x="2050669" y="1397736"/>
                    <a:pt x="2061637" y="1396224"/>
                    <a:pt x="2063149" y="1390677"/>
                  </a:cubicBezTo>
                  <a:cubicBezTo>
                    <a:pt x="2064662" y="1385256"/>
                    <a:pt x="2074117" y="1384373"/>
                    <a:pt x="2077268" y="1381222"/>
                  </a:cubicBezTo>
                  <a:cubicBezTo>
                    <a:pt x="2080420" y="1378070"/>
                    <a:pt x="2081176" y="1371011"/>
                    <a:pt x="2086723" y="1372649"/>
                  </a:cubicBezTo>
                  <a:cubicBezTo>
                    <a:pt x="2092144" y="1374288"/>
                    <a:pt x="2103994" y="1378196"/>
                    <a:pt x="2106263" y="1380465"/>
                  </a:cubicBezTo>
                  <a:cubicBezTo>
                    <a:pt x="2108659" y="1382861"/>
                    <a:pt x="2117231" y="1384373"/>
                    <a:pt x="2122778" y="1384373"/>
                  </a:cubicBezTo>
                  <a:cubicBezTo>
                    <a:pt x="2128325" y="1384373"/>
                    <a:pt x="2136897" y="1389038"/>
                    <a:pt x="2142444" y="1392190"/>
                  </a:cubicBezTo>
                  <a:cubicBezTo>
                    <a:pt x="2147991" y="1395341"/>
                    <a:pt x="2165262" y="1395341"/>
                    <a:pt x="2168287" y="1400006"/>
                  </a:cubicBezTo>
                  <a:cubicBezTo>
                    <a:pt x="2171439" y="1404670"/>
                    <a:pt x="2167531" y="1418033"/>
                    <a:pt x="2171439" y="1422823"/>
                  </a:cubicBezTo>
                  <a:cubicBezTo>
                    <a:pt x="2175347" y="1427488"/>
                    <a:pt x="2184802" y="1437699"/>
                    <a:pt x="2187953" y="1435430"/>
                  </a:cubicBezTo>
                  <a:cubicBezTo>
                    <a:pt x="2191105" y="1433035"/>
                    <a:pt x="2205980" y="1443246"/>
                    <a:pt x="2211527" y="1442489"/>
                  </a:cubicBezTo>
                  <a:cubicBezTo>
                    <a:pt x="2216948" y="1441733"/>
                    <a:pt x="2225647" y="1433035"/>
                    <a:pt x="2230312" y="1433035"/>
                  </a:cubicBezTo>
                  <a:cubicBezTo>
                    <a:pt x="2234976" y="1433035"/>
                    <a:pt x="2249978" y="1429127"/>
                    <a:pt x="2254642" y="1429883"/>
                  </a:cubicBezTo>
                  <a:cubicBezTo>
                    <a:pt x="2259306" y="1430639"/>
                    <a:pt x="2276577" y="1436943"/>
                    <a:pt x="2278973" y="1435430"/>
                  </a:cubicBezTo>
                  <a:cubicBezTo>
                    <a:pt x="2281368" y="1433791"/>
                    <a:pt x="2297000" y="1436186"/>
                    <a:pt x="2299395" y="1440977"/>
                  </a:cubicBezTo>
                  <a:cubicBezTo>
                    <a:pt x="2301790" y="1445641"/>
                    <a:pt x="2321330" y="1445641"/>
                    <a:pt x="2321330" y="1451188"/>
                  </a:cubicBezTo>
                  <a:cubicBezTo>
                    <a:pt x="2321330" y="1456609"/>
                    <a:pt x="2332298" y="1459760"/>
                    <a:pt x="2335450" y="1466064"/>
                  </a:cubicBezTo>
                  <a:cubicBezTo>
                    <a:pt x="2338601" y="1472367"/>
                    <a:pt x="2364444" y="1468459"/>
                    <a:pt x="2369235" y="1472367"/>
                  </a:cubicBezTo>
                  <a:cubicBezTo>
                    <a:pt x="2373899" y="1476275"/>
                    <a:pt x="2403777" y="1475518"/>
                    <a:pt x="2404533" y="1472367"/>
                  </a:cubicBezTo>
                  <a:cubicBezTo>
                    <a:pt x="2405289" y="1469215"/>
                    <a:pt x="2433528" y="1467702"/>
                    <a:pt x="2439075" y="1463668"/>
                  </a:cubicBezTo>
                  <a:cubicBezTo>
                    <a:pt x="2444622" y="1459760"/>
                    <a:pt x="2459498" y="1461273"/>
                    <a:pt x="2460254" y="1455852"/>
                  </a:cubicBezTo>
                  <a:cubicBezTo>
                    <a:pt x="2461011" y="1450305"/>
                    <a:pt x="2475130" y="1446398"/>
                    <a:pt x="2481433" y="1441733"/>
                  </a:cubicBezTo>
                  <a:cubicBezTo>
                    <a:pt x="2487736" y="1437069"/>
                    <a:pt x="2512823" y="1437825"/>
                    <a:pt x="2514336" y="1443372"/>
                  </a:cubicBezTo>
                  <a:cubicBezTo>
                    <a:pt x="2515849" y="1448919"/>
                    <a:pt x="2530850" y="1450432"/>
                    <a:pt x="2537027" y="1448036"/>
                  </a:cubicBezTo>
                  <a:cubicBezTo>
                    <a:pt x="2543331" y="1445641"/>
                    <a:pt x="2559719" y="1448793"/>
                    <a:pt x="2562114" y="1454340"/>
                  </a:cubicBezTo>
                  <a:cubicBezTo>
                    <a:pt x="2564509" y="1459886"/>
                    <a:pt x="2583294" y="1462912"/>
                    <a:pt x="2587958" y="1461399"/>
                  </a:cubicBezTo>
                  <a:cubicBezTo>
                    <a:pt x="2592622" y="1459886"/>
                    <a:pt x="2607498" y="1448793"/>
                    <a:pt x="2613045" y="1448036"/>
                  </a:cubicBezTo>
                  <a:cubicBezTo>
                    <a:pt x="2618592" y="1447280"/>
                    <a:pt x="2626408" y="1441733"/>
                    <a:pt x="2624769" y="1436312"/>
                  </a:cubicBezTo>
                  <a:cubicBezTo>
                    <a:pt x="2623256" y="1430765"/>
                    <a:pt x="2635737" y="1415133"/>
                    <a:pt x="2637375" y="1408830"/>
                  </a:cubicBezTo>
                  <a:cubicBezTo>
                    <a:pt x="2638888" y="1402527"/>
                    <a:pt x="2649982" y="1385256"/>
                    <a:pt x="2653890" y="1383743"/>
                  </a:cubicBezTo>
                  <a:cubicBezTo>
                    <a:pt x="2657798" y="1382230"/>
                    <a:pt x="2666496" y="1375171"/>
                    <a:pt x="2665614" y="1370380"/>
                  </a:cubicBezTo>
                  <a:cubicBezTo>
                    <a:pt x="2664857" y="1365716"/>
                    <a:pt x="2662462" y="1351597"/>
                    <a:pt x="2657798" y="1351597"/>
                  </a:cubicBezTo>
                  <a:cubicBezTo>
                    <a:pt x="2653134" y="1351597"/>
                    <a:pt x="2644435" y="1352353"/>
                    <a:pt x="2655403" y="1337477"/>
                  </a:cubicBezTo>
                  <a:cubicBezTo>
                    <a:pt x="2666370" y="1322602"/>
                    <a:pt x="2686036" y="1326510"/>
                    <a:pt x="2689188" y="1326510"/>
                  </a:cubicBezTo>
                  <a:cubicBezTo>
                    <a:pt x="2692340" y="1326510"/>
                    <a:pt x="2717426" y="1320206"/>
                    <a:pt x="2728394" y="1323358"/>
                  </a:cubicBezTo>
                  <a:cubicBezTo>
                    <a:pt x="2739362" y="1326510"/>
                    <a:pt x="2746421" y="1321845"/>
                    <a:pt x="2758146" y="1328022"/>
                  </a:cubicBezTo>
                  <a:cubicBezTo>
                    <a:pt x="2769870" y="1334326"/>
                    <a:pt x="2786384" y="1331930"/>
                    <a:pt x="2790292" y="1337477"/>
                  </a:cubicBezTo>
                  <a:cubicBezTo>
                    <a:pt x="2794200" y="1343024"/>
                    <a:pt x="2809958" y="1347689"/>
                    <a:pt x="2807563" y="1357143"/>
                  </a:cubicBezTo>
                  <a:cubicBezTo>
                    <a:pt x="2805168" y="1366598"/>
                    <a:pt x="2816136" y="1361051"/>
                    <a:pt x="2820170" y="1381474"/>
                  </a:cubicBezTo>
                  <a:cubicBezTo>
                    <a:pt x="2824078" y="1401897"/>
                    <a:pt x="2833533" y="1403409"/>
                    <a:pt x="2835802" y="1412864"/>
                  </a:cubicBezTo>
                  <a:cubicBezTo>
                    <a:pt x="2838197" y="1422319"/>
                    <a:pt x="2850677" y="1439590"/>
                    <a:pt x="2849165" y="1445011"/>
                  </a:cubicBezTo>
                  <a:cubicBezTo>
                    <a:pt x="2847526" y="1450558"/>
                    <a:pt x="2846013" y="1459130"/>
                    <a:pt x="2859376" y="1459886"/>
                  </a:cubicBezTo>
                  <a:cubicBezTo>
                    <a:pt x="2872739" y="1460643"/>
                    <a:pt x="2882193" y="1470854"/>
                    <a:pt x="2885345" y="1469341"/>
                  </a:cubicBezTo>
                  <a:cubicBezTo>
                    <a:pt x="2888497" y="1467829"/>
                    <a:pt x="2904129" y="1473249"/>
                    <a:pt x="2912071" y="1481065"/>
                  </a:cubicBezTo>
                  <a:cubicBezTo>
                    <a:pt x="2919887" y="1488881"/>
                    <a:pt x="2931737" y="1484973"/>
                    <a:pt x="2930854" y="1493672"/>
                  </a:cubicBezTo>
                  <a:cubicBezTo>
                    <a:pt x="2930098" y="1502244"/>
                    <a:pt x="2937158" y="1509304"/>
                    <a:pt x="2936401" y="1516364"/>
                  </a:cubicBezTo>
                  <a:cubicBezTo>
                    <a:pt x="2935645" y="1523423"/>
                    <a:pt x="2951277" y="1528088"/>
                    <a:pt x="2962245" y="1526575"/>
                  </a:cubicBezTo>
                  <a:cubicBezTo>
                    <a:pt x="2973213" y="1524936"/>
                    <a:pt x="2981029" y="1530483"/>
                    <a:pt x="2985819" y="1521028"/>
                  </a:cubicBezTo>
                  <a:cubicBezTo>
                    <a:pt x="2990484" y="1511573"/>
                    <a:pt x="3006242" y="1515481"/>
                    <a:pt x="3011663" y="1511573"/>
                  </a:cubicBezTo>
                  <a:cubicBezTo>
                    <a:pt x="3017083" y="1507665"/>
                    <a:pt x="3033598" y="1502875"/>
                    <a:pt x="3032841" y="1517120"/>
                  </a:cubicBezTo>
                  <a:cubicBezTo>
                    <a:pt x="3032085" y="1531239"/>
                    <a:pt x="3041414" y="1534391"/>
                    <a:pt x="3033598" y="1539055"/>
                  </a:cubicBezTo>
                  <a:cubicBezTo>
                    <a:pt x="3025782" y="1543720"/>
                    <a:pt x="3021874" y="1564142"/>
                    <a:pt x="3019478" y="1572841"/>
                  </a:cubicBezTo>
                  <a:cubicBezTo>
                    <a:pt x="3017083" y="1581413"/>
                    <a:pt x="3005359" y="1583808"/>
                    <a:pt x="3003720" y="1593263"/>
                  </a:cubicBezTo>
                  <a:cubicBezTo>
                    <a:pt x="3002081" y="1602718"/>
                    <a:pt x="2991114" y="1603474"/>
                    <a:pt x="2991114" y="1610534"/>
                  </a:cubicBezTo>
                  <a:cubicBezTo>
                    <a:pt x="2991114" y="1617594"/>
                    <a:pt x="2975482" y="1616081"/>
                    <a:pt x="2967540" y="1610534"/>
                  </a:cubicBezTo>
                  <a:cubicBezTo>
                    <a:pt x="2959724" y="1604987"/>
                    <a:pt x="2951908" y="1620745"/>
                    <a:pt x="2945605" y="1620745"/>
                  </a:cubicBezTo>
                  <a:cubicBezTo>
                    <a:pt x="2939301" y="1620745"/>
                    <a:pt x="2940058" y="1634108"/>
                    <a:pt x="2941697" y="1639529"/>
                  </a:cubicBezTo>
                  <a:cubicBezTo>
                    <a:pt x="2943335" y="1645076"/>
                    <a:pt x="2939428" y="1652136"/>
                    <a:pt x="2943335" y="1661464"/>
                  </a:cubicBezTo>
                  <a:cubicBezTo>
                    <a:pt x="2945478" y="1666507"/>
                    <a:pt x="2944092" y="1676088"/>
                    <a:pt x="2945226" y="1686803"/>
                  </a:cubicBezTo>
                  <a:cubicBezTo>
                    <a:pt x="2954807" y="1679870"/>
                    <a:pt x="2963506" y="1674701"/>
                    <a:pt x="2967287" y="1674701"/>
                  </a:cubicBezTo>
                  <a:cubicBezTo>
                    <a:pt x="2977121" y="1674701"/>
                    <a:pt x="2986953" y="1691594"/>
                    <a:pt x="2997921" y="1691972"/>
                  </a:cubicBezTo>
                  <a:cubicBezTo>
                    <a:pt x="3008889" y="1692350"/>
                    <a:pt x="3058685" y="1659069"/>
                    <a:pt x="3059063" y="1653522"/>
                  </a:cubicBezTo>
                  <a:cubicBezTo>
                    <a:pt x="3059441" y="1647975"/>
                    <a:pt x="3088436" y="1620115"/>
                    <a:pt x="3102177" y="1605618"/>
                  </a:cubicBezTo>
                  <a:cubicBezTo>
                    <a:pt x="3115919" y="1591120"/>
                    <a:pt x="3133946" y="1569941"/>
                    <a:pt x="3141005" y="1553427"/>
                  </a:cubicBezTo>
                  <a:cubicBezTo>
                    <a:pt x="3145291" y="1543215"/>
                    <a:pt x="3164579" y="1523549"/>
                    <a:pt x="3169244" y="1515733"/>
                  </a:cubicBezTo>
                  <a:cubicBezTo>
                    <a:pt x="3173908" y="1507917"/>
                    <a:pt x="3177060" y="1507161"/>
                    <a:pt x="3185758" y="1488629"/>
                  </a:cubicBezTo>
                  <a:cubicBezTo>
                    <a:pt x="3194331" y="1470224"/>
                    <a:pt x="3194331" y="1421941"/>
                    <a:pt x="3197104" y="1418789"/>
                  </a:cubicBezTo>
                  <a:cubicBezTo>
                    <a:pt x="3199878" y="1415638"/>
                    <a:pt x="3198239" y="1407443"/>
                    <a:pt x="3202147" y="1402275"/>
                  </a:cubicBezTo>
                  <a:cubicBezTo>
                    <a:pt x="3206055" y="1397232"/>
                    <a:pt x="3204038" y="1390173"/>
                    <a:pt x="3211980" y="1383491"/>
                  </a:cubicBezTo>
                  <a:cubicBezTo>
                    <a:pt x="3219796" y="1376810"/>
                    <a:pt x="3218283" y="1370884"/>
                    <a:pt x="3216266" y="1365842"/>
                  </a:cubicBezTo>
                  <a:cubicBezTo>
                    <a:pt x="3214249" y="1360799"/>
                    <a:pt x="3216644" y="1349327"/>
                    <a:pt x="3214627" y="1345798"/>
                  </a:cubicBezTo>
                  <a:cubicBezTo>
                    <a:pt x="3212610" y="1342268"/>
                    <a:pt x="3212988" y="1340755"/>
                    <a:pt x="3217779" y="1337982"/>
                  </a:cubicBezTo>
                  <a:cubicBezTo>
                    <a:pt x="3222443" y="1335208"/>
                    <a:pt x="3214627" y="1328148"/>
                    <a:pt x="3207946" y="1324997"/>
                  </a:cubicBezTo>
                  <a:cubicBezTo>
                    <a:pt x="3201264" y="1321845"/>
                    <a:pt x="3192692" y="1319072"/>
                    <a:pt x="3191809" y="1311634"/>
                  </a:cubicBezTo>
                  <a:cubicBezTo>
                    <a:pt x="3191053" y="1304196"/>
                    <a:pt x="3179707" y="1295119"/>
                    <a:pt x="3171009" y="1295876"/>
                  </a:cubicBezTo>
                  <a:cubicBezTo>
                    <a:pt x="3162436" y="1296632"/>
                    <a:pt x="3146300" y="1291211"/>
                    <a:pt x="3148317" y="1296632"/>
                  </a:cubicBezTo>
                  <a:cubicBezTo>
                    <a:pt x="3150334" y="1302179"/>
                    <a:pt x="3147560" y="1306844"/>
                    <a:pt x="3143274" y="1305583"/>
                  </a:cubicBezTo>
                  <a:cubicBezTo>
                    <a:pt x="3138988" y="1304448"/>
                    <a:pt x="3136971" y="1307978"/>
                    <a:pt x="3131928" y="1315794"/>
                  </a:cubicBezTo>
                  <a:cubicBezTo>
                    <a:pt x="3126886" y="1323610"/>
                    <a:pt x="3108733" y="1324367"/>
                    <a:pt x="3117053" y="1316929"/>
                  </a:cubicBezTo>
                  <a:cubicBezTo>
                    <a:pt x="3125247" y="1309491"/>
                    <a:pt x="3114280" y="1309113"/>
                    <a:pt x="3115919" y="1301297"/>
                  </a:cubicBezTo>
                  <a:cubicBezTo>
                    <a:pt x="3117557" y="1293481"/>
                    <a:pt x="3124112" y="1285539"/>
                    <a:pt x="3115161" y="1290707"/>
                  </a:cubicBezTo>
                  <a:cubicBezTo>
                    <a:pt x="3106085" y="1295750"/>
                    <a:pt x="3106085" y="1307978"/>
                    <a:pt x="3098647" y="1309617"/>
                  </a:cubicBezTo>
                  <a:cubicBezTo>
                    <a:pt x="3091210" y="1311130"/>
                    <a:pt x="3093479" y="1288438"/>
                    <a:pt x="3095495" y="1282513"/>
                  </a:cubicBezTo>
                  <a:cubicBezTo>
                    <a:pt x="3097513" y="1276588"/>
                    <a:pt x="3081755" y="1282891"/>
                    <a:pt x="3065240" y="1281757"/>
                  </a:cubicBezTo>
                  <a:cubicBezTo>
                    <a:pt x="3048726" y="1280622"/>
                    <a:pt x="3053138" y="1269150"/>
                    <a:pt x="3066374" y="1262090"/>
                  </a:cubicBezTo>
                  <a:cubicBezTo>
                    <a:pt x="3079737" y="1255031"/>
                    <a:pt x="3077342" y="1248349"/>
                    <a:pt x="3084024" y="1245576"/>
                  </a:cubicBezTo>
                  <a:cubicBezTo>
                    <a:pt x="3090706" y="1242802"/>
                    <a:pt x="3107976" y="1231457"/>
                    <a:pt x="3118188" y="1225532"/>
                  </a:cubicBezTo>
                  <a:cubicBezTo>
                    <a:pt x="3128399" y="1219606"/>
                    <a:pt x="3130416" y="1213051"/>
                    <a:pt x="3132685" y="1206370"/>
                  </a:cubicBezTo>
                  <a:cubicBezTo>
                    <a:pt x="3135080" y="1199688"/>
                    <a:pt x="3153863" y="1191494"/>
                    <a:pt x="3170757" y="1177753"/>
                  </a:cubicBezTo>
                  <a:cubicBezTo>
                    <a:pt x="3187649" y="1164012"/>
                    <a:pt x="3195843" y="1156196"/>
                    <a:pt x="3199751" y="1147876"/>
                  </a:cubicBezTo>
                  <a:cubicBezTo>
                    <a:pt x="3203659" y="1139681"/>
                    <a:pt x="3228746" y="1129470"/>
                    <a:pt x="3229125" y="1123167"/>
                  </a:cubicBezTo>
                  <a:cubicBezTo>
                    <a:pt x="3229502" y="1116864"/>
                    <a:pt x="3258876" y="1101231"/>
                    <a:pt x="3278921" y="1097323"/>
                  </a:cubicBezTo>
                  <a:cubicBezTo>
                    <a:pt x="3298964" y="1093415"/>
                    <a:pt x="3330733" y="1098458"/>
                    <a:pt x="3336658" y="1104383"/>
                  </a:cubicBezTo>
                  <a:cubicBezTo>
                    <a:pt x="3342583" y="1110308"/>
                    <a:pt x="3346869" y="1107913"/>
                    <a:pt x="3350399" y="1104005"/>
                  </a:cubicBezTo>
                  <a:cubicBezTo>
                    <a:pt x="3353929" y="1100097"/>
                    <a:pt x="3361745" y="1101988"/>
                    <a:pt x="3375108" y="1103627"/>
                  </a:cubicBezTo>
                  <a:cubicBezTo>
                    <a:pt x="3388471" y="1105265"/>
                    <a:pt x="3391623" y="1097323"/>
                    <a:pt x="3400573" y="1100097"/>
                  </a:cubicBezTo>
                  <a:cubicBezTo>
                    <a:pt x="3409650" y="1102870"/>
                    <a:pt x="3417087" y="1104383"/>
                    <a:pt x="3422508" y="1093794"/>
                  </a:cubicBezTo>
                  <a:cubicBezTo>
                    <a:pt x="3428055" y="1083204"/>
                    <a:pt x="3453899" y="1085221"/>
                    <a:pt x="3459824" y="1089507"/>
                  </a:cubicBezTo>
                  <a:cubicBezTo>
                    <a:pt x="3465749" y="1093794"/>
                    <a:pt x="3470413" y="1099719"/>
                    <a:pt x="3479868" y="1093415"/>
                  </a:cubicBezTo>
                  <a:cubicBezTo>
                    <a:pt x="3489323" y="1087112"/>
                    <a:pt x="3489323" y="1101610"/>
                    <a:pt x="3498273" y="1102870"/>
                  </a:cubicBezTo>
                  <a:cubicBezTo>
                    <a:pt x="3507350" y="1104005"/>
                    <a:pt x="3501425" y="1111821"/>
                    <a:pt x="3493609" y="1111064"/>
                  </a:cubicBezTo>
                  <a:cubicBezTo>
                    <a:pt x="3485793" y="1110308"/>
                    <a:pt x="3475960" y="1114973"/>
                    <a:pt x="3485037" y="1120141"/>
                  </a:cubicBezTo>
                  <a:cubicBezTo>
                    <a:pt x="3494114" y="1125184"/>
                    <a:pt x="3504703" y="1115477"/>
                    <a:pt x="3511762" y="1116233"/>
                  </a:cubicBezTo>
                  <a:cubicBezTo>
                    <a:pt x="3518822" y="1116990"/>
                    <a:pt x="3529790" y="1117872"/>
                    <a:pt x="3539623" y="1111569"/>
                  </a:cubicBezTo>
                  <a:cubicBezTo>
                    <a:pt x="3549456" y="1105265"/>
                    <a:pt x="3552229" y="1116611"/>
                    <a:pt x="3558407" y="1111191"/>
                  </a:cubicBezTo>
                  <a:cubicBezTo>
                    <a:pt x="3564710" y="1105644"/>
                    <a:pt x="3578829" y="1104131"/>
                    <a:pt x="3585889" y="1104509"/>
                  </a:cubicBezTo>
                  <a:cubicBezTo>
                    <a:pt x="3592948" y="1104887"/>
                    <a:pt x="3587024" y="1096315"/>
                    <a:pt x="3575299" y="1096315"/>
                  </a:cubicBezTo>
                  <a:cubicBezTo>
                    <a:pt x="3563575" y="1096315"/>
                    <a:pt x="3563953" y="1090012"/>
                    <a:pt x="3573282" y="1074001"/>
                  </a:cubicBezTo>
                  <a:cubicBezTo>
                    <a:pt x="3582737" y="1057991"/>
                    <a:pt x="3600764" y="1049293"/>
                    <a:pt x="3612110" y="1039460"/>
                  </a:cubicBezTo>
                  <a:cubicBezTo>
                    <a:pt x="3623456" y="1029626"/>
                    <a:pt x="3631776" y="1034417"/>
                    <a:pt x="3631776" y="1028114"/>
                  </a:cubicBezTo>
                  <a:cubicBezTo>
                    <a:pt x="3631776" y="1021810"/>
                    <a:pt x="3637197" y="1004161"/>
                    <a:pt x="3645896" y="1003783"/>
                  </a:cubicBezTo>
                  <a:cubicBezTo>
                    <a:pt x="3654468" y="1003405"/>
                    <a:pt x="3676025" y="1007313"/>
                    <a:pt x="3689388" y="999875"/>
                  </a:cubicBezTo>
                  <a:cubicBezTo>
                    <a:pt x="3702751" y="992437"/>
                    <a:pt x="3701490" y="1005422"/>
                    <a:pt x="3707037" y="1007313"/>
                  </a:cubicBezTo>
                  <a:cubicBezTo>
                    <a:pt x="3712458" y="1009330"/>
                    <a:pt x="3720022" y="995967"/>
                    <a:pt x="3726199" y="999875"/>
                  </a:cubicBezTo>
                  <a:cubicBezTo>
                    <a:pt x="3732502" y="1003783"/>
                    <a:pt x="3716744" y="1013238"/>
                    <a:pt x="3713214" y="1024584"/>
                  </a:cubicBezTo>
                  <a:cubicBezTo>
                    <a:pt x="3709685" y="1035930"/>
                    <a:pt x="3721409" y="1031644"/>
                    <a:pt x="3728090" y="1034795"/>
                  </a:cubicBezTo>
                  <a:cubicBezTo>
                    <a:pt x="3734771" y="1037947"/>
                    <a:pt x="3719392" y="1042611"/>
                    <a:pt x="3721031" y="1045763"/>
                  </a:cubicBezTo>
                  <a:cubicBezTo>
                    <a:pt x="3722543" y="1048914"/>
                    <a:pt x="3735906" y="1048914"/>
                    <a:pt x="3753177" y="1031644"/>
                  </a:cubicBezTo>
                  <a:cubicBezTo>
                    <a:pt x="3770448" y="1014373"/>
                    <a:pt x="3786080" y="1009708"/>
                    <a:pt x="3797174" y="1010843"/>
                  </a:cubicBezTo>
                  <a:cubicBezTo>
                    <a:pt x="3808141" y="1011977"/>
                    <a:pt x="3801838" y="1001010"/>
                    <a:pt x="3802721" y="984999"/>
                  </a:cubicBezTo>
                  <a:cubicBezTo>
                    <a:pt x="3803477" y="968863"/>
                    <a:pt x="3837262" y="964199"/>
                    <a:pt x="3848230" y="968863"/>
                  </a:cubicBezTo>
                  <a:cubicBezTo>
                    <a:pt x="3859197" y="973528"/>
                    <a:pt x="3858441" y="977940"/>
                    <a:pt x="3847852" y="975166"/>
                  </a:cubicBezTo>
                  <a:cubicBezTo>
                    <a:pt x="3837262" y="972393"/>
                    <a:pt x="3827429" y="981848"/>
                    <a:pt x="3827807" y="995211"/>
                  </a:cubicBezTo>
                  <a:cubicBezTo>
                    <a:pt x="3828186" y="1008574"/>
                    <a:pt x="3818353" y="1012860"/>
                    <a:pt x="3823521" y="1018028"/>
                  </a:cubicBezTo>
                  <a:cubicBezTo>
                    <a:pt x="3828564" y="1023071"/>
                    <a:pt x="3816083" y="1024332"/>
                    <a:pt x="3815705" y="1029753"/>
                  </a:cubicBezTo>
                  <a:cubicBezTo>
                    <a:pt x="3815327" y="1035299"/>
                    <a:pt x="3815705" y="1039586"/>
                    <a:pt x="3807889" y="1041855"/>
                  </a:cubicBezTo>
                  <a:cubicBezTo>
                    <a:pt x="3800073" y="1044250"/>
                    <a:pt x="3773726" y="1046897"/>
                    <a:pt x="3772969" y="1057109"/>
                  </a:cubicBezTo>
                  <a:cubicBezTo>
                    <a:pt x="3772213" y="1067320"/>
                    <a:pt x="3758093" y="1068455"/>
                    <a:pt x="3751412" y="1081061"/>
                  </a:cubicBezTo>
                  <a:cubicBezTo>
                    <a:pt x="3744730" y="1093668"/>
                    <a:pt x="3719266" y="1101105"/>
                    <a:pt x="3702373" y="1126192"/>
                  </a:cubicBezTo>
                  <a:cubicBezTo>
                    <a:pt x="3685480" y="1151279"/>
                    <a:pt x="3658880" y="1151279"/>
                    <a:pt x="3658880" y="1155944"/>
                  </a:cubicBezTo>
                  <a:cubicBezTo>
                    <a:pt x="3658880" y="1160734"/>
                    <a:pt x="3640475" y="1160230"/>
                    <a:pt x="3634172" y="1161112"/>
                  </a:cubicBezTo>
                  <a:cubicBezTo>
                    <a:pt x="3627868" y="1161869"/>
                    <a:pt x="3640096" y="1177249"/>
                    <a:pt x="3625095" y="1193259"/>
                  </a:cubicBezTo>
                  <a:cubicBezTo>
                    <a:pt x="3610219" y="1209395"/>
                    <a:pt x="3600386" y="1231709"/>
                    <a:pt x="3600764" y="1254022"/>
                  </a:cubicBezTo>
                  <a:cubicBezTo>
                    <a:pt x="3601143" y="1276336"/>
                    <a:pt x="3608580" y="1340755"/>
                    <a:pt x="3615262" y="1352101"/>
                  </a:cubicBezTo>
                  <a:cubicBezTo>
                    <a:pt x="3621943" y="1363447"/>
                    <a:pt x="3618035" y="1391307"/>
                    <a:pt x="3623456" y="1397232"/>
                  </a:cubicBezTo>
                  <a:cubicBezTo>
                    <a:pt x="3629003" y="1403157"/>
                    <a:pt x="3626986" y="1412864"/>
                    <a:pt x="3630515" y="1416394"/>
                  </a:cubicBezTo>
                  <a:cubicBezTo>
                    <a:pt x="3634046" y="1419924"/>
                    <a:pt x="3648543" y="1400636"/>
                    <a:pt x="3658376" y="1392442"/>
                  </a:cubicBezTo>
                  <a:cubicBezTo>
                    <a:pt x="3668209" y="1384247"/>
                    <a:pt x="3665058" y="1381474"/>
                    <a:pt x="3671739" y="1377188"/>
                  </a:cubicBezTo>
                  <a:cubicBezTo>
                    <a:pt x="3678421" y="1372902"/>
                    <a:pt x="3675647" y="1354874"/>
                    <a:pt x="3677664" y="1350084"/>
                  </a:cubicBezTo>
                  <a:cubicBezTo>
                    <a:pt x="3679681" y="1345419"/>
                    <a:pt x="3691784" y="1343024"/>
                    <a:pt x="3695692" y="1337982"/>
                  </a:cubicBezTo>
                  <a:cubicBezTo>
                    <a:pt x="3699599" y="1332939"/>
                    <a:pt x="3709811" y="1335965"/>
                    <a:pt x="3715358" y="1334074"/>
                  </a:cubicBezTo>
                  <a:cubicBezTo>
                    <a:pt x="3720778" y="1332183"/>
                    <a:pt x="3714979" y="1319198"/>
                    <a:pt x="3712962" y="1311760"/>
                  </a:cubicBezTo>
                  <a:cubicBezTo>
                    <a:pt x="3710945" y="1304322"/>
                    <a:pt x="3729098" y="1294111"/>
                    <a:pt x="3738427" y="1287429"/>
                  </a:cubicBezTo>
                  <a:cubicBezTo>
                    <a:pt x="3747882" y="1280748"/>
                    <a:pt x="3759607" y="1291716"/>
                    <a:pt x="3770196" y="1281883"/>
                  </a:cubicBezTo>
                  <a:cubicBezTo>
                    <a:pt x="3780785" y="1272050"/>
                    <a:pt x="3769439" y="1260704"/>
                    <a:pt x="3765531" y="1255661"/>
                  </a:cubicBezTo>
                  <a:cubicBezTo>
                    <a:pt x="3761623" y="1250619"/>
                    <a:pt x="3776121" y="1225784"/>
                    <a:pt x="3784315" y="1223515"/>
                  </a:cubicBezTo>
                  <a:cubicBezTo>
                    <a:pt x="3792509" y="1221119"/>
                    <a:pt x="3796921" y="1229440"/>
                    <a:pt x="3804737" y="1222380"/>
                  </a:cubicBezTo>
                  <a:cubicBezTo>
                    <a:pt x="3812553" y="1215320"/>
                    <a:pt x="3797678" y="1203974"/>
                    <a:pt x="3792131" y="1204731"/>
                  </a:cubicBezTo>
                  <a:cubicBezTo>
                    <a:pt x="3786584" y="1205487"/>
                    <a:pt x="3784693" y="1184686"/>
                    <a:pt x="3797678" y="1174980"/>
                  </a:cubicBezTo>
                  <a:cubicBezTo>
                    <a:pt x="3810663" y="1165146"/>
                    <a:pt x="3805494" y="1163255"/>
                    <a:pt x="3796921" y="1160860"/>
                  </a:cubicBezTo>
                  <a:cubicBezTo>
                    <a:pt x="3788349" y="1158465"/>
                    <a:pt x="3786710" y="1161617"/>
                    <a:pt x="3780029" y="1161995"/>
                  </a:cubicBezTo>
                  <a:cubicBezTo>
                    <a:pt x="3773347" y="1162373"/>
                    <a:pt x="3766666" y="1148254"/>
                    <a:pt x="3776877" y="1134513"/>
                  </a:cubicBezTo>
                  <a:cubicBezTo>
                    <a:pt x="3787089" y="1120772"/>
                    <a:pt x="3796921" y="1122284"/>
                    <a:pt x="3799190" y="1110938"/>
                  </a:cubicBezTo>
                  <a:cubicBezTo>
                    <a:pt x="3801586" y="1099593"/>
                    <a:pt x="3815705" y="1083456"/>
                    <a:pt x="3819235" y="1077531"/>
                  </a:cubicBezTo>
                  <a:cubicBezTo>
                    <a:pt x="3822765" y="1071606"/>
                    <a:pt x="3836884" y="1077531"/>
                    <a:pt x="3842431" y="1076397"/>
                  </a:cubicBezTo>
                  <a:cubicBezTo>
                    <a:pt x="3847852" y="1075262"/>
                    <a:pt x="3845961" y="1086986"/>
                    <a:pt x="3852642" y="1081061"/>
                  </a:cubicBezTo>
                  <a:cubicBezTo>
                    <a:pt x="3859324" y="1075136"/>
                    <a:pt x="3870291" y="1055596"/>
                    <a:pt x="3879368" y="1055596"/>
                  </a:cubicBezTo>
                  <a:cubicBezTo>
                    <a:pt x="3888445" y="1055596"/>
                    <a:pt x="3882520" y="1070093"/>
                    <a:pt x="3884915" y="1078792"/>
                  </a:cubicBezTo>
                  <a:cubicBezTo>
                    <a:pt x="3887310" y="1087364"/>
                    <a:pt x="3892353" y="1076397"/>
                    <a:pt x="3909624" y="1064673"/>
                  </a:cubicBezTo>
                  <a:cubicBezTo>
                    <a:pt x="3926894" y="1052949"/>
                    <a:pt x="3964588" y="1054083"/>
                    <a:pt x="3975934" y="1059630"/>
                  </a:cubicBezTo>
                  <a:cubicBezTo>
                    <a:pt x="3987280" y="1065177"/>
                    <a:pt x="3989297" y="1078035"/>
                    <a:pt x="3995600" y="1076523"/>
                  </a:cubicBezTo>
                  <a:cubicBezTo>
                    <a:pt x="4005181" y="1074127"/>
                    <a:pt x="3997113" y="1063538"/>
                    <a:pt x="4006568" y="1060765"/>
                  </a:cubicBezTo>
                  <a:cubicBezTo>
                    <a:pt x="4016022" y="1057991"/>
                    <a:pt x="4032411" y="1048158"/>
                    <a:pt x="4045017" y="1039207"/>
                  </a:cubicBezTo>
                  <a:cubicBezTo>
                    <a:pt x="4057624" y="1030257"/>
                    <a:pt x="4053968" y="1036812"/>
                    <a:pt x="4060649" y="1028618"/>
                  </a:cubicBezTo>
                  <a:cubicBezTo>
                    <a:pt x="4067331" y="1020424"/>
                    <a:pt x="4074013" y="1023954"/>
                    <a:pt x="4075903" y="1018407"/>
                  </a:cubicBezTo>
                  <a:cubicBezTo>
                    <a:pt x="4077921" y="1012860"/>
                    <a:pt x="4095948" y="1003909"/>
                    <a:pt x="4120656" y="998362"/>
                  </a:cubicBezTo>
                  <a:cubicBezTo>
                    <a:pt x="4145365" y="992815"/>
                    <a:pt x="4177512" y="976427"/>
                    <a:pt x="4175999" y="971258"/>
                  </a:cubicBezTo>
                  <a:cubicBezTo>
                    <a:pt x="4174486" y="966216"/>
                    <a:pt x="4185454" y="963821"/>
                    <a:pt x="4186589" y="968863"/>
                  </a:cubicBezTo>
                  <a:cubicBezTo>
                    <a:pt x="4187723" y="973906"/>
                    <a:pt x="4197178" y="972015"/>
                    <a:pt x="4210163" y="974788"/>
                  </a:cubicBezTo>
                  <a:cubicBezTo>
                    <a:pt x="4223147" y="977562"/>
                    <a:pt x="4229073" y="982604"/>
                    <a:pt x="4239158" y="972393"/>
                  </a:cubicBezTo>
                  <a:cubicBezTo>
                    <a:pt x="4249369" y="962182"/>
                    <a:pt x="4238023" y="958652"/>
                    <a:pt x="4238401" y="950836"/>
                  </a:cubicBezTo>
                  <a:cubicBezTo>
                    <a:pt x="4238779" y="943020"/>
                    <a:pt x="4220752" y="934699"/>
                    <a:pt x="4223147" y="926505"/>
                  </a:cubicBezTo>
                  <a:cubicBezTo>
                    <a:pt x="4225543" y="918311"/>
                    <a:pt x="4209784" y="896250"/>
                    <a:pt x="4205120" y="900662"/>
                  </a:cubicBezTo>
                  <a:cubicBezTo>
                    <a:pt x="4200456" y="904948"/>
                    <a:pt x="4189362" y="897132"/>
                    <a:pt x="4189362" y="890829"/>
                  </a:cubicBezTo>
                  <a:cubicBezTo>
                    <a:pt x="4189362" y="884526"/>
                    <a:pt x="4188605" y="877088"/>
                    <a:pt x="4181168" y="881752"/>
                  </a:cubicBezTo>
                  <a:cubicBezTo>
                    <a:pt x="4173730" y="886417"/>
                    <a:pt x="4161123" y="884147"/>
                    <a:pt x="4158854" y="877088"/>
                  </a:cubicBezTo>
                  <a:cubicBezTo>
                    <a:pt x="4156459" y="870028"/>
                    <a:pt x="4173351" y="864986"/>
                    <a:pt x="4185076" y="869650"/>
                  </a:cubicBezTo>
                  <a:cubicBezTo>
                    <a:pt x="4196800" y="874314"/>
                    <a:pt x="4193396" y="879105"/>
                    <a:pt x="4199195" y="882635"/>
                  </a:cubicBezTo>
                  <a:cubicBezTo>
                    <a:pt x="4205120" y="886164"/>
                    <a:pt x="4221131" y="884652"/>
                    <a:pt x="4229451" y="880744"/>
                  </a:cubicBezTo>
                  <a:cubicBezTo>
                    <a:pt x="4237645" y="876836"/>
                    <a:pt x="4260841" y="869398"/>
                    <a:pt x="4264749" y="862716"/>
                  </a:cubicBezTo>
                  <a:cubicBezTo>
                    <a:pt x="4268657" y="856035"/>
                    <a:pt x="4264371" y="852883"/>
                    <a:pt x="4272187" y="848975"/>
                  </a:cubicBezTo>
                  <a:cubicBezTo>
                    <a:pt x="4280003" y="845067"/>
                    <a:pt x="4274078" y="836873"/>
                    <a:pt x="4267522" y="833343"/>
                  </a:cubicBezTo>
                  <a:cubicBezTo>
                    <a:pt x="4260841" y="829813"/>
                    <a:pt x="4262353" y="820359"/>
                    <a:pt x="4269539" y="820359"/>
                  </a:cubicBezTo>
                  <a:cubicBezTo>
                    <a:pt x="4276599" y="820359"/>
                    <a:pt x="4274582" y="812164"/>
                    <a:pt x="4279373" y="811660"/>
                  </a:cubicBezTo>
                  <a:cubicBezTo>
                    <a:pt x="4284037" y="811282"/>
                    <a:pt x="4284793" y="815190"/>
                    <a:pt x="4293492" y="810904"/>
                  </a:cubicBezTo>
                  <a:cubicBezTo>
                    <a:pt x="4302064" y="806617"/>
                    <a:pt x="4293870" y="817585"/>
                    <a:pt x="4289962" y="825023"/>
                  </a:cubicBezTo>
                  <a:cubicBezTo>
                    <a:pt x="4286054" y="832461"/>
                    <a:pt x="4298156" y="838764"/>
                    <a:pt x="4299416" y="843050"/>
                  </a:cubicBezTo>
                  <a:cubicBezTo>
                    <a:pt x="4300551" y="847336"/>
                    <a:pt x="4317444" y="848975"/>
                    <a:pt x="4326899" y="843807"/>
                  </a:cubicBezTo>
                  <a:cubicBezTo>
                    <a:pt x="4336354" y="838764"/>
                    <a:pt x="4366483" y="850110"/>
                    <a:pt x="4368501" y="857548"/>
                  </a:cubicBezTo>
                  <a:cubicBezTo>
                    <a:pt x="4370517" y="864986"/>
                    <a:pt x="4374804" y="874062"/>
                    <a:pt x="4387284" y="880365"/>
                  </a:cubicBezTo>
                  <a:cubicBezTo>
                    <a:pt x="4399891" y="886669"/>
                    <a:pt x="4411237" y="883895"/>
                    <a:pt x="4413631" y="889820"/>
                  </a:cubicBezTo>
                  <a:cubicBezTo>
                    <a:pt x="4416027" y="895745"/>
                    <a:pt x="4420692" y="898771"/>
                    <a:pt x="4427751" y="897258"/>
                  </a:cubicBezTo>
                  <a:cubicBezTo>
                    <a:pt x="4434811" y="895619"/>
                    <a:pt x="4438719" y="903561"/>
                    <a:pt x="4443761" y="898771"/>
                  </a:cubicBezTo>
                  <a:cubicBezTo>
                    <a:pt x="4448930" y="894107"/>
                    <a:pt x="4451577" y="901544"/>
                    <a:pt x="4458259" y="895619"/>
                  </a:cubicBezTo>
                  <a:cubicBezTo>
                    <a:pt x="4464940" y="889694"/>
                    <a:pt x="4443761" y="885786"/>
                    <a:pt x="4446535" y="881122"/>
                  </a:cubicBezTo>
                  <a:cubicBezTo>
                    <a:pt x="4449308" y="876457"/>
                    <a:pt x="4453595" y="884652"/>
                    <a:pt x="4459519" y="884273"/>
                  </a:cubicBezTo>
                  <a:cubicBezTo>
                    <a:pt x="4465445" y="883895"/>
                    <a:pt x="4457880" y="872549"/>
                    <a:pt x="4462293" y="871289"/>
                  </a:cubicBezTo>
                  <a:cubicBezTo>
                    <a:pt x="4466579" y="870154"/>
                    <a:pt x="4463049" y="846580"/>
                    <a:pt x="4458385" y="845067"/>
                  </a:cubicBezTo>
                  <a:cubicBezTo>
                    <a:pt x="4453721" y="843428"/>
                    <a:pt x="4457629" y="835234"/>
                    <a:pt x="4466579" y="841916"/>
                  </a:cubicBezTo>
                  <a:cubicBezTo>
                    <a:pt x="4475530" y="848597"/>
                    <a:pt x="4489775" y="848219"/>
                    <a:pt x="4496456" y="848219"/>
                  </a:cubicBezTo>
                  <a:cubicBezTo>
                    <a:pt x="4503138" y="848219"/>
                    <a:pt x="4496835" y="841916"/>
                    <a:pt x="4490153" y="840781"/>
                  </a:cubicBezTo>
                  <a:cubicBezTo>
                    <a:pt x="4483472" y="839646"/>
                    <a:pt x="4491288" y="834100"/>
                    <a:pt x="4496078" y="838386"/>
                  </a:cubicBezTo>
                  <a:cubicBezTo>
                    <a:pt x="4500743" y="842672"/>
                    <a:pt x="4509819" y="844689"/>
                    <a:pt x="4510575" y="840025"/>
                  </a:cubicBezTo>
                  <a:cubicBezTo>
                    <a:pt x="4511332" y="835360"/>
                    <a:pt x="4516122" y="825149"/>
                    <a:pt x="4524317" y="825527"/>
                  </a:cubicBezTo>
                  <a:cubicBezTo>
                    <a:pt x="4533142" y="826031"/>
                    <a:pt x="4535915" y="821367"/>
                    <a:pt x="4528099" y="818594"/>
                  </a:cubicBezTo>
                  <a:close/>
                  <a:moveTo>
                    <a:pt x="2340114" y="1333317"/>
                  </a:moveTo>
                  <a:cubicBezTo>
                    <a:pt x="2317800" y="1353361"/>
                    <a:pt x="2273047" y="1358026"/>
                    <a:pt x="2273047" y="1374540"/>
                  </a:cubicBezTo>
                  <a:cubicBezTo>
                    <a:pt x="2273047" y="1391055"/>
                    <a:pt x="2218966" y="1399249"/>
                    <a:pt x="2214175" y="1392190"/>
                  </a:cubicBezTo>
                  <a:cubicBezTo>
                    <a:pt x="2210015" y="1386012"/>
                    <a:pt x="2254137" y="1383995"/>
                    <a:pt x="2264727" y="1360421"/>
                  </a:cubicBezTo>
                  <a:cubicBezTo>
                    <a:pt x="2275316" y="1336847"/>
                    <a:pt x="2315531" y="1324745"/>
                    <a:pt x="2335323" y="1293355"/>
                  </a:cubicBezTo>
                  <a:cubicBezTo>
                    <a:pt x="2349443" y="1271041"/>
                    <a:pt x="2361166" y="1236877"/>
                    <a:pt x="2369487" y="1239273"/>
                  </a:cubicBezTo>
                  <a:cubicBezTo>
                    <a:pt x="2377807" y="1241542"/>
                    <a:pt x="2362428" y="1313273"/>
                    <a:pt x="2340114" y="1333317"/>
                  </a:cubicBezTo>
                  <a:close/>
                  <a:moveTo>
                    <a:pt x="2439832" y="411782"/>
                  </a:moveTo>
                  <a:cubicBezTo>
                    <a:pt x="2436680" y="418085"/>
                    <a:pt x="2419661" y="418463"/>
                    <a:pt x="2424199" y="424388"/>
                  </a:cubicBezTo>
                  <a:cubicBezTo>
                    <a:pt x="2432016" y="434600"/>
                    <a:pt x="2471222" y="429053"/>
                    <a:pt x="2472104" y="416572"/>
                  </a:cubicBezTo>
                  <a:cubicBezTo>
                    <a:pt x="2472735" y="403966"/>
                    <a:pt x="2442983" y="405478"/>
                    <a:pt x="2439832" y="411782"/>
                  </a:cubicBezTo>
                  <a:close/>
                  <a:moveTo>
                    <a:pt x="1011010" y="24258"/>
                  </a:moveTo>
                  <a:cubicBezTo>
                    <a:pt x="1029794" y="24258"/>
                    <a:pt x="1024373" y="12534"/>
                    <a:pt x="1036853" y="14047"/>
                  </a:cubicBezTo>
                  <a:cubicBezTo>
                    <a:pt x="1049460" y="15685"/>
                    <a:pt x="1065849" y="14803"/>
                    <a:pt x="1059545" y="6987"/>
                  </a:cubicBezTo>
                  <a:cubicBezTo>
                    <a:pt x="1053242" y="-829"/>
                    <a:pt x="1007732" y="2323"/>
                    <a:pt x="1012523" y="8626"/>
                  </a:cubicBezTo>
                  <a:cubicBezTo>
                    <a:pt x="1017187" y="14929"/>
                    <a:pt x="975712" y="12534"/>
                    <a:pt x="976469" y="14929"/>
                  </a:cubicBezTo>
                  <a:cubicBezTo>
                    <a:pt x="977981" y="19467"/>
                    <a:pt x="992100" y="24258"/>
                    <a:pt x="1011010" y="24258"/>
                  </a:cubicBezTo>
                  <a:close/>
                  <a:moveTo>
                    <a:pt x="913688" y="76827"/>
                  </a:moveTo>
                  <a:cubicBezTo>
                    <a:pt x="913688" y="64220"/>
                    <a:pt x="872843" y="78088"/>
                    <a:pt x="880785" y="80735"/>
                  </a:cubicBezTo>
                  <a:cubicBezTo>
                    <a:pt x="887845" y="83004"/>
                    <a:pt x="913688" y="89307"/>
                    <a:pt x="913688" y="76827"/>
                  </a:cubicBezTo>
                  <a:close/>
                  <a:moveTo>
                    <a:pt x="1014918" y="66616"/>
                  </a:moveTo>
                  <a:cubicBezTo>
                    <a:pt x="1017313" y="72919"/>
                    <a:pt x="1011010" y="73675"/>
                    <a:pt x="995252" y="73675"/>
                  </a:cubicBezTo>
                  <a:cubicBezTo>
                    <a:pt x="979494" y="73675"/>
                    <a:pt x="971300" y="82500"/>
                    <a:pt x="979494" y="89307"/>
                  </a:cubicBezTo>
                  <a:cubicBezTo>
                    <a:pt x="988949" y="97123"/>
                    <a:pt x="1030550" y="93972"/>
                    <a:pt x="1037610" y="84643"/>
                  </a:cubicBezTo>
                  <a:cubicBezTo>
                    <a:pt x="1044670" y="75188"/>
                    <a:pt x="1062697" y="83130"/>
                    <a:pt x="1065849" y="73675"/>
                  </a:cubicBezTo>
                  <a:cubicBezTo>
                    <a:pt x="1069000" y="64220"/>
                    <a:pt x="1012523" y="60312"/>
                    <a:pt x="1014918" y="66616"/>
                  </a:cubicBezTo>
                  <a:close/>
                  <a:moveTo>
                    <a:pt x="1149052" y="51614"/>
                  </a:moveTo>
                  <a:cubicBezTo>
                    <a:pt x="1154598" y="44554"/>
                    <a:pt x="1138840" y="44554"/>
                    <a:pt x="1137327" y="37495"/>
                  </a:cubicBezTo>
                  <a:cubicBezTo>
                    <a:pt x="1135815" y="30435"/>
                    <a:pt x="1091818" y="28922"/>
                    <a:pt x="1094213" y="36738"/>
                  </a:cubicBezTo>
                  <a:cubicBezTo>
                    <a:pt x="1096608" y="44554"/>
                    <a:pt x="1063832" y="53127"/>
                    <a:pt x="1073791" y="61069"/>
                  </a:cubicBezTo>
                  <a:cubicBezTo>
                    <a:pt x="1092574" y="75945"/>
                    <a:pt x="1143631" y="58674"/>
                    <a:pt x="1149052" y="51614"/>
                  </a:cubicBezTo>
                  <a:close/>
                  <a:moveTo>
                    <a:pt x="1024373" y="39134"/>
                  </a:moveTo>
                  <a:cubicBezTo>
                    <a:pt x="1026768" y="22619"/>
                    <a:pt x="999286" y="35982"/>
                    <a:pt x="978864" y="27409"/>
                  </a:cubicBezTo>
                  <a:cubicBezTo>
                    <a:pt x="958441" y="18837"/>
                    <a:pt x="946465" y="19467"/>
                    <a:pt x="960080" y="31317"/>
                  </a:cubicBezTo>
                  <a:cubicBezTo>
                    <a:pt x="966383" y="36864"/>
                    <a:pt x="925160" y="41151"/>
                    <a:pt x="931841" y="47832"/>
                  </a:cubicBezTo>
                  <a:cubicBezTo>
                    <a:pt x="946591" y="62708"/>
                    <a:pt x="1021978" y="55648"/>
                    <a:pt x="1024373" y="39134"/>
                  </a:cubicBezTo>
                  <a:close/>
                  <a:moveTo>
                    <a:pt x="907385" y="474562"/>
                  </a:moveTo>
                  <a:cubicBezTo>
                    <a:pt x="908141" y="482378"/>
                    <a:pt x="903477" y="487925"/>
                    <a:pt x="888601" y="487925"/>
                  </a:cubicBezTo>
                  <a:cubicBezTo>
                    <a:pt x="873726" y="487925"/>
                    <a:pt x="895661" y="497380"/>
                    <a:pt x="897173" y="505952"/>
                  </a:cubicBezTo>
                  <a:cubicBezTo>
                    <a:pt x="898812" y="514651"/>
                    <a:pt x="882298" y="508348"/>
                    <a:pt x="881542" y="521710"/>
                  </a:cubicBezTo>
                  <a:cubicBezTo>
                    <a:pt x="880785" y="535073"/>
                    <a:pt x="852546" y="521710"/>
                    <a:pt x="848638" y="538981"/>
                  </a:cubicBezTo>
                  <a:cubicBezTo>
                    <a:pt x="844730" y="556252"/>
                    <a:pt x="862758" y="553857"/>
                    <a:pt x="875364" y="554739"/>
                  </a:cubicBezTo>
                  <a:cubicBezTo>
                    <a:pt x="887971" y="555496"/>
                    <a:pt x="870700" y="567220"/>
                    <a:pt x="880029" y="574280"/>
                  </a:cubicBezTo>
                  <a:cubicBezTo>
                    <a:pt x="889484" y="581339"/>
                    <a:pt x="896543" y="578944"/>
                    <a:pt x="890240" y="565707"/>
                  </a:cubicBezTo>
                  <a:cubicBezTo>
                    <a:pt x="883937" y="552344"/>
                    <a:pt x="923143" y="570372"/>
                    <a:pt x="911419" y="580583"/>
                  </a:cubicBezTo>
                  <a:cubicBezTo>
                    <a:pt x="899695" y="590794"/>
                    <a:pt x="930202" y="598610"/>
                    <a:pt x="945204" y="599367"/>
                  </a:cubicBezTo>
                  <a:cubicBezTo>
                    <a:pt x="960080" y="600123"/>
                    <a:pt x="1013027" y="611721"/>
                    <a:pt x="1014288" y="599367"/>
                  </a:cubicBezTo>
                  <a:cubicBezTo>
                    <a:pt x="1015044" y="591551"/>
                    <a:pt x="994748" y="584491"/>
                    <a:pt x="978233" y="567220"/>
                  </a:cubicBezTo>
                  <a:cubicBezTo>
                    <a:pt x="961719" y="549949"/>
                    <a:pt x="949995" y="521710"/>
                    <a:pt x="968778" y="509986"/>
                  </a:cubicBezTo>
                  <a:cubicBezTo>
                    <a:pt x="987562" y="498262"/>
                    <a:pt x="971174" y="492716"/>
                    <a:pt x="989958" y="479353"/>
                  </a:cubicBezTo>
                  <a:cubicBezTo>
                    <a:pt x="1008741" y="465990"/>
                    <a:pt x="997774" y="453509"/>
                    <a:pt x="1013532" y="451870"/>
                  </a:cubicBezTo>
                  <a:cubicBezTo>
                    <a:pt x="1029290" y="450358"/>
                    <a:pt x="1012019" y="436238"/>
                    <a:pt x="1027651" y="433843"/>
                  </a:cubicBezTo>
                  <a:cubicBezTo>
                    <a:pt x="1043409" y="431448"/>
                    <a:pt x="1046434" y="414177"/>
                    <a:pt x="1044165" y="408000"/>
                  </a:cubicBezTo>
                  <a:cubicBezTo>
                    <a:pt x="1041770" y="401697"/>
                    <a:pt x="1060680" y="408756"/>
                    <a:pt x="1069252" y="399427"/>
                  </a:cubicBezTo>
                  <a:cubicBezTo>
                    <a:pt x="1077825" y="389972"/>
                    <a:pt x="1098247" y="396276"/>
                    <a:pt x="1104551" y="382913"/>
                  </a:cubicBezTo>
                  <a:cubicBezTo>
                    <a:pt x="1110854" y="369550"/>
                    <a:pt x="1201117" y="338916"/>
                    <a:pt x="1252047" y="327192"/>
                  </a:cubicBezTo>
                  <a:cubicBezTo>
                    <a:pt x="1302977" y="315468"/>
                    <a:pt x="1338401" y="294289"/>
                    <a:pt x="1320248" y="280170"/>
                  </a:cubicBezTo>
                  <a:cubicBezTo>
                    <a:pt x="1302221" y="266051"/>
                    <a:pt x="1251164" y="285717"/>
                    <a:pt x="1238684" y="295928"/>
                  </a:cubicBezTo>
                  <a:cubicBezTo>
                    <a:pt x="1226077" y="306139"/>
                    <a:pt x="1208050" y="299080"/>
                    <a:pt x="1195570" y="306139"/>
                  </a:cubicBezTo>
                  <a:cubicBezTo>
                    <a:pt x="1182963" y="313199"/>
                    <a:pt x="1156363" y="319502"/>
                    <a:pt x="1143000" y="310804"/>
                  </a:cubicBezTo>
                  <a:cubicBezTo>
                    <a:pt x="1129637" y="302231"/>
                    <a:pt x="1114006" y="321015"/>
                    <a:pt x="1103794" y="320259"/>
                  </a:cubicBezTo>
                  <a:cubicBezTo>
                    <a:pt x="1093583" y="319502"/>
                    <a:pt x="1081859" y="330470"/>
                    <a:pt x="1070891" y="329713"/>
                  </a:cubicBezTo>
                  <a:cubicBezTo>
                    <a:pt x="1059924" y="328957"/>
                    <a:pt x="1037862" y="338412"/>
                    <a:pt x="1036349" y="344589"/>
                  </a:cubicBezTo>
                  <a:cubicBezTo>
                    <a:pt x="1034710" y="350892"/>
                    <a:pt x="1015927" y="349253"/>
                    <a:pt x="1015927" y="357196"/>
                  </a:cubicBezTo>
                  <a:cubicBezTo>
                    <a:pt x="1015927" y="365012"/>
                    <a:pt x="1001051" y="372071"/>
                    <a:pt x="993109" y="365012"/>
                  </a:cubicBezTo>
                  <a:cubicBezTo>
                    <a:pt x="985293" y="357952"/>
                    <a:pt x="975838" y="372828"/>
                    <a:pt x="986806" y="383039"/>
                  </a:cubicBezTo>
                  <a:cubicBezTo>
                    <a:pt x="997774" y="393250"/>
                    <a:pt x="966383" y="394007"/>
                    <a:pt x="971930" y="400310"/>
                  </a:cubicBezTo>
                  <a:cubicBezTo>
                    <a:pt x="977477" y="406613"/>
                    <a:pt x="960206" y="410521"/>
                    <a:pt x="964114" y="417581"/>
                  </a:cubicBezTo>
                  <a:cubicBezTo>
                    <a:pt x="968022" y="424640"/>
                    <a:pt x="953146" y="427036"/>
                    <a:pt x="941296" y="429305"/>
                  </a:cubicBezTo>
                  <a:cubicBezTo>
                    <a:pt x="929572" y="431700"/>
                    <a:pt x="923269" y="447332"/>
                    <a:pt x="938145" y="448088"/>
                  </a:cubicBezTo>
                  <a:cubicBezTo>
                    <a:pt x="953020" y="448845"/>
                    <a:pt x="929446" y="451240"/>
                    <a:pt x="931085" y="462964"/>
                  </a:cubicBezTo>
                  <a:cubicBezTo>
                    <a:pt x="932472" y="474562"/>
                    <a:pt x="906628" y="466746"/>
                    <a:pt x="907385" y="474562"/>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2" name="Google Shape;812;p22"/>
            <p:cNvSpPr/>
            <p:nvPr/>
          </p:nvSpPr>
          <p:spPr>
            <a:xfrm>
              <a:off x="6120236" y="4427680"/>
              <a:ext cx="479047" cy="504260"/>
            </a:xfrm>
            <a:custGeom>
              <a:rect b="b" l="l" r="r" t="t"/>
              <a:pathLst>
                <a:path extrusionOk="0" h="504260" w="479047">
                  <a:moveTo>
                    <a:pt x="447247" y="333412"/>
                  </a:moveTo>
                  <a:cubicBezTo>
                    <a:pt x="434263" y="326352"/>
                    <a:pt x="428968" y="237476"/>
                    <a:pt x="435523" y="235207"/>
                  </a:cubicBezTo>
                  <a:cubicBezTo>
                    <a:pt x="436406" y="234955"/>
                    <a:pt x="437162" y="235837"/>
                    <a:pt x="438045" y="237728"/>
                  </a:cubicBezTo>
                  <a:lnTo>
                    <a:pt x="436784" y="217558"/>
                  </a:lnTo>
                  <a:cubicBezTo>
                    <a:pt x="436784" y="217558"/>
                    <a:pt x="436028" y="217432"/>
                    <a:pt x="435019" y="217054"/>
                  </a:cubicBezTo>
                  <a:cubicBezTo>
                    <a:pt x="433002" y="216171"/>
                    <a:pt x="429725" y="214154"/>
                    <a:pt x="429725" y="209364"/>
                  </a:cubicBezTo>
                  <a:cubicBezTo>
                    <a:pt x="429725" y="202304"/>
                    <a:pt x="435650" y="201674"/>
                    <a:pt x="435650" y="201674"/>
                  </a:cubicBezTo>
                  <a:cubicBezTo>
                    <a:pt x="435650" y="201674"/>
                    <a:pt x="434515" y="186924"/>
                    <a:pt x="440944" y="184655"/>
                  </a:cubicBezTo>
                  <a:cubicBezTo>
                    <a:pt x="442205" y="184151"/>
                    <a:pt x="443339" y="183268"/>
                    <a:pt x="444222" y="182133"/>
                  </a:cubicBezTo>
                  <a:cubicBezTo>
                    <a:pt x="447878" y="177721"/>
                    <a:pt x="448634" y="169023"/>
                    <a:pt x="448634" y="162846"/>
                  </a:cubicBezTo>
                  <a:cubicBezTo>
                    <a:pt x="448634" y="155156"/>
                    <a:pt x="450399" y="146331"/>
                    <a:pt x="453299" y="139902"/>
                  </a:cubicBezTo>
                  <a:cubicBezTo>
                    <a:pt x="456198" y="133472"/>
                    <a:pt x="455063" y="124648"/>
                    <a:pt x="459728" y="121118"/>
                  </a:cubicBezTo>
                  <a:cubicBezTo>
                    <a:pt x="464392" y="117588"/>
                    <a:pt x="463888" y="108133"/>
                    <a:pt x="469687" y="106368"/>
                  </a:cubicBezTo>
                  <a:cubicBezTo>
                    <a:pt x="475612" y="104604"/>
                    <a:pt x="480276" y="102208"/>
                    <a:pt x="480907" y="98678"/>
                  </a:cubicBezTo>
                  <a:cubicBezTo>
                    <a:pt x="481537" y="95149"/>
                    <a:pt x="488597" y="90484"/>
                    <a:pt x="488597" y="85190"/>
                  </a:cubicBezTo>
                  <a:cubicBezTo>
                    <a:pt x="488597" y="79895"/>
                    <a:pt x="479772" y="78760"/>
                    <a:pt x="479772" y="72205"/>
                  </a:cubicBezTo>
                  <a:cubicBezTo>
                    <a:pt x="479772" y="65650"/>
                    <a:pt x="482168" y="49261"/>
                    <a:pt x="482168" y="49261"/>
                  </a:cubicBezTo>
                  <a:cubicBezTo>
                    <a:pt x="482168" y="49261"/>
                    <a:pt x="482420" y="49135"/>
                    <a:pt x="482546" y="49135"/>
                  </a:cubicBezTo>
                  <a:cubicBezTo>
                    <a:pt x="469813" y="37537"/>
                    <a:pt x="455190" y="25435"/>
                    <a:pt x="451912" y="23292"/>
                  </a:cubicBezTo>
                  <a:cubicBezTo>
                    <a:pt x="446995" y="20014"/>
                    <a:pt x="438801" y="26569"/>
                    <a:pt x="438801" y="26569"/>
                  </a:cubicBezTo>
                  <a:cubicBezTo>
                    <a:pt x="438801" y="26569"/>
                    <a:pt x="430607" y="18375"/>
                    <a:pt x="424051" y="24930"/>
                  </a:cubicBezTo>
                  <a:cubicBezTo>
                    <a:pt x="417496" y="31486"/>
                    <a:pt x="407663" y="24930"/>
                    <a:pt x="407663" y="24930"/>
                  </a:cubicBezTo>
                  <a:cubicBezTo>
                    <a:pt x="407663" y="24930"/>
                    <a:pt x="399469" y="20014"/>
                    <a:pt x="396191" y="11820"/>
                  </a:cubicBezTo>
                  <a:cubicBezTo>
                    <a:pt x="394804" y="8542"/>
                    <a:pt x="392409" y="6525"/>
                    <a:pt x="389384" y="4886"/>
                  </a:cubicBezTo>
                  <a:lnTo>
                    <a:pt x="389762" y="6021"/>
                  </a:lnTo>
                  <a:lnTo>
                    <a:pt x="370096" y="9298"/>
                  </a:lnTo>
                  <a:cubicBezTo>
                    <a:pt x="370096" y="9298"/>
                    <a:pt x="345513" y="-3812"/>
                    <a:pt x="340723" y="6021"/>
                  </a:cubicBezTo>
                  <a:cubicBezTo>
                    <a:pt x="335806" y="15854"/>
                    <a:pt x="330890" y="9298"/>
                    <a:pt x="319418" y="9298"/>
                  </a:cubicBezTo>
                  <a:cubicBezTo>
                    <a:pt x="307946" y="9298"/>
                    <a:pt x="298113" y="14215"/>
                    <a:pt x="291557" y="17493"/>
                  </a:cubicBezTo>
                  <a:cubicBezTo>
                    <a:pt x="285002" y="20770"/>
                    <a:pt x="275169" y="14215"/>
                    <a:pt x="270252" y="17493"/>
                  </a:cubicBezTo>
                  <a:cubicBezTo>
                    <a:pt x="265336" y="20770"/>
                    <a:pt x="262058" y="35520"/>
                    <a:pt x="262058" y="35520"/>
                  </a:cubicBezTo>
                  <a:lnTo>
                    <a:pt x="211380" y="25687"/>
                  </a:lnTo>
                  <a:cubicBezTo>
                    <a:pt x="211380" y="25687"/>
                    <a:pt x="201547" y="10937"/>
                    <a:pt x="190075" y="10937"/>
                  </a:cubicBezTo>
                  <a:cubicBezTo>
                    <a:pt x="178603" y="10937"/>
                    <a:pt x="162214" y="32242"/>
                    <a:pt x="162214" y="32242"/>
                  </a:cubicBezTo>
                  <a:lnTo>
                    <a:pt x="162214" y="50017"/>
                  </a:lnTo>
                  <a:cubicBezTo>
                    <a:pt x="164232" y="60733"/>
                    <a:pt x="161710" y="71827"/>
                    <a:pt x="158306" y="77500"/>
                  </a:cubicBezTo>
                  <a:cubicBezTo>
                    <a:pt x="153390" y="85694"/>
                    <a:pt x="148473" y="88971"/>
                    <a:pt x="148473" y="105360"/>
                  </a:cubicBezTo>
                  <a:cubicBezTo>
                    <a:pt x="148473" y="121748"/>
                    <a:pt x="128807" y="147970"/>
                    <a:pt x="128807" y="161207"/>
                  </a:cubicBezTo>
                  <a:cubicBezTo>
                    <a:pt x="128807" y="174318"/>
                    <a:pt x="105863" y="182512"/>
                    <a:pt x="105863" y="190706"/>
                  </a:cubicBezTo>
                  <a:cubicBezTo>
                    <a:pt x="105863" y="198900"/>
                    <a:pt x="104224" y="216928"/>
                    <a:pt x="104224" y="234955"/>
                  </a:cubicBezTo>
                  <a:cubicBezTo>
                    <a:pt x="104224" y="252982"/>
                    <a:pt x="94391" y="238233"/>
                    <a:pt x="94391" y="254621"/>
                  </a:cubicBezTo>
                  <a:cubicBezTo>
                    <a:pt x="94391" y="271009"/>
                    <a:pt x="86197" y="261176"/>
                    <a:pt x="78003" y="269371"/>
                  </a:cubicBezTo>
                  <a:cubicBezTo>
                    <a:pt x="69809" y="277565"/>
                    <a:pt x="66531" y="279204"/>
                    <a:pt x="66531" y="271009"/>
                  </a:cubicBezTo>
                  <a:cubicBezTo>
                    <a:pt x="66531" y="262815"/>
                    <a:pt x="55059" y="261176"/>
                    <a:pt x="45226" y="269371"/>
                  </a:cubicBezTo>
                  <a:cubicBezTo>
                    <a:pt x="35393" y="277565"/>
                    <a:pt x="32115" y="269371"/>
                    <a:pt x="27199" y="267732"/>
                  </a:cubicBezTo>
                  <a:cubicBezTo>
                    <a:pt x="24425" y="266849"/>
                    <a:pt x="13206" y="273405"/>
                    <a:pt x="2364" y="280842"/>
                  </a:cubicBezTo>
                  <a:cubicBezTo>
                    <a:pt x="7280" y="291054"/>
                    <a:pt x="9802" y="301139"/>
                    <a:pt x="11819" y="310090"/>
                  </a:cubicBezTo>
                  <a:cubicBezTo>
                    <a:pt x="11945" y="310972"/>
                    <a:pt x="12197" y="311855"/>
                    <a:pt x="12449" y="312737"/>
                  </a:cubicBezTo>
                  <a:cubicBezTo>
                    <a:pt x="18248" y="308577"/>
                    <a:pt x="24047" y="305047"/>
                    <a:pt x="27451" y="304543"/>
                  </a:cubicBezTo>
                  <a:cubicBezTo>
                    <a:pt x="35645" y="303408"/>
                    <a:pt x="113427" y="304543"/>
                    <a:pt x="113427" y="304543"/>
                  </a:cubicBezTo>
                  <a:cubicBezTo>
                    <a:pt x="113427" y="304543"/>
                    <a:pt x="120487" y="316267"/>
                    <a:pt x="118092" y="326982"/>
                  </a:cubicBezTo>
                  <a:cubicBezTo>
                    <a:pt x="115696" y="337572"/>
                    <a:pt x="122882" y="332907"/>
                    <a:pt x="128681" y="347027"/>
                  </a:cubicBezTo>
                  <a:cubicBezTo>
                    <a:pt x="134606" y="361146"/>
                    <a:pt x="139271" y="367071"/>
                    <a:pt x="150995" y="363541"/>
                  </a:cubicBezTo>
                  <a:cubicBezTo>
                    <a:pt x="162718" y="360011"/>
                    <a:pt x="176838" y="357616"/>
                    <a:pt x="181628" y="358877"/>
                  </a:cubicBezTo>
                  <a:cubicBezTo>
                    <a:pt x="186293" y="360011"/>
                    <a:pt x="185158" y="338832"/>
                    <a:pt x="192218" y="335302"/>
                  </a:cubicBezTo>
                  <a:cubicBezTo>
                    <a:pt x="199278" y="331773"/>
                    <a:pt x="213397" y="335302"/>
                    <a:pt x="213397" y="335302"/>
                  </a:cubicBezTo>
                  <a:cubicBezTo>
                    <a:pt x="213397" y="335302"/>
                    <a:pt x="214531" y="341227"/>
                    <a:pt x="226382" y="341227"/>
                  </a:cubicBezTo>
                  <a:cubicBezTo>
                    <a:pt x="238105" y="341227"/>
                    <a:pt x="244031" y="336563"/>
                    <a:pt x="244031" y="344757"/>
                  </a:cubicBezTo>
                  <a:cubicBezTo>
                    <a:pt x="244031" y="352952"/>
                    <a:pt x="245165" y="362407"/>
                    <a:pt x="248695" y="365937"/>
                  </a:cubicBezTo>
                  <a:cubicBezTo>
                    <a:pt x="252225" y="369466"/>
                    <a:pt x="239240" y="398839"/>
                    <a:pt x="245165" y="403630"/>
                  </a:cubicBezTo>
                  <a:cubicBezTo>
                    <a:pt x="251090" y="408294"/>
                    <a:pt x="259284" y="418884"/>
                    <a:pt x="258150" y="424809"/>
                  </a:cubicBezTo>
                  <a:cubicBezTo>
                    <a:pt x="257015" y="430734"/>
                    <a:pt x="253485" y="444853"/>
                    <a:pt x="258150" y="445987"/>
                  </a:cubicBezTo>
                  <a:cubicBezTo>
                    <a:pt x="262814" y="447122"/>
                    <a:pt x="264075" y="438928"/>
                    <a:pt x="272269" y="438928"/>
                  </a:cubicBezTo>
                  <a:cubicBezTo>
                    <a:pt x="280464" y="438928"/>
                    <a:pt x="287523" y="440062"/>
                    <a:pt x="295844" y="436533"/>
                  </a:cubicBezTo>
                  <a:cubicBezTo>
                    <a:pt x="298617" y="435398"/>
                    <a:pt x="301012" y="435776"/>
                    <a:pt x="303029" y="436785"/>
                  </a:cubicBezTo>
                  <a:cubicBezTo>
                    <a:pt x="307315" y="438802"/>
                    <a:pt x="309963" y="443593"/>
                    <a:pt x="309963" y="443593"/>
                  </a:cubicBezTo>
                  <a:cubicBezTo>
                    <a:pt x="309963" y="443593"/>
                    <a:pt x="312358" y="451787"/>
                    <a:pt x="317022" y="449517"/>
                  </a:cubicBezTo>
                  <a:cubicBezTo>
                    <a:pt x="321687" y="447122"/>
                    <a:pt x="334671" y="443593"/>
                    <a:pt x="333537" y="448383"/>
                  </a:cubicBezTo>
                  <a:cubicBezTo>
                    <a:pt x="332402" y="453173"/>
                    <a:pt x="337067" y="463637"/>
                    <a:pt x="341731" y="461367"/>
                  </a:cubicBezTo>
                  <a:cubicBezTo>
                    <a:pt x="346395" y="458972"/>
                    <a:pt x="358245" y="468427"/>
                    <a:pt x="364044" y="468427"/>
                  </a:cubicBezTo>
                  <a:cubicBezTo>
                    <a:pt x="369844" y="468427"/>
                    <a:pt x="375769" y="468427"/>
                    <a:pt x="375769" y="464897"/>
                  </a:cubicBezTo>
                  <a:cubicBezTo>
                    <a:pt x="375769" y="461367"/>
                    <a:pt x="382828" y="455442"/>
                    <a:pt x="385224" y="460233"/>
                  </a:cubicBezTo>
                  <a:cubicBezTo>
                    <a:pt x="387619" y="464897"/>
                    <a:pt x="393418" y="475487"/>
                    <a:pt x="399343" y="475487"/>
                  </a:cubicBezTo>
                  <a:cubicBezTo>
                    <a:pt x="405268" y="475487"/>
                    <a:pt x="419387" y="475487"/>
                    <a:pt x="419387" y="480151"/>
                  </a:cubicBezTo>
                  <a:cubicBezTo>
                    <a:pt x="419387" y="484816"/>
                    <a:pt x="424051" y="497800"/>
                    <a:pt x="429976" y="502465"/>
                  </a:cubicBezTo>
                  <a:cubicBezTo>
                    <a:pt x="435902" y="507129"/>
                    <a:pt x="448760" y="502465"/>
                    <a:pt x="448760" y="502465"/>
                  </a:cubicBezTo>
                  <a:cubicBezTo>
                    <a:pt x="448760" y="502465"/>
                    <a:pt x="453425" y="498935"/>
                    <a:pt x="453425" y="490741"/>
                  </a:cubicBezTo>
                  <a:cubicBezTo>
                    <a:pt x="453425" y="482547"/>
                    <a:pt x="453425" y="471831"/>
                    <a:pt x="449895" y="471831"/>
                  </a:cubicBezTo>
                  <a:cubicBezTo>
                    <a:pt x="446365" y="471831"/>
                    <a:pt x="440440" y="480025"/>
                    <a:pt x="432246" y="477756"/>
                  </a:cubicBezTo>
                  <a:cubicBezTo>
                    <a:pt x="424051" y="475361"/>
                    <a:pt x="418126" y="458972"/>
                    <a:pt x="414597" y="456577"/>
                  </a:cubicBezTo>
                  <a:cubicBezTo>
                    <a:pt x="411067" y="454182"/>
                    <a:pt x="420522" y="438928"/>
                    <a:pt x="420522" y="431868"/>
                  </a:cubicBezTo>
                  <a:cubicBezTo>
                    <a:pt x="420522" y="424809"/>
                    <a:pt x="426447" y="404764"/>
                    <a:pt x="421656" y="402495"/>
                  </a:cubicBezTo>
                  <a:cubicBezTo>
                    <a:pt x="416992" y="400100"/>
                    <a:pt x="419261" y="393040"/>
                    <a:pt x="425186" y="388376"/>
                  </a:cubicBezTo>
                  <a:cubicBezTo>
                    <a:pt x="431111" y="383712"/>
                    <a:pt x="422791" y="370727"/>
                    <a:pt x="432246" y="370727"/>
                  </a:cubicBezTo>
                  <a:cubicBezTo>
                    <a:pt x="441070" y="370727"/>
                    <a:pt x="459097" y="371735"/>
                    <a:pt x="464140" y="365937"/>
                  </a:cubicBezTo>
                  <a:cubicBezTo>
                    <a:pt x="464518" y="365558"/>
                    <a:pt x="464896" y="365306"/>
                    <a:pt x="465149" y="364802"/>
                  </a:cubicBezTo>
                  <a:cubicBezTo>
                    <a:pt x="465779" y="363541"/>
                    <a:pt x="466409" y="362154"/>
                    <a:pt x="466913" y="360768"/>
                  </a:cubicBezTo>
                  <a:cubicBezTo>
                    <a:pt x="460610" y="350682"/>
                    <a:pt x="454559" y="337446"/>
                    <a:pt x="447247" y="333412"/>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3" name="Google Shape;813;p22"/>
            <p:cNvSpPr/>
            <p:nvPr/>
          </p:nvSpPr>
          <p:spPr>
            <a:xfrm>
              <a:off x="6552639" y="4634554"/>
              <a:ext cx="37820" cy="50426"/>
            </a:xfrm>
            <a:custGeom>
              <a:rect b="b" l="l" r="r" t="t"/>
              <a:pathLst>
                <a:path extrusionOk="0" h="50426" w="37819">
                  <a:moveTo>
                    <a:pt x="5515" y="30728"/>
                  </a:moveTo>
                  <a:cubicBezTo>
                    <a:pt x="7532" y="35393"/>
                    <a:pt x="9675" y="46108"/>
                    <a:pt x="12071" y="58337"/>
                  </a:cubicBezTo>
                  <a:cubicBezTo>
                    <a:pt x="17365" y="54933"/>
                    <a:pt x="21652" y="52412"/>
                    <a:pt x="23416" y="51655"/>
                  </a:cubicBezTo>
                  <a:cubicBezTo>
                    <a:pt x="30224" y="49008"/>
                    <a:pt x="45100" y="20391"/>
                    <a:pt x="45100" y="20391"/>
                  </a:cubicBezTo>
                  <a:lnTo>
                    <a:pt x="38292" y="16357"/>
                  </a:lnTo>
                  <a:cubicBezTo>
                    <a:pt x="38292" y="16357"/>
                    <a:pt x="39049" y="10432"/>
                    <a:pt x="37284" y="2364"/>
                  </a:cubicBezTo>
                  <a:cubicBezTo>
                    <a:pt x="31233" y="3120"/>
                    <a:pt x="24803" y="2742"/>
                    <a:pt x="24803" y="2742"/>
                  </a:cubicBezTo>
                  <a:cubicBezTo>
                    <a:pt x="24803" y="2742"/>
                    <a:pt x="26190" y="13583"/>
                    <a:pt x="11188" y="10936"/>
                  </a:cubicBezTo>
                  <a:cubicBezTo>
                    <a:pt x="8793" y="10558"/>
                    <a:pt x="5767" y="10306"/>
                    <a:pt x="2364" y="10054"/>
                  </a:cubicBezTo>
                  <a:cubicBezTo>
                    <a:pt x="3372" y="10432"/>
                    <a:pt x="4128" y="10558"/>
                    <a:pt x="4128" y="10558"/>
                  </a:cubicBezTo>
                  <a:lnTo>
                    <a:pt x="5515" y="30728"/>
                  </a:ln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4" name="Google Shape;814;p22"/>
            <p:cNvSpPr/>
            <p:nvPr/>
          </p:nvSpPr>
          <p:spPr>
            <a:xfrm>
              <a:off x="6579743" y="4853654"/>
              <a:ext cx="277343" cy="453834"/>
            </a:xfrm>
            <a:custGeom>
              <a:rect b="b" l="l" r="r" t="t"/>
              <a:pathLst>
                <a:path extrusionOk="0" h="453834" w="277343">
                  <a:moveTo>
                    <a:pt x="282732" y="118722"/>
                  </a:moveTo>
                  <a:cubicBezTo>
                    <a:pt x="279959" y="111662"/>
                    <a:pt x="274538" y="79894"/>
                    <a:pt x="276051" y="66909"/>
                  </a:cubicBezTo>
                  <a:cubicBezTo>
                    <a:pt x="277690" y="53924"/>
                    <a:pt x="273656" y="19887"/>
                    <a:pt x="273656" y="3372"/>
                  </a:cubicBezTo>
                  <a:cubicBezTo>
                    <a:pt x="273656" y="2994"/>
                    <a:pt x="273656" y="2742"/>
                    <a:pt x="273530" y="2364"/>
                  </a:cubicBezTo>
                  <a:cubicBezTo>
                    <a:pt x="260545" y="8289"/>
                    <a:pt x="246552" y="14970"/>
                    <a:pt x="245417" y="17492"/>
                  </a:cubicBezTo>
                  <a:cubicBezTo>
                    <a:pt x="243022" y="22156"/>
                    <a:pt x="232811" y="16735"/>
                    <a:pt x="226507" y="22156"/>
                  </a:cubicBezTo>
                  <a:cubicBezTo>
                    <a:pt x="220204" y="27703"/>
                    <a:pt x="216296" y="22912"/>
                    <a:pt x="210875" y="21400"/>
                  </a:cubicBezTo>
                  <a:cubicBezTo>
                    <a:pt x="205455" y="19761"/>
                    <a:pt x="203059" y="26947"/>
                    <a:pt x="202303" y="31611"/>
                  </a:cubicBezTo>
                  <a:cubicBezTo>
                    <a:pt x="201546" y="36275"/>
                    <a:pt x="190579" y="34006"/>
                    <a:pt x="186545" y="33124"/>
                  </a:cubicBezTo>
                  <a:cubicBezTo>
                    <a:pt x="182637" y="32367"/>
                    <a:pt x="170030" y="36275"/>
                    <a:pt x="163853" y="36275"/>
                  </a:cubicBezTo>
                  <a:cubicBezTo>
                    <a:pt x="157550" y="36275"/>
                    <a:pt x="162340" y="30728"/>
                    <a:pt x="155281" y="28459"/>
                  </a:cubicBezTo>
                  <a:cubicBezTo>
                    <a:pt x="148221" y="26064"/>
                    <a:pt x="143557" y="31611"/>
                    <a:pt x="139523" y="31611"/>
                  </a:cubicBezTo>
                  <a:cubicBezTo>
                    <a:pt x="137127" y="31611"/>
                    <a:pt x="129816" y="30728"/>
                    <a:pt x="124521" y="30098"/>
                  </a:cubicBezTo>
                  <a:cubicBezTo>
                    <a:pt x="124395" y="33754"/>
                    <a:pt x="124016" y="36906"/>
                    <a:pt x="123134" y="39301"/>
                  </a:cubicBezTo>
                  <a:cubicBezTo>
                    <a:pt x="118091" y="52538"/>
                    <a:pt x="133724" y="82667"/>
                    <a:pt x="134480" y="95400"/>
                  </a:cubicBezTo>
                  <a:cubicBezTo>
                    <a:pt x="140279" y="100442"/>
                    <a:pt x="146960" y="106494"/>
                    <a:pt x="150616" y="110906"/>
                  </a:cubicBezTo>
                  <a:cubicBezTo>
                    <a:pt x="157676" y="119604"/>
                    <a:pt x="150616" y="118722"/>
                    <a:pt x="151373" y="137632"/>
                  </a:cubicBezTo>
                  <a:cubicBezTo>
                    <a:pt x="152129" y="156415"/>
                    <a:pt x="143557" y="148599"/>
                    <a:pt x="136497" y="154902"/>
                  </a:cubicBezTo>
                  <a:cubicBezTo>
                    <a:pt x="129437" y="161206"/>
                    <a:pt x="135741" y="175325"/>
                    <a:pt x="134102" y="179233"/>
                  </a:cubicBezTo>
                  <a:cubicBezTo>
                    <a:pt x="132463" y="183141"/>
                    <a:pt x="111284" y="151751"/>
                    <a:pt x="109771" y="147087"/>
                  </a:cubicBezTo>
                  <a:cubicBezTo>
                    <a:pt x="108258" y="142422"/>
                    <a:pt x="117587" y="123512"/>
                    <a:pt x="115318" y="112545"/>
                  </a:cubicBezTo>
                  <a:cubicBezTo>
                    <a:pt x="112923" y="101577"/>
                    <a:pt x="98803" y="108636"/>
                    <a:pt x="94139" y="109393"/>
                  </a:cubicBezTo>
                  <a:cubicBezTo>
                    <a:pt x="89475" y="110150"/>
                    <a:pt x="78381" y="96912"/>
                    <a:pt x="76112" y="96912"/>
                  </a:cubicBezTo>
                  <a:cubicBezTo>
                    <a:pt x="73717" y="96912"/>
                    <a:pt x="2364" y="123512"/>
                    <a:pt x="2364" y="123512"/>
                  </a:cubicBezTo>
                  <a:lnTo>
                    <a:pt x="7784" y="143179"/>
                  </a:lnTo>
                  <a:lnTo>
                    <a:pt x="6272" y="143179"/>
                  </a:lnTo>
                  <a:lnTo>
                    <a:pt x="10180" y="151751"/>
                  </a:lnTo>
                  <a:cubicBezTo>
                    <a:pt x="10180" y="151751"/>
                    <a:pt x="33754" y="152885"/>
                    <a:pt x="44344" y="159945"/>
                  </a:cubicBezTo>
                  <a:cubicBezTo>
                    <a:pt x="54933" y="167005"/>
                    <a:pt x="71447" y="168139"/>
                    <a:pt x="74977" y="170534"/>
                  </a:cubicBezTo>
                  <a:cubicBezTo>
                    <a:pt x="78507" y="172930"/>
                    <a:pt x="74977" y="198773"/>
                    <a:pt x="76112" y="211758"/>
                  </a:cubicBezTo>
                  <a:cubicBezTo>
                    <a:pt x="77246" y="224743"/>
                    <a:pt x="61993" y="228272"/>
                    <a:pt x="69052" y="235332"/>
                  </a:cubicBezTo>
                  <a:cubicBezTo>
                    <a:pt x="76112" y="242392"/>
                    <a:pt x="72582" y="254242"/>
                    <a:pt x="77246" y="255376"/>
                  </a:cubicBezTo>
                  <a:cubicBezTo>
                    <a:pt x="81911" y="256511"/>
                    <a:pt x="69052" y="271891"/>
                    <a:pt x="63127" y="275421"/>
                  </a:cubicBezTo>
                  <a:cubicBezTo>
                    <a:pt x="57202" y="278950"/>
                    <a:pt x="63127" y="291935"/>
                    <a:pt x="56068" y="301264"/>
                  </a:cubicBezTo>
                  <a:cubicBezTo>
                    <a:pt x="51529" y="307315"/>
                    <a:pt x="38419" y="319165"/>
                    <a:pt x="29089" y="328116"/>
                  </a:cubicBezTo>
                  <a:cubicBezTo>
                    <a:pt x="29594" y="328368"/>
                    <a:pt x="29972" y="328620"/>
                    <a:pt x="30098" y="328998"/>
                  </a:cubicBezTo>
                  <a:cubicBezTo>
                    <a:pt x="32493" y="333159"/>
                    <a:pt x="39553" y="374256"/>
                    <a:pt x="46613" y="378416"/>
                  </a:cubicBezTo>
                  <a:cubicBezTo>
                    <a:pt x="53672" y="382576"/>
                    <a:pt x="49512" y="423169"/>
                    <a:pt x="49008" y="426699"/>
                  </a:cubicBezTo>
                  <a:cubicBezTo>
                    <a:pt x="48377" y="430228"/>
                    <a:pt x="51907" y="457332"/>
                    <a:pt x="51907" y="457332"/>
                  </a:cubicBezTo>
                  <a:cubicBezTo>
                    <a:pt x="51907" y="457332"/>
                    <a:pt x="62371" y="455694"/>
                    <a:pt x="71699" y="455820"/>
                  </a:cubicBezTo>
                  <a:cubicBezTo>
                    <a:pt x="72330" y="450399"/>
                    <a:pt x="72708" y="445735"/>
                    <a:pt x="72960" y="442583"/>
                  </a:cubicBezTo>
                  <a:cubicBezTo>
                    <a:pt x="73717" y="430102"/>
                    <a:pt x="65144" y="440188"/>
                    <a:pt x="62371" y="432372"/>
                  </a:cubicBezTo>
                  <a:cubicBezTo>
                    <a:pt x="59597" y="424556"/>
                    <a:pt x="81533" y="410058"/>
                    <a:pt x="103972" y="401738"/>
                  </a:cubicBezTo>
                  <a:cubicBezTo>
                    <a:pt x="126286" y="393543"/>
                    <a:pt x="134984" y="388753"/>
                    <a:pt x="137379" y="380937"/>
                  </a:cubicBezTo>
                  <a:cubicBezTo>
                    <a:pt x="139775" y="373121"/>
                    <a:pt x="137001" y="351186"/>
                    <a:pt x="140153" y="342487"/>
                  </a:cubicBezTo>
                  <a:cubicBezTo>
                    <a:pt x="143304" y="333915"/>
                    <a:pt x="138136" y="328746"/>
                    <a:pt x="135488" y="309206"/>
                  </a:cubicBezTo>
                  <a:cubicBezTo>
                    <a:pt x="132715" y="289540"/>
                    <a:pt x="125655" y="286388"/>
                    <a:pt x="122504" y="275421"/>
                  </a:cubicBezTo>
                  <a:cubicBezTo>
                    <a:pt x="119352" y="264453"/>
                    <a:pt x="120108" y="255881"/>
                    <a:pt x="126790" y="255376"/>
                  </a:cubicBezTo>
                  <a:cubicBezTo>
                    <a:pt x="133471" y="254998"/>
                    <a:pt x="133471" y="251847"/>
                    <a:pt x="138892" y="241257"/>
                  </a:cubicBezTo>
                  <a:cubicBezTo>
                    <a:pt x="144439" y="230668"/>
                    <a:pt x="150616" y="234954"/>
                    <a:pt x="161206" y="227138"/>
                  </a:cubicBezTo>
                  <a:cubicBezTo>
                    <a:pt x="171795" y="219322"/>
                    <a:pt x="172173" y="209488"/>
                    <a:pt x="189066" y="196504"/>
                  </a:cubicBezTo>
                  <a:cubicBezTo>
                    <a:pt x="205959" y="183519"/>
                    <a:pt x="224364" y="184023"/>
                    <a:pt x="240879" y="174190"/>
                  </a:cubicBezTo>
                  <a:cubicBezTo>
                    <a:pt x="257267" y="164231"/>
                    <a:pt x="285506" y="125781"/>
                    <a:pt x="282732" y="118722"/>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5" name="Google Shape;815;p22"/>
            <p:cNvSpPr/>
            <p:nvPr/>
          </p:nvSpPr>
          <p:spPr>
            <a:xfrm>
              <a:off x="6562346" y="4595221"/>
              <a:ext cx="289950" cy="289950"/>
            </a:xfrm>
            <a:custGeom>
              <a:rect b="b" l="l" r="r" t="t"/>
              <a:pathLst>
                <a:path extrusionOk="0" h="289949" w="289949">
                  <a:moveTo>
                    <a:pt x="272395" y="236719"/>
                  </a:moveTo>
                  <a:cubicBezTo>
                    <a:pt x="271639" y="220582"/>
                    <a:pt x="262184" y="220582"/>
                    <a:pt x="262562" y="209615"/>
                  </a:cubicBezTo>
                  <a:cubicBezTo>
                    <a:pt x="262940" y="198647"/>
                    <a:pt x="263697" y="188814"/>
                    <a:pt x="259789" y="187679"/>
                  </a:cubicBezTo>
                  <a:cubicBezTo>
                    <a:pt x="255881" y="186545"/>
                    <a:pt x="258150" y="177090"/>
                    <a:pt x="264453" y="167635"/>
                  </a:cubicBezTo>
                  <a:cubicBezTo>
                    <a:pt x="270756" y="158180"/>
                    <a:pt x="253107" y="157046"/>
                    <a:pt x="250334" y="145322"/>
                  </a:cubicBezTo>
                  <a:cubicBezTo>
                    <a:pt x="249199" y="140279"/>
                    <a:pt x="254746" y="123386"/>
                    <a:pt x="262058" y="104981"/>
                  </a:cubicBezTo>
                  <a:cubicBezTo>
                    <a:pt x="240123" y="89853"/>
                    <a:pt x="217557" y="73338"/>
                    <a:pt x="217557" y="73338"/>
                  </a:cubicBezTo>
                  <a:lnTo>
                    <a:pt x="218943" y="57076"/>
                  </a:lnTo>
                  <a:lnTo>
                    <a:pt x="118722" y="3877"/>
                  </a:lnTo>
                  <a:cubicBezTo>
                    <a:pt x="118091" y="16105"/>
                    <a:pt x="113049" y="25560"/>
                    <a:pt x="105863" y="28837"/>
                  </a:cubicBezTo>
                  <a:cubicBezTo>
                    <a:pt x="98173" y="32367"/>
                    <a:pt x="116453" y="43587"/>
                    <a:pt x="107628" y="45352"/>
                  </a:cubicBezTo>
                  <a:cubicBezTo>
                    <a:pt x="98803" y="47117"/>
                    <a:pt x="78759" y="37158"/>
                    <a:pt x="64640" y="42957"/>
                  </a:cubicBezTo>
                  <a:cubicBezTo>
                    <a:pt x="55185" y="46991"/>
                    <a:pt x="57076" y="23165"/>
                    <a:pt x="64514" y="2364"/>
                  </a:cubicBezTo>
                  <a:lnTo>
                    <a:pt x="42327" y="4129"/>
                  </a:lnTo>
                  <a:cubicBezTo>
                    <a:pt x="42327" y="4129"/>
                    <a:pt x="36275" y="5642"/>
                    <a:pt x="29846" y="7406"/>
                  </a:cubicBezTo>
                  <a:lnTo>
                    <a:pt x="34132" y="19004"/>
                  </a:lnTo>
                  <a:cubicBezTo>
                    <a:pt x="34132" y="19004"/>
                    <a:pt x="39553" y="29846"/>
                    <a:pt x="38166" y="36653"/>
                  </a:cubicBezTo>
                  <a:cubicBezTo>
                    <a:pt x="37536" y="39805"/>
                    <a:pt x="32619" y="41066"/>
                    <a:pt x="27577" y="41696"/>
                  </a:cubicBezTo>
                  <a:cubicBezTo>
                    <a:pt x="29342" y="49638"/>
                    <a:pt x="28585" y="55689"/>
                    <a:pt x="28585" y="55689"/>
                  </a:cubicBezTo>
                  <a:lnTo>
                    <a:pt x="35393" y="59723"/>
                  </a:lnTo>
                  <a:cubicBezTo>
                    <a:pt x="35393" y="59723"/>
                    <a:pt x="20517" y="88214"/>
                    <a:pt x="13709" y="90988"/>
                  </a:cubicBezTo>
                  <a:cubicBezTo>
                    <a:pt x="11945" y="91744"/>
                    <a:pt x="7659" y="94265"/>
                    <a:pt x="2364" y="97669"/>
                  </a:cubicBezTo>
                  <a:cubicBezTo>
                    <a:pt x="6398" y="117713"/>
                    <a:pt x="11315" y="141540"/>
                    <a:pt x="18626" y="148221"/>
                  </a:cubicBezTo>
                  <a:cubicBezTo>
                    <a:pt x="32115" y="160575"/>
                    <a:pt x="29846" y="174695"/>
                    <a:pt x="32745" y="182889"/>
                  </a:cubicBezTo>
                  <a:cubicBezTo>
                    <a:pt x="35645" y="191083"/>
                    <a:pt x="47495" y="200538"/>
                    <a:pt x="39175" y="204068"/>
                  </a:cubicBezTo>
                  <a:cubicBezTo>
                    <a:pt x="33880" y="206337"/>
                    <a:pt x="29089" y="200664"/>
                    <a:pt x="24425" y="192974"/>
                  </a:cubicBezTo>
                  <a:cubicBezTo>
                    <a:pt x="23921" y="194361"/>
                    <a:pt x="23417" y="195747"/>
                    <a:pt x="22660" y="197008"/>
                  </a:cubicBezTo>
                  <a:cubicBezTo>
                    <a:pt x="22408" y="197513"/>
                    <a:pt x="22030" y="197765"/>
                    <a:pt x="21652" y="198143"/>
                  </a:cubicBezTo>
                  <a:cubicBezTo>
                    <a:pt x="28837" y="203438"/>
                    <a:pt x="37284" y="209110"/>
                    <a:pt x="40814" y="209110"/>
                  </a:cubicBezTo>
                  <a:cubicBezTo>
                    <a:pt x="47621" y="209110"/>
                    <a:pt x="58463" y="217305"/>
                    <a:pt x="65270" y="218565"/>
                  </a:cubicBezTo>
                  <a:cubicBezTo>
                    <a:pt x="72078" y="219952"/>
                    <a:pt x="96282" y="229659"/>
                    <a:pt x="99182" y="233441"/>
                  </a:cubicBezTo>
                  <a:cubicBezTo>
                    <a:pt x="99686" y="234197"/>
                    <a:pt x="100317" y="235080"/>
                    <a:pt x="100947" y="236088"/>
                  </a:cubicBezTo>
                  <a:cubicBezTo>
                    <a:pt x="106746" y="235836"/>
                    <a:pt x="114310" y="235584"/>
                    <a:pt x="118848" y="236088"/>
                  </a:cubicBezTo>
                  <a:cubicBezTo>
                    <a:pt x="119856" y="235206"/>
                    <a:pt x="120991" y="234576"/>
                    <a:pt x="122756" y="234576"/>
                  </a:cubicBezTo>
                  <a:cubicBezTo>
                    <a:pt x="131707" y="234576"/>
                    <a:pt x="142296" y="268613"/>
                    <a:pt x="141792" y="288405"/>
                  </a:cubicBezTo>
                  <a:cubicBezTo>
                    <a:pt x="147087" y="289162"/>
                    <a:pt x="154524" y="289918"/>
                    <a:pt x="156793" y="289918"/>
                  </a:cubicBezTo>
                  <a:cubicBezTo>
                    <a:pt x="160701" y="289918"/>
                    <a:pt x="165492" y="284497"/>
                    <a:pt x="172552" y="286766"/>
                  </a:cubicBezTo>
                  <a:cubicBezTo>
                    <a:pt x="179611" y="289162"/>
                    <a:pt x="174947" y="294582"/>
                    <a:pt x="181124" y="294582"/>
                  </a:cubicBezTo>
                  <a:cubicBezTo>
                    <a:pt x="187427" y="294582"/>
                    <a:pt x="199908" y="290674"/>
                    <a:pt x="203816" y="291431"/>
                  </a:cubicBezTo>
                  <a:cubicBezTo>
                    <a:pt x="207724" y="292187"/>
                    <a:pt x="218691" y="294582"/>
                    <a:pt x="219574" y="289918"/>
                  </a:cubicBezTo>
                  <a:cubicBezTo>
                    <a:pt x="220330" y="285254"/>
                    <a:pt x="222726" y="278194"/>
                    <a:pt x="228146" y="279707"/>
                  </a:cubicBezTo>
                  <a:cubicBezTo>
                    <a:pt x="233693" y="281220"/>
                    <a:pt x="237601" y="286010"/>
                    <a:pt x="243778" y="280463"/>
                  </a:cubicBezTo>
                  <a:cubicBezTo>
                    <a:pt x="250081" y="274916"/>
                    <a:pt x="260293" y="280463"/>
                    <a:pt x="262688" y="275799"/>
                  </a:cubicBezTo>
                  <a:cubicBezTo>
                    <a:pt x="263949" y="273404"/>
                    <a:pt x="277816" y="266596"/>
                    <a:pt x="290801" y="260671"/>
                  </a:cubicBezTo>
                  <a:cubicBezTo>
                    <a:pt x="290296" y="245669"/>
                    <a:pt x="273152" y="252477"/>
                    <a:pt x="272395" y="236719"/>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6" name="Google Shape;816;p22"/>
            <p:cNvSpPr/>
            <p:nvPr/>
          </p:nvSpPr>
          <p:spPr>
            <a:xfrm>
              <a:off x="6648057" y="4828865"/>
              <a:ext cx="75639" cy="201704"/>
            </a:xfrm>
            <a:custGeom>
              <a:rect b="b" l="l" r="r" t="t"/>
              <a:pathLst>
                <a:path extrusionOk="0" h="201704" w="75639">
                  <a:moveTo>
                    <a:pt x="82302" y="135695"/>
                  </a:moveTo>
                  <a:cubicBezTo>
                    <a:pt x="78772" y="131409"/>
                    <a:pt x="71965" y="125231"/>
                    <a:pt x="66166" y="120189"/>
                  </a:cubicBezTo>
                  <a:cubicBezTo>
                    <a:pt x="66292" y="122080"/>
                    <a:pt x="66040" y="123719"/>
                    <a:pt x="65410" y="124727"/>
                  </a:cubicBezTo>
                  <a:cubicBezTo>
                    <a:pt x="58476" y="134686"/>
                    <a:pt x="38936" y="103548"/>
                    <a:pt x="36541" y="84134"/>
                  </a:cubicBezTo>
                  <a:cubicBezTo>
                    <a:pt x="34145" y="64720"/>
                    <a:pt x="47760" y="55265"/>
                    <a:pt x="39440" y="37112"/>
                  </a:cubicBezTo>
                  <a:cubicBezTo>
                    <a:pt x="32506" y="21858"/>
                    <a:pt x="28220" y="7235"/>
                    <a:pt x="33137" y="2696"/>
                  </a:cubicBezTo>
                  <a:cubicBezTo>
                    <a:pt x="28598" y="2192"/>
                    <a:pt x="21034" y="2318"/>
                    <a:pt x="15235" y="2696"/>
                  </a:cubicBezTo>
                  <a:cubicBezTo>
                    <a:pt x="19522" y="9756"/>
                    <a:pt x="25699" y="23875"/>
                    <a:pt x="25699" y="28540"/>
                  </a:cubicBezTo>
                  <a:cubicBezTo>
                    <a:pt x="25699" y="33960"/>
                    <a:pt x="18891" y="27153"/>
                    <a:pt x="16244" y="33960"/>
                  </a:cubicBezTo>
                  <a:cubicBezTo>
                    <a:pt x="13597" y="40768"/>
                    <a:pt x="12210" y="72032"/>
                    <a:pt x="17631" y="77453"/>
                  </a:cubicBezTo>
                  <a:cubicBezTo>
                    <a:pt x="23051" y="82874"/>
                    <a:pt x="6789" y="78840"/>
                    <a:pt x="6789" y="84260"/>
                  </a:cubicBezTo>
                  <a:cubicBezTo>
                    <a:pt x="6789" y="89681"/>
                    <a:pt x="5402" y="108717"/>
                    <a:pt x="2755" y="110104"/>
                  </a:cubicBezTo>
                  <a:cubicBezTo>
                    <a:pt x="1242" y="110860"/>
                    <a:pt x="4394" y="115525"/>
                    <a:pt x="7420" y="121702"/>
                  </a:cubicBezTo>
                  <a:cubicBezTo>
                    <a:pt x="7420" y="121702"/>
                    <a:pt x="7672" y="121702"/>
                    <a:pt x="7672" y="121702"/>
                  </a:cubicBezTo>
                  <a:cubicBezTo>
                    <a:pt x="10067" y="121702"/>
                    <a:pt x="21034" y="135064"/>
                    <a:pt x="25699" y="134182"/>
                  </a:cubicBezTo>
                  <a:cubicBezTo>
                    <a:pt x="30363" y="133426"/>
                    <a:pt x="44483" y="126366"/>
                    <a:pt x="46878" y="137334"/>
                  </a:cubicBezTo>
                  <a:cubicBezTo>
                    <a:pt x="49273" y="148302"/>
                    <a:pt x="39818" y="167085"/>
                    <a:pt x="41331" y="171876"/>
                  </a:cubicBezTo>
                  <a:cubicBezTo>
                    <a:pt x="42970" y="176540"/>
                    <a:pt x="64149" y="207930"/>
                    <a:pt x="65662" y="204022"/>
                  </a:cubicBezTo>
                  <a:cubicBezTo>
                    <a:pt x="67174" y="200114"/>
                    <a:pt x="60997" y="185995"/>
                    <a:pt x="68057" y="179692"/>
                  </a:cubicBezTo>
                  <a:cubicBezTo>
                    <a:pt x="75116" y="173388"/>
                    <a:pt x="83815" y="181331"/>
                    <a:pt x="82932" y="162421"/>
                  </a:cubicBezTo>
                  <a:cubicBezTo>
                    <a:pt x="82302" y="143511"/>
                    <a:pt x="89362" y="144267"/>
                    <a:pt x="82302" y="13569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7" name="Google Shape;817;p22"/>
            <p:cNvSpPr/>
            <p:nvPr/>
          </p:nvSpPr>
          <p:spPr>
            <a:xfrm>
              <a:off x="10131603" y="5133892"/>
              <a:ext cx="75639" cy="50426"/>
            </a:xfrm>
            <a:custGeom>
              <a:rect b="b" l="l" r="r" t="t"/>
              <a:pathLst>
                <a:path extrusionOk="0" h="50426" w="75639">
                  <a:moveTo>
                    <a:pt x="2386" y="3503"/>
                  </a:moveTo>
                  <a:cubicBezTo>
                    <a:pt x="747" y="-6330"/>
                    <a:pt x="88741" y="50526"/>
                    <a:pt x="79286" y="56829"/>
                  </a:cubicBezTo>
                  <a:cubicBezTo>
                    <a:pt x="69831" y="63132"/>
                    <a:pt x="4025" y="12958"/>
                    <a:pt x="2386" y="3503"/>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8" name="Google Shape;818;p22"/>
            <p:cNvSpPr/>
            <p:nvPr/>
          </p:nvSpPr>
          <p:spPr>
            <a:xfrm>
              <a:off x="7591079" y="3415379"/>
              <a:ext cx="201704" cy="138672"/>
            </a:xfrm>
            <a:custGeom>
              <a:rect b="b" l="l" r="r" t="t"/>
              <a:pathLst>
                <a:path extrusionOk="0" h="138671" w="201704">
                  <a:moveTo>
                    <a:pt x="167088" y="111536"/>
                  </a:moveTo>
                  <a:cubicBezTo>
                    <a:pt x="173013" y="115066"/>
                    <a:pt x="171753" y="119730"/>
                    <a:pt x="177299" y="118974"/>
                  </a:cubicBezTo>
                  <a:cubicBezTo>
                    <a:pt x="181838" y="118344"/>
                    <a:pt x="191293" y="120361"/>
                    <a:pt x="195831" y="124773"/>
                  </a:cubicBezTo>
                  <a:cubicBezTo>
                    <a:pt x="200622" y="123638"/>
                    <a:pt x="204656" y="123134"/>
                    <a:pt x="204656" y="123134"/>
                  </a:cubicBezTo>
                  <a:cubicBezTo>
                    <a:pt x="204656" y="123134"/>
                    <a:pt x="200495" y="95904"/>
                    <a:pt x="199360" y="87458"/>
                  </a:cubicBezTo>
                  <a:cubicBezTo>
                    <a:pt x="198352" y="79011"/>
                    <a:pt x="173139" y="70691"/>
                    <a:pt x="173139" y="70691"/>
                  </a:cubicBezTo>
                  <a:lnTo>
                    <a:pt x="168979" y="47621"/>
                  </a:lnTo>
                  <a:cubicBezTo>
                    <a:pt x="168979" y="47621"/>
                    <a:pt x="139606" y="51781"/>
                    <a:pt x="134437" y="49764"/>
                  </a:cubicBezTo>
                  <a:cubicBezTo>
                    <a:pt x="129143" y="47621"/>
                    <a:pt x="117671" y="52916"/>
                    <a:pt x="112502" y="45604"/>
                  </a:cubicBezTo>
                  <a:cubicBezTo>
                    <a:pt x="107207" y="38292"/>
                    <a:pt x="97752" y="50899"/>
                    <a:pt x="88423" y="44596"/>
                  </a:cubicBezTo>
                  <a:cubicBezTo>
                    <a:pt x="78968" y="38292"/>
                    <a:pt x="51739" y="46739"/>
                    <a:pt x="50730" y="41444"/>
                  </a:cubicBezTo>
                  <a:cubicBezTo>
                    <a:pt x="49722" y="36149"/>
                    <a:pt x="62202" y="24677"/>
                    <a:pt x="69640" y="25686"/>
                  </a:cubicBezTo>
                  <a:cubicBezTo>
                    <a:pt x="71405" y="25938"/>
                    <a:pt x="74304" y="26064"/>
                    <a:pt x="77834" y="25938"/>
                  </a:cubicBezTo>
                  <a:cubicBezTo>
                    <a:pt x="81238" y="20391"/>
                    <a:pt x="89054" y="7280"/>
                    <a:pt x="87163" y="4129"/>
                  </a:cubicBezTo>
                  <a:cubicBezTo>
                    <a:pt x="84768" y="221"/>
                    <a:pt x="75439" y="3372"/>
                    <a:pt x="69135" y="8037"/>
                  </a:cubicBezTo>
                  <a:cubicBezTo>
                    <a:pt x="62832" y="12701"/>
                    <a:pt x="51108" y="5642"/>
                    <a:pt x="48713" y="12701"/>
                  </a:cubicBezTo>
                  <a:cubicBezTo>
                    <a:pt x="46318" y="19761"/>
                    <a:pt x="43292" y="26820"/>
                    <a:pt x="36106" y="26820"/>
                  </a:cubicBezTo>
                  <a:cubicBezTo>
                    <a:pt x="29047" y="26820"/>
                    <a:pt x="34468" y="38545"/>
                    <a:pt x="27534" y="41696"/>
                  </a:cubicBezTo>
                  <a:cubicBezTo>
                    <a:pt x="20475" y="44848"/>
                    <a:pt x="3960" y="44091"/>
                    <a:pt x="2447" y="51151"/>
                  </a:cubicBezTo>
                  <a:cubicBezTo>
                    <a:pt x="935" y="58211"/>
                    <a:pt x="20475" y="62875"/>
                    <a:pt x="18962" y="71574"/>
                  </a:cubicBezTo>
                  <a:cubicBezTo>
                    <a:pt x="17449" y="80272"/>
                    <a:pt x="29173" y="89601"/>
                    <a:pt x="22113" y="95148"/>
                  </a:cubicBezTo>
                  <a:cubicBezTo>
                    <a:pt x="16062" y="99812"/>
                    <a:pt x="10641" y="107502"/>
                    <a:pt x="11146" y="122882"/>
                  </a:cubicBezTo>
                  <a:cubicBezTo>
                    <a:pt x="16315" y="126160"/>
                    <a:pt x="21105" y="129059"/>
                    <a:pt x="23626" y="124143"/>
                  </a:cubicBezTo>
                  <a:cubicBezTo>
                    <a:pt x="27786" y="115822"/>
                    <a:pt x="50856" y="124143"/>
                    <a:pt x="50856" y="116831"/>
                  </a:cubicBezTo>
                  <a:cubicBezTo>
                    <a:pt x="50856" y="109519"/>
                    <a:pt x="76069" y="111536"/>
                    <a:pt x="76069" y="104224"/>
                  </a:cubicBezTo>
                  <a:cubicBezTo>
                    <a:pt x="76069" y="96913"/>
                    <a:pt x="90693" y="80146"/>
                    <a:pt x="100148" y="81154"/>
                  </a:cubicBezTo>
                  <a:cubicBezTo>
                    <a:pt x="109603" y="82163"/>
                    <a:pt x="99139" y="97921"/>
                    <a:pt x="110611" y="103216"/>
                  </a:cubicBezTo>
                  <a:cubicBezTo>
                    <a:pt x="122083" y="108511"/>
                    <a:pt x="105316" y="127294"/>
                    <a:pt x="111620" y="134606"/>
                  </a:cubicBezTo>
                  <a:cubicBezTo>
                    <a:pt x="114015" y="137380"/>
                    <a:pt x="118553" y="136875"/>
                    <a:pt x="124100" y="135236"/>
                  </a:cubicBezTo>
                  <a:cubicBezTo>
                    <a:pt x="128386" y="133976"/>
                    <a:pt x="133303" y="132085"/>
                    <a:pt x="138219" y="130446"/>
                  </a:cubicBezTo>
                  <a:cubicBezTo>
                    <a:pt x="148430" y="121495"/>
                    <a:pt x="162424" y="108763"/>
                    <a:pt x="167088" y="11153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9" name="Google Shape;819;p22"/>
            <p:cNvSpPr/>
            <p:nvPr/>
          </p:nvSpPr>
          <p:spPr>
            <a:xfrm>
              <a:off x="3701048" y="3883335"/>
              <a:ext cx="12607" cy="37820"/>
            </a:xfrm>
            <a:custGeom>
              <a:rect b="b" l="l" r="r" t="t"/>
              <a:pathLst>
                <a:path extrusionOk="0" h="37819" w="12606">
                  <a:moveTo>
                    <a:pt x="22030" y="43080"/>
                  </a:moveTo>
                  <a:cubicBezTo>
                    <a:pt x="20391" y="46609"/>
                    <a:pt x="11566" y="38541"/>
                    <a:pt x="11440" y="32490"/>
                  </a:cubicBezTo>
                  <a:cubicBezTo>
                    <a:pt x="11188" y="26439"/>
                    <a:pt x="2364" y="25304"/>
                    <a:pt x="2364" y="14589"/>
                  </a:cubicBezTo>
                  <a:cubicBezTo>
                    <a:pt x="2364" y="3873"/>
                    <a:pt x="6650" y="-2430"/>
                    <a:pt x="12071" y="6899"/>
                  </a:cubicBezTo>
                  <a:cubicBezTo>
                    <a:pt x="17491" y="16228"/>
                    <a:pt x="13835" y="22279"/>
                    <a:pt x="14718" y="26817"/>
                  </a:cubicBezTo>
                  <a:cubicBezTo>
                    <a:pt x="15727" y="31229"/>
                    <a:pt x="24929" y="36902"/>
                    <a:pt x="22030" y="43080"/>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0" name="Google Shape;820;p22"/>
            <p:cNvSpPr/>
            <p:nvPr/>
          </p:nvSpPr>
          <p:spPr>
            <a:xfrm>
              <a:off x="4142924" y="4284257"/>
              <a:ext cx="25213" cy="25213"/>
            </a:xfrm>
            <a:custGeom>
              <a:rect b="b" l="l" r="r" t="t"/>
              <a:pathLst>
                <a:path extrusionOk="0" h="25213" w="25213">
                  <a:moveTo>
                    <a:pt x="4111" y="21992"/>
                  </a:moveTo>
                  <a:cubicBezTo>
                    <a:pt x="581" y="18714"/>
                    <a:pt x="9279" y="12159"/>
                    <a:pt x="3480" y="9511"/>
                  </a:cubicBezTo>
                  <a:cubicBezTo>
                    <a:pt x="-2445" y="6738"/>
                    <a:pt x="16843" y="-1078"/>
                    <a:pt x="23020" y="4091"/>
                  </a:cubicBezTo>
                  <a:cubicBezTo>
                    <a:pt x="29198" y="9385"/>
                    <a:pt x="29828" y="17201"/>
                    <a:pt x="24407" y="19597"/>
                  </a:cubicBezTo>
                  <a:cubicBezTo>
                    <a:pt x="18860" y="21740"/>
                    <a:pt x="7262" y="24891"/>
                    <a:pt x="4111" y="21992"/>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1" name="Google Shape;821;p22"/>
            <p:cNvSpPr/>
            <p:nvPr/>
          </p:nvSpPr>
          <p:spPr>
            <a:xfrm>
              <a:off x="6936129" y="3400130"/>
              <a:ext cx="88246" cy="75639"/>
            </a:xfrm>
            <a:custGeom>
              <a:rect b="b" l="l" r="r" t="t"/>
              <a:pathLst>
                <a:path extrusionOk="0" h="75639" w="88245">
                  <a:moveTo>
                    <a:pt x="86071" y="61105"/>
                  </a:moveTo>
                  <a:cubicBezTo>
                    <a:pt x="86071" y="54802"/>
                    <a:pt x="69557" y="49381"/>
                    <a:pt x="69557" y="41565"/>
                  </a:cubicBezTo>
                  <a:cubicBezTo>
                    <a:pt x="69557" y="33749"/>
                    <a:pt x="58589" y="26689"/>
                    <a:pt x="60102" y="20386"/>
                  </a:cubicBezTo>
                  <a:cubicBezTo>
                    <a:pt x="61236" y="16100"/>
                    <a:pt x="55689" y="9923"/>
                    <a:pt x="52790" y="5006"/>
                  </a:cubicBezTo>
                  <a:cubicBezTo>
                    <a:pt x="45604" y="3368"/>
                    <a:pt x="36275" y="1729"/>
                    <a:pt x="29216" y="2611"/>
                  </a:cubicBezTo>
                  <a:cubicBezTo>
                    <a:pt x="19383" y="3746"/>
                    <a:pt x="12071" y="6519"/>
                    <a:pt x="2364" y="8032"/>
                  </a:cubicBezTo>
                  <a:cubicBezTo>
                    <a:pt x="7532" y="15848"/>
                    <a:pt x="3877" y="18117"/>
                    <a:pt x="8289" y="29085"/>
                  </a:cubicBezTo>
                  <a:cubicBezTo>
                    <a:pt x="12954" y="40809"/>
                    <a:pt x="24803" y="34632"/>
                    <a:pt x="28712" y="37657"/>
                  </a:cubicBezTo>
                  <a:cubicBezTo>
                    <a:pt x="30224" y="38918"/>
                    <a:pt x="31989" y="42952"/>
                    <a:pt x="33628" y="47364"/>
                  </a:cubicBezTo>
                  <a:cubicBezTo>
                    <a:pt x="34384" y="47364"/>
                    <a:pt x="35015" y="47238"/>
                    <a:pt x="36149" y="47364"/>
                  </a:cubicBezTo>
                  <a:cubicBezTo>
                    <a:pt x="40436" y="48120"/>
                    <a:pt x="42200" y="50390"/>
                    <a:pt x="43083" y="53289"/>
                  </a:cubicBezTo>
                  <a:cubicBezTo>
                    <a:pt x="48630" y="54550"/>
                    <a:pt x="53546" y="58206"/>
                    <a:pt x="56068" y="59340"/>
                  </a:cubicBezTo>
                  <a:cubicBezTo>
                    <a:pt x="59471" y="60853"/>
                    <a:pt x="61741" y="56315"/>
                    <a:pt x="68548" y="63879"/>
                  </a:cubicBezTo>
                  <a:cubicBezTo>
                    <a:pt x="74473" y="70434"/>
                    <a:pt x="74977" y="72199"/>
                    <a:pt x="74221" y="77998"/>
                  </a:cubicBezTo>
                  <a:cubicBezTo>
                    <a:pt x="80272" y="77998"/>
                    <a:pt x="86071" y="76611"/>
                    <a:pt x="91366" y="74342"/>
                  </a:cubicBezTo>
                  <a:cubicBezTo>
                    <a:pt x="88718" y="69552"/>
                    <a:pt x="86071" y="64131"/>
                    <a:pt x="86071" y="6110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2" name="Google Shape;822;p22"/>
            <p:cNvSpPr/>
            <p:nvPr/>
          </p:nvSpPr>
          <p:spPr>
            <a:xfrm>
              <a:off x="6976848" y="3382476"/>
              <a:ext cx="126065" cy="100852"/>
            </a:xfrm>
            <a:custGeom>
              <a:rect b="b" l="l" r="r" t="t"/>
              <a:pathLst>
                <a:path extrusionOk="0" h="100852" w="126065">
                  <a:moveTo>
                    <a:pt x="126916" y="37914"/>
                  </a:moveTo>
                  <a:cubicBezTo>
                    <a:pt x="123638" y="32115"/>
                    <a:pt x="113679" y="20139"/>
                    <a:pt x="103216" y="7280"/>
                  </a:cubicBezTo>
                  <a:cubicBezTo>
                    <a:pt x="99938" y="16987"/>
                    <a:pt x="88340" y="14214"/>
                    <a:pt x="86071" y="19887"/>
                  </a:cubicBezTo>
                  <a:cubicBezTo>
                    <a:pt x="83676" y="25812"/>
                    <a:pt x="77877" y="18752"/>
                    <a:pt x="74347" y="19887"/>
                  </a:cubicBezTo>
                  <a:cubicBezTo>
                    <a:pt x="70817" y="21021"/>
                    <a:pt x="62623" y="6902"/>
                    <a:pt x="54302" y="5768"/>
                  </a:cubicBezTo>
                  <a:cubicBezTo>
                    <a:pt x="51781" y="5389"/>
                    <a:pt x="48882" y="4003"/>
                    <a:pt x="45856" y="2364"/>
                  </a:cubicBezTo>
                  <a:cubicBezTo>
                    <a:pt x="42452" y="6020"/>
                    <a:pt x="39301" y="10054"/>
                    <a:pt x="40561" y="12071"/>
                  </a:cubicBezTo>
                  <a:cubicBezTo>
                    <a:pt x="42957" y="15979"/>
                    <a:pt x="53042" y="19887"/>
                    <a:pt x="49134" y="23795"/>
                  </a:cubicBezTo>
                  <a:cubicBezTo>
                    <a:pt x="45226" y="27703"/>
                    <a:pt x="32619" y="26190"/>
                    <a:pt x="28711" y="22156"/>
                  </a:cubicBezTo>
                  <a:cubicBezTo>
                    <a:pt x="24803" y="18248"/>
                    <a:pt x="12953" y="11945"/>
                    <a:pt x="10684" y="16609"/>
                  </a:cubicBezTo>
                  <a:cubicBezTo>
                    <a:pt x="8289" y="21273"/>
                    <a:pt x="20895" y="31485"/>
                    <a:pt x="19383" y="37788"/>
                  </a:cubicBezTo>
                  <a:cubicBezTo>
                    <a:pt x="17744" y="44091"/>
                    <a:pt x="28837" y="51151"/>
                    <a:pt x="28837" y="58967"/>
                  </a:cubicBezTo>
                  <a:cubicBezTo>
                    <a:pt x="28837" y="66783"/>
                    <a:pt x="45352" y="72330"/>
                    <a:pt x="45352" y="78507"/>
                  </a:cubicBezTo>
                  <a:cubicBezTo>
                    <a:pt x="45352" y="81533"/>
                    <a:pt x="47873" y="86953"/>
                    <a:pt x="50647" y="91744"/>
                  </a:cubicBezTo>
                  <a:cubicBezTo>
                    <a:pt x="63505" y="86323"/>
                    <a:pt x="74095" y="76238"/>
                    <a:pt x="82415" y="72078"/>
                  </a:cubicBezTo>
                  <a:cubicBezTo>
                    <a:pt x="95022" y="65774"/>
                    <a:pt x="89727" y="91996"/>
                    <a:pt x="87710" y="96156"/>
                  </a:cubicBezTo>
                  <a:cubicBezTo>
                    <a:pt x="86197" y="99056"/>
                    <a:pt x="96282" y="105863"/>
                    <a:pt x="106746" y="109897"/>
                  </a:cubicBezTo>
                  <a:cubicBezTo>
                    <a:pt x="106367" y="104224"/>
                    <a:pt x="107754" y="98677"/>
                    <a:pt x="111410" y="94139"/>
                  </a:cubicBezTo>
                  <a:cubicBezTo>
                    <a:pt x="124647" y="78003"/>
                    <a:pt x="134858" y="52033"/>
                    <a:pt x="126916" y="37914"/>
                  </a:cubicBezTo>
                  <a:close/>
                  <a:moveTo>
                    <a:pt x="15348" y="76994"/>
                  </a:moveTo>
                  <a:cubicBezTo>
                    <a:pt x="12827" y="75860"/>
                    <a:pt x="7911" y="72204"/>
                    <a:pt x="2364" y="70943"/>
                  </a:cubicBezTo>
                  <a:cubicBezTo>
                    <a:pt x="4003" y="75607"/>
                    <a:pt x="3876" y="81659"/>
                    <a:pt x="11062" y="84936"/>
                  </a:cubicBezTo>
                  <a:cubicBezTo>
                    <a:pt x="22534" y="90231"/>
                    <a:pt x="5767" y="92248"/>
                    <a:pt x="28837" y="95400"/>
                  </a:cubicBezTo>
                  <a:cubicBezTo>
                    <a:pt x="30350" y="95652"/>
                    <a:pt x="31863" y="95652"/>
                    <a:pt x="33376" y="95652"/>
                  </a:cubicBezTo>
                  <a:cubicBezTo>
                    <a:pt x="34132" y="89853"/>
                    <a:pt x="33628" y="88088"/>
                    <a:pt x="27703" y="81533"/>
                  </a:cubicBezTo>
                  <a:cubicBezTo>
                    <a:pt x="21021" y="73969"/>
                    <a:pt x="18752" y="78507"/>
                    <a:pt x="15348" y="7699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3" name="Google Shape;823;p22"/>
            <p:cNvSpPr/>
            <p:nvPr/>
          </p:nvSpPr>
          <p:spPr>
            <a:xfrm>
              <a:off x="7401920" y="3494252"/>
              <a:ext cx="378195" cy="264737"/>
            </a:xfrm>
            <a:custGeom>
              <a:rect b="b" l="l" r="r" t="t"/>
              <a:pathLst>
                <a:path extrusionOk="0" h="264736" w="378195">
                  <a:moveTo>
                    <a:pt x="366458" y="40101"/>
                  </a:moveTo>
                  <a:cubicBezTo>
                    <a:pt x="360912" y="40857"/>
                    <a:pt x="362172" y="36193"/>
                    <a:pt x="356247" y="32663"/>
                  </a:cubicBezTo>
                  <a:cubicBezTo>
                    <a:pt x="351583" y="29889"/>
                    <a:pt x="337590" y="42622"/>
                    <a:pt x="327252" y="51699"/>
                  </a:cubicBezTo>
                  <a:cubicBezTo>
                    <a:pt x="322462" y="53337"/>
                    <a:pt x="317671" y="55102"/>
                    <a:pt x="313511" y="56363"/>
                  </a:cubicBezTo>
                  <a:cubicBezTo>
                    <a:pt x="307712" y="58128"/>
                    <a:pt x="303048" y="58632"/>
                    <a:pt x="300653" y="55859"/>
                  </a:cubicBezTo>
                  <a:cubicBezTo>
                    <a:pt x="294349" y="48547"/>
                    <a:pt x="311116" y="29637"/>
                    <a:pt x="299644" y="24469"/>
                  </a:cubicBezTo>
                  <a:cubicBezTo>
                    <a:pt x="288172" y="19174"/>
                    <a:pt x="298635" y="3542"/>
                    <a:pt x="289181" y="2407"/>
                  </a:cubicBezTo>
                  <a:cubicBezTo>
                    <a:pt x="279726" y="1399"/>
                    <a:pt x="265102" y="18165"/>
                    <a:pt x="265102" y="25477"/>
                  </a:cubicBezTo>
                  <a:cubicBezTo>
                    <a:pt x="265102" y="32789"/>
                    <a:pt x="239889" y="30646"/>
                    <a:pt x="239889" y="38084"/>
                  </a:cubicBezTo>
                  <a:cubicBezTo>
                    <a:pt x="239889" y="45395"/>
                    <a:pt x="216819" y="37075"/>
                    <a:pt x="212659" y="45395"/>
                  </a:cubicBezTo>
                  <a:cubicBezTo>
                    <a:pt x="208499" y="53842"/>
                    <a:pt x="196901" y="39092"/>
                    <a:pt x="189589" y="39092"/>
                  </a:cubicBezTo>
                  <a:cubicBezTo>
                    <a:pt x="182277" y="39092"/>
                    <a:pt x="176983" y="28629"/>
                    <a:pt x="167528" y="31780"/>
                  </a:cubicBezTo>
                  <a:cubicBezTo>
                    <a:pt x="158073" y="34932"/>
                    <a:pt x="152904" y="28629"/>
                    <a:pt x="145467" y="27620"/>
                  </a:cubicBezTo>
                  <a:cubicBezTo>
                    <a:pt x="138155" y="26612"/>
                    <a:pt x="132860" y="43378"/>
                    <a:pt x="124540" y="40227"/>
                  </a:cubicBezTo>
                  <a:cubicBezTo>
                    <a:pt x="116093" y="37075"/>
                    <a:pt x="111933" y="55985"/>
                    <a:pt x="108782" y="66448"/>
                  </a:cubicBezTo>
                  <a:cubicBezTo>
                    <a:pt x="105630" y="76912"/>
                    <a:pt x="69954" y="76912"/>
                    <a:pt x="71088" y="88384"/>
                  </a:cubicBezTo>
                  <a:cubicBezTo>
                    <a:pt x="72097" y="99855"/>
                    <a:pt x="50161" y="104142"/>
                    <a:pt x="48018" y="96704"/>
                  </a:cubicBezTo>
                  <a:cubicBezTo>
                    <a:pt x="45875" y="89392"/>
                    <a:pt x="32260" y="93552"/>
                    <a:pt x="29108" y="91409"/>
                  </a:cubicBezTo>
                  <a:cubicBezTo>
                    <a:pt x="25957" y="89266"/>
                    <a:pt x="16502" y="93552"/>
                    <a:pt x="17636" y="104016"/>
                  </a:cubicBezTo>
                  <a:cubicBezTo>
                    <a:pt x="18645" y="114479"/>
                    <a:pt x="8182" y="120782"/>
                    <a:pt x="7173" y="124943"/>
                  </a:cubicBezTo>
                  <a:cubicBezTo>
                    <a:pt x="6164" y="129102"/>
                    <a:pt x="-139" y="141709"/>
                    <a:pt x="4022" y="148012"/>
                  </a:cubicBezTo>
                  <a:cubicBezTo>
                    <a:pt x="8182" y="154315"/>
                    <a:pt x="-1273" y="164779"/>
                    <a:pt x="4022" y="176251"/>
                  </a:cubicBezTo>
                  <a:cubicBezTo>
                    <a:pt x="9316" y="187723"/>
                    <a:pt x="6164" y="202472"/>
                    <a:pt x="8182" y="206633"/>
                  </a:cubicBezTo>
                  <a:cubicBezTo>
                    <a:pt x="10325" y="210793"/>
                    <a:pt x="30117" y="208776"/>
                    <a:pt x="34403" y="220248"/>
                  </a:cubicBezTo>
                  <a:cubicBezTo>
                    <a:pt x="38563" y="231719"/>
                    <a:pt x="8182" y="251764"/>
                    <a:pt x="7173" y="257941"/>
                  </a:cubicBezTo>
                  <a:cubicBezTo>
                    <a:pt x="6669" y="260588"/>
                    <a:pt x="9316" y="263614"/>
                    <a:pt x="12594" y="266766"/>
                  </a:cubicBezTo>
                  <a:cubicBezTo>
                    <a:pt x="24570" y="267270"/>
                    <a:pt x="39698" y="268783"/>
                    <a:pt x="53439" y="271304"/>
                  </a:cubicBezTo>
                  <a:cubicBezTo>
                    <a:pt x="70710" y="274455"/>
                    <a:pt x="158577" y="261093"/>
                    <a:pt x="160090" y="257941"/>
                  </a:cubicBezTo>
                  <a:cubicBezTo>
                    <a:pt x="161729" y="254789"/>
                    <a:pt x="156938" y="235123"/>
                    <a:pt x="157695" y="231215"/>
                  </a:cubicBezTo>
                  <a:cubicBezTo>
                    <a:pt x="158451" y="227307"/>
                    <a:pt x="169419" y="217852"/>
                    <a:pt x="178874" y="218609"/>
                  </a:cubicBezTo>
                  <a:cubicBezTo>
                    <a:pt x="188329" y="219365"/>
                    <a:pt x="196901" y="221004"/>
                    <a:pt x="196901" y="213944"/>
                  </a:cubicBezTo>
                  <a:cubicBezTo>
                    <a:pt x="196901" y="206885"/>
                    <a:pt x="222744" y="198312"/>
                    <a:pt x="225140" y="204490"/>
                  </a:cubicBezTo>
                  <a:cubicBezTo>
                    <a:pt x="227535" y="210793"/>
                    <a:pt x="236864" y="208397"/>
                    <a:pt x="237746" y="192765"/>
                  </a:cubicBezTo>
                  <a:cubicBezTo>
                    <a:pt x="238503" y="177007"/>
                    <a:pt x="236990" y="165283"/>
                    <a:pt x="246319" y="164527"/>
                  </a:cubicBezTo>
                  <a:cubicBezTo>
                    <a:pt x="255773" y="163770"/>
                    <a:pt x="265228" y="158224"/>
                    <a:pt x="264346" y="153559"/>
                  </a:cubicBezTo>
                  <a:cubicBezTo>
                    <a:pt x="263589" y="148895"/>
                    <a:pt x="252622" y="139440"/>
                    <a:pt x="255773" y="136288"/>
                  </a:cubicBezTo>
                  <a:cubicBezTo>
                    <a:pt x="258925" y="133137"/>
                    <a:pt x="282499" y="144104"/>
                    <a:pt x="285525" y="137045"/>
                  </a:cubicBezTo>
                  <a:cubicBezTo>
                    <a:pt x="288676" y="129985"/>
                    <a:pt x="284012" y="122169"/>
                    <a:pt x="287920" y="115866"/>
                  </a:cubicBezTo>
                  <a:cubicBezTo>
                    <a:pt x="291828" y="109563"/>
                    <a:pt x="301283" y="103259"/>
                    <a:pt x="300526" y="97082"/>
                  </a:cubicBezTo>
                  <a:cubicBezTo>
                    <a:pt x="299770" y="90779"/>
                    <a:pt x="301283" y="86871"/>
                    <a:pt x="295736" y="81324"/>
                  </a:cubicBezTo>
                  <a:cubicBezTo>
                    <a:pt x="290189" y="75777"/>
                    <a:pt x="292584" y="68717"/>
                    <a:pt x="299644" y="67961"/>
                  </a:cubicBezTo>
                  <a:cubicBezTo>
                    <a:pt x="300905" y="67835"/>
                    <a:pt x="302165" y="67205"/>
                    <a:pt x="303552" y="66322"/>
                  </a:cubicBezTo>
                  <a:cubicBezTo>
                    <a:pt x="308973" y="65188"/>
                    <a:pt x="313637" y="64179"/>
                    <a:pt x="317293" y="61532"/>
                  </a:cubicBezTo>
                  <a:cubicBezTo>
                    <a:pt x="327126" y="54220"/>
                    <a:pt x="345910" y="48295"/>
                    <a:pt x="353096" y="50816"/>
                  </a:cubicBezTo>
                  <a:cubicBezTo>
                    <a:pt x="359021" y="52959"/>
                    <a:pt x="372005" y="51194"/>
                    <a:pt x="380073" y="42622"/>
                  </a:cubicBezTo>
                  <a:cubicBezTo>
                    <a:pt x="375535" y="40731"/>
                    <a:pt x="369736" y="39722"/>
                    <a:pt x="366458" y="40101"/>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4" name="Google Shape;824;p22"/>
            <p:cNvSpPr/>
            <p:nvPr/>
          </p:nvSpPr>
          <p:spPr>
            <a:xfrm>
              <a:off x="7412277" y="3534762"/>
              <a:ext cx="441228" cy="390802"/>
            </a:xfrm>
            <a:custGeom>
              <a:rect b="b" l="l" r="r" t="t"/>
              <a:pathLst>
                <a:path extrusionOk="0" h="390801" w="441227">
                  <a:moveTo>
                    <a:pt x="420395" y="43587"/>
                  </a:moveTo>
                  <a:cubicBezTo>
                    <a:pt x="408041" y="37662"/>
                    <a:pt x="406906" y="27073"/>
                    <a:pt x="406906" y="23543"/>
                  </a:cubicBezTo>
                  <a:cubicBezTo>
                    <a:pt x="406906" y="20391"/>
                    <a:pt x="392913" y="11945"/>
                    <a:pt x="382702" y="3876"/>
                  </a:cubicBezTo>
                  <a:cubicBezTo>
                    <a:pt x="381315" y="4129"/>
                    <a:pt x="378163" y="4633"/>
                    <a:pt x="374634" y="5515"/>
                  </a:cubicBezTo>
                  <a:cubicBezTo>
                    <a:pt x="373373" y="4255"/>
                    <a:pt x="371608" y="3246"/>
                    <a:pt x="369843" y="2364"/>
                  </a:cubicBezTo>
                  <a:cubicBezTo>
                    <a:pt x="361901" y="10810"/>
                    <a:pt x="348790" y="12701"/>
                    <a:pt x="342865" y="10558"/>
                  </a:cubicBezTo>
                  <a:cubicBezTo>
                    <a:pt x="335680" y="7911"/>
                    <a:pt x="316896" y="13962"/>
                    <a:pt x="307063" y="21273"/>
                  </a:cubicBezTo>
                  <a:cubicBezTo>
                    <a:pt x="303407" y="23921"/>
                    <a:pt x="298742" y="24929"/>
                    <a:pt x="293322" y="26064"/>
                  </a:cubicBezTo>
                  <a:cubicBezTo>
                    <a:pt x="291935" y="26946"/>
                    <a:pt x="290548" y="27577"/>
                    <a:pt x="289414" y="27703"/>
                  </a:cubicBezTo>
                  <a:cubicBezTo>
                    <a:pt x="282354" y="28459"/>
                    <a:pt x="279959" y="35519"/>
                    <a:pt x="285506" y="41066"/>
                  </a:cubicBezTo>
                  <a:cubicBezTo>
                    <a:pt x="291053" y="46613"/>
                    <a:pt x="289414" y="50521"/>
                    <a:pt x="290296" y="56824"/>
                  </a:cubicBezTo>
                  <a:cubicBezTo>
                    <a:pt x="291053" y="63127"/>
                    <a:pt x="281598" y="69430"/>
                    <a:pt x="277690" y="75607"/>
                  </a:cubicBezTo>
                  <a:cubicBezTo>
                    <a:pt x="273782" y="81911"/>
                    <a:pt x="278446" y="89727"/>
                    <a:pt x="275294" y="96786"/>
                  </a:cubicBezTo>
                  <a:cubicBezTo>
                    <a:pt x="272143" y="103846"/>
                    <a:pt x="248569" y="92879"/>
                    <a:pt x="245543" y="96030"/>
                  </a:cubicBezTo>
                  <a:cubicBezTo>
                    <a:pt x="242392" y="99182"/>
                    <a:pt x="253359" y="108637"/>
                    <a:pt x="254116" y="113301"/>
                  </a:cubicBezTo>
                  <a:cubicBezTo>
                    <a:pt x="254872" y="118092"/>
                    <a:pt x="245543" y="123512"/>
                    <a:pt x="236088" y="124269"/>
                  </a:cubicBezTo>
                  <a:cubicBezTo>
                    <a:pt x="226634" y="125025"/>
                    <a:pt x="228272" y="136875"/>
                    <a:pt x="227516" y="152507"/>
                  </a:cubicBezTo>
                  <a:cubicBezTo>
                    <a:pt x="226759" y="168265"/>
                    <a:pt x="217304" y="170534"/>
                    <a:pt x="214909" y="164231"/>
                  </a:cubicBezTo>
                  <a:cubicBezTo>
                    <a:pt x="212514" y="157928"/>
                    <a:pt x="186671" y="166626"/>
                    <a:pt x="186671" y="173686"/>
                  </a:cubicBezTo>
                  <a:cubicBezTo>
                    <a:pt x="186671" y="180746"/>
                    <a:pt x="178098" y="179233"/>
                    <a:pt x="168644" y="178351"/>
                  </a:cubicBezTo>
                  <a:cubicBezTo>
                    <a:pt x="159189" y="177594"/>
                    <a:pt x="148221" y="187049"/>
                    <a:pt x="147464" y="190957"/>
                  </a:cubicBezTo>
                  <a:cubicBezTo>
                    <a:pt x="146708" y="194865"/>
                    <a:pt x="151373" y="214531"/>
                    <a:pt x="149860" y="217683"/>
                  </a:cubicBezTo>
                  <a:cubicBezTo>
                    <a:pt x="148347" y="220834"/>
                    <a:pt x="60480" y="234197"/>
                    <a:pt x="43209" y="231046"/>
                  </a:cubicBezTo>
                  <a:cubicBezTo>
                    <a:pt x="29468" y="228524"/>
                    <a:pt x="14340" y="227012"/>
                    <a:pt x="2364" y="226507"/>
                  </a:cubicBezTo>
                  <a:cubicBezTo>
                    <a:pt x="6902" y="230920"/>
                    <a:pt x="12953" y="235836"/>
                    <a:pt x="14844" y="240753"/>
                  </a:cubicBezTo>
                  <a:cubicBezTo>
                    <a:pt x="18374" y="250082"/>
                    <a:pt x="29468" y="258528"/>
                    <a:pt x="42074" y="263823"/>
                  </a:cubicBezTo>
                  <a:cubicBezTo>
                    <a:pt x="54681" y="269117"/>
                    <a:pt x="48377" y="291053"/>
                    <a:pt x="54681" y="293196"/>
                  </a:cubicBezTo>
                  <a:cubicBezTo>
                    <a:pt x="60984" y="295339"/>
                    <a:pt x="69430" y="312106"/>
                    <a:pt x="60984" y="313114"/>
                  </a:cubicBezTo>
                  <a:cubicBezTo>
                    <a:pt x="52537" y="314122"/>
                    <a:pt x="45226" y="316266"/>
                    <a:pt x="36905" y="320426"/>
                  </a:cubicBezTo>
                  <a:cubicBezTo>
                    <a:pt x="28459" y="324586"/>
                    <a:pt x="19130" y="335049"/>
                    <a:pt x="20139" y="347656"/>
                  </a:cubicBezTo>
                  <a:cubicBezTo>
                    <a:pt x="20265" y="349295"/>
                    <a:pt x="20517" y="351564"/>
                    <a:pt x="20769" y="354211"/>
                  </a:cubicBezTo>
                  <a:cubicBezTo>
                    <a:pt x="42200" y="354715"/>
                    <a:pt x="67539" y="353707"/>
                    <a:pt x="70313" y="350681"/>
                  </a:cubicBezTo>
                  <a:cubicBezTo>
                    <a:pt x="74599" y="346017"/>
                    <a:pt x="84810" y="343622"/>
                    <a:pt x="90735" y="347530"/>
                  </a:cubicBezTo>
                  <a:cubicBezTo>
                    <a:pt x="96660" y="351438"/>
                    <a:pt x="122882" y="353077"/>
                    <a:pt x="133471" y="347152"/>
                  </a:cubicBezTo>
                  <a:cubicBezTo>
                    <a:pt x="146330" y="339966"/>
                    <a:pt x="154272" y="347152"/>
                    <a:pt x="154650" y="353455"/>
                  </a:cubicBezTo>
                  <a:cubicBezTo>
                    <a:pt x="155028" y="359758"/>
                    <a:pt x="160953" y="362532"/>
                    <a:pt x="166753" y="367952"/>
                  </a:cubicBezTo>
                  <a:cubicBezTo>
                    <a:pt x="172677" y="373499"/>
                    <a:pt x="168391" y="379676"/>
                    <a:pt x="172299" y="385980"/>
                  </a:cubicBezTo>
                  <a:cubicBezTo>
                    <a:pt x="176208" y="392283"/>
                    <a:pt x="184023" y="391022"/>
                    <a:pt x="195495" y="396191"/>
                  </a:cubicBezTo>
                  <a:cubicBezTo>
                    <a:pt x="197134" y="396947"/>
                    <a:pt x="198395" y="397830"/>
                    <a:pt x="199782" y="398838"/>
                  </a:cubicBezTo>
                  <a:cubicBezTo>
                    <a:pt x="200538" y="397956"/>
                    <a:pt x="201042" y="397325"/>
                    <a:pt x="201421" y="396947"/>
                  </a:cubicBezTo>
                  <a:cubicBezTo>
                    <a:pt x="207724" y="389636"/>
                    <a:pt x="208732" y="377029"/>
                    <a:pt x="225499" y="380181"/>
                  </a:cubicBezTo>
                  <a:cubicBezTo>
                    <a:pt x="242265" y="383332"/>
                    <a:pt x="241257" y="377029"/>
                    <a:pt x="250712" y="379172"/>
                  </a:cubicBezTo>
                  <a:cubicBezTo>
                    <a:pt x="260166" y="381189"/>
                    <a:pt x="266470" y="380181"/>
                    <a:pt x="270630" y="374003"/>
                  </a:cubicBezTo>
                  <a:cubicBezTo>
                    <a:pt x="274790" y="367700"/>
                    <a:pt x="266470" y="355094"/>
                    <a:pt x="261175" y="349925"/>
                  </a:cubicBezTo>
                  <a:cubicBezTo>
                    <a:pt x="255880" y="344630"/>
                    <a:pt x="248569" y="333158"/>
                    <a:pt x="249577" y="322695"/>
                  </a:cubicBezTo>
                  <a:cubicBezTo>
                    <a:pt x="250586" y="312232"/>
                    <a:pt x="232811" y="312232"/>
                    <a:pt x="232811" y="303785"/>
                  </a:cubicBezTo>
                  <a:cubicBezTo>
                    <a:pt x="232811" y="295465"/>
                    <a:pt x="249577" y="281850"/>
                    <a:pt x="252729" y="278698"/>
                  </a:cubicBezTo>
                  <a:cubicBezTo>
                    <a:pt x="255880" y="275547"/>
                    <a:pt x="269496" y="287145"/>
                    <a:pt x="272647" y="280841"/>
                  </a:cubicBezTo>
                  <a:cubicBezTo>
                    <a:pt x="275799" y="274538"/>
                    <a:pt x="285254" y="278698"/>
                    <a:pt x="290422" y="279833"/>
                  </a:cubicBezTo>
                  <a:cubicBezTo>
                    <a:pt x="295717" y="280841"/>
                    <a:pt x="304037" y="269370"/>
                    <a:pt x="305046" y="259915"/>
                  </a:cubicBezTo>
                  <a:cubicBezTo>
                    <a:pt x="306054" y="250460"/>
                    <a:pt x="323955" y="249451"/>
                    <a:pt x="327107" y="246300"/>
                  </a:cubicBezTo>
                  <a:cubicBezTo>
                    <a:pt x="330259" y="243148"/>
                    <a:pt x="335554" y="222221"/>
                    <a:pt x="337571" y="217935"/>
                  </a:cubicBezTo>
                  <a:cubicBezTo>
                    <a:pt x="339714" y="213775"/>
                    <a:pt x="353329" y="216926"/>
                    <a:pt x="353329" y="205328"/>
                  </a:cubicBezTo>
                  <a:cubicBezTo>
                    <a:pt x="353329" y="193731"/>
                    <a:pt x="359632" y="191713"/>
                    <a:pt x="365935" y="190705"/>
                  </a:cubicBezTo>
                  <a:cubicBezTo>
                    <a:pt x="372238" y="189696"/>
                    <a:pt x="370096" y="179233"/>
                    <a:pt x="371104" y="170787"/>
                  </a:cubicBezTo>
                  <a:cubicBezTo>
                    <a:pt x="372112" y="162340"/>
                    <a:pt x="376399" y="153011"/>
                    <a:pt x="384719" y="150868"/>
                  </a:cubicBezTo>
                  <a:cubicBezTo>
                    <a:pt x="393165" y="148725"/>
                    <a:pt x="381567" y="137253"/>
                    <a:pt x="372112" y="139396"/>
                  </a:cubicBezTo>
                  <a:cubicBezTo>
                    <a:pt x="362657" y="141540"/>
                    <a:pt x="356354" y="114183"/>
                    <a:pt x="356354" y="114183"/>
                  </a:cubicBezTo>
                  <a:cubicBezTo>
                    <a:pt x="356354" y="114183"/>
                    <a:pt x="357363" y="92248"/>
                    <a:pt x="352194" y="89097"/>
                  </a:cubicBezTo>
                  <a:cubicBezTo>
                    <a:pt x="346899" y="85945"/>
                    <a:pt x="354337" y="74473"/>
                    <a:pt x="365809" y="74473"/>
                  </a:cubicBezTo>
                  <a:cubicBezTo>
                    <a:pt x="377281" y="74473"/>
                    <a:pt x="398334" y="87079"/>
                    <a:pt x="405646" y="81785"/>
                  </a:cubicBezTo>
                  <a:cubicBezTo>
                    <a:pt x="412957" y="76616"/>
                    <a:pt x="427707" y="73464"/>
                    <a:pt x="431867" y="71321"/>
                  </a:cubicBezTo>
                  <a:cubicBezTo>
                    <a:pt x="435019" y="69682"/>
                    <a:pt x="439431" y="59723"/>
                    <a:pt x="441322" y="54933"/>
                  </a:cubicBezTo>
                  <a:cubicBezTo>
                    <a:pt x="436280" y="51277"/>
                    <a:pt x="428338" y="47243"/>
                    <a:pt x="420395" y="43587"/>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5" name="Google Shape;825;p22"/>
            <p:cNvSpPr/>
            <p:nvPr/>
          </p:nvSpPr>
          <p:spPr>
            <a:xfrm>
              <a:off x="8295237" y="4425757"/>
              <a:ext cx="1210224" cy="428621"/>
            </a:xfrm>
            <a:custGeom>
              <a:rect b="b" l="l" r="r" t="t"/>
              <a:pathLst>
                <a:path extrusionOk="0" h="428621" w="1210224">
                  <a:moveTo>
                    <a:pt x="87456" y="183426"/>
                  </a:moveTo>
                  <a:cubicBezTo>
                    <a:pt x="85944" y="187334"/>
                    <a:pt x="94516" y="202966"/>
                    <a:pt x="100063" y="198301"/>
                  </a:cubicBezTo>
                  <a:cubicBezTo>
                    <a:pt x="105610" y="193511"/>
                    <a:pt x="92499" y="170945"/>
                    <a:pt x="87456" y="183426"/>
                  </a:cubicBezTo>
                  <a:close/>
                  <a:moveTo>
                    <a:pt x="344125" y="231204"/>
                  </a:moveTo>
                  <a:cubicBezTo>
                    <a:pt x="344125" y="224145"/>
                    <a:pt x="323828" y="227548"/>
                    <a:pt x="330005" y="237508"/>
                  </a:cubicBezTo>
                  <a:cubicBezTo>
                    <a:pt x="336182" y="247719"/>
                    <a:pt x="344125" y="238264"/>
                    <a:pt x="344125" y="231204"/>
                  </a:cubicBezTo>
                  <a:close/>
                  <a:moveTo>
                    <a:pt x="49007" y="115855"/>
                  </a:moveTo>
                  <a:cubicBezTo>
                    <a:pt x="47368" y="123671"/>
                    <a:pt x="56066" y="146363"/>
                    <a:pt x="65521" y="137034"/>
                  </a:cubicBezTo>
                  <a:cubicBezTo>
                    <a:pt x="74976" y="127579"/>
                    <a:pt x="50645" y="108165"/>
                    <a:pt x="49007" y="115855"/>
                  </a:cubicBezTo>
                  <a:close/>
                  <a:moveTo>
                    <a:pt x="641386" y="250114"/>
                  </a:moveTo>
                  <a:cubicBezTo>
                    <a:pt x="653110" y="250870"/>
                    <a:pt x="651597" y="268141"/>
                    <a:pt x="649202" y="278353"/>
                  </a:cubicBezTo>
                  <a:cubicBezTo>
                    <a:pt x="646807" y="288564"/>
                    <a:pt x="642143" y="312768"/>
                    <a:pt x="652354" y="308986"/>
                  </a:cubicBezTo>
                  <a:cubicBezTo>
                    <a:pt x="664960" y="304322"/>
                    <a:pt x="672776" y="288564"/>
                    <a:pt x="665717" y="283143"/>
                  </a:cubicBezTo>
                  <a:cubicBezTo>
                    <a:pt x="658657" y="277596"/>
                    <a:pt x="659413" y="243054"/>
                    <a:pt x="662565" y="234482"/>
                  </a:cubicBezTo>
                  <a:cubicBezTo>
                    <a:pt x="665717" y="225784"/>
                    <a:pt x="686896" y="232087"/>
                    <a:pt x="679836" y="245450"/>
                  </a:cubicBezTo>
                  <a:cubicBezTo>
                    <a:pt x="672776" y="258813"/>
                    <a:pt x="693199" y="257174"/>
                    <a:pt x="693199" y="272175"/>
                  </a:cubicBezTo>
                  <a:cubicBezTo>
                    <a:pt x="693199" y="287051"/>
                    <a:pt x="704923" y="279235"/>
                    <a:pt x="717529" y="275327"/>
                  </a:cubicBezTo>
                  <a:cubicBezTo>
                    <a:pt x="730136" y="271419"/>
                    <a:pt x="727740" y="264359"/>
                    <a:pt x="719168" y="254905"/>
                  </a:cubicBezTo>
                  <a:cubicBezTo>
                    <a:pt x="710596" y="245450"/>
                    <a:pt x="725471" y="232213"/>
                    <a:pt x="713747" y="224271"/>
                  </a:cubicBezTo>
                  <a:cubicBezTo>
                    <a:pt x="702023" y="216455"/>
                    <a:pt x="694081" y="204605"/>
                    <a:pt x="705049" y="202335"/>
                  </a:cubicBezTo>
                  <a:cubicBezTo>
                    <a:pt x="716017" y="199940"/>
                    <a:pt x="749045" y="181156"/>
                    <a:pt x="745011" y="173340"/>
                  </a:cubicBezTo>
                  <a:cubicBezTo>
                    <a:pt x="741103" y="165524"/>
                    <a:pt x="694838" y="174853"/>
                    <a:pt x="690930" y="188972"/>
                  </a:cubicBezTo>
                  <a:cubicBezTo>
                    <a:pt x="687022" y="203092"/>
                    <a:pt x="654119" y="187334"/>
                    <a:pt x="658027" y="163129"/>
                  </a:cubicBezTo>
                  <a:cubicBezTo>
                    <a:pt x="661935" y="138799"/>
                    <a:pt x="727110" y="134891"/>
                    <a:pt x="745894" y="143463"/>
                  </a:cubicBezTo>
                  <a:cubicBezTo>
                    <a:pt x="764677" y="152161"/>
                    <a:pt x="785100" y="129344"/>
                    <a:pt x="792160" y="115981"/>
                  </a:cubicBezTo>
                  <a:cubicBezTo>
                    <a:pt x="799219" y="102618"/>
                    <a:pt x="777284" y="118376"/>
                    <a:pt x="763921" y="126948"/>
                  </a:cubicBezTo>
                  <a:cubicBezTo>
                    <a:pt x="750558" y="135647"/>
                    <a:pt x="715260" y="126192"/>
                    <a:pt x="697233" y="119889"/>
                  </a:cubicBezTo>
                  <a:cubicBezTo>
                    <a:pt x="679206" y="113586"/>
                    <a:pt x="679962" y="130856"/>
                    <a:pt x="665087" y="133252"/>
                  </a:cubicBezTo>
                  <a:cubicBezTo>
                    <a:pt x="650211" y="135647"/>
                    <a:pt x="653363" y="168550"/>
                    <a:pt x="646302" y="172458"/>
                  </a:cubicBezTo>
                  <a:cubicBezTo>
                    <a:pt x="639243" y="176366"/>
                    <a:pt x="639243" y="200697"/>
                    <a:pt x="625123" y="223514"/>
                  </a:cubicBezTo>
                  <a:cubicBezTo>
                    <a:pt x="610878" y="246080"/>
                    <a:pt x="629662" y="249232"/>
                    <a:pt x="641386" y="250114"/>
                  </a:cubicBezTo>
                  <a:close/>
                  <a:moveTo>
                    <a:pt x="282857" y="270411"/>
                  </a:moveTo>
                  <a:cubicBezTo>
                    <a:pt x="282101" y="259443"/>
                    <a:pt x="286765" y="248475"/>
                    <a:pt x="286765" y="242928"/>
                  </a:cubicBezTo>
                  <a:cubicBezTo>
                    <a:pt x="286765" y="237508"/>
                    <a:pt x="290673" y="235112"/>
                    <a:pt x="297733" y="236625"/>
                  </a:cubicBezTo>
                  <a:cubicBezTo>
                    <a:pt x="304792" y="238264"/>
                    <a:pt x="304036" y="221749"/>
                    <a:pt x="298489" y="220110"/>
                  </a:cubicBezTo>
                  <a:cubicBezTo>
                    <a:pt x="292942" y="218598"/>
                    <a:pt x="289917" y="198932"/>
                    <a:pt x="276554" y="198932"/>
                  </a:cubicBezTo>
                  <a:cubicBezTo>
                    <a:pt x="263191" y="198932"/>
                    <a:pt x="265586" y="209899"/>
                    <a:pt x="273402" y="210656"/>
                  </a:cubicBezTo>
                  <a:cubicBezTo>
                    <a:pt x="281218" y="211412"/>
                    <a:pt x="285883" y="217715"/>
                    <a:pt x="283614" y="223262"/>
                  </a:cubicBezTo>
                  <a:cubicBezTo>
                    <a:pt x="281218" y="228809"/>
                    <a:pt x="278193" y="217715"/>
                    <a:pt x="267099" y="218598"/>
                  </a:cubicBezTo>
                  <a:cubicBezTo>
                    <a:pt x="256131" y="219354"/>
                    <a:pt x="263191" y="205235"/>
                    <a:pt x="250585" y="204479"/>
                  </a:cubicBezTo>
                  <a:cubicBezTo>
                    <a:pt x="237978" y="203722"/>
                    <a:pt x="240373" y="180904"/>
                    <a:pt x="227010" y="180904"/>
                  </a:cubicBezTo>
                  <a:cubicBezTo>
                    <a:pt x="213648" y="180904"/>
                    <a:pt x="212891" y="169937"/>
                    <a:pt x="221590" y="162121"/>
                  </a:cubicBezTo>
                  <a:cubicBezTo>
                    <a:pt x="230162" y="154305"/>
                    <a:pt x="208226" y="147245"/>
                    <a:pt x="208226" y="137790"/>
                  </a:cubicBezTo>
                  <a:cubicBezTo>
                    <a:pt x="208226" y="128335"/>
                    <a:pt x="194107" y="133882"/>
                    <a:pt x="194107" y="126066"/>
                  </a:cubicBezTo>
                  <a:cubicBezTo>
                    <a:pt x="194107" y="118250"/>
                    <a:pt x="187804" y="122158"/>
                    <a:pt x="180744" y="112703"/>
                  </a:cubicBezTo>
                  <a:cubicBezTo>
                    <a:pt x="173684" y="103248"/>
                    <a:pt x="170533" y="111947"/>
                    <a:pt x="164230" y="104887"/>
                  </a:cubicBezTo>
                  <a:cubicBezTo>
                    <a:pt x="157926" y="97827"/>
                    <a:pt x="149354" y="93919"/>
                    <a:pt x="143807" y="96315"/>
                  </a:cubicBezTo>
                  <a:cubicBezTo>
                    <a:pt x="138260" y="98710"/>
                    <a:pt x="125780" y="86103"/>
                    <a:pt x="120989" y="73497"/>
                  </a:cubicBezTo>
                  <a:cubicBezTo>
                    <a:pt x="117208" y="63538"/>
                    <a:pt x="81027" y="46771"/>
                    <a:pt x="76236" y="33534"/>
                  </a:cubicBezTo>
                  <a:cubicBezTo>
                    <a:pt x="71572" y="20171"/>
                    <a:pt x="58966" y="14625"/>
                    <a:pt x="37787" y="15507"/>
                  </a:cubicBezTo>
                  <a:cubicBezTo>
                    <a:pt x="16608" y="16263"/>
                    <a:pt x="8287" y="-5294"/>
                    <a:pt x="3245" y="5296"/>
                  </a:cubicBezTo>
                  <a:cubicBezTo>
                    <a:pt x="-3058" y="18659"/>
                    <a:pt x="26063" y="48410"/>
                    <a:pt x="39299" y="56352"/>
                  </a:cubicBezTo>
                  <a:cubicBezTo>
                    <a:pt x="52662" y="64168"/>
                    <a:pt x="59722" y="92407"/>
                    <a:pt x="75354" y="94045"/>
                  </a:cubicBezTo>
                  <a:cubicBezTo>
                    <a:pt x="91112" y="95558"/>
                    <a:pt x="92625" y="144976"/>
                    <a:pt x="104349" y="147371"/>
                  </a:cubicBezTo>
                  <a:cubicBezTo>
                    <a:pt x="116073" y="149766"/>
                    <a:pt x="141286" y="188216"/>
                    <a:pt x="145194" y="208513"/>
                  </a:cubicBezTo>
                  <a:cubicBezTo>
                    <a:pt x="149102" y="228935"/>
                    <a:pt x="174946" y="239146"/>
                    <a:pt x="183644" y="254022"/>
                  </a:cubicBezTo>
                  <a:cubicBezTo>
                    <a:pt x="192216" y="268898"/>
                    <a:pt x="226758" y="289320"/>
                    <a:pt x="231549" y="295624"/>
                  </a:cubicBezTo>
                  <a:cubicBezTo>
                    <a:pt x="236213" y="301927"/>
                    <a:pt x="241004" y="316046"/>
                    <a:pt x="244912" y="308986"/>
                  </a:cubicBezTo>
                  <a:cubicBezTo>
                    <a:pt x="248820" y="301927"/>
                    <a:pt x="265334" y="308986"/>
                    <a:pt x="273150" y="309743"/>
                  </a:cubicBezTo>
                  <a:cubicBezTo>
                    <a:pt x="281345" y="310499"/>
                    <a:pt x="283614" y="281378"/>
                    <a:pt x="282857" y="270411"/>
                  </a:cubicBezTo>
                  <a:close/>
                  <a:moveTo>
                    <a:pt x="882296" y="144850"/>
                  </a:moveTo>
                  <a:cubicBezTo>
                    <a:pt x="899567" y="146489"/>
                    <a:pt x="891751" y="136151"/>
                    <a:pt x="891751" y="125184"/>
                  </a:cubicBezTo>
                  <a:cubicBezTo>
                    <a:pt x="891751" y="114216"/>
                    <a:pt x="876119" y="123671"/>
                    <a:pt x="876119" y="118124"/>
                  </a:cubicBezTo>
                  <a:cubicBezTo>
                    <a:pt x="876119" y="112577"/>
                    <a:pt x="870572" y="90642"/>
                    <a:pt x="858092" y="107913"/>
                  </a:cubicBezTo>
                  <a:cubicBezTo>
                    <a:pt x="845486" y="125184"/>
                    <a:pt x="862126" y="167794"/>
                    <a:pt x="872211" y="166029"/>
                  </a:cubicBezTo>
                  <a:cubicBezTo>
                    <a:pt x="880784" y="164516"/>
                    <a:pt x="865025" y="143337"/>
                    <a:pt x="882296" y="144850"/>
                  </a:cubicBezTo>
                  <a:close/>
                  <a:moveTo>
                    <a:pt x="818003" y="242928"/>
                  </a:moveTo>
                  <a:cubicBezTo>
                    <a:pt x="821155" y="255535"/>
                    <a:pt x="843847" y="262595"/>
                    <a:pt x="850150" y="251627"/>
                  </a:cubicBezTo>
                  <a:cubicBezTo>
                    <a:pt x="856453" y="240659"/>
                    <a:pt x="814347" y="228431"/>
                    <a:pt x="818003" y="242928"/>
                  </a:cubicBezTo>
                  <a:close/>
                  <a:moveTo>
                    <a:pt x="755979" y="375549"/>
                  </a:moveTo>
                  <a:cubicBezTo>
                    <a:pt x="734800" y="372397"/>
                    <a:pt x="720681" y="388155"/>
                    <a:pt x="699502" y="380213"/>
                  </a:cubicBezTo>
                  <a:cubicBezTo>
                    <a:pt x="678323" y="372397"/>
                    <a:pt x="646681" y="380339"/>
                    <a:pt x="650085" y="387273"/>
                  </a:cubicBezTo>
                  <a:cubicBezTo>
                    <a:pt x="653236" y="393576"/>
                    <a:pt x="672020" y="394332"/>
                    <a:pt x="693199" y="395089"/>
                  </a:cubicBezTo>
                  <a:cubicBezTo>
                    <a:pt x="714378" y="395845"/>
                    <a:pt x="733161" y="384121"/>
                    <a:pt x="747280" y="383365"/>
                  </a:cubicBezTo>
                  <a:cubicBezTo>
                    <a:pt x="761526" y="382608"/>
                    <a:pt x="777158" y="378700"/>
                    <a:pt x="755979" y="375549"/>
                  </a:cubicBezTo>
                  <a:close/>
                  <a:moveTo>
                    <a:pt x="923898" y="231961"/>
                  </a:moveTo>
                  <a:cubicBezTo>
                    <a:pt x="903475" y="225657"/>
                    <a:pt x="868681" y="231078"/>
                    <a:pt x="872085" y="241416"/>
                  </a:cubicBezTo>
                  <a:cubicBezTo>
                    <a:pt x="875237" y="250870"/>
                    <a:pt x="891751" y="246962"/>
                    <a:pt x="908139" y="246962"/>
                  </a:cubicBezTo>
                  <a:cubicBezTo>
                    <a:pt x="924654" y="246962"/>
                    <a:pt x="933226" y="258687"/>
                    <a:pt x="941925" y="258687"/>
                  </a:cubicBezTo>
                  <a:cubicBezTo>
                    <a:pt x="950623" y="258687"/>
                    <a:pt x="944320" y="238264"/>
                    <a:pt x="923898" y="231961"/>
                  </a:cubicBezTo>
                  <a:close/>
                  <a:moveTo>
                    <a:pt x="510404" y="366976"/>
                  </a:moveTo>
                  <a:cubicBezTo>
                    <a:pt x="509648" y="357521"/>
                    <a:pt x="479014" y="366220"/>
                    <a:pt x="464139" y="359917"/>
                  </a:cubicBezTo>
                  <a:cubicBezTo>
                    <a:pt x="449263" y="353614"/>
                    <a:pt x="480653" y="348193"/>
                    <a:pt x="490865" y="341890"/>
                  </a:cubicBezTo>
                  <a:cubicBezTo>
                    <a:pt x="501076" y="335586"/>
                    <a:pt x="484561" y="333317"/>
                    <a:pt x="459474" y="341133"/>
                  </a:cubicBezTo>
                  <a:cubicBezTo>
                    <a:pt x="434387" y="348949"/>
                    <a:pt x="405392" y="323862"/>
                    <a:pt x="404510" y="334830"/>
                  </a:cubicBezTo>
                  <a:cubicBezTo>
                    <a:pt x="403753" y="345798"/>
                    <a:pt x="359000" y="330165"/>
                    <a:pt x="348033" y="322223"/>
                  </a:cubicBezTo>
                  <a:cubicBezTo>
                    <a:pt x="337065" y="314407"/>
                    <a:pt x="294707" y="304196"/>
                    <a:pt x="286009" y="319072"/>
                  </a:cubicBezTo>
                  <a:cubicBezTo>
                    <a:pt x="277437" y="333947"/>
                    <a:pt x="269872" y="320584"/>
                    <a:pt x="273529" y="334830"/>
                  </a:cubicBezTo>
                  <a:cubicBezTo>
                    <a:pt x="275924" y="344284"/>
                    <a:pt x="286009" y="338738"/>
                    <a:pt x="293068" y="338738"/>
                  </a:cubicBezTo>
                  <a:cubicBezTo>
                    <a:pt x="300128" y="338738"/>
                    <a:pt x="296976" y="352101"/>
                    <a:pt x="307188" y="353614"/>
                  </a:cubicBezTo>
                  <a:cubicBezTo>
                    <a:pt x="317399" y="355252"/>
                    <a:pt x="351184" y="364581"/>
                    <a:pt x="354336" y="357521"/>
                  </a:cubicBezTo>
                  <a:cubicBezTo>
                    <a:pt x="357488" y="350462"/>
                    <a:pt x="388878" y="357521"/>
                    <a:pt x="404510" y="370128"/>
                  </a:cubicBezTo>
                  <a:cubicBezTo>
                    <a:pt x="420268" y="382608"/>
                    <a:pt x="456323" y="383491"/>
                    <a:pt x="470442" y="381096"/>
                  </a:cubicBezTo>
                  <a:cubicBezTo>
                    <a:pt x="484561" y="378700"/>
                    <a:pt x="500193" y="390550"/>
                    <a:pt x="505740" y="382608"/>
                  </a:cubicBezTo>
                  <a:cubicBezTo>
                    <a:pt x="511287" y="374792"/>
                    <a:pt x="521498" y="395215"/>
                    <a:pt x="537130" y="383365"/>
                  </a:cubicBezTo>
                  <a:cubicBezTo>
                    <a:pt x="552762" y="371641"/>
                    <a:pt x="511161" y="376431"/>
                    <a:pt x="510404" y="366976"/>
                  </a:cubicBezTo>
                  <a:close/>
                  <a:moveTo>
                    <a:pt x="1127871" y="195906"/>
                  </a:moveTo>
                  <a:cubicBezTo>
                    <a:pt x="1116147" y="196662"/>
                    <a:pt x="1114508" y="217085"/>
                    <a:pt x="1104297" y="217085"/>
                  </a:cubicBezTo>
                  <a:cubicBezTo>
                    <a:pt x="1094085" y="217085"/>
                    <a:pt x="1079966" y="238264"/>
                    <a:pt x="1061183" y="244567"/>
                  </a:cubicBezTo>
                  <a:cubicBezTo>
                    <a:pt x="1042399" y="250870"/>
                    <a:pt x="1041517" y="190485"/>
                    <a:pt x="1032944" y="178635"/>
                  </a:cubicBezTo>
                  <a:cubicBezTo>
                    <a:pt x="1024372" y="166911"/>
                    <a:pt x="977223" y="157456"/>
                    <a:pt x="972559" y="170819"/>
                  </a:cubicBezTo>
                  <a:cubicBezTo>
                    <a:pt x="967894" y="184182"/>
                    <a:pt x="951506" y="177122"/>
                    <a:pt x="949741" y="188090"/>
                  </a:cubicBezTo>
                  <a:cubicBezTo>
                    <a:pt x="948228" y="198301"/>
                    <a:pt x="953649" y="195150"/>
                    <a:pt x="963860" y="195150"/>
                  </a:cubicBezTo>
                  <a:cubicBezTo>
                    <a:pt x="974071" y="195150"/>
                    <a:pt x="974071" y="202966"/>
                    <a:pt x="978736" y="213177"/>
                  </a:cubicBezTo>
                  <a:cubicBezTo>
                    <a:pt x="983401" y="223388"/>
                    <a:pt x="1011765" y="216329"/>
                    <a:pt x="1021094" y="215572"/>
                  </a:cubicBezTo>
                  <a:cubicBezTo>
                    <a:pt x="1030549" y="214816"/>
                    <a:pt x="1032062" y="228053"/>
                    <a:pt x="1018699" y="223388"/>
                  </a:cubicBezTo>
                  <a:cubicBezTo>
                    <a:pt x="1005336" y="218724"/>
                    <a:pt x="1005336" y="229692"/>
                    <a:pt x="996007" y="227296"/>
                  </a:cubicBezTo>
                  <a:cubicBezTo>
                    <a:pt x="986552" y="224901"/>
                    <a:pt x="974071" y="225657"/>
                    <a:pt x="980249" y="231204"/>
                  </a:cubicBezTo>
                  <a:cubicBezTo>
                    <a:pt x="986552" y="236751"/>
                    <a:pt x="996764" y="242172"/>
                    <a:pt x="996764" y="254778"/>
                  </a:cubicBezTo>
                  <a:cubicBezTo>
                    <a:pt x="996764" y="267385"/>
                    <a:pt x="1014791" y="264990"/>
                    <a:pt x="1014791" y="254778"/>
                  </a:cubicBezTo>
                  <a:cubicBezTo>
                    <a:pt x="1014791" y="244567"/>
                    <a:pt x="1024246" y="257930"/>
                    <a:pt x="1042273" y="262595"/>
                  </a:cubicBezTo>
                  <a:cubicBezTo>
                    <a:pt x="1060300" y="267385"/>
                    <a:pt x="1047820" y="274319"/>
                    <a:pt x="1065847" y="275201"/>
                  </a:cubicBezTo>
                  <a:cubicBezTo>
                    <a:pt x="1083874" y="275957"/>
                    <a:pt x="1124719" y="289320"/>
                    <a:pt x="1140351" y="301044"/>
                  </a:cubicBezTo>
                  <a:cubicBezTo>
                    <a:pt x="1156109" y="312768"/>
                    <a:pt x="1145016" y="320711"/>
                    <a:pt x="1155227" y="331678"/>
                  </a:cubicBezTo>
                  <a:cubicBezTo>
                    <a:pt x="1165439" y="342646"/>
                    <a:pt x="1168590" y="355252"/>
                    <a:pt x="1154471" y="355252"/>
                  </a:cubicBezTo>
                  <a:cubicBezTo>
                    <a:pt x="1140351" y="355252"/>
                    <a:pt x="1125476" y="369372"/>
                    <a:pt x="1129384" y="376431"/>
                  </a:cubicBezTo>
                  <a:cubicBezTo>
                    <a:pt x="1133291" y="383491"/>
                    <a:pt x="1179558" y="373280"/>
                    <a:pt x="1190526" y="373280"/>
                  </a:cubicBezTo>
                  <a:cubicBezTo>
                    <a:pt x="1197711" y="373280"/>
                    <a:pt x="1205023" y="386012"/>
                    <a:pt x="1218764" y="395341"/>
                  </a:cubicBezTo>
                  <a:lnTo>
                    <a:pt x="1218764" y="227927"/>
                  </a:lnTo>
                  <a:cubicBezTo>
                    <a:pt x="1184979" y="216329"/>
                    <a:pt x="1137578" y="195276"/>
                    <a:pt x="1127871" y="195906"/>
                  </a:cubicBezTo>
                  <a:close/>
                  <a:moveTo>
                    <a:pt x="788252" y="394837"/>
                  </a:moveTo>
                  <a:cubicBezTo>
                    <a:pt x="785856" y="396476"/>
                    <a:pt x="783083" y="397736"/>
                    <a:pt x="779679" y="398493"/>
                  </a:cubicBezTo>
                  <a:cubicBezTo>
                    <a:pt x="778670" y="401392"/>
                    <a:pt x="777536" y="404670"/>
                    <a:pt x="775771" y="406057"/>
                  </a:cubicBezTo>
                  <a:cubicBezTo>
                    <a:pt x="773628" y="407821"/>
                    <a:pt x="769847" y="404292"/>
                    <a:pt x="767073" y="401266"/>
                  </a:cubicBezTo>
                  <a:cubicBezTo>
                    <a:pt x="751945" y="407569"/>
                    <a:pt x="743877" y="425723"/>
                    <a:pt x="754466" y="431270"/>
                  </a:cubicBezTo>
                  <a:cubicBezTo>
                    <a:pt x="764551" y="436690"/>
                    <a:pt x="779301" y="422319"/>
                    <a:pt x="787748" y="412234"/>
                  </a:cubicBezTo>
                  <a:cubicBezTo>
                    <a:pt x="789134" y="410595"/>
                    <a:pt x="790395" y="409082"/>
                    <a:pt x="791277" y="407696"/>
                  </a:cubicBezTo>
                  <a:cubicBezTo>
                    <a:pt x="791782" y="406939"/>
                    <a:pt x="792790" y="406057"/>
                    <a:pt x="793925" y="405300"/>
                  </a:cubicBezTo>
                  <a:cubicBezTo>
                    <a:pt x="794681" y="404670"/>
                    <a:pt x="795564" y="404165"/>
                    <a:pt x="796572" y="403535"/>
                  </a:cubicBezTo>
                  <a:cubicBezTo>
                    <a:pt x="794177" y="400132"/>
                    <a:pt x="791025" y="396854"/>
                    <a:pt x="788252" y="394837"/>
                  </a:cubicBezTo>
                  <a:close/>
                  <a:moveTo>
                    <a:pt x="570033" y="192754"/>
                  </a:moveTo>
                  <a:cubicBezTo>
                    <a:pt x="584152" y="184182"/>
                    <a:pt x="587304" y="167668"/>
                    <a:pt x="585665" y="151909"/>
                  </a:cubicBezTo>
                  <a:cubicBezTo>
                    <a:pt x="584152" y="136151"/>
                    <a:pt x="620207" y="135395"/>
                    <a:pt x="625628" y="129092"/>
                  </a:cubicBezTo>
                  <a:cubicBezTo>
                    <a:pt x="631175" y="122788"/>
                    <a:pt x="617812" y="112577"/>
                    <a:pt x="607601" y="107913"/>
                  </a:cubicBezTo>
                  <a:cubicBezTo>
                    <a:pt x="597390" y="103248"/>
                    <a:pt x="605962" y="93037"/>
                    <a:pt x="598902" y="86734"/>
                  </a:cubicBezTo>
                  <a:cubicBezTo>
                    <a:pt x="591843" y="80430"/>
                    <a:pt x="580118" y="63916"/>
                    <a:pt x="590330" y="63160"/>
                  </a:cubicBezTo>
                  <a:cubicBezTo>
                    <a:pt x="600541" y="62403"/>
                    <a:pt x="583270" y="48284"/>
                    <a:pt x="591843" y="43493"/>
                  </a:cubicBezTo>
                  <a:cubicBezTo>
                    <a:pt x="592977" y="42863"/>
                    <a:pt x="594363" y="42233"/>
                    <a:pt x="595751" y="41476"/>
                  </a:cubicBezTo>
                  <a:cubicBezTo>
                    <a:pt x="590582" y="38955"/>
                    <a:pt x="586043" y="37190"/>
                    <a:pt x="583144" y="37190"/>
                  </a:cubicBezTo>
                  <a:cubicBezTo>
                    <a:pt x="570663" y="37190"/>
                    <a:pt x="540786" y="34039"/>
                    <a:pt x="542299" y="54461"/>
                  </a:cubicBezTo>
                  <a:cubicBezTo>
                    <a:pt x="543937" y="74884"/>
                    <a:pt x="525028" y="67068"/>
                    <a:pt x="526667" y="78035"/>
                  </a:cubicBezTo>
                  <a:cubicBezTo>
                    <a:pt x="528179" y="89003"/>
                    <a:pt x="517212" y="89003"/>
                    <a:pt x="518851" y="103122"/>
                  </a:cubicBezTo>
                  <a:cubicBezTo>
                    <a:pt x="520490" y="117242"/>
                    <a:pt x="511035" y="110938"/>
                    <a:pt x="495276" y="118880"/>
                  </a:cubicBezTo>
                  <a:cubicBezTo>
                    <a:pt x="479645" y="126696"/>
                    <a:pt x="485822" y="114090"/>
                    <a:pt x="470190" y="114090"/>
                  </a:cubicBezTo>
                  <a:cubicBezTo>
                    <a:pt x="454432" y="114090"/>
                    <a:pt x="452919" y="121906"/>
                    <a:pt x="443464" y="125058"/>
                  </a:cubicBezTo>
                  <a:cubicBezTo>
                    <a:pt x="434009" y="128209"/>
                    <a:pt x="415226" y="123545"/>
                    <a:pt x="408922" y="128209"/>
                  </a:cubicBezTo>
                  <a:cubicBezTo>
                    <a:pt x="402619" y="132874"/>
                    <a:pt x="393290" y="117242"/>
                    <a:pt x="386987" y="117242"/>
                  </a:cubicBezTo>
                  <a:cubicBezTo>
                    <a:pt x="383835" y="117242"/>
                    <a:pt x="381062" y="108669"/>
                    <a:pt x="379045" y="100223"/>
                  </a:cubicBezTo>
                  <a:cubicBezTo>
                    <a:pt x="377910" y="99971"/>
                    <a:pt x="376901" y="99845"/>
                    <a:pt x="376019" y="99971"/>
                  </a:cubicBezTo>
                  <a:cubicBezTo>
                    <a:pt x="365807" y="100727"/>
                    <a:pt x="348915" y="127705"/>
                    <a:pt x="358748" y="136908"/>
                  </a:cubicBezTo>
                  <a:cubicBezTo>
                    <a:pt x="370473" y="147875"/>
                    <a:pt x="367446" y="165146"/>
                    <a:pt x="372868" y="173719"/>
                  </a:cubicBezTo>
                  <a:cubicBezTo>
                    <a:pt x="378414" y="182291"/>
                    <a:pt x="395686" y="183930"/>
                    <a:pt x="395686" y="200444"/>
                  </a:cubicBezTo>
                  <a:cubicBezTo>
                    <a:pt x="395686" y="216959"/>
                    <a:pt x="410561" y="242802"/>
                    <a:pt x="420772" y="235743"/>
                  </a:cubicBezTo>
                  <a:cubicBezTo>
                    <a:pt x="430984" y="228683"/>
                    <a:pt x="438800" y="238894"/>
                    <a:pt x="441951" y="245954"/>
                  </a:cubicBezTo>
                  <a:cubicBezTo>
                    <a:pt x="445103" y="253013"/>
                    <a:pt x="469433" y="240407"/>
                    <a:pt x="477249" y="242046"/>
                  </a:cubicBezTo>
                  <a:cubicBezTo>
                    <a:pt x="485065" y="243685"/>
                    <a:pt x="509396" y="248349"/>
                    <a:pt x="511035" y="257804"/>
                  </a:cubicBezTo>
                  <a:cubicBezTo>
                    <a:pt x="512547" y="267259"/>
                    <a:pt x="534609" y="257048"/>
                    <a:pt x="549484" y="251501"/>
                  </a:cubicBezTo>
                  <a:cubicBezTo>
                    <a:pt x="564612" y="246080"/>
                    <a:pt x="555914" y="201327"/>
                    <a:pt x="570033" y="192754"/>
                  </a:cubicBezTo>
                  <a:close/>
                  <a:moveTo>
                    <a:pt x="628906" y="412486"/>
                  </a:moveTo>
                  <a:cubicBezTo>
                    <a:pt x="633570" y="419545"/>
                    <a:pt x="646933" y="419545"/>
                    <a:pt x="652480" y="424210"/>
                  </a:cubicBezTo>
                  <a:cubicBezTo>
                    <a:pt x="658027" y="428874"/>
                    <a:pt x="677567" y="439086"/>
                    <a:pt x="677567" y="425849"/>
                  </a:cubicBezTo>
                  <a:cubicBezTo>
                    <a:pt x="677567" y="412486"/>
                    <a:pt x="623611" y="404544"/>
                    <a:pt x="628906" y="412486"/>
                  </a:cubicBezTo>
                  <a:close/>
                  <a:moveTo>
                    <a:pt x="589699" y="374036"/>
                  </a:moveTo>
                  <a:cubicBezTo>
                    <a:pt x="586547" y="381096"/>
                    <a:pt x="573185" y="382608"/>
                    <a:pt x="565369" y="377188"/>
                  </a:cubicBezTo>
                  <a:cubicBezTo>
                    <a:pt x="557553" y="371767"/>
                    <a:pt x="547845" y="384625"/>
                    <a:pt x="552762" y="391307"/>
                  </a:cubicBezTo>
                  <a:cubicBezTo>
                    <a:pt x="555157" y="394458"/>
                    <a:pt x="571546" y="407065"/>
                    <a:pt x="591212" y="397610"/>
                  </a:cubicBezTo>
                  <a:cubicBezTo>
                    <a:pt x="610878" y="388155"/>
                    <a:pt x="624115" y="396854"/>
                    <a:pt x="628906" y="386642"/>
                  </a:cubicBezTo>
                  <a:cubicBezTo>
                    <a:pt x="633570" y="376431"/>
                    <a:pt x="592851" y="366976"/>
                    <a:pt x="589699" y="374036"/>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6" name="Google Shape;826;p22"/>
            <p:cNvSpPr/>
            <p:nvPr/>
          </p:nvSpPr>
          <p:spPr>
            <a:xfrm>
              <a:off x="9059946" y="4798863"/>
              <a:ext cx="88246" cy="25213"/>
            </a:xfrm>
            <a:custGeom>
              <a:rect b="b" l="l" r="r" t="t"/>
              <a:pathLst>
                <a:path extrusionOk="0" h="25213" w="88245">
                  <a:moveTo>
                    <a:pt x="10936" y="26018"/>
                  </a:moveTo>
                  <a:cubicBezTo>
                    <a:pt x="7911" y="26270"/>
                    <a:pt x="5011" y="27026"/>
                    <a:pt x="2364" y="28161"/>
                  </a:cubicBezTo>
                  <a:cubicBezTo>
                    <a:pt x="5011" y="31186"/>
                    <a:pt x="8793" y="34716"/>
                    <a:pt x="11062" y="32951"/>
                  </a:cubicBezTo>
                  <a:cubicBezTo>
                    <a:pt x="12827" y="31564"/>
                    <a:pt x="13961" y="28287"/>
                    <a:pt x="14970" y="25387"/>
                  </a:cubicBezTo>
                  <a:cubicBezTo>
                    <a:pt x="13836" y="25639"/>
                    <a:pt x="12701" y="25892"/>
                    <a:pt x="11441" y="26018"/>
                  </a:cubicBezTo>
                  <a:cubicBezTo>
                    <a:pt x="11188" y="25892"/>
                    <a:pt x="11062" y="26018"/>
                    <a:pt x="10936" y="26018"/>
                  </a:cubicBezTo>
                  <a:close/>
                  <a:moveTo>
                    <a:pt x="48504" y="5595"/>
                  </a:moveTo>
                  <a:cubicBezTo>
                    <a:pt x="37914" y="5091"/>
                    <a:pt x="33628" y="13789"/>
                    <a:pt x="25812" y="20093"/>
                  </a:cubicBezTo>
                  <a:cubicBezTo>
                    <a:pt x="25055" y="20597"/>
                    <a:pt x="24299" y="21227"/>
                    <a:pt x="23543" y="21731"/>
                  </a:cubicBezTo>
                  <a:cubicBezTo>
                    <a:pt x="26316" y="23748"/>
                    <a:pt x="29468" y="27152"/>
                    <a:pt x="31863" y="30556"/>
                  </a:cubicBezTo>
                  <a:cubicBezTo>
                    <a:pt x="46991" y="21479"/>
                    <a:pt x="85693" y="10259"/>
                    <a:pt x="87710" y="4839"/>
                  </a:cubicBezTo>
                  <a:cubicBezTo>
                    <a:pt x="90105" y="-1465"/>
                    <a:pt x="64262" y="6351"/>
                    <a:pt x="48504" y="559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7" name="Google Shape;827;p22"/>
            <p:cNvSpPr/>
            <p:nvPr/>
          </p:nvSpPr>
          <p:spPr>
            <a:xfrm>
              <a:off x="5977366" y="3209767"/>
              <a:ext cx="302556" cy="327769"/>
            </a:xfrm>
            <a:custGeom>
              <a:rect b="b" l="l" r="r" t="t"/>
              <a:pathLst>
                <a:path extrusionOk="0" h="327769" w="302556">
                  <a:moveTo>
                    <a:pt x="212300" y="291053"/>
                  </a:moveTo>
                  <a:cubicBezTo>
                    <a:pt x="196164" y="294583"/>
                    <a:pt x="189609" y="295717"/>
                    <a:pt x="180154" y="291053"/>
                  </a:cubicBezTo>
                  <a:cubicBezTo>
                    <a:pt x="170699" y="286388"/>
                    <a:pt x="155445" y="295339"/>
                    <a:pt x="157840" y="301642"/>
                  </a:cubicBezTo>
                  <a:cubicBezTo>
                    <a:pt x="159353" y="305928"/>
                    <a:pt x="165657" y="311475"/>
                    <a:pt x="185323" y="316518"/>
                  </a:cubicBezTo>
                  <a:cubicBezTo>
                    <a:pt x="204989" y="321560"/>
                    <a:pt x="207258" y="334923"/>
                    <a:pt x="215578" y="335302"/>
                  </a:cubicBezTo>
                  <a:cubicBezTo>
                    <a:pt x="223772" y="335680"/>
                    <a:pt x="224655" y="327864"/>
                    <a:pt x="222638" y="317274"/>
                  </a:cubicBezTo>
                  <a:cubicBezTo>
                    <a:pt x="220621" y="306685"/>
                    <a:pt x="232471" y="294583"/>
                    <a:pt x="233605" y="292565"/>
                  </a:cubicBezTo>
                  <a:cubicBezTo>
                    <a:pt x="234740" y="290674"/>
                    <a:pt x="228437" y="287523"/>
                    <a:pt x="212300" y="291053"/>
                  </a:cubicBezTo>
                  <a:close/>
                  <a:moveTo>
                    <a:pt x="60518" y="202051"/>
                  </a:moveTo>
                  <a:cubicBezTo>
                    <a:pt x="51946" y="209489"/>
                    <a:pt x="44760" y="200790"/>
                    <a:pt x="41356" y="206715"/>
                  </a:cubicBezTo>
                  <a:cubicBezTo>
                    <a:pt x="37070" y="214153"/>
                    <a:pt x="54719" y="225499"/>
                    <a:pt x="51189" y="240879"/>
                  </a:cubicBezTo>
                  <a:cubicBezTo>
                    <a:pt x="47659" y="256133"/>
                    <a:pt x="53206" y="275421"/>
                    <a:pt x="62157" y="266344"/>
                  </a:cubicBezTo>
                  <a:cubicBezTo>
                    <a:pt x="71234" y="257393"/>
                    <a:pt x="75520" y="261680"/>
                    <a:pt x="80563" y="254998"/>
                  </a:cubicBezTo>
                  <a:cubicBezTo>
                    <a:pt x="85605" y="248317"/>
                    <a:pt x="81319" y="223608"/>
                    <a:pt x="84849" y="211884"/>
                  </a:cubicBezTo>
                  <a:cubicBezTo>
                    <a:pt x="88379" y="200034"/>
                    <a:pt x="69217" y="194613"/>
                    <a:pt x="60518" y="202051"/>
                  </a:cubicBezTo>
                  <a:close/>
                  <a:moveTo>
                    <a:pt x="252768" y="189444"/>
                  </a:moveTo>
                  <a:cubicBezTo>
                    <a:pt x="242556" y="183141"/>
                    <a:pt x="249237" y="172930"/>
                    <a:pt x="233101" y="173686"/>
                  </a:cubicBezTo>
                  <a:cubicBezTo>
                    <a:pt x="216965" y="174442"/>
                    <a:pt x="197803" y="154524"/>
                    <a:pt x="191878" y="131328"/>
                  </a:cubicBezTo>
                  <a:cubicBezTo>
                    <a:pt x="185953" y="108258"/>
                    <a:pt x="160866" y="106998"/>
                    <a:pt x="154563" y="93257"/>
                  </a:cubicBezTo>
                  <a:cubicBezTo>
                    <a:pt x="148260" y="79515"/>
                    <a:pt x="160488" y="78003"/>
                    <a:pt x="154941" y="66531"/>
                  </a:cubicBezTo>
                  <a:cubicBezTo>
                    <a:pt x="151916" y="60228"/>
                    <a:pt x="158597" y="54555"/>
                    <a:pt x="166665" y="51403"/>
                  </a:cubicBezTo>
                  <a:cubicBezTo>
                    <a:pt x="166035" y="38797"/>
                    <a:pt x="167043" y="25055"/>
                    <a:pt x="168052" y="16231"/>
                  </a:cubicBezTo>
                  <a:cubicBezTo>
                    <a:pt x="161874" y="15601"/>
                    <a:pt x="156454" y="14718"/>
                    <a:pt x="154563" y="13583"/>
                  </a:cubicBezTo>
                  <a:cubicBezTo>
                    <a:pt x="151663" y="11819"/>
                    <a:pt x="151033" y="2364"/>
                    <a:pt x="149268" y="2364"/>
                  </a:cubicBezTo>
                  <a:cubicBezTo>
                    <a:pt x="147503" y="2364"/>
                    <a:pt x="130989" y="2364"/>
                    <a:pt x="128089" y="5263"/>
                  </a:cubicBezTo>
                  <a:cubicBezTo>
                    <a:pt x="125189" y="8163"/>
                    <a:pt x="116365" y="13458"/>
                    <a:pt x="111575" y="10558"/>
                  </a:cubicBezTo>
                  <a:cubicBezTo>
                    <a:pt x="110566" y="9928"/>
                    <a:pt x="109431" y="9297"/>
                    <a:pt x="108297" y="8793"/>
                  </a:cubicBezTo>
                  <a:lnTo>
                    <a:pt x="103128" y="13583"/>
                  </a:lnTo>
                  <a:cubicBezTo>
                    <a:pt x="103128" y="13583"/>
                    <a:pt x="102372" y="19887"/>
                    <a:pt x="99220" y="19887"/>
                  </a:cubicBezTo>
                  <a:cubicBezTo>
                    <a:pt x="96068" y="19887"/>
                    <a:pt x="91404" y="17491"/>
                    <a:pt x="91404" y="23038"/>
                  </a:cubicBezTo>
                  <a:cubicBezTo>
                    <a:pt x="91404" y="28585"/>
                    <a:pt x="82832" y="26946"/>
                    <a:pt x="78798" y="26190"/>
                  </a:cubicBezTo>
                  <a:cubicBezTo>
                    <a:pt x="74890" y="25434"/>
                    <a:pt x="69343" y="26946"/>
                    <a:pt x="69343" y="31737"/>
                  </a:cubicBezTo>
                  <a:cubicBezTo>
                    <a:pt x="69343" y="36401"/>
                    <a:pt x="68586" y="46612"/>
                    <a:pt x="62283" y="41192"/>
                  </a:cubicBezTo>
                  <a:cubicBezTo>
                    <a:pt x="55980" y="35645"/>
                    <a:pt x="49677" y="21526"/>
                    <a:pt x="47408" y="23164"/>
                  </a:cubicBezTo>
                  <a:cubicBezTo>
                    <a:pt x="45012" y="24803"/>
                    <a:pt x="39592" y="41948"/>
                    <a:pt x="34045" y="41948"/>
                  </a:cubicBezTo>
                  <a:cubicBezTo>
                    <a:pt x="30641" y="41948"/>
                    <a:pt x="19421" y="42831"/>
                    <a:pt x="11353" y="43587"/>
                  </a:cubicBezTo>
                  <a:cubicBezTo>
                    <a:pt x="9210" y="50394"/>
                    <a:pt x="11479" y="54429"/>
                    <a:pt x="14379" y="56067"/>
                  </a:cubicBezTo>
                  <a:cubicBezTo>
                    <a:pt x="17278" y="57832"/>
                    <a:pt x="12613" y="64892"/>
                    <a:pt x="9084" y="66657"/>
                  </a:cubicBezTo>
                  <a:cubicBezTo>
                    <a:pt x="5554" y="68422"/>
                    <a:pt x="-371" y="66657"/>
                    <a:pt x="3789" y="73086"/>
                  </a:cubicBezTo>
                  <a:cubicBezTo>
                    <a:pt x="7949" y="79515"/>
                    <a:pt x="15513" y="80146"/>
                    <a:pt x="11479" y="86575"/>
                  </a:cubicBezTo>
                  <a:cubicBezTo>
                    <a:pt x="7319" y="93005"/>
                    <a:pt x="11479" y="98930"/>
                    <a:pt x="17404" y="99560"/>
                  </a:cubicBezTo>
                  <a:cubicBezTo>
                    <a:pt x="23329" y="100190"/>
                    <a:pt x="31523" y="98930"/>
                    <a:pt x="29758" y="103720"/>
                  </a:cubicBezTo>
                  <a:cubicBezTo>
                    <a:pt x="28750" y="106493"/>
                    <a:pt x="27111" y="109645"/>
                    <a:pt x="26733" y="112671"/>
                  </a:cubicBezTo>
                  <a:cubicBezTo>
                    <a:pt x="31397" y="111284"/>
                    <a:pt x="35431" y="111158"/>
                    <a:pt x="39592" y="109015"/>
                  </a:cubicBezTo>
                  <a:cubicBezTo>
                    <a:pt x="47786" y="104728"/>
                    <a:pt x="44256" y="97291"/>
                    <a:pt x="57997" y="93383"/>
                  </a:cubicBezTo>
                  <a:cubicBezTo>
                    <a:pt x="71738" y="89475"/>
                    <a:pt x="89765" y="100820"/>
                    <a:pt x="95312" y="109015"/>
                  </a:cubicBezTo>
                  <a:cubicBezTo>
                    <a:pt x="100859" y="117209"/>
                    <a:pt x="102372" y="118092"/>
                    <a:pt x="103506" y="124773"/>
                  </a:cubicBezTo>
                  <a:cubicBezTo>
                    <a:pt x="104641" y="131454"/>
                    <a:pt x="109809" y="144817"/>
                    <a:pt x="128593" y="156919"/>
                  </a:cubicBezTo>
                  <a:cubicBezTo>
                    <a:pt x="147377" y="169148"/>
                    <a:pt x="154941" y="182763"/>
                    <a:pt x="164648" y="187931"/>
                  </a:cubicBezTo>
                  <a:cubicBezTo>
                    <a:pt x="174481" y="193100"/>
                    <a:pt x="184314" y="191839"/>
                    <a:pt x="190113" y="198899"/>
                  </a:cubicBezTo>
                  <a:cubicBezTo>
                    <a:pt x="196038" y="205959"/>
                    <a:pt x="203854" y="209867"/>
                    <a:pt x="213309" y="214153"/>
                  </a:cubicBezTo>
                  <a:cubicBezTo>
                    <a:pt x="222764" y="218439"/>
                    <a:pt x="223142" y="228650"/>
                    <a:pt x="232093" y="229911"/>
                  </a:cubicBezTo>
                  <a:cubicBezTo>
                    <a:pt x="241043" y="231046"/>
                    <a:pt x="235244" y="238988"/>
                    <a:pt x="240665" y="245543"/>
                  </a:cubicBezTo>
                  <a:cubicBezTo>
                    <a:pt x="246086" y="252225"/>
                    <a:pt x="247725" y="266344"/>
                    <a:pt x="241800" y="274160"/>
                  </a:cubicBezTo>
                  <a:cubicBezTo>
                    <a:pt x="235874" y="281976"/>
                    <a:pt x="239026" y="295339"/>
                    <a:pt x="242934" y="295339"/>
                  </a:cubicBezTo>
                  <a:cubicBezTo>
                    <a:pt x="246842" y="295339"/>
                    <a:pt x="255037" y="281220"/>
                    <a:pt x="256297" y="273404"/>
                  </a:cubicBezTo>
                  <a:cubicBezTo>
                    <a:pt x="257432" y="265588"/>
                    <a:pt x="265374" y="265966"/>
                    <a:pt x="271551" y="257645"/>
                  </a:cubicBezTo>
                  <a:cubicBezTo>
                    <a:pt x="277854" y="249451"/>
                    <a:pt x="262096" y="247434"/>
                    <a:pt x="259449" y="236845"/>
                  </a:cubicBezTo>
                  <a:cubicBezTo>
                    <a:pt x="256676" y="226255"/>
                    <a:pt x="271173" y="216800"/>
                    <a:pt x="284914" y="225499"/>
                  </a:cubicBezTo>
                  <a:cubicBezTo>
                    <a:pt x="298655" y="234071"/>
                    <a:pt x="304202" y="239996"/>
                    <a:pt x="304958" y="226634"/>
                  </a:cubicBezTo>
                  <a:cubicBezTo>
                    <a:pt x="306093" y="213397"/>
                    <a:pt x="262979" y="195747"/>
                    <a:pt x="252768" y="18944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8" name="Google Shape;828;p22"/>
            <p:cNvSpPr/>
            <p:nvPr/>
          </p:nvSpPr>
          <p:spPr>
            <a:xfrm>
              <a:off x="6280717" y="3332302"/>
              <a:ext cx="25213" cy="37820"/>
            </a:xfrm>
            <a:custGeom>
              <a:rect b="b" l="l" r="r" t="t"/>
              <a:pathLst>
                <a:path extrusionOk="0" h="37819" w="25213">
                  <a:moveTo>
                    <a:pt x="13709" y="2364"/>
                  </a:moveTo>
                  <a:cubicBezTo>
                    <a:pt x="8289" y="9676"/>
                    <a:pt x="2994" y="19004"/>
                    <a:pt x="3498" y="22030"/>
                  </a:cubicBezTo>
                  <a:cubicBezTo>
                    <a:pt x="3751" y="23417"/>
                    <a:pt x="3372" y="26442"/>
                    <a:pt x="2364" y="30224"/>
                  </a:cubicBezTo>
                  <a:cubicBezTo>
                    <a:pt x="9298" y="35897"/>
                    <a:pt x="16105" y="41570"/>
                    <a:pt x="21147" y="44091"/>
                  </a:cubicBezTo>
                  <a:cubicBezTo>
                    <a:pt x="21652" y="44343"/>
                    <a:pt x="22030" y="44596"/>
                    <a:pt x="22534" y="44848"/>
                  </a:cubicBezTo>
                  <a:cubicBezTo>
                    <a:pt x="24047" y="36149"/>
                    <a:pt x="30098" y="27073"/>
                    <a:pt x="34511" y="26064"/>
                  </a:cubicBezTo>
                  <a:cubicBezTo>
                    <a:pt x="28459" y="18626"/>
                    <a:pt x="19509" y="8163"/>
                    <a:pt x="13709" y="2364"/>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9" name="Google Shape;829;p22"/>
            <p:cNvSpPr/>
            <p:nvPr/>
          </p:nvSpPr>
          <p:spPr>
            <a:xfrm>
              <a:off x="6288911" y="3237501"/>
              <a:ext cx="100852" cy="126065"/>
            </a:xfrm>
            <a:custGeom>
              <a:rect b="b" l="l" r="r" t="t"/>
              <a:pathLst>
                <a:path extrusionOk="0" h="126065" w="100852">
                  <a:moveTo>
                    <a:pt x="98551" y="90735"/>
                  </a:moveTo>
                  <a:cubicBezTo>
                    <a:pt x="92626" y="85441"/>
                    <a:pt x="93257" y="75986"/>
                    <a:pt x="98551" y="72456"/>
                  </a:cubicBezTo>
                  <a:cubicBezTo>
                    <a:pt x="103846" y="68926"/>
                    <a:pt x="99182" y="64262"/>
                    <a:pt x="99182" y="58337"/>
                  </a:cubicBezTo>
                  <a:cubicBezTo>
                    <a:pt x="99182" y="52412"/>
                    <a:pt x="73843" y="50647"/>
                    <a:pt x="69809" y="49512"/>
                  </a:cubicBezTo>
                  <a:cubicBezTo>
                    <a:pt x="65649" y="48378"/>
                    <a:pt x="72708" y="32998"/>
                    <a:pt x="66279" y="32998"/>
                  </a:cubicBezTo>
                  <a:cubicBezTo>
                    <a:pt x="59849" y="32998"/>
                    <a:pt x="57454" y="28333"/>
                    <a:pt x="57454" y="23543"/>
                  </a:cubicBezTo>
                  <a:cubicBezTo>
                    <a:pt x="57454" y="18878"/>
                    <a:pt x="47495" y="11188"/>
                    <a:pt x="47999" y="8289"/>
                  </a:cubicBezTo>
                  <a:cubicBezTo>
                    <a:pt x="48125" y="7911"/>
                    <a:pt x="48378" y="7532"/>
                    <a:pt x="48756" y="7154"/>
                  </a:cubicBezTo>
                  <a:cubicBezTo>
                    <a:pt x="45100" y="6650"/>
                    <a:pt x="42327" y="6146"/>
                    <a:pt x="41318" y="5894"/>
                  </a:cubicBezTo>
                  <a:cubicBezTo>
                    <a:pt x="36906" y="5011"/>
                    <a:pt x="29972" y="2364"/>
                    <a:pt x="29972" y="2364"/>
                  </a:cubicBezTo>
                  <a:cubicBezTo>
                    <a:pt x="29972" y="2364"/>
                    <a:pt x="13584" y="7658"/>
                    <a:pt x="2364" y="11062"/>
                  </a:cubicBezTo>
                  <a:cubicBezTo>
                    <a:pt x="3120" y="17996"/>
                    <a:pt x="4885" y="25434"/>
                    <a:pt x="9298" y="27073"/>
                  </a:cubicBezTo>
                  <a:cubicBezTo>
                    <a:pt x="17744" y="30224"/>
                    <a:pt x="14592" y="38671"/>
                    <a:pt x="17744" y="46108"/>
                  </a:cubicBezTo>
                  <a:cubicBezTo>
                    <a:pt x="20895" y="53546"/>
                    <a:pt x="19887" y="87206"/>
                    <a:pt x="15601" y="87206"/>
                  </a:cubicBezTo>
                  <a:cubicBezTo>
                    <a:pt x="13836" y="87206"/>
                    <a:pt x="9676" y="91618"/>
                    <a:pt x="5768" y="97039"/>
                  </a:cubicBezTo>
                  <a:cubicBezTo>
                    <a:pt x="11567" y="102838"/>
                    <a:pt x="20517" y="113427"/>
                    <a:pt x="26568" y="120865"/>
                  </a:cubicBezTo>
                  <a:cubicBezTo>
                    <a:pt x="26820" y="120739"/>
                    <a:pt x="27073" y="120613"/>
                    <a:pt x="27325" y="120613"/>
                  </a:cubicBezTo>
                  <a:cubicBezTo>
                    <a:pt x="32620" y="120613"/>
                    <a:pt x="51908" y="134606"/>
                    <a:pt x="51908" y="134606"/>
                  </a:cubicBezTo>
                  <a:cubicBezTo>
                    <a:pt x="51908" y="134606"/>
                    <a:pt x="79263" y="128933"/>
                    <a:pt x="97669" y="126286"/>
                  </a:cubicBezTo>
                  <a:cubicBezTo>
                    <a:pt x="97921" y="123512"/>
                    <a:pt x="98551" y="120235"/>
                    <a:pt x="98173" y="118218"/>
                  </a:cubicBezTo>
                  <a:cubicBezTo>
                    <a:pt x="97543" y="114688"/>
                    <a:pt x="101703" y="107628"/>
                    <a:pt x="106998" y="107628"/>
                  </a:cubicBezTo>
                  <a:cubicBezTo>
                    <a:pt x="112040" y="107754"/>
                    <a:pt x="104350" y="96030"/>
                    <a:pt x="98551" y="90735"/>
                  </a:cubicBezTo>
                  <a:close/>
                </a:path>
              </a:pathLst>
            </a:custGeom>
            <a:solidFill>
              <a:srgbClr val="BFBFBF"/>
            </a:solid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30" name="Google Shape;830;p22"/>
          <p:cNvSpPr/>
          <p:nvPr/>
        </p:nvSpPr>
        <p:spPr>
          <a:xfrm>
            <a:off x="4541623" y="4218674"/>
            <a:ext cx="236579" cy="313935"/>
          </a:xfrm>
          <a:custGeom>
            <a:rect b="b" l="l" r="r" t="t"/>
            <a:pathLst>
              <a:path extrusionOk="0" h="390525" w="285750">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9E2A4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1" name="Google Shape;831;p22"/>
          <p:cNvSpPr/>
          <p:nvPr/>
        </p:nvSpPr>
        <p:spPr>
          <a:xfrm>
            <a:off x="8697477" y="4634176"/>
            <a:ext cx="236579" cy="313935"/>
          </a:xfrm>
          <a:custGeom>
            <a:rect b="b" l="l" r="r" t="t"/>
            <a:pathLst>
              <a:path extrusionOk="0" h="390525" w="285750">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9E2A4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2" name="Google Shape;832;p22"/>
          <p:cNvSpPr/>
          <p:nvPr/>
        </p:nvSpPr>
        <p:spPr>
          <a:xfrm>
            <a:off x="7798487" y="2360249"/>
            <a:ext cx="236579" cy="313935"/>
          </a:xfrm>
          <a:custGeom>
            <a:rect b="b" l="l" r="r" t="t"/>
            <a:pathLst>
              <a:path extrusionOk="0" h="390525" w="285750">
                <a:moveTo>
                  <a:pt x="144875" y="7144"/>
                </a:moveTo>
                <a:cubicBezTo>
                  <a:pt x="68866" y="7144"/>
                  <a:pt x="7144" y="68961"/>
                  <a:pt x="7144" y="144875"/>
                </a:cubicBezTo>
                <a:cubicBezTo>
                  <a:pt x="7144" y="239173"/>
                  <a:pt x="130397" y="377571"/>
                  <a:pt x="135636" y="383381"/>
                </a:cubicBezTo>
                <a:cubicBezTo>
                  <a:pt x="140589" y="388906"/>
                  <a:pt x="149162" y="388906"/>
                  <a:pt x="154115" y="383381"/>
                </a:cubicBezTo>
                <a:cubicBezTo>
                  <a:pt x="159353" y="377571"/>
                  <a:pt x="282607" y="239173"/>
                  <a:pt x="282607" y="144875"/>
                </a:cubicBezTo>
                <a:cubicBezTo>
                  <a:pt x="282607" y="68961"/>
                  <a:pt x="220790" y="7144"/>
                  <a:pt x="144875" y="7144"/>
                </a:cubicBezTo>
                <a:close/>
                <a:moveTo>
                  <a:pt x="144875" y="214217"/>
                </a:moveTo>
                <a:cubicBezTo>
                  <a:pt x="106680" y="214217"/>
                  <a:pt x="75533" y="183166"/>
                  <a:pt x="75533" y="144875"/>
                </a:cubicBezTo>
                <a:cubicBezTo>
                  <a:pt x="75533" y="106680"/>
                  <a:pt x="106585" y="75533"/>
                  <a:pt x="144875" y="75533"/>
                </a:cubicBezTo>
                <a:cubicBezTo>
                  <a:pt x="183166" y="75533"/>
                  <a:pt x="214217" y="106585"/>
                  <a:pt x="214217" y="144875"/>
                </a:cubicBezTo>
                <a:cubicBezTo>
                  <a:pt x="214217" y="183166"/>
                  <a:pt x="183071" y="214217"/>
                  <a:pt x="144875" y="214217"/>
                </a:cubicBezTo>
                <a:close/>
              </a:path>
            </a:pathLst>
          </a:custGeom>
          <a:solidFill>
            <a:srgbClr val="9E2A4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833" name="Google Shape;833;p22"/>
          <p:cNvPicPr preferRelativeResize="0"/>
          <p:nvPr/>
        </p:nvPicPr>
        <p:blipFill rotWithShape="1">
          <a:blip r:embed="rId3">
            <a:alphaModFix/>
          </a:blip>
          <a:srcRect b="0" l="0" r="0" t="0"/>
          <a:stretch/>
        </p:blipFill>
        <p:spPr>
          <a:xfrm>
            <a:off x="10108389" y="274565"/>
            <a:ext cx="1510774" cy="504996"/>
          </a:xfrm>
          <a:prstGeom prst="rect">
            <a:avLst/>
          </a:prstGeom>
          <a:noFill/>
          <a:ln>
            <a:noFill/>
          </a:ln>
        </p:spPr>
      </p:pic>
      <p:sp>
        <p:nvSpPr>
          <p:cNvPr id="834" name="Google Shape;83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t/>
            </a:r>
            <a:endParaRPr/>
          </a:p>
        </p:txBody>
      </p:sp>
      <p:pic>
        <p:nvPicPr>
          <p:cNvPr id="835" name="Google Shape;835;p22"/>
          <p:cNvPicPr preferRelativeResize="0"/>
          <p:nvPr/>
        </p:nvPicPr>
        <p:blipFill rotWithShape="1">
          <a:blip r:embed="rId4">
            <a:alphaModFix/>
          </a:blip>
          <a:srcRect b="0" l="0" r="0" t="0"/>
          <a:stretch/>
        </p:blipFill>
        <p:spPr>
          <a:xfrm>
            <a:off x="5114018" y="6594272"/>
            <a:ext cx="1951264" cy="14684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9" name="Shape 839"/>
        <p:cNvGrpSpPr/>
        <p:nvPr/>
      </p:nvGrpSpPr>
      <p:grpSpPr>
        <a:xfrm>
          <a:off x="0" y="0"/>
          <a:ext cx="0" cy="0"/>
          <a:chOff x="0" y="0"/>
          <a:chExt cx="0" cy="0"/>
        </a:xfrm>
      </p:grpSpPr>
      <p:sp>
        <p:nvSpPr>
          <p:cNvPr id="840" name="Google Shape;840;p23"/>
          <p:cNvSpPr txBox="1"/>
          <p:nvPr/>
        </p:nvSpPr>
        <p:spPr>
          <a:xfrm>
            <a:off x="3647115" y="2649752"/>
            <a:ext cx="4706938" cy="1015663"/>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6000">
                <a:solidFill>
                  <a:schemeClr val="lt1"/>
                </a:solidFill>
                <a:latin typeface="Calibri"/>
                <a:ea typeface="Calibri"/>
                <a:cs typeface="Calibri"/>
                <a:sym typeface="Calibri"/>
              </a:rPr>
              <a:t>THANK YOU</a:t>
            </a:r>
            <a:endParaRPr/>
          </a:p>
        </p:txBody>
      </p:sp>
      <p:sp>
        <p:nvSpPr>
          <p:cNvPr id="841" name="Google Shape;841;p23"/>
          <p:cNvSpPr txBox="1"/>
          <p:nvPr/>
        </p:nvSpPr>
        <p:spPr>
          <a:xfrm>
            <a:off x="4434467" y="4076956"/>
            <a:ext cx="166153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Calibri"/>
                <a:ea typeface="Calibri"/>
                <a:cs typeface="Calibri"/>
                <a:sym typeface="Calibri"/>
              </a:rPr>
              <a:t>univteknologimalaysia</a:t>
            </a:r>
            <a:endParaRPr/>
          </a:p>
        </p:txBody>
      </p:sp>
      <p:grpSp>
        <p:nvGrpSpPr>
          <p:cNvPr id="842" name="Google Shape;842;p23"/>
          <p:cNvGrpSpPr/>
          <p:nvPr/>
        </p:nvGrpSpPr>
        <p:grpSpPr>
          <a:xfrm>
            <a:off x="3366240" y="4067101"/>
            <a:ext cx="280228" cy="281958"/>
            <a:chOff x="2163763" y="-1266825"/>
            <a:chExt cx="1028700" cy="1035050"/>
          </a:xfrm>
        </p:grpSpPr>
        <p:sp>
          <p:nvSpPr>
            <p:cNvPr id="843" name="Google Shape;843;p23"/>
            <p:cNvSpPr/>
            <p:nvPr/>
          </p:nvSpPr>
          <p:spPr>
            <a:xfrm>
              <a:off x="2163763" y="-1266825"/>
              <a:ext cx="1028700" cy="1035050"/>
            </a:xfrm>
            <a:custGeom>
              <a:rect b="b" l="l" r="r" t="t"/>
              <a:pathLst>
                <a:path extrusionOk="0" h="396" w="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4" name="Google Shape;844;p23"/>
            <p:cNvSpPr/>
            <p:nvPr/>
          </p:nvSpPr>
          <p:spPr>
            <a:xfrm>
              <a:off x="2554288" y="-1014413"/>
              <a:ext cx="246063" cy="528638"/>
            </a:xfrm>
            <a:custGeom>
              <a:rect b="b" l="l" r="r" t="t"/>
              <a:pathLst>
                <a:path extrusionOk="0" h="202" w="95">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45" name="Google Shape;845;p23"/>
          <p:cNvGrpSpPr/>
          <p:nvPr/>
        </p:nvGrpSpPr>
        <p:grpSpPr>
          <a:xfrm>
            <a:off x="7531144" y="4077067"/>
            <a:ext cx="279796" cy="281958"/>
            <a:chOff x="3470276" y="-1266825"/>
            <a:chExt cx="1027113" cy="1035050"/>
          </a:xfrm>
        </p:grpSpPr>
        <p:sp>
          <p:nvSpPr>
            <p:cNvPr id="846" name="Google Shape;846;p23"/>
            <p:cNvSpPr/>
            <p:nvPr/>
          </p:nvSpPr>
          <p:spPr>
            <a:xfrm>
              <a:off x="3470276" y="-1266825"/>
              <a:ext cx="1027113" cy="1035050"/>
            </a:xfrm>
            <a:custGeom>
              <a:rect b="b" l="l" r="r" t="t"/>
              <a:pathLst>
                <a:path extrusionOk="0" h="396" w="396">
                  <a:moveTo>
                    <a:pt x="198" y="0"/>
                  </a:moveTo>
                  <a:cubicBezTo>
                    <a:pt x="253" y="0"/>
                    <a:pt x="303" y="22"/>
                    <a:pt x="338" y="58"/>
                  </a:cubicBezTo>
                  <a:cubicBezTo>
                    <a:pt x="374" y="93"/>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3"/>
                    <a:pt x="58" y="58"/>
                  </a:cubicBezTo>
                  <a:cubicBezTo>
                    <a:pt x="94" y="22"/>
                    <a:pt x="144" y="0"/>
                    <a:pt x="198" y="0"/>
                  </a:cubicBezTo>
                  <a:close/>
                  <a:moveTo>
                    <a:pt x="328"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8" y="327"/>
                  </a:cubicBezTo>
                  <a:cubicBezTo>
                    <a:pt x="361" y="294"/>
                    <a:pt x="381" y="248"/>
                    <a:pt x="381" y="198"/>
                  </a:cubicBezTo>
                  <a:cubicBezTo>
                    <a:pt x="381" y="147"/>
                    <a:pt x="361" y="102"/>
                    <a:pt x="328" y="69"/>
                  </a:cubicBez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7" name="Google Shape;847;p23"/>
            <p:cNvSpPr/>
            <p:nvPr/>
          </p:nvSpPr>
          <p:spPr>
            <a:xfrm>
              <a:off x="3727451" y="-1011238"/>
              <a:ext cx="515938" cy="520700"/>
            </a:xfrm>
            <a:custGeom>
              <a:rect b="b" l="l" r="r" t="t"/>
              <a:pathLst>
                <a:path extrusionOk="0" h="199" w="199">
                  <a:moveTo>
                    <a:pt x="49" y="100"/>
                  </a:moveTo>
                  <a:cubicBezTo>
                    <a:pt x="49" y="72"/>
                    <a:pt x="71" y="49"/>
                    <a:pt x="99" y="49"/>
                  </a:cubicBezTo>
                  <a:cubicBezTo>
                    <a:pt x="127" y="49"/>
                    <a:pt x="150" y="72"/>
                    <a:pt x="150" y="100"/>
                  </a:cubicBezTo>
                  <a:cubicBezTo>
                    <a:pt x="150" y="128"/>
                    <a:pt x="127" y="150"/>
                    <a:pt x="99" y="150"/>
                  </a:cubicBezTo>
                  <a:cubicBezTo>
                    <a:pt x="71" y="150"/>
                    <a:pt x="49" y="128"/>
                    <a:pt x="49" y="100"/>
                  </a:cubicBezTo>
                  <a:close/>
                  <a:moveTo>
                    <a:pt x="152" y="0"/>
                  </a:moveTo>
                  <a:cubicBezTo>
                    <a:pt x="47" y="0"/>
                    <a:pt x="47" y="0"/>
                    <a:pt x="47" y="0"/>
                  </a:cubicBezTo>
                  <a:cubicBezTo>
                    <a:pt x="21" y="0"/>
                    <a:pt x="0" y="21"/>
                    <a:pt x="0" y="47"/>
                  </a:cubicBezTo>
                  <a:cubicBezTo>
                    <a:pt x="0" y="152"/>
                    <a:pt x="0" y="152"/>
                    <a:pt x="0" y="152"/>
                  </a:cubicBezTo>
                  <a:cubicBezTo>
                    <a:pt x="0" y="178"/>
                    <a:pt x="21" y="199"/>
                    <a:pt x="47" y="199"/>
                  </a:cubicBezTo>
                  <a:cubicBezTo>
                    <a:pt x="152" y="199"/>
                    <a:pt x="152" y="199"/>
                    <a:pt x="152" y="199"/>
                  </a:cubicBezTo>
                  <a:cubicBezTo>
                    <a:pt x="178" y="199"/>
                    <a:pt x="199" y="178"/>
                    <a:pt x="199" y="152"/>
                  </a:cubicBezTo>
                  <a:cubicBezTo>
                    <a:pt x="199" y="47"/>
                    <a:pt x="199" y="47"/>
                    <a:pt x="199" y="47"/>
                  </a:cubicBezTo>
                  <a:cubicBezTo>
                    <a:pt x="199" y="21"/>
                    <a:pt x="178" y="0"/>
                    <a:pt x="152" y="0"/>
                  </a:cubicBezTo>
                  <a:close/>
                  <a:moveTo>
                    <a:pt x="47" y="12"/>
                  </a:moveTo>
                  <a:cubicBezTo>
                    <a:pt x="152" y="12"/>
                    <a:pt x="152" y="12"/>
                    <a:pt x="152" y="12"/>
                  </a:cubicBezTo>
                  <a:cubicBezTo>
                    <a:pt x="171" y="12"/>
                    <a:pt x="187" y="28"/>
                    <a:pt x="187" y="47"/>
                  </a:cubicBezTo>
                  <a:cubicBezTo>
                    <a:pt x="187" y="152"/>
                    <a:pt x="187" y="152"/>
                    <a:pt x="187" y="152"/>
                  </a:cubicBezTo>
                  <a:cubicBezTo>
                    <a:pt x="187" y="171"/>
                    <a:pt x="171" y="187"/>
                    <a:pt x="152" y="187"/>
                  </a:cubicBezTo>
                  <a:cubicBezTo>
                    <a:pt x="47" y="187"/>
                    <a:pt x="47" y="187"/>
                    <a:pt x="47" y="187"/>
                  </a:cubicBezTo>
                  <a:cubicBezTo>
                    <a:pt x="28" y="187"/>
                    <a:pt x="12" y="171"/>
                    <a:pt x="12" y="152"/>
                  </a:cubicBezTo>
                  <a:cubicBezTo>
                    <a:pt x="12" y="47"/>
                    <a:pt x="12" y="47"/>
                    <a:pt x="12" y="47"/>
                  </a:cubicBezTo>
                  <a:cubicBezTo>
                    <a:pt x="12" y="28"/>
                    <a:pt x="28" y="12"/>
                    <a:pt x="47" y="12"/>
                  </a:cubicBezTo>
                  <a:close/>
                  <a:moveTo>
                    <a:pt x="162" y="27"/>
                  </a:moveTo>
                  <a:cubicBezTo>
                    <a:pt x="156" y="27"/>
                    <a:pt x="152" y="32"/>
                    <a:pt x="152" y="37"/>
                  </a:cubicBezTo>
                  <a:cubicBezTo>
                    <a:pt x="152" y="43"/>
                    <a:pt x="156" y="48"/>
                    <a:pt x="162" y="48"/>
                  </a:cubicBezTo>
                  <a:cubicBezTo>
                    <a:pt x="168" y="48"/>
                    <a:pt x="173" y="43"/>
                    <a:pt x="173" y="37"/>
                  </a:cubicBezTo>
                  <a:cubicBezTo>
                    <a:pt x="173" y="32"/>
                    <a:pt x="168" y="27"/>
                    <a:pt x="162" y="27"/>
                  </a:cubicBezTo>
                  <a:close/>
                  <a:moveTo>
                    <a:pt x="163" y="100"/>
                  </a:moveTo>
                  <a:cubicBezTo>
                    <a:pt x="163" y="64"/>
                    <a:pt x="135" y="36"/>
                    <a:pt x="99" y="36"/>
                  </a:cubicBezTo>
                  <a:cubicBezTo>
                    <a:pt x="64" y="36"/>
                    <a:pt x="35" y="64"/>
                    <a:pt x="35" y="100"/>
                  </a:cubicBezTo>
                  <a:cubicBezTo>
                    <a:pt x="35" y="135"/>
                    <a:pt x="64" y="164"/>
                    <a:pt x="99" y="164"/>
                  </a:cubicBezTo>
                  <a:cubicBezTo>
                    <a:pt x="135" y="164"/>
                    <a:pt x="163" y="135"/>
                    <a:pt x="163" y="100"/>
                  </a:cubicBezTo>
                  <a:close/>
                </a:path>
              </a:pathLst>
            </a:custGeom>
            <a:solidFill>
              <a:srgbClr val="F2F2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48" name="Google Shape;848;p23"/>
          <p:cNvSpPr txBox="1"/>
          <p:nvPr/>
        </p:nvSpPr>
        <p:spPr>
          <a:xfrm>
            <a:off x="6711844" y="4072060"/>
            <a:ext cx="302994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Calibri"/>
                <a:ea typeface="Calibri"/>
                <a:cs typeface="Calibri"/>
                <a:sym typeface="Calibri"/>
              </a:rPr>
              <a:t>utm.my</a:t>
            </a:r>
            <a:endParaRPr/>
          </a:p>
        </p:txBody>
      </p:sp>
      <p:sp>
        <p:nvSpPr>
          <p:cNvPr id="849" name="Google Shape;849;p23"/>
          <p:cNvSpPr/>
          <p:nvPr/>
        </p:nvSpPr>
        <p:spPr>
          <a:xfrm>
            <a:off x="3720466" y="4076956"/>
            <a:ext cx="279328" cy="279328"/>
          </a:xfrm>
          <a:custGeom>
            <a:rect b="b" l="l" r="r" t="t"/>
            <a:pathLst>
              <a:path extrusionOk="0" h="21600" w="2160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50" name="Google Shape;850;p23"/>
          <p:cNvSpPr/>
          <p:nvPr/>
        </p:nvSpPr>
        <p:spPr>
          <a:xfrm>
            <a:off x="4072196" y="4076956"/>
            <a:ext cx="279328" cy="279328"/>
          </a:xfrm>
          <a:custGeom>
            <a:rect b="b" l="l" r="r" t="t"/>
            <a:pathLst>
              <a:path extrusionOk="0" h="21600" w="2160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solidFill>
            <a:schemeClr val="lt1"/>
          </a:soli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pic>
        <p:nvPicPr>
          <p:cNvPr id="851" name="Google Shape;851;p23"/>
          <p:cNvPicPr preferRelativeResize="0"/>
          <p:nvPr/>
        </p:nvPicPr>
        <p:blipFill rotWithShape="1">
          <a:blip r:embed="rId3">
            <a:alphaModFix/>
          </a:blip>
          <a:srcRect b="0" l="0" r="0" t="0"/>
          <a:stretch/>
        </p:blipFill>
        <p:spPr>
          <a:xfrm>
            <a:off x="6053684" y="4070864"/>
            <a:ext cx="289182" cy="289182"/>
          </a:xfrm>
          <a:prstGeom prst="rect">
            <a:avLst/>
          </a:prstGeom>
          <a:noFill/>
          <a:ln>
            <a:noFill/>
          </a:ln>
        </p:spPr>
      </p:pic>
      <p:sp>
        <p:nvSpPr>
          <p:cNvPr id="852" name="Google Shape;852;p23"/>
          <p:cNvSpPr txBox="1"/>
          <p:nvPr/>
        </p:nvSpPr>
        <p:spPr>
          <a:xfrm>
            <a:off x="7819166" y="4069364"/>
            <a:ext cx="186150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lt1"/>
                </a:solidFill>
                <a:latin typeface="Calibri"/>
                <a:ea typeface="Calibri"/>
                <a:cs typeface="Calibri"/>
                <a:sym typeface="Calibri"/>
              </a:rPr>
              <a:t>utmofficial</a:t>
            </a:r>
            <a:endParaRPr sz="1200">
              <a:solidFill>
                <a:schemeClr val="lt1"/>
              </a:solidFill>
              <a:latin typeface="Calibri"/>
              <a:ea typeface="Calibri"/>
              <a:cs typeface="Calibri"/>
              <a:sym typeface="Calibri"/>
            </a:endParaRPr>
          </a:p>
        </p:txBody>
      </p:sp>
      <p:pic>
        <p:nvPicPr>
          <p:cNvPr id="853" name="Google Shape;853;p23"/>
          <p:cNvPicPr preferRelativeResize="0"/>
          <p:nvPr/>
        </p:nvPicPr>
        <p:blipFill rotWithShape="1">
          <a:blip r:embed="rId4">
            <a:alphaModFix/>
          </a:blip>
          <a:srcRect b="0" l="0" r="0" t="0"/>
          <a:stretch/>
        </p:blipFill>
        <p:spPr>
          <a:xfrm>
            <a:off x="6389397" y="4076956"/>
            <a:ext cx="289182" cy="28918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7" name="Shape 857"/>
        <p:cNvGrpSpPr/>
        <p:nvPr/>
      </p:nvGrpSpPr>
      <p:grpSpPr>
        <a:xfrm>
          <a:off x="0" y="0"/>
          <a:ext cx="0" cy="0"/>
          <a:chOff x="0" y="0"/>
          <a:chExt cx="0" cy="0"/>
        </a:xfrm>
      </p:grpSpPr>
      <p:sp>
        <p:nvSpPr>
          <p:cNvPr id="858" name="Google Shape;858;p24"/>
          <p:cNvSpPr/>
          <p:nvPr/>
        </p:nvSpPr>
        <p:spPr>
          <a:xfrm>
            <a:off x="904422" y="2045094"/>
            <a:ext cx="279328" cy="279328"/>
          </a:xfrm>
          <a:custGeom>
            <a:rect b="b" l="l" r="r" t="t"/>
            <a:pathLst>
              <a:path extrusionOk="0" h="21600" w="21600">
                <a:moveTo>
                  <a:pt x="11291" y="17673"/>
                </a:moveTo>
                <a:cubicBezTo>
                  <a:pt x="11562" y="17673"/>
                  <a:pt x="11782" y="17453"/>
                  <a:pt x="11782" y="17182"/>
                </a:cubicBezTo>
                <a:cubicBezTo>
                  <a:pt x="11782" y="16911"/>
                  <a:pt x="11562" y="16691"/>
                  <a:pt x="11291" y="16691"/>
                </a:cubicBezTo>
                <a:cubicBezTo>
                  <a:pt x="11020" y="16691"/>
                  <a:pt x="10800" y="16911"/>
                  <a:pt x="10800" y="17182"/>
                </a:cubicBezTo>
                <a:cubicBezTo>
                  <a:pt x="10800" y="17453"/>
                  <a:pt x="11020" y="17673"/>
                  <a:pt x="11291" y="17673"/>
                </a:cubicBezTo>
                <a:moveTo>
                  <a:pt x="17673" y="18655"/>
                </a:moveTo>
                <a:lnTo>
                  <a:pt x="13745" y="18655"/>
                </a:lnTo>
                <a:lnTo>
                  <a:pt x="13745" y="12273"/>
                </a:lnTo>
                <a:cubicBezTo>
                  <a:pt x="13745" y="12002"/>
                  <a:pt x="13525" y="11782"/>
                  <a:pt x="13255" y="11782"/>
                </a:cubicBezTo>
                <a:lnTo>
                  <a:pt x="8345" y="11782"/>
                </a:lnTo>
                <a:cubicBezTo>
                  <a:pt x="8075" y="11782"/>
                  <a:pt x="7855" y="12002"/>
                  <a:pt x="7855" y="12273"/>
                </a:cubicBezTo>
                <a:lnTo>
                  <a:pt x="7855" y="18655"/>
                </a:lnTo>
                <a:lnTo>
                  <a:pt x="3927" y="18655"/>
                </a:lnTo>
                <a:lnTo>
                  <a:pt x="3927" y="8058"/>
                </a:lnTo>
                <a:lnTo>
                  <a:pt x="10800" y="1185"/>
                </a:lnTo>
                <a:lnTo>
                  <a:pt x="17673" y="8058"/>
                </a:lnTo>
                <a:cubicBezTo>
                  <a:pt x="17673" y="8058"/>
                  <a:pt x="17673" y="18655"/>
                  <a:pt x="17673" y="18655"/>
                </a:cubicBezTo>
                <a:close/>
                <a:moveTo>
                  <a:pt x="17673" y="20618"/>
                </a:moveTo>
                <a:lnTo>
                  <a:pt x="13745" y="20618"/>
                </a:lnTo>
                <a:lnTo>
                  <a:pt x="13745" y="19636"/>
                </a:lnTo>
                <a:lnTo>
                  <a:pt x="17673" y="19636"/>
                </a:lnTo>
                <a:cubicBezTo>
                  <a:pt x="17673" y="19636"/>
                  <a:pt x="17673" y="20618"/>
                  <a:pt x="17673" y="20618"/>
                </a:cubicBezTo>
                <a:close/>
                <a:moveTo>
                  <a:pt x="12764" y="20618"/>
                </a:moveTo>
                <a:lnTo>
                  <a:pt x="8836" y="20618"/>
                </a:lnTo>
                <a:lnTo>
                  <a:pt x="8836" y="12764"/>
                </a:lnTo>
                <a:lnTo>
                  <a:pt x="12764" y="12764"/>
                </a:lnTo>
                <a:cubicBezTo>
                  <a:pt x="12764" y="12764"/>
                  <a:pt x="12764" y="20618"/>
                  <a:pt x="12764" y="20618"/>
                </a:cubicBezTo>
                <a:close/>
                <a:moveTo>
                  <a:pt x="7855" y="20618"/>
                </a:moveTo>
                <a:lnTo>
                  <a:pt x="3927" y="20618"/>
                </a:lnTo>
                <a:lnTo>
                  <a:pt x="3927" y="19636"/>
                </a:lnTo>
                <a:lnTo>
                  <a:pt x="7855" y="19636"/>
                </a:lnTo>
                <a:cubicBezTo>
                  <a:pt x="7855" y="19636"/>
                  <a:pt x="7855" y="20618"/>
                  <a:pt x="7855" y="20618"/>
                </a:cubicBezTo>
                <a:close/>
                <a:moveTo>
                  <a:pt x="14727" y="1964"/>
                </a:moveTo>
                <a:lnTo>
                  <a:pt x="16691" y="1964"/>
                </a:lnTo>
                <a:lnTo>
                  <a:pt x="16691" y="5688"/>
                </a:lnTo>
                <a:lnTo>
                  <a:pt x="14727" y="3724"/>
                </a:lnTo>
                <a:cubicBezTo>
                  <a:pt x="14727" y="3724"/>
                  <a:pt x="14727" y="1964"/>
                  <a:pt x="14727" y="1964"/>
                </a:cubicBezTo>
                <a:close/>
                <a:moveTo>
                  <a:pt x="21456" y="10453"/>
                </a:moveTo>
                <a:lnTo>
                  <a:pt x="17673" y="6670"/>
                </a:lnTo>
                <a:lnTo>
                  <a:pt x="17673" y="1473"/>
                </a:lnTo>
                <a:cubicBezTo>
                  <a:pt x="17673" y="1202"/>
                  <a:pt x="17453" y="982"/>
                  <a:pt x="17182" y="982"/>
                </a:cubicBezTo>
                <a:lnTo>
                  <a:pt x="14236" y="982"/>
                </a:lnTo>
                <a:cubicBezTo>
                  <a:pt x="13966" y="982"/>
                  <a:pt x="13745" y="1202"/>
                  <a:pt x="13745" y="1473"/>
                </a:cubicBezTo>
                <a:lnTo>
                  <a:pt x="13745" y="2742"/>
                </a:lnTo>
                <a:lnTo>
                  <a:pt x="11147" y="144"/>
                </a:lnTo>
                <a:cubicBezTo>
                  <a:pt x="11058" y="55"/>
                  <a:pt x="10935" y="0"/>
                  <a:pt x="10800" y="0"/>
                </a:cubicBezTo>
                <a:cubicBezTo>
                  <a:pt x="10665" y="0"/>
                  <a:pt x="10542" y="55"/>
                  <a:pt x="10453" y="144"/>
                </a:cubicBezTo>
                <a:lnTo>
                  <a:pt x="144" y="10453"/>
                </a:lnTo>
                <a:cubicBezTo>
                  <a:pt x="55" y="10542"/>
                  <a:pt x="0" y="10665"/>
                  <a:pt x="0" y="10800"/>
                </a:cubicBezTo>
                <a:cubicBezTo>
                  <a:pt x="0" y="11072"/>
                  <a:pt x="220" y="11291"/>
                  <a:pt x="491" y="11291"/>
                </a:cubicBezTo>
                <a:cubicBezTo>
                  <a:pt x="626" y="11291"/>
                  <a:pt x="749" y="11236"/>
                  <a:pt x="838" y="11147"/>
                </a:cubicBezTo>
                <a:lnTo>
                  <a:pt x="2945" y="9040"/>
                </a:lnTo>
                <a:lnTo>
                  <a:pt x="2945" y="21109"/>
                </a:lnTo>
                <a:cubicBezTo>
                  <a:pt x="2945" y="21381"/>
                  <a:pt x="3166" y="21600"/>
                  <a:pt x="3436" y="21600"/>
                </a:cubicBezTo>
                <a:lnTo>
                  <a:pt x="18164" y="21600"/>
                </a:lnTo>
                <a:cubicBezTo>
                  <a:pt x="18434" y="21600"/>
                  <a:pt x="18655" y="21381"/>
                  <a:pt x="18655" y="21109"/>
                </a:cubicBezTo>
                <a:lnTo>
                  <a:pt x="18655" y="9040"/>
                </a:lnTo>
                <a:lnTo>
                  <a:pt x="20762" y="11147"/>
                </a:lnTo>
                <a:cubicBezTo>
                  <a:pt x="20851" y="11236"/>
                  <a:pt x="20974" y="11291"/>
                  <a:pt x="21109" y="11291"/>
                </a:cubicBezTo>
                <a:cubicBezTo>
                  <a:pt x="21380" y="11291"/>
                  <a:pt x="21600" y="11072"/>
                  <a:pt x="21600" y="10800"/>
                </a:cubicBezTo>
                <a:cubicBezTo>
                  <a:pt x="21600" y="10665"/>
                  <a:pt x="21545" y="10542"/>
                  <a:pt x="21456" y="1045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59" name="Google Shape;859;p24"/>
          <p:cNvSpPr/>
          <p:nvPr/>
        </p:nvSpPr>
        <p:spPr>
          <a:xfrm>
            <a:off x="1437683" y="2045094"/>
            <a:ext cx="279328" cy="279328"/>
          </a:xfrm>
          <a:custGeom>
            <a:rect b="b" l="l" r="r" t="t"/>
            <a:pathLst>
              <a:path extrusionOk="0" h="21600" w="2160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4236" y="16752"/>
                </a:moveTo>
                <a:cubicBezTo>
                  <a:pt x="14001" y="16887"/>
                  <a:pt x="13921" y="17188"/>
                  <a:pt x="14057" y="17422"/>
                </a:cubicBezTo>
                <a:cubicBezTo>
                  <a:pt x="14192" y="17658"/>
                  <a:pt x="14493" y="17738"/>
                  <a:pt x="14727" y="17602"/>
                </a:cubicBezTo>
                <a:cubicBezTo>
                  <a:pt x="14962" y="17467"/>
                  <a:pt x="15042" y="17167"/>
                  <a:pt x="14907" y="16932"/>
                </a:cubicBezTo>
                <a:cubicBezTo>
                  <a:pt x="14771" y="16697"/>
                  <a:pt x="14472" y="16617"/>
                  <a:pt x="14236" y="16752"/>
                </a:cubicBezTo>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5218" y="10309"/>
                </a:moveTo>
                <a:lnTo>
                  <a:pt x="12694" y="10309"/>
                </a:lnTo>
                <a:cubicBezTo>
                  <a:pt x="12515" y="9624"/>
                  <a:pt x="11978" y="9084"/>
                  <a:pt x="11291" y="8906"/>
                </a:cubicBezTo>
                <a:lnTo>
                  <a:pt x="11291" y="3436"/>
                </a:lnTo>
                <a:cubicBezTo>
                  <a:pt x="11291" y="3166"/>
                  <a:pt x="11071" y="2945"/>
                  <a:pt x="10800" y="2945"/>
                </a:cubicBezTo>
                <a:cubicBezTo>
                  <a:pt x="10529" y="2945"/>
                  <a:pt x="10309" y="3166"/>
                  <a:pt x="10309" y="3436"/>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5218" y="11291"/>
                </a:lnTo>
                <a:cubicBezTo>
                  <a:pt x="15489" y="11291"/>
                  <a:pt x="15709" y="11072"/>
                  <a:pt x="15709" y="10800"/>
                </a:cubicBezTo>
                <a:cubicBezTo>
                  <a:pt x="15709" y="10529"/>
                  <a:pt x="15489" y="10309"/>
                  <a:pt x="15218" y="10309"/>
                </a:cubicBezTo>
                <a:moveTo>
                  <a:pt x="16932" y="6693"/>
                </a:moveTo>
                <a:cubicBezTo>
                  <a:pt x="16697" y="6829"/>
                  <a:pt x="16616" y="7129"/>
                  <a:pt x="16752" y="7364"/>
                </a:cubicBezTo>
                <a:cubicBezTo>
                  <a:pt x="16887" y="7599"/>
                  <a:pt x="17188" y="7679"/>
                  <a:pt x="17422" y="7543"/>
                </a:cubicBezTo>
                <a:cubicBezTo>
                  <a:pt x="17657" y="7408"/>
                  <a:pt x="17737" y="7108"/>
                  <a:pt x="17602" y="6873"/>
                </a:cubicBezTo>
                <a:cubicBezTo>
                  <a:pt x="17467" y="6638"/>
                  <a:pt x="17166" y="6557"/>
                  <a:pt x="16932" y="6693"/>
                </a:cubicBezTo>
                <a:moveTo>
                  <a:pt x="10800" y="17673"/>
                </a:moveTo>
                <a:cubicBezTo>
                  <a:pt x="10529" y="17673"/>
                  <a:pt x="10309" y="17893"/>
                  <a:pt x="10309" y="18164"/>
                </a:cubicBezTo>
                <a:cubicBezTo>
                  <a:pt x="10309" y="18435"/>
                  <a:pt x="10529" y="18655"/>
                  <a:pt x="10800" y="18655"/>
                </a:cubicBezTo>
                <a:cubicBezTo>
                  <a:pt x="11071" y="18655"/>
                  <a:pt x="11291" y="18435"/>
                  <a:pt x="11291" y="18164"/>
                </a:cubicBezTo>
                <a:cubicBezTo>
                  <a:pt x="11291" y="17893"/>
                  <a:pt x="11071" y="17673"/>
                  <a:pt x="10800" y="17673"/>
                </a:cubicBezTo>
                <a:moveTo>
                  <a:pt x="17422" y="14057"/>
                </a:moveTo>
                <a:cubicBezTo>
                  <a:pt x="17188" y="13921"/>
                  <a:pt x="16887" y="14001"/>
                  <a:pt x="16752" y="14236"/>
                </a:cubicBezTo>
                <a:cubicBezTo>
                  <a:pt x="16616" y="14472"/>
                  <a:pt x="16697" y="14772"/>
                  <a:pt x="16932" y="14907"/>
                </a:cubicBezTo>
                <a:cubicBezTo>
                  <a:pt x="17166" y="15043"/>
                  <a:pt x="17467" y="14962"/>
                  <a:pt x="17602" y="14727"/>
                </a:cubicBezTo>
                <a:cubicBezTo>
                  <a:pt x="17737" y="14492"/>
                  <a:pt x="17657" y="14192"/>
                  <a:pt x="17422" y="14057"/>
                </a:cubicBezTo>
                <a:moveTo>
                  <a:pt x="4668" y="6693"/>
                </a:moveTo>
                <a:cubicBezTo>
                  <a:pt x="4433" y="6557"/>
                  <a:pt x="4133" y="6638"/>
                  <a:pt x="3998" y="6873"/>
                </a:cubicBezTo>
                <a:cubicBezTo>
                  <a:pt x="3863" y="7108"/>
                  <a:pt x="3942" y="7408"/>
                  <a:pt x="4178" y="7543"/>
                </a:cubicBezTo>
                <a:cubicBezTo>
                  <a:pt x="4412" y="7679"/>
                  <a:pt x="4713" y="7599"/>
                  <a:pt x="4848" y="7364"/>
                </a:cubicBezTo>
                <a:cubicBezTo>
                  <a:pt x="4984" y="7129"/>
                  <a:pt x="4903" y="6829"/>
                  <a:pt x="4668" y="6693"/>
                </a:cubicBezTo>
                <a:moveTo>
                  <a:pt x="14236" y="4848"/>
                </a:moveTo>
                <a:cubicBezTo>
                  <a:pt x="14472" y="4984"/>
                  <a:pt x="14771" y="4903"/>
                  <a:pt x="14907" y="4669"/>
                </a:cubicBezTo>
                <a:cubicBezTo>
                  <a:pt x="15042" y="4434"/>
                  <a:pt x="14962" y="4134"/>
                  <a:pt x="14727" y="3998"/>
                </a:cubicBezTo>
                <a:cubicBezTo>
                  <a:pt x="14493" y="3863"/>
                  <a:pt x="14192" y="3943"/>
                  <a:pt x="14057" y="4178"/>
                </a:cubicBezTo>
                <a:cubicBezTo>
                  <a:pt x="13921" y="4412"/>
                  <a:pt x="14001" y="4713"/>
                  <a:pt x="14236" y="4848"/>
                </a:cubicBezTo>
                <a:moveTo>
                  <a:pt x="3436" y="10309"/>
                </a:moveTo>
                <a:cubicBezTo>
                  <a:pt x="3166" y="10309"/>
                  <a:pt x="2945" y="10529"/>
                  <a:pt x="2945" y="10800"/>
                </a:cubicBezTo>
                <a:cubicBezTo>
                  <a:pt x="2945" y="11072"/>
                  <a:pt x="3166" y="11291"/>
                  <a:pt x="3436" y="11291"/>
                </a:cubicBezTo>
                <a:cubicBezTo>
                  <a:pt x="3707" y="11291"/>
                  <a:pt x="3927" y="11072"/>
                  <a:pt x="3927" y="10800"/>
                </a:cubicBezTo>
                <a:cubicBezTo>
                  <a:pt x="3927" y="10529"/>
                  <a:pt x="3707" y="10309"/>
                  <a:pt x="3436" y="10309"/>
                </a:cubicBezTo>
                <a:moveTo>
                  <a:pt x="6873" y="3998"/>
                </a:moveTo>
                <a:cubicBezTo>
                  <a:pt x="6638" y="4134"/>
                  <a:pt x="6558" y="4434"/>
                  <a:pt x="6693" y="4669"/>
                </a:cubicBezTo>
                <a:cubicBezTo>
                  <a:pt x="6829" y="4903"/>
                  <a:pt x="7129" y="4984"/>
                  <a:pt x="7364" y="4848"/>
                </a:cubicBezTo>
                <a:cubicBezTo>
                  <a:pt x="7599" y="4713"/>
                  <a:pt x="7679" y="4412"/>
                  <a:pt x="7543" y="4178"/>
                </a:cubicBezTo>
                <a:cubicBezTo>
                  <a:pt x="7408" y="3943"/>
                  <a:pt x="7108" y="3863"/>
                  <a:pt x="6873" y="3998"/>
                </a:cubicBezTo>
                <a:moveTo>
                  <a:pt x="4178" y="14057"/>
                </a:moveTo>
                <a:cubicBezTo>
                  <a:pt x="3942" y="14192"/>
                  <a:pt x="3863" y="14492"/>
                  <a:pt x="3998" y="14727"/>
                </a:cubicBezTo>
                <a:cubicBezTo>
                  <a:pt x="4133" y="14962"/>
                  <a:pt x="4433" y="15043"/>
                  <a:pt x="4668" y="14907"/>
                </a:cubicBezTo>
                <a:cubicBezTo>
                  <a:pt x="4903" y="14772"/>
                  <a:pt x="4984" y="14472"/>
                  <a:pt x="4848" y="14236"/>
                </a:cubicBezTo>
                <a:cubicBezTo>
                  <a:pt x="4713" y="14001"/>
                  <a:pt x="4412" y="13921"/>
                  <a:pt x="4178" y="14057"/>
                </a:cubicBezTo>
                <a:moveTo>
                  <a:pt x="7364" y="16752"/>
                </a:moveTo>
                <a:cubicBezTo>
                  <a:pt x="7129" y="16617"/>
                  <a:pt x="6829" y="16697"/>
                  <a:pt x="6693" y="16932"/>
                </a:cubicBezTo>
                <a:cubicBezTo>
                  <a:pt x="6558" y="17167"/>
                  <a:pt x="6638" y="17467"/>
                  <a:pt x="6873" y="17602"/>
                </a:cubicBezTo>
                <a:cubicBezTo>
                  <a:pt x="7108" y="17738"/>
                  <a:pt x="7408" y="17658"/>
                  <a:pt x="7543" y="17422"/>
                </a:cubicBezTo>
                <a:cubicBezTo>
                  <a:pt x="7679" y="17188"/>
                  <a:pt x="7599" y="16887"/>
                  <a:pt x="7364" y="16752"/>
                </a:cubicBezTo>
                <a:moveTo>
                  <a:pt x="18164" y="10309"/>
                </a:moveTo>
                <a:cubicBezTo>
                  <a:pt x="17893" y="10309"/>
                  <a:pt x="17673" y="10529"/>
                  <a:pt x="17673" y="10800"/>
                </a:cubicBezTo>
                <a:cubicBezTo>
                  <a:pt x="17673" y="11072"/>
                  <a:pt x="17893" y="11291"/>
                  <a:pt x="18164" y="11291"/>
                </a:cubicBezTo>
                <a:cubicBezTo>
                  <a:pt x="18434" y="11291"/>
                  <a:pt x="18655" y="11072"/>
                  <a:pt x="18655" y="10800"/>
                </a:cubicBezTo>
                <a:cubicBezTo>
                  <a:pt x="18655" y="10529"/>
                  <a:pt x="18434" y="10309"/>
                  <a:pt x="18164" y="1030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60" name="Google Shape;860;p24"/>
          <p:cNvSpPr/>
          <p:nvPr/>
        </p:nvSpPr>
        <p:spPr>
          <a:xfrm>
            <a:off x="1970944" y="2045094"/>
            <a:ext cx="279328" cy="279328"/>
          </a:xfrm>
          <a:custGeom>
            <a:rect b="b" l="l" r="r" t="t"/>
            <a:pathLst>
              <a:path extrusionOk="0" h="21600" w="21600">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4236" y="10309"/>
                </a:moveTo>
                <a:lnTo>
                  <a:pt x="12694" y="10309"/>
                </a:lnTo>
                <a:cubicBezTo>
                  <a:pt x="12516" y="9622"/>
                  <a:pt x="11979" y="9084"/>
                  <a:pt x="11291" y="8906"/>
                </a:cubicBezTo>
                <a:lnTo>
                  <a:pt x="11291" y="5400"/>
                </a:lnTo>
                <a:cubicBezTo>
                  <a:pt x="11291" y="5129"/>
                  <a:pt x="11071" y="4909"/>
                  <a:pt x="10800" y="4909"/>
                </a:cubicBezTo>
                <a:cubicBezTo>
                  <a:pt x="10529" y="4909"/>
                  <a:pt x="10309" y="5129"/>
                  <a:pt x="10309" y="5400"/>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4236" y="11291"/>
                </a:lnTo>
                <a:cubicBezTo>
                  <a:pt x="14507" y="11291"/>
                  <a:pt x="14727" y="11072"/>
                  <a:pt x="14727" y="10800"/>
                </a:cubicBezTo>
                <a:cubicBezTo>
                  <a:pt x="14727" y="10529"/>
                  <a:pt x="14507" y="10309"/>
                  <a:pt x="14236" y="10309"/>
                </a:cubicBezTo>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0800" y="18655"/>
                </a:moveTo>
                <a:cubicBezTo>
                  <a:pt x="6462" y="18655"/>
                  <a:pt x="2945" y="15138"/>
                  <a:pt x="2945" y="10800"/>
                </a:cubicBezTo>
                <a:cubicBezTo>
                  <a:pt x="2945" y="6462"/>
                  <a:pt x="6462" y="2945"/>
                  <a:pt x="10800" y="2945"/>
                </a:cubicBezTo>
                <a:cubicBezTo>
                  <a:pt x="15138" y="2945"/>
                  <a:pt x="18655" y="6462"/>
                  <a:pt x="18655" y="10800"/>
                </a:cubicBezTo>
                <a:cubicBezTo>
                  <a:pt x="18655" y="15138"/>
                  <a:pt x="15138" y="18655"/>
                  <a:pt x="10800" y="18655"/>
                </a:cubicBezTo>
                <a:moveTo>
                  <a:pt x="10800" y="1964"/>
                </a:moveTo>
                <a:cubicBezTo>
                  <a:pt x="5920" y="1964"/>
                  <a:pt x="1964" y="5920"/>
                  <a:pt x="1964" y="10800"/>
                </a:cubicBezTo>
                <a:cubicBezTo>
                  <a:pt x="1964" y="15680"/>
                  <a:pt x="5920" y="19636"/>
                  <a:pt x="10800" y="19636"/>
                </a:cubicBezTo>
                <a:cubicBezTo>
                  <a:pt x="15680" y="19636"/>
                  <a:pt x="19636" y="15680"/>
                  <a:pt x="19636" y="10800"/>
                </a:cubicBezTo>
                <a:cubicBezTo>
                  <a:pt x="19636" y="5920"/>
                  <a:pt x="15680" y="1964"/>
                  <a:pt x="10800" y="1964"/>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61" name="Google Shape;861;p24"/>
          <p:cNvSpPr/>
          <p:nvPr/>
        </p:nvSpPr>
        <p:spPr>
          <a:xfrm>
            <a:off x="2542295" y="2045094"/>
            <a:ext cx="203148" cy="279328"/>
          </a:xfrm>
          <a:custGeom>
            <a:rect b="b" l="l" r="r" t="t"/>
            <a:pathLst>
              <a:path extrusionOk="0" h="21600" w="21600">
                <a:moveTo>
                  <a:pt x="20250" y="19636"/>
                </a:moveTo>
                <a:cubicBezTo>
                  <a:pt x="20250" y="20178"/>
                  <a:pt x="19645" y="20618"/>
                  <a:pt x="18900" y="20618"/>
                </a:cubicBezTo>
                <a:lnTo>
                  <a:pt x="2700" y="20618"/>
                </a:lnTo>
                <a:cubicBezTo>
                  <a:pt x="1955" y="20618"/>
                  <a:pt x="1350" y="20178"/>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4050" y="5891"/>
                </a:moveTo>
                <a:cubicBezTo>
                  <a:pt x="4050" y="3180"/>
                  <a:pt x="7072" y="982"/>
                  <a:pt x="10800" y="982"/>
                </a:cubicBezTo>
                <a:cubicBezTo>
                  <a:pt x="14528" y="982"/>
                  <a:pt x="17550" y="3180"/>
                  <a:pt x="17550" y="5891"/>
                </a:cubicBezTo>
                <a:lnTo>
                  <a:pt x="17550" y="8836"/>
                </a:lnTo>
                <a:lnTo>
                  <a:pt x="4050" y="8836"/>
                </a:lnTo>
                <a:cubicBezTo>
                  <a:pt x="4050" y="8836"/>
                  <a:pt x="4050" y="5891"/>
                  <a:pt x="4050" y="5891"/>
                </a:cubicBezTo>
                <a:close/>
                <a:moveTo>
                  <a:pt x="18900" y="8836"/>
                </a:moveTo>
                <a:lnTo>
                  <a:pt x="18900" y="5891"/>
                </a:lnTo>
                <a:cubicBezTo>
                  <a:pt x="18900" y="2638"/>
                  <a:pt x="15273" y="0"/>
                  <a:pt x="10800" y="0"/>
                </a:cubicBezTo>
                <a:cubicBezTo>
                  <a:pt x="6327" y="0"/>
                  <a:pt x="2700" y="2638"/>
                  <a:pt x="2700" y="5891"/>
                </a:cubicBez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moveTo>
                  <a:pt x="11475" y="15573"/>
                </a:moveTo>
                <a:lnTo>
                  <a:pt x="11475" y="16200"/>
                </a:lnTo>
                <a:cubicBezTo>
                  <a:pt x="11475" y="16472"/>
                  <a:pt x="11172" y="16691"/>
                  <a:pt x="10800" y="16691"/>
                </a:cubicBezTo>
                <a:cubicBezTo>
                  <a:pt x="10428" y="16691"/>
                  <a:pt x="10125" y="16472"/>
                  <a:pt x="10125" y="16200"/>
                </a:cubicBezTo>
                <a:lnTo>
                  <a:pt x="10125" y="15573"/>
                </a:lnTo>
                <a:cubicBezTo>
                  <a:pt x="9723" y="15403"/>
                  <a:pt x="9450" y="15090"/>
                  <a:pt x="9450" y="14727"/>
                </a:cubicBezTo>
                <a:cubicBezTo>
                  <a:pt x="9450" y="14186"/>
                  <a:pt x="10055" y="13745"/>
                  <a:pt x="10800" y="13745"/>
                </a:cubicBezTo>
                <a:cubicBezTo>
                  <a:pt x="11545" y="13745"/>
                  <a:pt x="12150" y="14186"/>
                  <a:pt x="12150" y="14727"/>
                </a:cubicBezTo>
                <a:cubicBezTo>
                  <a:pt x="12150" y="15090"/>
                  <a:pt x="11876" y="15403"/>
                  <a:pt x="11475" y="15573"/>
                </a:cubicBezTo>
                <a:moveTo>
                  <a:pt x="10800" y="12764"/>
                </a:moveTo>
                <a:cubicBezTo>
                  <a:pt x="9309" y="12764"/>
                  <a:pt x="8100" y="13643"/>
                  <a:pt x="8100" y="14727"/>
                </a:cubicBezTo>
                <a:cubicBezTo>
                  <a:pt x="8100" y="15232"/>
                  <a:pt x="8369" y="15687"/>
                  <a:pt x="8798" y="16034"/>
                </a:cubicBezTo>
                <a:cubicBezTo>
                  <a:pt x="8789" y="16089"/>
                  <a:pt x="8775" y="16144"/>
                  <a:pt x="8775" y="16200"/>
                </a:cubicBezTo>
                <a:cubicBezTo>
                  <a:pt x="8775" y="17014"/>
                  <a:pt x="9681" y="17673"/>
                  <a:pt x="10800" y="17673"/>
                </a:cubicBezTo>
                <a:cubicBezTo>
                  <a:pt x="11919" y="17673"/>
                  <a:pt x="12825" y="17014"/>
                  <a:pt x="12825" y="16200"/>
                </a:cubicBezTo>
                <a:cubicBezTo>
                  <a:pt x="12825" y="16144"/>
                  <a:pt x="12810" y="16089"/>
                  <a:pt x="12802" y="16034"/>
                </a:cubicBezTo>
                <a:cubicBezTo>
                  <a:pt x="13231" y="15686"/>
                  <a:pt x="13500" y="15232"/>
                  <a:pt x="13500" y="14727"/>
                </a:cubicBezTo>
                <a:cubicBezTo>
                  <a:pt x="13500" y="13643"/>
                  <a:pt x="12291" y="12764"/>
                  <a:pt x="10800" y="12764"/>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62" name="Google Shape;862;p24"/>
          <p:cNvSpPr/>
          <p:nvPr/>
        </p:nvSpPr>
        <p:spPr>
          <a:xfrm>
            <a:off x="3075556" y="2045094"/>
            <a:ext cx="203148" cy="279328"/>
          </a:xfrm>
          <a:custGeom>
            <a:rect b="b" l="l" r="r" t="t"/>
            <a:pathLst>
              <a:path extrusionOk="0" h="21600" w="21600">
                <a:moveTo>
                  <a:pt x="11475" y="15573"/>
                </a:moveTo>
                <a:lnTo>
                  <a:pt x="11475" y="16200"/>
                </a:lnTo>
                <a:cubicBezTo>
                  <a:pt x="11475" y="16471"/>
                  <a:pt x="11172" y="16691"/>
                  <a:pt x="10800" y="16691"/>
                </a:cubicBezTo>
                <a:cubicBezTo>
                  <a:pt x="10428" y="16691"/>
                  <a:pt x="10125" y="16471"/>
                  <a:pt x="10125" y="16200"/>
                </a:cubicBezTo>
                <a:lnTo>
                  <a:pt x="10125" y="15573"/>
                </a:lnTo>
                <a:cubicBezTo>
                  <a:pt x="9723" y="15403"/>
                  <a:pt x="9450" y="15090"/>
                  <a:pt x="9450" y="14727"/>
                </a:cubicBezTo>
                <a:cubicBezTo>
                  <a:pt x="9450" y="14185"/>
                  <a:pt x="10055" y="13745"/>
                  <a:pt x="10800" y="13745"/>
                </a:cubicBezTo>
                <a:cubicBezTo>
                  <a:pt x="11545" y="13745"/>
                  <a:pt x="12150" y="14185"/>
                  <a:pt x="12150" y="14727"/>
                </a:cubicBezTo>
                <a:cubicBezTo>
                  <a:pt x="12150" y="15090"/>
                  <a:pt x="11876" y="15403"/>
                  <a:pt x="11475" y="15573"/>
                </a:cubicBezTo>
                <a:moveTo>
                  <a:pt x="10800" y="12764"/>
                </a:moveTo>
                <a:cubicBezTo>
                  <a:pt x="9309" y="12764"/>
                  <a:pt x="8100" y="13643"/>
                  <a:pt x="8100" y="14727"/>
                </a:cubicBezTo>
                <a:cubicBezTo>
                  <a:pt x="8100" y="15232"/>
                  <a:pt x="8369" y="15686"/>
                  <a:pt x="8798" y="16034"/>
                </a:cubicBezTo>
                <a:cubicBezTo>
                  <a:pt x="8789" y="16089"/>
                  <a:pt x="8775" y="16143"/>
                  <a:pt x="8775" y="16200"/>
                </a:cubicBezTo>
                <a:cubicBezTo>
                  <a:pt x="8775" y="17014"/>
                  <a:pt x="9681" y="17673"/>
                  <a:pt x="10800" y="17673"/>
                </a:cubicBezTo>
                <a:cubicBezTo>
                  <a:pt x="11919" y="17673"/>
                  <a:pt x="12825" y="17014"/>
                  <a:pt x="12825" y="16200"/>
                </a:cubicBezTo>
                <a:cubicBezTo>
                  <a:pt x="12825" y="16143"/>
                  <a:pt x="12810" y="16089"/>
                  <a:pt x="12802" y="16034"/>
                </a:cubicBezTo>
                <a:cubicBezTo>
                  <a:pt x="13231" y="15687"/>
                  <a:pt x="13500" y="15232"/>
                  <a:pt x="13500" y="14727"/>
                </a:cubicBezTo>
                <a:cubicBezTo>
                  <a:pt x="13500" y="13643"/>
                  <a:pt x="12291" y="12764"/>
                  <a:pt x="10800" y="12764"/>
                </a:cubicBezTo>
                <a:moveTo>
                  <a:pt x="20250" y="19636"/>
                </a:moveTo>
                <a:cubicBezTo>
                  <a:pt x="20250" y="20179"/>
                  <a:pt x="19645" y="20618"/>
                  <a:pt x="18900" y="20618"/>
                </a:cubicBezTo>
                <a:lnTo>
                  <a:pt x="2700" y="20618"/>
                </a:lnTo>
                <a:cubicBezTo>
                  <a:pt x="1955" y="20618"/>
                  <a:pt x="1350" y="20179"/>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18900" y="8836"/>
                </a:moveTo>
                <a:lnTo>
                  <a:pt x="18900" y="5891"/>
                </a:lnTo>
                <a:cubicBezTo>
                  <a:pt x="18900" y="2638"/>
                  <a:pt x="15273" y="0"/>
                  <a:pt x="10800" y="0"/>
                </a:cubicBezTo>
                <a:cubicBezTo>
                  <a:pt x="6327" y="0"/>
                  <a:pt x="2700" y="2638"/>
                  <a:pt x="2700" y="5891"/>
                </a:cubicBezTo>
                <a:cubicBezTo>
                  <a:pt x="2700" y="6162"/>
                  <a:pt x="3003" y="6382"/>
                  <a:pt x="3375" y="6382"/>
                </a:cubicBezTo>
                <a:cubicBezTo>
                  <a:pt x="3747" y="6382"/>
                  <a:pt x="4050" y="6162"/>
                  <a:pt x="4050" y="5891"/>
                </a:cubicBezTo>
                <a:cubicBezTo>
                  <a:pt x="4050" y="3180"/>
                  <a:pt x="7072" y="982"/>
                  <a:pt x="10800" y="982"/>
                </a:cubicBezTo>
                <a:cubicBezTo>
                  <a:pt x="14528" y="982"/>
                  <a:pt x="17550" y="3180"/>
                  <a:pt x="17550" y="5891"/>
                </a:cubicBezTo>
                <a:lnTo>
                  <a:pt x="17550" y="8836"/>
                </a:ln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63" name="Google Shape;863;p24"/>
          <p:cNvSpPr/>
          <p:nvPr/>
        </p:nvSpPr>
        <p:spPr>
          <a:xfrm>
            <a:off x="3596120" y="2045093"/>
            <a:ext cx="228541" cy="279337"/>
          </a:xfrm>
          <a:custGeom>
            <a:rect b="b" l="l" r="r" t="t"/>
            <a:pathLst>
              <a:path extrusionOk="0" h="21600" w="21600">
                <a:moveTo>
                  <a:pt x="20400" y="19636"/>
                </a:moveTo>
                <a:cubicBezTo>
                  <a:pt x="20400" y="20178"/>
                  <a:pt x="19862" y="20617"/>
                  <a:pt x="19200" y="20617"/>
                </a:cubicBezTo>
                <a:lnTo>
                  <a:pt x="6000" y="20617"/>
                </a:lnTo>
                <a:lnTo>
                  <a:pt x="6000" y="982"/>
                </a:lnTo>
                <a:lnTo>
                  <a:pt x="13200" y="982"/>
                </a:lnTo>
                <a:lnTo>
                  <a:pt x="13200" y="6872"/>
                </a:lnTo>
                <a:lnTo>
                  <a:pt x="15600" y="4909"/>
                </a:lnTo>
                <a:lnTo>
                  <a:pt x="18000" y="6872"/>
                </a:lnTo>
                <a:lnTo>
                  <a:pt x="18000" y="982"/>
                </a:lnTo>
                <a:lnTo>
                  <a:pt x="19200" y="982"/>
                </a:lnTo>
                <a:cubicBezTo>
                  <a:pt x="19862" y="982"/>
                  <a:pt x="20400" y="1422"/>
                  <a:pt x="20400" y="1964"/>
                </a:cubicBezTo>
                <a:cubicBezTo>
                  <a:pt x="20400" y="1964"/>
                  <a:pt x="20400" y="19636"/>
                  <a:pt x="20400" y="19636"/>
                </a:cubicBezTo>
                <a:close/>
                <a:moveTo>
                  <a:pt x="4800" y="20617"/>
                </a:moveTo>
                <a:lnTo>
                  <a:pt x="2400" y="20617"/>
                </a:lnTo>
                <a:cubicBezTo>
                  <a:pt x="1738" y="20617"/>
                  <a:pt x="1200" y="20178"/>
                  <a:pt x="1200" y="19636"/>
                </a:cubicBezTo>
                <a:lnTo>
                  <a:pt x="1200" y="1964"/>
                </a:lnTo>
                <a:cubicBezTo>
                  <a:pt x="1200" y="1422"/>
                  <a:pt x="1738" y="982"/>
                  <a:pt x="2400" y="982"/>
                </a:cubicBezTo>
                <a:lnTo>
                  <a:pt x="4800" y="982"/>
                </a:lnTo>
                <a:cubicBezTo>
                  <a:pt x="4800" y="982"/>
                  <a:pt x="4800" y="20617"/>
                  <a:pt x="4800" y="20617"/>
                </a:cubicBezTo>
                <a:close/>
                <a:moveTo>
                  <a:pt x="14400" y="982"/>
                </a:moveTo>
                <a:lnTo>
                  <a:pt x="16800" y="982"/>
                </a:lnTo>
                <a:lnTo>
                  <a:pt x="16800" y="4418"/>
                </a:lnTo>
                <a:lnTo>
                  <a:pt x="15600" y="3436"/>
                </a:lnTo>
                <a:lnTo>
                  <a:pt x="14400" y="4418"/>
                </a:lnTo>
                <a:cubicBezTo>
                  <a:pt x="14400" y="4418"/>
                  <a:pt x="14400" y="982"/>
                  <a:pt x="14400" y="982"/>
                </a:cubicBezTo>
                <a:close/>
                <a:moveTo>
                  <a:pt x="192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1964"/>
                </a:lnTo>
                <a:cubicBezTo>
                  <a:pt x="21600" y="879"/>
                  <a:pt x="20525" y="0"/>
                  <a:pt x="192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64" name="Google Shape;864;p24"/>
          <p:cNvSpPr/>
          <p:nvPr/>
        </p:nvSpPr>
        <p:spPr>
          <a:xfrm>
            <a:off x="4129381" y="2045094"/>
            <a:ext cx="228541" cy="279328"/>
          </a:xfrm>
          <a:custGeom>
            <a:rect b="b" l="l" r="r" t="t"/>
            <a:pathLst>
              <a:path extrusionOk="0" h="21600" w="21600">
                <a:moveTo>
                  <a:pt x="20400" y="19636"/>
                </a:moveTo>
                <a:cubicBezTo>
                  <a:pt x="20400" y="20179"/>
                  <a:pt x="19862" y="20618"/>
                  <a:pt x="19200" y="20618"/>
                </a:cubicBezTo>
                <a:lnTo>
                  <a:pt x="7200" y="20618"/>
                </a:lnTo>
                <a:lnTo>
                  <a:pt x="7200" y="982"/>
                </a:lnTo>
                <a:lnTo>
                  <a:pt x="19200" y="982"/>
                </a:lnTo>
                <a:cubicBezTo>
                  <a:pt x="19862" y="982"/>
                  <a:pt x="20400" y="1422"/>
                  <a:pt x="20400" y="1964"/>
                </a:cubicBezTo>
                <a:cubicBezTo>
                  <a:pt x="20400" y="1964"/>
                  <a:pt x="20400" y="19636"/>
                  <a:pt x="20400" y="19636"/>
                </a:cubicBezTo>
                <a:close/>
                <a:moveTo>
                  <a:pt x="6000" y="20618"/>
                </a:moveTo>
                <a:lnTo>
                  <a:pt x="3600" y="20618"/>
                </a:lnTo>
                <a:cubicBezTo>
                  <a:pt x="2937" y="20618"/>
                  <a:pt x="2400" y="20179"/>
                  <a:pt x="2400" y="19636"/>
                </a:cubicBezTo>
                <a:lnTo>
                  <a:pt x="2400" y="18655"/>
                </a:lnTo>
                <a:lnTo>
                  <a:pt x="3000" y="18655"/>
                </a:lnTo>
                <a:cubicBezTo>
                  <a:pt x="3332" y="18655"/>
                  <a:pt x="3600" y="18435"/>
                  <a:pt x="3600" y="18164"/>
                </a:cubicBezTo>
                <a:cubicBezTo>
                  <a:pt x="3600" y="17893"/>
                  <a:pt x="3332" y="17673"/>
                  <a:pt x="3000" y="17673"/>
                </a:cubicBezTo>
                <a:lnTo>
                  <a:pt x="2400" y="17673"/>
                </a:lnTo>
                <a:lnTo>
                  <a:pt x="2400" y="15709"/>
                </a:lnTo>
                <a:lnTo>
                  <a:pt x="3000" y="15709"/>
                </a:lnTo>
                <a:cubicBezTo>
                  <a:pt x="3332" y="15709"/>
                  <a:pt x="3600" y="15490"/>
                  <a:pt x="3600" y="15218"/>
                </a:cubicBezTo>
                <a:cubicBezTo>
                  <a:pt x="3600" y="14947"/>
                  <a:pt x="3332" y="14727"/>
                  <a:pt x="3000" y="14727"/>
                </a:cubicBezTo>
                <a:lnTo>
                  <a:pt x="2400" y="14727"/>
                </a:lnTo>
                <a:lnTo>
                  <a:pt x="2400" y="12764"/>
                </a:lnTo>
                <a:lnTo>
                  <a:pt x="3000" y="12764"/>
                </a:lnTo>
                <a:cubicBezTo>
                  <a:pt x="3332" y="12764"/>
                  <a:pt x="3600" y="12544"/>
                  <a:pt x="3600" y="12273"/>
                </a:cubicBezTo>
                <a:cubicBezTo>
                  <a:pt x="3600" y="12002"/>
                  <a:pt x="3332" y="11782"/>
                  <a:pt x="3000" y="11782"/>
                </a:cubicBezTo>
                <a:lnTo>
                  <a:pt x="2400" y="11782"/>
                </a:lnTo>
                <a:lnTo>
                  <a:pt x="2400" y="9818"/>
                </a:lnTo>
                <a:lnTo>
                  <a:pt x="3000" y="9818"/>
                </a:lnTo>
                <a:cubicBezTo>
                  <a:pt x="3332" y="9818"/>
                  <a:pt x="3600" y="9599"/>
                  <a:pt x="3600" y="9327"/>
                </a:cubicBezTo>
                <a:cubicBezTo>
                  <a:pt x="3600" y="9056"/>
                  <a:pt x="3332" y="8836"/>
                  <a:pt x="3000" y="8836"/>
                </a:cubicBezTo>
                <a:lnTo>
                  <a:pt x="2400" y="8836"/>
                </a:lnTo>
                <a:lnTo>
                  <a:pt x="2400" y="6873"/>
                </a:lnTo>
                <a:lnTo>
                  <a:pt x="3000" y="6873"/>
                </a:lnTo>
                <a:cubicBezTo>
                  <a:pt x="3332" y="6873"/>
                  <a:pt x="3600" y="6653"/>
                  <a:pt x="3600" y="6382"/>
                </a:cubicBezTo>
                <a:cubicBezTo>
                  <a:pt x="3600" y="6111"/>
                  <a:pt x="3332" y="5891"/>
                  <a:pt x="3000" y="5891"/>
                </a:cubicBezTo>
                <a:lnTo>
                  <a:pt x="2400" y="5891"/>
                </a:lnTo>
                <a:lnTo>
                  <a:pt x="2400" y="3927"/>
                </a:lnTo>
                <a:lnTo>
                  <a:pt x="3000" y="3927"/>
                </a:lnTo>
                <a:cubicBezTo>
                  <a:pt x="3332" y="3927"/>
                  <a:pt x="3600" y="3708"/>
                  <a:pt x="3600" y="3436"/>
                </a:cubicBezTo>
                <a:cubicBezTo>
                  <a:pt x="3600" y="3166"/>
                  <a:pt x="3332" y="2945"/>
                  <a:pt x="3000" y="2945"/>
                </a:cubicBezTo>
                <a:lnTo>
                  <a:pt x="2400" y="2945"/>
                </a:lnTo>
                <a:lnTo>
                  <a:pt x="2400" y="1964"/>
                </a:lnTo>
                <a:cubicBezTo>
                  <a:pt x="2400" y="1422"/>
                  <a:pt x="2937" y="982"/>
                  <a:pt x="3600" y="982"/>
                </a:cubicBezTo>
                <a:lnTo>
                  <a:pt x="6000" y="982"/>
                </a:lnTo>
                <a:cubicBezTo>
                  <a:pt x="6000" y="982"/>
                  <a:pt x="6000" y="20618"/>
                  <a:pt x="6000" y="20618"/>
                </a:cubicBezTo>
                <a:close/>
                <a:moveTo>
                  <a:pt x="19200" y="0"/>
                </a:moveTo>
                <a:lnTo>
                  <a:pt x="3600" y="0"/>
                </a:lnTo>
                <a:cubicBezTo>
                  <a:pt x="2275" y="0"/>
                  <a:pt x="1200" y="879"/>
                  <a:pt x="1200" y="1964"/>
                </a:cubicBezTo>
                <a:lnTo>
                  <a:pt x="1200" y="2945"/>
                </a:lnTo>
                <a:lnTo>
                  <a:pt x="600" y="2945"/>
                </a:lnTo>
                <a:cubicBezTo>
                  <a:pt x="268" y="2945"/>
                  <a:pt x="0" y="3166"/>
                  <a:pt x="0" y="3436"/>
                </a:cubicBezTo>
                <a:cubicBezTo>
                  <a:pt x="0" y="3708"/>
                  <a:pt x="268" y="3927"/>
                  <a:pt x="600" y="3927"/>
                </a:cubicBezTo>
                <a:lnTo>
                  <a:pt x="1200" y="3927"/>
                </a:lnTo>
                <a:lnTo>
                  <a:pt x="1200" y="5891"/>
                </a:lnTo>
                <a:lnTo>
                  <a:pt x="600" y="5891"/>
                </a:lnTo>
                <a:cubicBezTo>
                  <a:pt x="268" y="5891"/>
                  <a:pt x="0" y="6111"/>
                  <a:pt x="0" y="6382"/>
                </a:cubicBezTo>
                <a:cubicBezTo>
                  <a:pt x="0" y="6653"/>
                  <a:pt x="268" y="6873"/>
                  <a:pt x="600" y="6873"/>
                </a:cubicBezTo>
                <a:lnTo>
                  <a:pt x="1200" y="6873"/>
                </a:lnTo>
                <a:lnTo>
                  <a:pt x="1200" y="8836"/>
                </a:lnTo>
                <a:lnTo>
                  <a:pt x="600" y="8836"/>
                </a:lnTo>
                <a:cubicBezTo>
                  <a:pt x="268" y="8836"/>
                  <a:pt x="0" y="9056"/>
                  <a:pt x="0" y="9327"/>
                </a:cubicBezTo>
                <a:cubicBezTo>
                  <a:pt x="0" y="9599"/>
                  <a:pt x="268" y="9818"/>
                  <a:pt x="600" y="9818"/>
                </a:cubicBezTo>
                <a:lnTo>
                  <a:pt x="1200" y="9818"/>
                </a:lnTo>
                <a:lnTo>
                  <a:pt x="1200" y="11782"/>
                </a:lnTo>
                <a:lnTo>
                  <a:pt x="600" y="11782"/>
                </a:lnTo>
                <a:cubicBezTo>
                  <a:pt x="268" y="11782"/>
                  <a:pt x="0" y="12002"/>
                  <a:pt x="0" y="12273"/>
                </a:cubicBezTo>
                <a:cubicBezTo>
                  <a:pt x="0" y="12544"/>
                  <a:pt x="268" y="12764"/>
                  <a:pt x="600" y="12764"/>
                </a:cubicBezTo>
                <a:lnTo>
                  <a:pt x="1200" y="12764"/>
                </a:lnTo>
                <a:lnTo>
                  <a:pt x="1200" y="14727"/>
                </a:lnTo>
                <a:lnTo>
                  <a:pt x="600" y="14727"/>
                </a:lnTo>
                <a:cubicBezTo>
                  <a:pt x="268" y="14727"/>
                  <a:pt x="0" y="14947"/>
                  <a:pt x="0" y="15218"/>
                </a:cubicBezTo>
                <a:cubicBezTo>
                  <a:pt x="0" y="15490"/>
                  <a:pt x="268" y="15709"/>
                  <a:pt x="600" y="15709"/>
                </a:cubicBezTo>
                <a:lnTo>
                  <a:pt x="1200" y="15709"/>
                </a:lnTo>
                <a:lnTo>
                  <a:pt x="1200" y="17673"/>
                </a:lnTo>
                <a:lnTo>
                  <a:pt x="600" y="17673"/>
                </a:lnTo>
                <a:cubicBezTo>
                  <a:pt x="268" y="17673"/>
                  <a:pt x="0" y="17893"/>
                  <a:pt x="0" y="18164"/>
                </a:cubicBezTo>
                <a:cubicBezTo>
                  <a:pt x="0" y="18435"/>
                  <a:pt x="268" y="18655"/>
                  <a:pt x="600" y="18655"/>
                </a:cubicBezTo>
                <a:lnTo>
                  <a:pt x="1200" y="18655"/>
                </a:lnTo>
                <a:lnTo>
                  <a:pt x="1200" y="19636"/>
                </a:lnTo>
                <a:cubicBezTo>
                  <a:pt x="1200" y="20721"/>
                  <a:pt x="2275" y="21600"/>
                  <a:pt x="3600" y="21600"/>
                </a:cubicBezTo>
                <a:lnTo>
                  <a:pt x="19200" y="21600"/>
                </a:lnTo>
                <a:cubicBezTo>
                  <a:pt x="20525" y="21600"/>
                  <a:pt x="21600" y="20721"/>
                  <a:pt x="21600" y="19636"/>
                </a:cubicBezTo>
                <a:lnTo>
                  <a:pt x="21600" y="1964"/>
                </a:lnTo>
                <a:cubicBezTo>
                  <a:pt x="21600" y="879"/>
                  <a:pt x="20525" y="0"/>
                  <a:pt x="192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65" name="Google Shape;865;p24"/>
          <p:cNvSpPr/>
          <p:nvPr/>
        </p:nvSpPr>
        <p:spPr>
          <a:xfrm>
            <a:off x="4662642" y="2045094"/>
            <a:ext cx="228541" cy="279328"/>
          </a:xfrm>
          <a:custGeom>
            <a:rect b="b" l="l" r="r" t="t"/>
            <a:pathLst>
              <a:path extrusionOk="0" h="21600" w="21600">
                <a:moveTo>
                  <a:pt x="14400" y="5891"/>
                </a:moveTo>
                <a:lnTo>
                  <a:pt x="14400" y="982"/>
                </a:lnTo>
                <a:lnTo>
                  <a:pt x="15000" y="982"/>
                </a:lnTo>
                <a:lnTo>
                  <a:pt x="20400" y="5891"/>
                </a:lnTo>
                <a:cubicBezTo>
                  <a:pt x="20400" y="5891"/>
                  <a:pt x="14400" y="5891"/>
                  <a:pt x="14400" y="5891"/>
                </a:cubicBezTo>
                <a:close/>
                <a:moveTo>
                  <a:pt x="20400" y="19636"/>
                </a:moveTo>
                <a:cubicBezTo>
                  <a:pt x="20400" y="20179"/>
                  <a:pt x="19862" y="20618"/>
                  <a:pt x="19200" y="20618"/>
                </a:cubicBezTo>
                <a:lnTo>
                  <a:pt x="2400" y="20618"/>
                </a:lnTo>
                <a:cubicBezTo>
                  <a:pt x="1737" y="20618"/>
                  <a:pt x="1200" y="20179"/>
                  <a:pt x="1200" y="19636"/>
                </a:cubicBezTo>
                <a:lnTo>
                  <a:pt x="1200" y="1964"/>
                </a:lnTo>
                <a:cubicBezTo>
                  <a:pt x="1200" y="1422"/>
                  <a:pt x="1737" y="982"/>
                  <a:pt x="2400" y="982"/>
                </a:cubicBezTo>
                <a:lnTo>
                  <a:pt x="13200" y="982"/>
                </a:lnTo>
                <a:lnTo>
                  <a:pt x="13200" y="5891"/>
                </a:lnTo>
                <a:cubicBezTo>
                  <a:pt x="13200" y="6433"/>
                  <a:pt x="13738" y="6873"/>
                  <a:pt x="14400" y="6873"/>
                </a:cubicBezTo>
                <a:lnTo>
                  <a:pt x="20400" y="6873"/>
                </a:lnTo>
                <a:cubicBezTo>
                  <a:pt x="20400" y="6873"/>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4800" y="8836"/>
                </a:moveTo>
                <a:cubicBezTo>
                  <a:pt x="4800" y="9108"/>
                  <a:pt x="5068" y="9327"/>
                  <a:pt x="5400" y="9327"/>
                </a:cubicBezTo>
                <a:lnTo>
                  <a:pt x="16200" y="9327"/>
                </a:lnTo>
                <a:cubicBezTo>
                  <a:pt x="16532" y="9327"/>
                  <a:pt x="16800" y="9108"/>
                  <a:pt x="16800" y="8836"/>
                </a:cubicBezTo>
                <a:cubicBezTo>
                  <a:pt x="16800" y="8566"/>
                  <a:pt x="16532" y="8345"/>
                  <a:pt x="16200" y="8345"/>
                </a:cubicBezTo>
                <a:lnTo>
                  <a:pt x="5400" y="8345"/>
                </a:lnTo>
                <a:cubicBezTo>
                  <a:pt x="5068" y="8345"/>
                  <a:pt x="4800" y="8566"/>
                  <a:pt x="4800" y="8836"/>
                </a:cubicBezTo>
                <a:moveTo>
                  <a:pt x="16200" y="12273"/>
                </a:moveTo>
                <a:lnTo>
                  <a:pt x="5400" y="12273"/>
                </a:lnTo>
                <a:cubicBezTo>
                  <a:pt x="5068" y="12273"/>
                  <a:pt x="4800" y="12493"/>
                  <a:pt x="4800" y="12764"/>
                </a:cubicBezTo>
                <a:cubicBezTo>
                  <a:pt x="4800" y="13035"/>
                  <a:pt x="5068" y="13255"/>
                  <a:pt x="5400" y="13255"/>
                </a:cubicBezTo>
                <a:lnTo>
                  <a:pt x="16200" y="13255"/>
                </a:lnTo>
                <a:cubicBezTo>
                  <a:pt x="16532" y="13255"/>
                  <a:pt x="16800" y="13035"/>
                  <a:pt x="16800" y="12764"/>
                </a:cubicBezTo>
                <a:cubicBezTo>
                  <a:pt x="16800" y="12493"/>
                  <a:pt x="16532" y="12273"/>
                  <a:pt x="16200" y="12273"/>
                </a:cubicBezTo>
                <a:moveTo>
                  <a:pt x="5400" y="5400"/>
                </a:moveTo>
                <a:lnTo>
                  <a:pt x="8400" y="5400"/>
                </a:lnTo>
                <a:cubicBezTo>
                  <a:pt x="8732" y="5400"/>
                  <a:pt x="9000" y="5181"/>
                  <a:pt x="9000" y="4909"/>
                </a:cubicBezTo>
                <a:cubicBezTo>
                  <a:pt x="9000" y="4638"/>
                  <a:pt x="8732" y="4418"/>
                  <a:pt x="8400" y="4418"/>
                </a:cubicBezTo>
                <a:lnTo>
                  <a:pt x="5400" y="4418"/>
                </a:lnTo>
                <a:cubicBezTo>
                  <a:pt x="5068" y="4418"/>
                  <a:pt x="4800" y="4638"/>
                  <a:pt x="4800" y="4909"/>
                </a:cubicBezTo>
                <a:cubicBezTo>
                  <a:pt x="4800" y="5181"/>
                  <a:pt x="5068" y="5400"/>
                  <a:pt x="5400" y="5400"/>
                </a:cubicBezTo>
                <a:moveTo>
                  <a:pt x="12600" y="16200"/>
                </a:moveTo>
                <a:lnTo>
                  <a:pt x="5400" y="16200"/>
                </a:lnTo>
                <a:cubicBezTo>
                  <a:pt x="5068" y="16200"/>
                  <a:pt x="4800" y="16420"/>
                  <a:pt x="4800" y="16691"/>
                </a:cubicBezTo>
                <a:cubicBezTo>
                  <a:pt x="4800" y="16962"/>
                  <a:pt x="5068" y="17182"/>
                  <a:pt x="5400" y="17182"/>
                </a:cubicBezTo>
                <a:lnTo>
                  <a:pt x="12600" y="17182"/>
                </a:lnTo>
                <a:cubicBezTo>
                  <a:pt x="12932" y="17182"/>
                  <a:pt x="13200" y="16962"/>
                  <a:pt x="13200" y="16691"/>
                </a:cubicBezTo>
                <a:cubicBezTo>
                  <a:pt x="13200" y="16420"/>
                  <a:pt x="12932" y="16200"/>
                  <a:pt x="12600" y="162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66" name="Google Shape;866;p24"/>
          <p:cNvSpPr/>
          <p:nvPr/>
        </p:nvSpPr>
        <p:spPr>
          <a:xfrm>
            <a:off x="5195904" y="2045094"/>
            <a:ext cx="228541" cy="279328"/>
          </a:xfrm>
          <a:custGeom>
            <a:rect b="b" l="l" r="r" t="t"/>
            <a:pathLst>
              <a:path extrusionOk="0" h="21600" w="21600">
                <a:moveTo>
                  <a:pt x="10800" y="8836"/>
                </a:moveTo>
                <a:lnTo>
                  <a:pt x="10800" y="5967"/>
                </a:lnTo>
                <a:lnTo>
                  <a:pt x="13929" y="8836"/>
                </a:lnTo>
                <a:cubicBezTo>
                  <a:pt x="13929" y="8836"/>
                  <a:pt x="10800" y="8836"/>
                  <a:pt x="10800" y="8836"/>
                </a:cubicBezTo>
                <a:close/>
                <a:moveTo>
                  <a:pt x="14400" y="19636"/>
                </a:moveTo>
                <a:cubicBezTo>
                  <a:pt x="14400" y="20179"/>
                  <a:pt x="13862" y="20618"/>
                  <a:pt x="13200" y="20618"/>
                </a:cubicBezTo>
                <a:lnTo>
                  <a:pt x="2400" y="20618"/>
                </a:lnTo>
                <a:cubicBezTo>
                  <a:pt x="1738" y="20618"/>
                  <a:pt x="1200" y="20179"/>
                  <a:pt x="1200" y="19636"/>
                </a:cubicBezTo>
                <a:lnTo>
                  <a:pt x="1200" y="6873"/>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3"/>
                </a:cubicBezTo>
                <a:lnTo>
                  <a:pt x="0" y="19636"/>
                </a:lnTo>
                <a:cubicBezTo>
                  <a:pt x="0" y="20721"/>
                  <a:pt x="1075" y="21600"/>
                  <a:pt x="2400" y="21600"/>
                </a:cubicBezTo>
                <a:lnTo>
                  <a:pt x="13200" y="21600"/>
                </a:lnTo>
                <a:cubicBezTo>
                  <a:pt x="14525" y="21600"/>
                  <a:pt x="15600" y="20721"/>
                  <a:pt x="15600" y="19636"/>
                </a:cubicBezTo>
                <a:lnTo>
                  <a:pt x="15600" y="8836"/>
                </a:lnTo>
                <a:lnTo>
                  <a:pt x="11400" y="4909"/>
                </a:lnTo>
                <a:cubicBezTo>
                  <a:pt x="11400" y="4909"/>
                  <a:pt x="2400" y="4909"/>
                  <a:pt x="2400" y="4909"/>
                </a:cubicBezTo>
                <a:close/>
                <a:moveTo>
                  <a:pt x="16800" y="3927"/>
                </a:moveTo>
                <a:lnTo>
                  <a:pt x="16800" y="1058"/>
                </a:lnTo>
                <a:lnTo>
                  <a:pt x="19929" y="3927"/>
                </a:lnTo>
                <a:cubicBezTo>
                  <a:pt x="19929" y="3927"/>
                  <a:pt x="16800" y="3927"/>
                  <a:pt x="16800" y="3927"/>
                </a:cubicBezTo>
                <a:close/>
                <a:moveTo>
                  <a:pt x="17400" y="0"/>
                </a:moveTo>
                <a:lnTo>
                  <a:pt x="8400" y="0"/>
                </a:lnTo>
                <a:cubicBezTo>
                  <a:pt x="7075" y="0"/>
                  <a:pt x="6000" y="879"/>
                  <a:pt x="6000" y="1964"/>
                </a:cubicBezTo>
                <a:lnTo>
                  <a:pt x="6000" y="3436"/>
                </a:lnTo>
                <a:cubicBezTo>
                  <a:pt x="6000" y="3708"/>
                  <a:pt x="6268" y="3927"/>
                  <a:pt x="6600" y="3927"/>
                </a:cubicBezTo>
                <a:cubicBezTo>
                  <a:pt x="6932"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8" y="15709"/>
                  <a:pt x="16800" y="15929"/>
                  <a:pt x="16800" y="16200"/>
                </a:cubicBezTo>
                <a:cubicBezTo>
                  <a:pt x="16800" y="16472"/>
                  <a:pt x="17068" y="16691"/>
                  <a:pt x="17400" y="16691"/>
                </a:cubicBezTo>
                <a:lnTo>
                  <a:pt x="19200" y="16691"/>
                </a:lnTo>
                <a:cubicBezTo>
                  <a:pt x="20525" y="16691"/>
                  <a:pt x="21600" y="15812"/>
                  <a:pt x="21600" y="14727"/>
                </a:cubicBezTo>
                <a:lnTo>
                  <a:pt x="21600" y="3927"/>
                </a:lnTo>
                <a:cubicBezTo>
                  <a:pt x="21600" y="3927"/>
                  <a:pt x="17400" y="0"/>
                  <a:pt x="17400" y="0"/>
                </a:cubicBezTo>
                <a:close/>
                <a:moveTo>
                  <a:pt x="3600" y="12273"/>
                </a:moveTo>
                <a:cubicBezTo>
                  <a:pt x="3600" y="12544"/>
                  <a:pt x="3868" y="12764"/>
                  <a:pt x="4200" y="12764"/>
                </a:cubicBezTo>
                <a:lnTo>
                  <a:pt x="11400" y="12764"/>
                </a:lnTo>
                <a:cubicBezTo>
                  <a:pt x="11732" y="12764"/>
                  <a:pt x="12000" y="12544"/>
                  <a:pt x="12000" y="12273"/>
                </a:cubicBezTo>
                <a:cubicBezTo>
                  <a:pt x="12000" y="12002"/>
                  <a:pt x="11732" y="11782"/>
                  <a:pt x="11400" y="11782"/>
                </a:cubicBezTo>
                <a:lnTo>
                  <a:pt x="4200" y="11782"/>
                </a:lnTo>
                <a:cubicBezTo>
                  <a:pt x="3868" y="11782"/>
                  <a:pt x="3600" y="12002"/>
                  <a:pt x="3600" y="12273"/>
                </a:cubicBezTo>
                <a:moveTo>
                  <a:pt x="4200" y="9818"/>
                </a:moveTo>
                <a:lnTo>
                  <a:pt x="6600" y="9818"/>
                </a:lnTo>
                <a:cubicBezTo>
                  <a:pt x="6932" y="9818"/>
                  <a:pt x="7200" y="9599"/>
                  <a:pt x="7200" y="9327"/>
                </a:cubicBezTo>
                <a:cubicBezTo>
                  <a:pt x="7200" y="9056"/>
                  <a:pt x="6932" y="8836"/>
                  <a:pt x="6600" y="8836"/>
                </a:cubicBezTo>
                <a:lnTo>
                  <a:pt x="4200" y="8836"/>
                </a:lnTo>
                <a:cubicBezTo>
                  <a:pt x="3868" y="8836"/>
                  <a:pt x="3600" y="9056"/>
                  <a:pt x="3600" y="9327"/>
                </a:cubicBezTo>
                <a:cubicBezTo>
                  <a:pt x="3600" y="9599"/>
                  <a:pt x="3868" y="9818"/>
                  <a:pt x="4200" y="9818"/>
                </a:cubicBezTo>
                <a:moveTo>
                  <a:pt x="9000" y="17673"/>
                </a:moveTo>
                <a:lnTo>
                  <a:pt x="4200" y="17673"/>
                </a:lnTo>
                <a:cubicBezTo>
                  <a:pt x="3868" y="17673"/>
                  <a:pt x="3600" y="17893"/>
                  <a:pt x="3600" y="18164"/>
                </a:cubicBezTo>
                <a:cubicBezTo>
                  <a:pt x="3600" y="18435"/>
                  <a:pt x="3868" y="18655"/>
                  <a:pt x="4200" y="18655"/>
                </a:cubicBezTo>
                <a:lnTo>
                  <a:pt x="9000" y="18655"/>
                </a:lnTo>
                <a:cubicBezTo>
                  <a:pt x="9332" y="18655"/>
                  <a:pt x="9600" y="18435"/>
                  <a:pt x="9600" y="18164"/>
                </a:cubicBezTo>
                <a:cubicBezTo>
                  <a:pt x="9600" y="17893"/>
                  <a:pt x="9332" y="17673"/>
                  <a:pt x="9000" y="17673"/>
                </a:cubicBezTo>
                <a:moveTo>
                  <a:pt x="11400" y="14727"/>
                </a:moveTo>
                <a:lnTo>
                  <a:pt x="4200" y="14727"/>
                </a:lnTo>
                <a:cubicBezTo>
                  <a:pt x="3868" y="14727"/>
                  <a:pt x="3600" y="14947"/>
                  <a:pt x="3600" y="15218"/>
                </a:cubicBezTo>
                <a:cubicBezTo>
                  <a:pt x="3600" y="15490"/>
                  <a:pt x="3868" y="15709"/>
                  <a:pt x="4200" y="15709"/>
                </a:cubicBezTo>
                <a:lnTo>
                  <a:pt x="11400" y="15709"/>
                </a:lnTo>
                <a:cubicBezTo>
                  <a:pt x="11732" y="15709"/>
                  <a:pt x="12000" y="15490"/>
                  <a:pt x="12000" y="15218"/>
                </a:cubicBezTo>
                <a:cubicBezTo>
                  <a:pt x="12000" y="14947"/>
                  <a:pt x="11732" y="14727"/>
                  <a:pt x="11400" y="14727"/>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67" name="Google Shape;867;p24"/>
          <p:cNvSpPr/>
          <p:nvPr/>
        </p:nvSpPr>
        <p:spPr>
          <a:xfrm>
            <a:off x="5729165" y="2045093"/>
            <a:ext cx="228541" cy="279337"/>
          </a:xfrm>
          <a:custGeom>
            <a:rect b="b" l="l" r="r" t="t"/>
            <a:pathLst>
              <a:path extrusionOk="0" h="21600" w="21600">
                <a:moveTo>
                  <a:pt x="14400" y="5891"/>
                </a:moveTo>
                <a:lnTo>
                  <a:pt x="14400" y="982"/>
                </a:lnTo>
                <a:lnTo>
                  <a:pt x="15000" y="982"/>
                </a:lnTo>
                <a:lnTo>
                  <a:pt x="20400" y="5891"/>
                </a:lnTo>
                <a:cubicBezTo>
                  <a:pt x="20400" y="5891"/>
                  <a:pt x="14400" y="5891"/>
                  <a:pt x="14400" y="5891"/>
                </a:cubicBezTo>
                <a:close/>
                <a:moveTo>
                  <a:pt x="20400" y="19636"/>
                </a:moveTo>
                <a:cubicBezTo>
                  <a:pt x="20400" y="20178"/>
                  <a:pt x="19862" y="20617"/>
                  <a:pt x="19200" y="20617"/>
                </a:cubicBezTo>
                <a:lnTo>
                  <a:pt x="2400" y="20617"/>
                </a:lnTo>
                <a:cubicBezTo>
                  <a:pt x="1738" y="20617"/>
                  <a:pt x="1200" y="20178"/>
                  <a:pt x="1200" y="19636"/>
                </a:cubicBezTo>
                <a:lnTo>
                  <a:pt x="1200" y="1964"/>
                </a:lnTo>
                <a:cubicBezTo>
                  <a:pt x="1200" y="1422"/>
                  <a:pt x="1738" y="982"/>
                  <a:pt x="2400" y="982"/>
                </a:cubicBezTo>
                <a:lnTo>
                  <a:pt x="13200" y="982"/>
                </a:lnTo>
                <a:lnTo>
                  <a:pt x="13200" y="5891"/>
                </a:lnTo>
                <a:cubicBezTo>
                  <a:pt x="13200" y="6433"/>
                  <a:pt x="13738"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0"/>
                  <a:pt x="1075" y="21600"/>
                  <a:pt x="2400" y="21600"/>
                </a:cubicBezTo>
                <a:lnTo>
                  <a:pt x="19200" y="21600"/>
                </a:lnTo>
                <a:cubicBezTo>
                  <a:pt x="20525" y="21600"/>
                  <a:pt x="21600" y="20720"/>
                  <a:pt x="21600" y="19636"/>
                </a:cubicBezTo>
                <a:lnTo>
                  <a:pt x="21600" y="5400"/>
                </a:lnTo>
                <a:cubicBezTo>
                  <a:pt x="21600" y="5400"/>
                  <a:pt x="15600" y="0"/>
                  <a:pt x="15600" y="0"/>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68" name="Google Shape;868;p24"/>
          <p:cNvSpPr/>
          <p:nvPr/>
        </p:nvSpPr>
        <p:spPr>
          <a:xfrm>
            <a:off x="929815" y="2578355"/>
            <a:ext cx="228541" cy="279337"/>
          </a:xfrm>
          <a:custGeom>
            <a:rect b="b" l="l" r="r" t="t"/>
            <a:pathLst>
              <a:path extrusionOk="0" h="21600" w="21600">
                <a:moveTo>
                  <a:pt x="10800" y="8836"/>
                </a:moveTo>
                <a:lnTo>
                  <a:pt x="10800" y="5966"/>
                </a:lnTo>
                <a:lnTo>
                  <a:pt x="13928" y="8836"/>
                </a:lnTo>
                <a:cubicBezTo>
                  <a:pt x="13928" y="8836"/>
                  <a:pt x="10800" y="8836"/>
                  <a:pt x="10800" y="8836"/>
                </a:cubicBezTo>
                <a:close/>
                <a:moveTo>
                  <a:pt x="14400" y="19636"/>
                </a:moveTo>
                <a:cubicBezTo>
                  <a:pt x="14400" y="20178"/>
                  <a:pt x="13862" y="20617"/>
                  <a:pt x="13200" y="20617"/>
                </a:cubicBezTo>
                <a:lnTo>
                  <a:pt x="2400" y="20617"/>
                </a:lnTo>
                <a:cubicBezTo>
                  <a:pt x="1738" y="20617"/>
                  <a:pt x="1200" y="20178"/>
                  <a:pt x="1200" y="19636"/>
                </a:cubicBezTo>
                <a:lnTo>
                  <a:pt x="1200" y="6872"/>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2"/>
                </a:cubicBezTo>
                <a:lnTo>
                  <a:pt x="0" y="19636"/>
                </a:lnTo>
                <a:cubicBezTo>
                  <a:pt x="0" y="20720"/>
                  <a:pt x="1075" y="21600"/>
                  <a:pt x="2400" y="21600"/>
                </a:cubicBezTo>
                <a:lnTo>
                  <a:pt x="13200" y="21600"/>
                </a:lnTo>
                <a:cubicBezTo>
                  <a:pt x="14525" y="21600"/>
                  <a:pt x="15600" y="20720"/>
                  <a:pt x="15600" y="19636"/>
                </a:cubicBezTo>
                <a:lnTo>
                  <a:pt x="15600" y="8836"/>
                </a:lnTo>
                <a:lnTo>
                  <a:pt x="11400" y="4909"/>
                </a:lnTo>
                <a:cubicBezTo>
                  <a:pt x="11400" y="4909"/>
                  <a:pt x="2400" y="4909"/>
                  <a:pt x="2400" y="4909"/>
                </a:cubicBezTo>
                <a:close/>
                <a:moveTo>
                  <a:pt x="16800" y="3927"/>
                </a:moveTo>
                <a:lnTo>
                  <a:pt x="16800" y="1058"/>
                </a:lnTo>
                <a:lnTo>
                  <a:pt x="19928" y="3927"/>
                </a:lnTo>
                <a:cubicBezTo>
                  <a:pt x="19928" y="3927"/>
                  <a:pt x="16800" y="3927"/>
                  <a:pt x="16800" y="3927"/>
                </a:cubicBezTo>
                <a:close/>
                <a:moveTo>
                  <a:pt x="17400" y="0"/>
                </a:moveTo>
                <a:lnTo>
                  <a:pt x="8400" y="0"/>
                </a:lnTo>
                <a:cubicBezTo>
                  <a:pt x="7075" y="0"/>
                  <a:pt x="6000" y="879"/>
                  <a:pt x="6000" y="1964"/>
                </a:cubicBezTo>
                <a:lnTo>
                  <a:pt x="6000" y="3436"/>
                </a:lnTo>
                <a:cubicBezTo>
                  <a:pt x="6000" y="3708"/>
                  <a:pt x="6269" y="3927"/>
                  <a:pt x="6600" y="3927"/>
                </a:cubicBezTo>
                <a:cubicBezTo>
                  <a:pt x="6931"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9" y="15709"/>
                  <a:pt x="16800" y="15929"/>
                  <a:pt x="16800" y="16199"/>
                </a:cubicBezTo>
                <a:cubicBezTo>
                  <a:pt x="16800" y="16471"/>
                  <a:pt x="17069" y="16690"/>
                  <a:pt x="17400" y="16690"/>
                </a:cubicBezTo>
                <a:lnTo>
                  <a:pt x="19200" y="16690"/>
                </a:lnTo>
                <a:cubicBezTo>
                  <a:pt x="20525" y="16690"/>
                  <a:pt x="21600" y="15811"/>
                  <a:pt x="21600" y="14727"/>
                </a:cubicBezTo>
                <a:lnTo>
                  <a:pt x="21600" y="3927"/>
                </a:lnTo>
                <a:cubicBezTo>
                  <a:pt x="21600" y="3927"/>
                  <a:pt x="17400" y="0"/>
                  <a:pt x="17400" y="0"/>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69" name="Google Shape;869;p24"/>
          <p:cNvSpPr/>
          <p:nvPr/>
        </p:nvSpPr>
        <p:spPr>
          <a:xfrm>
            <a:off x="1437683" y="2578355"/>
            <a:ext cx="279328" cy="279328"/>
          </a:xfrm>
          <a:custGeom>
            <a:rect b="b" l="l" r="r" t="t"/>
            <a:pathLst>
              <a:path extrusionOk="0" h="21600" w="21600">
                <a:moveTo>
                  <a:pt x="4418" y="11782"/>
                </a:moveTo>
                <a:lnTo>
                  <a:pt x="14236" y="11782"/>
                </a:lnTo>
                <a:cubicBezTo>
                  <a:pt x="14507" y="11782"/>
                  <a:pt x="14727" y="11562"/>
                  <a:pt x="14727" y="11291"/>
                </a:cubicBezTo>
                <a:cubicBezTo>
                  <a:pt x="14727" y="11020"/>
                  <a:pt x="14507" y="10800"/>
                  <a:pt x="14236" y="10800"/>
                </a:cubicBezTo>
                <a:lnTo>
                  <a:pt x="4418" y="10800"/>
                </a:lnTo>
                <a:cubicBezTo>
                  <a:pt x="4147" y="10800"/>
                  <a:pt x="3927" y="11020"/>
                  <a:pt x="3927" y="11291"/>
                </a:cubicBezTo>
                <a:cubicBezTo>
                  <a:pt x="3927" y="11562"/>
                  <a:pt x="4147" y="11782"/>
                  <a:pt x="4418" y="11782"/>
                </a:cubicBezTo>
                <a:moveTo>
                  <a:pt x="20618" y="20618"/>
                </a:moveTo>
                <a:lnTo>
                  <a:pt x="5891" y="20618"/>
                </a:lnTo>
                <a:lnTo>
                  <a:pt x="5891" y="16200"/>
                </a:lnTo>
                <a:cubicBezTo>
                  <a:pt x="5891" y="15929"/>
                  <a:pt x="5671" y="15709"/>
                  <a:pt x="5400" y="15709"/>
                </a:cubicBezTo>
                <a:lnTo>
                  <a:pt x="982" y="15709"/>
                </a:lnTo>
                <a:lnTo>
                  <a:pt x="982" y="982"/>
                </a:lnTo>
                <a:lnTo>
                  <a:pt x="20618" y="982"/>
                </a:lnTo>
                <a:cubicBezTo>
                  <a:pt x="20618" y="982"/>
                  <a:pt x="20618" y="20618"/>
                  <a:pt x="20618" y="20618"/>
                </a:cubicBezTo>
                <a:close/>
                <a:moveTo>
                  <a:pt x="4909" y="20127"/>
                </a:moveTo>
                <a:lnTo>
                  <a:pt x="1473" y="16691"/>
                </a:lnTo>
                <a:lnTo>
                  <a:pt x="4909" y="16691"/>
                </a:lnTo>
                <a:cubicBezTo>
                  <a:pt x="4909" y="16691"/>
                  <a:pt x="4909" y="20127"/>
                  <a:pt x="4909" y="20127"/>
                </a:cubicBezTo>
                <a:close/>
                <a:moveTo>
                  <a:pt x="20618" y="0"/>
                </a:moveTo>
                <a:lnTo>
                  <a:pt x="982" y="0"/>
                </a:lnTo>
                <a:cubicBezTo>
                  <a:pt x="440" y="0"/>
                  <a:pt x="0" y="440"/>
                  <a:pt x="0" y="982"/>
                </a:cubicBezTo>
                <a:lnTo>
                  <a:pt x="0" y="16691"/>
                </a:lnTo>
                <a:lnTo>
                  <a:pt x="4909" y="21600"/>
                </a:lnTo>
                <a:lnTo>
                  <a:pt x="20618" y="21600"/>
                </a:lnTo>
                <a:cubicBezTo>
                  <a:pt x="21160" y="21600"/>
                  <a:pt x="21600" y="21161"/>
                  <a:pt x="21600" y="20618"/>
                </a:cubicBezTo>
                <a:lnTo>
                  <a:pt x="21600" y="982"/>
                </a:lnTo>
                <a:cubicBezTo>
                  <a:pt x="21600" y="440"/>
                  <a:pt x="21160" y="0"/>
                  <a:pt x="20618" y="0"/>
                </a:cubicBezTo>
                <a:moveTo>
                  <a:pt x="4418" y="8836"/>
                </a:moveTo>
                <a:lnTo>
                  <a:pt x="17182" y="8836"/>
                </a:lnTo>
                <a:cubicBezTo>
                  <a:pt x="17453" y="8836"/>
                  <a:pt x="17673" y="8617"/>
                  <a:pt x="17673" y="8345"/>
                </a:cubicBezTo>
                <a:cubicBezTo>
                  <a:pt x="17673" y="8075"/>
                  <a:pt x="17453" y="7855"/>
                  <a:pt x="17182" y="7855"/>
                </a:cubicBezTo>
                <a:lnTo>
                  <a:pt x="4418" y="7855"/>
                </a:lnTo>
                <a:cubicBezTo>
                  <a:pt x="4147" y="7855"/>
                  <a:pt x="3927" y="8075"/>
                  <a:pt x="3927" y="8345"/>
                </a:cubicBezTo>
                <a:cubicBezTo>
                  <a:pt x="3927" y="8617"/>
                  <a:pt x="4147" y="8836"/>
                  <a:pt x="4418" y="8836"/>
                </a:cubicBezTo>
                <a:moveTo>
                  <a:pt x="4418" y="5891"/>
                </a:moveTo>
                <a:lnTo>
                  <a:pt x="10309" y="5891"/>
                </a:lnTo>
                <a:cubicBezTo>
                  <a:pt x="10580" y="5891"/>
                  <a:pt x="10800" y="5672"/>
                  <a:pt x="10800" y="5400"/>
                </a:cubicBezTo>
                <a:cubicBezTo>
                  <a:pt x="10800" y="5129"/>
                  <a:pt x="10580" y="4909"/>
                  <a:pt x="10309" y="4909"/>
                </a:cubicBezTo>
                <a:lnTo>
                  <a:pt x="4418" y="4909"/>
                </a:lnTo>
                <a:cubicBezTo>
                  <a:pt x="4147" y="4909"/>
                  <a:pt x="3927" y="5129"/>
                  <a:pt x="3927" y="5400"/>
                </a:cubicBezTo>
                <a:cubicBezTo>
                  <a:pt x="3927" y="5672"/>
                  <a:pt x="4147" y="5891"/>
                  <a:pt x="4418" y="5891"/>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70" name="Google Shape;870;p24"/>
          <p:cNvSpPr/>
          <p:nvPr/>
        </p:nvSpPr>
        <p:spPr>
          <a:xfrm>
            <a:off x="1996337" y="2578355"/>
            <a:ext cx="228541" cy="279328"/>
          </a:xfrm>
          <a:custGeom>
            <a:rect b="b" l="l" r="r" t="t"/>
            <a:pathLst>
              <a:path extrusionOk="0" h="21600" w="21600">
                <a:moveTo>
                  <a:pt x="14400" y="13745"/>
                </a:moveTo>
                <a:lnTo>
                  <a:pt x="3600" y="13745"/>
                </a:lnTo>
                <a:cubicBezTo>
                  <a:pt x="3269" y="13745"/>
                  <a:pt x="3000" y="13966"/>
                  <a:pt x="3000" y="14236"/>
                </a:cubicBezTo>
                <a:cubicBezTo>
                  <a:pt x="3000" y="14508"/>
                  <a:pt x="3269" y="14727"/>
                  <a:pt x="3600" y="14727"/>
                </a:cubicBezTo>
                <a:lnTo>
                  <a:pt x="14400" y="14727"/>
                </a:lnTo>
                <a:cubicBezTo>
                  <a:pt x="14731" y="14727"/>
                  <a:pt x="15000" y="14508"/>
                  <a:pt x="15000" y="14236"/>
                </a:cubicBezTo>
                <a:cubicBezTo>
                  <a:pt x="15000" y="13966"/>
                  <a:pt x="14731" y="13745"/>
                  <a:pt x="14400" y="13745"/>
                </a:cubicBezTo>
                <a:moveTo>
                  <a:pt x="3000" y="11291"/>
                </a:moveTo>
                <a:cubicBezTo>
                  <a:pt x="3000" y="11562"/>
                  <a:pt x="3269" y="11782"/>
                  <a:pt x="3600" y="11782"/>
                </a:cubicBezTo>
                <a:lnTo>
                  <a:pt x="18000" y="11782"/>
                </a:lnTo>
                <a:cubicBezTo>
                  <a:pt x="18331" y="11782"/>
                  <a:pt x="18600" y="11562"/>
                  <a:pt x="18600" y="11291"/>
                </a:cubicBezTo>
                <a:cubicBezTo>
                  <a:pt x="18600" y="11020"/>
                  <a:pt x="18331" y="10800"/>
                  <a:pt x="18000" y="10800"/>
                </a:cubicBezTo>
                <a:lnTo>
                  <a:pt x="3600" y="10800"/>
                </a:lnTo>
                <a:cubicBezTo>
                  <a:pt x="3269" y="10800"/>
                  <a:pt x="3000" y="11020"/>
                  <a:pt x="3000" y="11291"/>
                </a:cubicBezTo>
                <a:moveTo>
                  <a:pt x="20400" y="20618"/>
                </a:moveTo>
                <a:lnTo>
                  <a:pt x="6600" y="20618"/>
                </a:lnTo>
                <a:lnTo>
                  <a:pt x="1200" y="16200"/>
                </a:lnTo>
                <a:lnTo>
                  <a:pt x="1200" y="2945"/>
                </a:lnTo>
                <a:lnTo>
                  <a:pt x="4200" y="2945"/>
                </a:lnTo>
                <a:lnTo>
                  <a:pt x="4200" y="4418"/>
                </a:lnTo>
                <a:cubicBezTo>
                  <a:pt x="4200" y="4690"/>
                  <a:pt x="4469" y="4909"/>
                  <a:pt x="4800" y="4909"/>
                </a:cubicBezTo>
                <a:cubicBezTo>
                  <a:pt x="5131" y="4909"/>
                  <a:pt x="5400" y="4690"/>
                  <a:pt x="5400" y="4418"/>
                </a:cubicBezTo>
                <a:lnTo>
                  <a:pt x="5400" y="2945"/>
                </a:lnTo>
                <a:lnTo>
                  <a:pt x="6600" y="2945"/>
                </a:lnTo>
                <a:lnTo>
                  <a:pt x="6600" y="4418"/>
                </a:lnTo>
                <a:cubicBezTo>
                  <a:pt x="6600" y="4690"/>
                  <a:pt x="6869" y="4909"/>
                  <a:pt x="7200" y="4909"/>
                </a:cubicBezTo>
                <a:cubicBezTo>
                  <a:pt x="7531" y="4909"/>
                  <a:pt x="7800" y="4690"/>
                  <a:pt x="7800" y="4418"/>
                </a:cubicBezTo>
                <a:lnTo>
                  <a:pt x="7800" y="2945"/>
                </a:lnTo>
                <a:lnTo>
                  <a:pt x="9000" y="2945"/>
                </a:lnTo>
                <a:lnTo>
                  <a:pt x="9000" y="4418"/>
                </a:lnTo>
                <a:cubicBezTo>
                  <a:pt x="9000" y="4690"/>
                  <a:pt x="9269" y="4909"/>
                  <a:pt x="9600" y="4909"/>
                </a:cubicBezTo>
                <a:cubicBezTo>
                  <a:pt x="9931" y="4909"/>
                  <a:pt x="10200" y="4690"/>
                  <a:pt x="10200" y="4418"/>
                </a:cubicBezTo>
                <a:lnTo>
                  <a:pt x="10200" y="2945"/>
                </a:lnTo>
                <a:lnTo>
                  <a:pt x="11400" y="2945"/>
                </a:lnTo>
                <a:lnTo>
                  <a:pt x="11400" y="4418"/>
                </a:lnTo>
                <a:cubicBezTo>
                  <a:pt x="11400" y="4690"/>
                  <a:pt x="11669" y="4909"/>
                  <a:pt x="12000" y="4909"/>
                </a:cubicBezTo>
                <a:cubicBezTo>
                  <a:pt x="12331" y="4909"/>
                  <a:pt x="12600" y="4690"/>
                  <a:pt x="12600" y="4418"/>
                </a:cubicBezTo>
                <a:lnTo>
                  <a:pt x="12600" y="2945"/>
                </a:lnTo>
                <a:lnTo>
                  <a:pt x="13800" y="2945"/>
                </a:lnTo>
                <a:lnTo>
                  <a:pt x="13800" y="4418"/>
                </a:lnTo>
                <a:cubicBezTo>
                  <a:pt x="13800" y="4690"/>
                  <a:pt x="14069" y="4909"/>
                  <a:pt x="14400" y="4909"/>
                </a:cubicBezTo>
                <a:cubicBezTo>
                  <a:pt x="14731" y="4909"/>
                  <a:pt x="15000" y="4690"/>
                  <a:pt x="15000" y="4418"/>
                </a:cubicBezTo>
                <a:lnTo>
                  <a:pt x="15000" y="2945"/>
                </a:lnTo>
                <a:lnTo>
                  <a:pt x="16200" y="2945"/>
                </a:lnTo>
                <a:lnTo>
                  <a:pt x="16200" y="4418"/>
                </a:lnTo>
                <a:cubicBezTo>
                  <a:pt x="16200" y="4690"/>
                  <a:pt x="16469" y="4909"/>
                  <a:pt x="16800" y="4909"/>
                </a:cubicBezTo>
                <a:cubicBezTo>
                  <a:pt x="17131" y="4909"/>
                  <a:pt x="17400" y="4690"/>
                  <a:pt x="17400" y="4418"/>
                </a:cubicBezTo>
                <a:lnTo>
                  <a:pt x="17400" y="2945"/>
                </a:lnTo>
                <a:lnTo>
                  <a:pt x="20400" y="2945"/>
                </a:lnTo>
                <a:cubicBezTo>
                  <a:pt x="20400" y="2945"/>
                  <a:pt x="20400" y="20618"/>
                  <a:pt x="20400" y="20618"/>
                </a:cubicBezTo>
                <a:close/>
                <a:moveTo>
                  <a:pt x="1200" y="20618"/>
                </a:moveTo>
                <a:lnTo>
                  <a:pt x="1200" y="17673"/>
                </a:lnTo>
                <a:lnTo>
                  <a:pt x="4800" y="20618"/>
                </a:lnTo>
                <a:cubicBezTo>
                  <a:pt x="4800" y="20618"/>
                  <a:pt x="1200" y="20618"/>
                  <a:pt x="1200" y="20618"/>
                </a:cubicBezTo>
                <a:close/>
                <a:moveTo>
                  <a:pt x="20400" y="1964"/>
                </a:moveTo>
                <a:lnTo>
                  <a:pt x="17400" y="1964"/>
                </a:lnTo>
                <a:lnTo>
                  <a:pt x="17400" y="491"/>
                </a:lnTo>
                <a:cubicBezTo>
                  <a:pt x="17400" y="220"/>
                  <a:pt x="17131" y="0"/>
                  <a:pt x="16800" y="0"/>
                </a:cubicBezTo>
                <a:cubicBezTo>
                  <a:pt x="16469" y="0"/>
                  <a:pt x="16200" y="220"/>
                  <a:pt x="16200" y="491"/>
                </a:cubicBezTo>
                <a:lnTo>
                  <a:pt x="16200" y="1964"/>
                </a:lnTo>
                <a:lnTo>
                  <a:pt x="15000" y="1964"/>
                </a:lnTo>
                <a:lnTo>
                  <a:pt x="15000" y="491"/>
                </a:lnTo>
                <a:cubicBezTo>
                  <a:pt x="15000" y="220"/>
                  <a:pt x="14731" y="0"/>
                  <a:pt x="14400" y="0"/>
                </a:cubicBezTo>
                <a:cubicBezTo>
                  <a:pt x="14069" y="0"/>
                  <a:pt x="13800" y="220"/>
                  <a:pt x="13800" y="491"/>
                </a:cubicBezTo>
                <a:lnTo>
                  <a:pt x="13800" y="1964"/>
                </a:lnTo>
                <a:lnTo>
                  <a:pt x="12600" y="1964"/>
                </a:lnTo>
                <a:lnTo>
                  <a:pt x="12600" y="491"/>
                </a:lnTo>
                <a:cubicBezTo>
                  <a:pt x="12600" y="220"/>
                  <a:pt x="12331" y="0"/>
                  <a:pt x="12000" y="0"/>
                </a:cubicBezTo>
                <a:cubicBezTo>
                  <a:pt x="11669" y="0"/>
                  <a:pt x="11400" y="220"/>
                  <a:pt x="11400" y="491"/>
                </a:cubicBezTo>
                <a:lnTo>
                  <a:pt x="11400" y="1964"/>
                </a:lnTo>
                <a:lnTo>
                  <a:pt x="10200" y="1964"/>
                </a:lnTo>
                <a:lnTo>
                  <a:pt x="10200" y="491"/>
                </a:lnTo>
                <a:cubicBezTo>
                  <a:pt x="10200" y="220"/>
                  <a:pt x="9931" y="0"/>
                  <a:pt x="9600" y="0"/>
                </a:cubicBezTo>
                <a:cubicBezTo>
                  <a:pt x="9269" y="0"/>
                  <a:pt x="9000" y="220"/>
                  <a:pt x="9000" y="491"/>
                </a:cubicBezTo>
                <a:lnTo>
                  <a:pt x="9000" y="1964"/>
                </a:lnTo>
                <a:lnTo>
                  <a:pt x="7800" y="1964"/>
                </a:lnTo>
                <a:lnTo>
                  <a:pt x="7800" y="491"/>
                </a:lnTo>
                <a:cubicBezTo>
                  <a:pt x="7800" y="220"/>
                  <a:pt x="7531" y="0"/>
                  <a:pt x="7200" y="0"/>
                </a:cubicBezTo>
                <a:cubicBezTo>
                  <a:pt x="6869" y="0"/>
                  <a:pt x="6600" y="220"/>
                  <a:pt x="6600" y="491"/>
                </a:cubicBezTo>
                <a:lnTo>
                  <a:pt x="6600" y="1964"/>
                </a:lnTo>
                <a:lnTo>
                  <a:pt x="5400" y="1964"/>
                </a:lnTo>
                <a:lnTo>
                  <a:pt x="5400" y="491"/>
                </a:lnTo>
                <a:cubicBezTo>
                  <a:pt x="5400" y="220"/>
                  <a:pt x="5131" y="0"/>
                  <a:pt x="4800" y="0"/>
                </a:cubicBezTo>
                <a:cubicBezTo>
                  <a:pt x="4469" y="0"/>
                  <a:pt x="4200" y="220"/>
                  <a:pt x="4200" y="491"/>
                </a:cubicBezTo>
                <a:lnTo>
                  <a:pt x="4200" y="1964"/>
                </a:lnTo>
                <a:lnTo>
                  <a:pt x="1200" y="1964"/>
                </a:lnTo>
                <a:cubicBezTo>
                  <a:pt x="538" y="1964"/>
                  <a:pt x="0" y="2404"/>
                  <a:pt x="0" y="2945"/>
                </a:cubicBezTo>
                <a:lnTo>
                  <a:pt x="0" y="20618"/>
                </a:lnTo>
                <a:cubicBezTo>
                  <a:pt x="0" y="21161"/>
                  <a:pt x="538" y="21600"/>
                  <a:pt x="1200" y="21600"/>
                </a:cubicBezTo>
                <a:lnTo>
                  <a:pt x="20400" y="21600"/>
                </a:lnTo>
                <a:cubicBezTo>
                  <a:pt x="21062" y="21600"/>
                  <a:pt x="21600" y="21161"/>
                  <a:pt x="21600" y="20618"/>
                </a:cubicBezTo>
                <a:lnTo>
                  <a:pt x="21600" y="2945"/>
                </a:lnTo>
                <a:cubicBezTo>
                  <a:pt x="21600" y="2404"/>
                  <a:pt x="21062" y="1964"/>
                  <a:pt x="20400" y="1964"/>
                </a:cubicBezTo>
                <a:moveTo>
                  <a:pt x="3600" y="8836"/>
                </a:moveTo>
                <a:lnTo>
                  <a:pt x="10800" y="8836"/>
                </a:lnTo>
                <a:cubicBezTo>
                  <a:pt x="11131" y="8836"/>
                  <a:pt x="11400" y="8617"/>
                  <a:pt x="11400" y="8345"/>
                </a:cubicBezTo>
                <a:cubicBezTo>
                  <a:pt x="11400" y="8075"/>
                  <a:pt x="11131" y="7855"/>
                  <a:pt x="10800" y="7855"/>
                </a:cubicBezTo>
                <a:lnTo>
                  <a:pt x="3600" y="7855"/>
                </a:lnTo>
                <a:cubicBezTo>
                  <a:pt x="3269" y="7855"/>
                  <a:pt x="3000" y="8075"/>
                  <a:pt x="3000" y="8345"/>
                </a:cubicBezTo>
                <a:cubicBezTo>
                  <a:pt x="3000" y="8617"/>
                  <a:pt x="3269" y="8836"/>
                  <a:pt x="3600" y="8836"/>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71" name="Google Shape;871;p24"/>
          <p:cNvSpPr/>
          <p:nvPr/>
        </p:nvSpPr>
        <p:spPr>
          <a:xfrm>
            <a:off x="2529598" y="2578355"/>
            <a:ext cx="228541" cy="279328"/>
          </a:xfrm>
          <a:custGeom>
            <a:rect b="b" l="l" r="r" t="t"/>
            <a:pathLst>
              <a:path extrusionOk="0" h="21600" w="21600">
                <a:moveTo>
                  <a:pt x="20400" y="5891"/>
                </a:moveTo>
                <a:lnTo>
                  <a:pt x="1200" y="5891"/>
                </a:lnTo>
                <a:lnTo>
                  <a:pt x="1200" y="3927"/>
                </a:lnTo>
                <a:lnTo>
                  <a:pt x="6000" y="3927"/>
                </a:lnTo>
                <a:cubicBezTo>
                  <a:pt x="6000" y="4469"/>
                  <a:pt x="6538" y="4909"/>
                  <a:pt x="7200" y="4909"/>
                </a:cubicBezTo>
                <a:lnTo>
                  <a:pt x="14400" y="4909"/>
                </a:lnTo>
                <a:cubicBezTo>
                  <a:pt x="15062" y="4909"/>
                  <a:pt x="15600" y="4469"/>
                  <a:pt x="15600" y="3927"/>
                </a:cubicBezTo>
                <a:lnTo>
                  <a:pt x="20400" y="3927"/>
                </a:lnTo>
                <a:cubicBezTo>
                  <a:pt x="20400" y="3927"/>
                  <a:pt x="20400" y="5891"/>
                  <a:pt x="20400" y="5891"/>
                </a:cubicBezTo>
                <a:close/>
                <a:moveTo>
                  <a:pt x="20400" y="20618"/>
                </a:moveTo>
                <a:lnTo>
                  <a:pt x="1200" y="20618"/>
                </a:lnTo>
                <a:lnTo>
                  <a:pt x="1200" y="6873"/>
                </a:lnTo>
                <a:lnTo>
                  <a:pt x="20400" y="6873"/>
                </a:lnTo>
                <a:cubicBezTo>
                  <a:pt x="20400" y="6873"/>
                  <a:pt x="20400" y="20618"/>
                  <a:pt x="20400" y="20618"/>
                </a:cubicBezTo>
                <a:close/>
                <a:moveTo>
                  <a:pt x="7200" y="1964"/>
                </a:moveTo>
                <a:lnTo>
                  <a:pt x="14400" y="1964"/>
                </a:lnTo>
                <a:lnTo>
                  <a:pt x="14400" y="3927"/>
                </a:lnTo>
                <a:lnTo>
                  <a:pt x="7200" y="3927"/>
                </a:lnTo>
                <a:cubicBezTo>
                  <a:pt x="7200" y="3927"/>
                  <a:pt x="7200" y="1964"/>
                  <a:pt x="7200" y="1964"/>
                </a:cubicBezTo>
                <a:close/>
                <a:moveTo>
                  <a:pt x="20400" y="2945"/>
                </a:moveTo>
                <a:lnTo>
                  <a:pt x="15600" y="2945"/>
                </a:lnTo>
                <a:lnTo>
                  <a:pt x="15600" y="1964"/>
                </a:lnTo>
                <a:cubicBezTo>
                  <a:pt x="15600" y="1422"/>
                  <a:pt x="15062" y="982"/>
                  <a:pt x="14400" y="982"/>
                </a:cubicBezTo>
                <a:lnTo>
                  <a:pt x="12000" y="982"/>
                </a:lnTo>
                <a:cubicBezTo>
                  <a:pt x="12000" y="440"/>
                  <a:pt x="11462" y="0"/>
                  <a:pt x="10800" y="0"/>
                </a:cubicBezTo>
                <a:cubicBezTo>
                  <a:pt x="10138" y="0"/>
                  <a:pt x="9600" y="440"/>
                  <a:pt x="9600" y="982"/>
                </a:cubicBezTo>
                <a:lnTo>
                  <a:pt x="7200" y="982"/>
                </a:lnTo>
                <a:cubicBezTo>
                  <a:pt x="6538" y="982"/>
                  <a:pt x="6000" y="1422"/>
                  <a:pt x="6000" y="1964"/>
                </a:cubicBezTo>
                <a:lnTo>
                  <a:pt x="6000" y="2945"/>
                </a:lnTo>
                <a:lnTo>
                  <a:pt x="1200" y="2945"/>
                </a:lnTo>
                <a:cubicBezTo>
                  <a:pt x="538" y="2945"/>
                  <a:pt x="0" y="3386"/>
                  <a:pt x="0" y="3927"/>
                </a:cubicBezTo>
                <a:lnTo>
                  <a:pt x="0" y="20618"/>
                </a:lnTo>
                <a:cubicBezTo>
                  <a:pt x="0" y="21160"/>
                  <a:pt x="538" y="21600"/>
                  <a:pt x="1200" y="21600"/>
                </a:cubicBezTo>
                <a:lnTo>
                  <a:pt x="20400" y="21600"/>
                </a:lnTo>
                <a:cubicBezTo>
                  <a:pt x="21062" y="21600"/>
                  <a:pt x="21600" y="21160"/>
                  <a:pt x="21600" y="20618"/>
                </a:cubicBezTo>
                <a:lnTo>
                  <a:pt x="21600" y="3927"/>
                </a:lnTo>
                <a:cubicBezTo>
                  <a:pt x="21600" y="3386"/>
                  <a:pt x="21062" y="2945"/>
                  <a:pt x="20400" y="2945"/>
                </a:cubicBezTo>
                <a:moveTo>
                  <a:pt x="4200" y="16691"/>
                </a:moveTo>
                <a:lnTo>
                  <a:pt x="15000" y="16691"/>
                </a:lnTo>
                <a:cubicBezTo>
                  <a:pt x="15331" y="16691"/>
                  <a:pt x="15600" y="16472"/>
                  <a:pt x="15600" y="16200"/>
                </a:cubicBezTo>
                <a:cubicBezTo>
                  <a:pt x="15600" y="15929"/>
                  <a:pt x="15331" y="15709"/>
                  <a:pt x="15000" y="15709"/>
                </a:cubicBezTo>
                <a:lnTo>
                  <a:pt x="4200" y="15709"/>
                </a:lnTo>
                <a:cubicBezTo>
                  <a:pt x="3869" y="15709"/>
                  <a:pt x="3600" y="15929"/>
                  <a:pt x="3600" y="16200"/>
                </a:cubicBezTo>
                <a:cubicBezTo>
                  <a:pt x="3600" y="16472"/>
                  <a:pt x="3869" y="16691"/>
                  <a:pt x="4200" y="16691"/>
                </a:cubicBezTo>
                <a:moveTo>
                  <a:pt x="4200" y="13745"/>
                </a:moveTo>
                <a:lnTo>
                  <a:pt x="17400" y="13745"/>
                </a:lnTo>
                <a:cubicBezTo>
                  <a:pt x="17731" y="13745"/>
                  <a:pt x="18000" y="13526"/>
                  <a:pt x="18000" y="13255"/>
                </a:cubicBezTo>
                <a:cubicBezTo>
                  <a:pt x="18000" y="12984"/>
                  <a:pt x="17731" y="12764"/>
                  <a:pt x="17400" y="12764"/>
                </a:cubicBezTo>
                <a:lnTo>
                  <a:pt x="4200" y="12764"/>
                </a:lnTo>
                <a:cubicBezTo>
                  <a:pt x="3869" y="12764"/>
                  <a:pt x="3600" y="12984"/>
                  <a:pt x="3600" y="13255"/>
                </a:cubicBezTo>
                <a:cubicBezTo>
                  <a:pt x="3600" y="13526"/>
                  <a:pt x="3869" y="13745"/>
                  <a:pt x="4200" y="13745"/>
                </a:cubicBezTo>
                <a:moveTo>
                  <a:pt x="4200" y="10800"/>
                </a:moveTo>
                <a:lnTo>
                  <a:pt x="11400" y="10800"/>
                </a:lnTo>
                <a:cubicBezTo>
                  <a:pt x="11731" y="10800"/>
                  <a:pt x="12000" y="10581"/>
                  <a:pt x="12000" y="10309"/>
                </a:cubicBezTo>
                <a:cubicBezTo>
                  <a:pt x="12000" y="10038"/>
                  <a:pt x="11731" y="9818"/>
                  <a:pt x="11400" y="9818"/>
                </a:cubicBezTo>
                <a:lnTo>
                  <a:pt x="4200" y="9818"/>
                </a:lnTo>
                <a:cubicBezTo>
                  <a:pt x="3869" y="9818"/>
                  <a:pt x="3600" y="10038"/>
                  <a:pt x="3600" y="10309"/>
                </a:cubicBezTo>
                <a:cubicBezTo>
                  <a:pt x="3600" y="10581"/>
                  <a:pt x="3869" y="10800"/>
                  <a:pt x="4200" y="108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72" name="Google Shape;872;p24"/>
          <p:cNvSpPr/>
          <p:nvPr/>
        </p:nvSpPr>
        <p:spPr>
          <a:xfrm>
            <a:off x="3037466" y="2622793"/>
            <a:ext cx="279328" cy="190451"/>
          </a:xfrm>
          <a:custGeom>
            <a:rect b="b" l="l" r="r" t="t"/>
            <a:pathLst>
              <a:path extrusionOk="0" h="21600" w="21600">
                <a:moveTo>
                  <a:pt x="21600" y="720"/>
                </a:moveTo>
                <a:cubicBezTo>
                  <a:pt x="21600" y="323"/>
                  <a:pt x="21380" y="0"/>
                  <a:pt x="21109" y="0"/>
                </a:cubicBezTo>
                <a:cubicBezTo>
                  <a:pt x="20969" y="0"/>
                  <a:pt x="20845" y="88"/>
                  <a:pt x="20756" y="226"/>
                </a:cubicBezTo>
                <a:lnTo>
                  <a:pt x="20754" y="223"/>
                </a:lnTo>
                <a:lnTo>
                  <a:pt x="7848" y="19853"/>
                </a:lnTo>
                <a:lnTo>
                  <a:pt x="838" y="9571"/>
                </a:lnTo>
                <a:cubicBezTo>
                  <a:pt x="749" y="9441"/>
                  <a:pt x="626" y="9360"/>
                  <a:pt x="491" y="9360"/>
                </a:cubicBezTo>
                <a:cubicBezTo>
                  <a:pt x="220" y="9360"/>
                  <a:pt x="0" y="9683"/>
                  <a:pt x="0" y="10080"/>
                </a:cubicBezTo>
                <a:cubicBezTo>
                  <a:pt x="0" y="10279"/>
                  <a:pt x="55" y="10459"/>
                  <a:pt x="144" y="10589"/>
                </a:cubicBezTo>
                <a:lnTo>
                  <a:pt x="7507" y="21390"/>
                </a:lnTo>
                <a:cubicBezTo>
                  <a:pt x="7596" y="21520"/>
                  <a:pt x="7719" y="21600"/>
                  <a:pt x="7855" y="21600"/>
                </a:cubicBezTo>
                <a:cubicBezTo>
                  <a:pt x="7995" y="21600"/>
                  <a:pt x="8119" y="21513"/>
                  <a:pt x="8208" y="21376"/>
                </a:cubicBezTo>
                <a:lnTo>
                  <a:pt x="8210" y="21377"/>
                </a:lnTo>
                <a:lnTo>
                  <a:pt x="21465" y="1217"/>
                </a:lnTo>
                <a:lnTo>
                  <a:pt x="21462" y="1215"/>
                </a:lnTo>
                <a:cubicBezTo>
                  <a:pt x="21547" y="1087"/>
                  <a:pt x="21600" y="913"/>
                  <a:pt x="21600" y="72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73" name="Google Shape;873;p24"/>
          <p:cNvSpPr/>
          <p:nvPr/>
        </p:nvSpPr>
        <p:spPr>
          <a:xfrm>
            <a:off x="3570727" y="2578355"/>
            <a:ext cx="279328" cy="279328"/>
          </a:xfrm>
          <a:custGeom>
            <a:rect b="b" l="l" r="r" t="t"/>
            <a:pathLst>
              <a:path extrusionOk="0" h="21600" w="21600">
                <a:moveTo>
                  <a:pt x="20732" y="6661"/>
                </a:moveTo>
                <a:cubicBezTo>
                  <a:pt x="20540" y="6471"/>
                  <a:pt x="20228" y="6473"/>
                  <a:pt x="20038" y="6667"/>
                </a:cubicBezTo>
                <a:cubicBezTo>
                  <a:pt x="19903" y="6804"/>
                  <a:pt x="19870" y="7000"/>
                  <a:pt x="19929" y="7171"/>
                </a:cubicBezTo>
                <a:lnTo>
                  <a:pt x="19918" y="7175"/>
                </a:lnTo>
                <a:cubicBezTo>
                  <a:pt x="20365" y="8298"/>
                  <a:pt x="20618" y="9518"/>
                  <a:pt x="20618" y="10800"/>
                </a:cubicBezTo>
                <a:cubicBezTo>
                  <a:pt x="20618" y="16223"/>
                  <a:pt x="16223" y="20618"/>
                  <a:pt x="10800" y="20618"/>
                </a:cubicBezTo>
                <a:cubicBezTo>
                  <a:pt x="5378" y="20618"/>
                  <a:pt x="982" y="16223"/>
                  <a:pt x="982" y="10800"/>
                </a:cubicBezTo>
                <a:cubicBezTo>
                  <a:pt x="982" y="5377"/>
                  <a:pt x="5378" y="982"/>
                  <a:pt x="10800" y="982"/>
                </a:cubicBezTo>
                <a:cubicBezTo>
                  <a:pt x="13575" y="982"/>
                  <a:pt x="16077" y="2136"/>
                  <a:pt x="17862" y="3989"/>
                </a:cubicBezTo>
                <a:lnTo>
                  <a:pt x="17868" y="3982"/>
                </a:lnTo>
                <a:cubicBezTo>
                  <a:pt x="18062" y="4157"/>
                  <a:pt x="18359" y="4153"/>
                  <a:pt x="18544" y="3965"/>
                </a:cubicBezTo>
                <a:cubicBezTo>
                  <a:pt x="18734" y="3771"/>
                  <a:pt x="18732" y="3461"/>
                  <a:pt x="18539" y="3270"/>
                </a:cubicBezTo>
                <a:cubicBezTo>
                  <a:pt x="18520" y="3252"/>
                  <a:pt x="18496" y="3244"/>
                  <a:pt x="18476" y="3230"/>
                </a:cubicBezTo>
                <a:cubicBezTo>
                  <a:pt x="16521" y="1241"/>
                  <a:pt x="13810" y="0"/>
                  <a:pt x="10800" y="0"/>
                </a:cubicBezTo>
                <a:cubicBezTo>
                  <a:pt x="4835" y="0"/>
                  <a:pt x="0" y="4835"/>
                  <a:pt x="0" y="10800"/>
                </a:cubicBezTo>
                <a:cubicBezTo>
                  <a:pt x="0" y="16764"/>
                  <a:pt x="4835" y="21600"/>
                  <a:pt x="10800" y="21600"/>
                </a:cubicBezTo>
                <a:cubicBezTo>
                  <a:pt x="16765" y="21600"/>
                  <a:pt x="21600" y="16764"/>
                  <a:pt x="21600" y="10800"/>
                </a:cubicBezTo>
                <a:cubicBezTo>
                  <a:pt x="21600" y="9412"/>
                  <a:pt x="21329" y="8089"/>
                  <a:pt x="20851" y="6869"/>
                </a:cubicBezTo>
                <a:cubicBezTo>
                  <a:pt x="20828" y="6794"/>
                  <a:pt x="20793" y="6721"/>
                  <a:pt x="20732" y="6661"/>
                </a:cubicBezTo>
                <a:moveTo>
                  <a:pt x="10792" y="13534"/>
                </a:moveTo>
                <a:lnTo>
                  <a:pt x="6238" y="8980"/>
                </a:lnTo>
                <a:cubicBezTo>
                  <a:pt x="6149" y="8891"/>
                  <a:pt x="6027" y="8836"/>
                  <a:pt x="5891" y="8836"/>
                </a:cubicBezTo>
                <a:cubicBezTo>
                  <a:pt x="5620" y="8836"/>
                  <a:pt x="5400" y="9056"/>
                  <a:pt x="5400" y="9327"/>
                </a:cubicBezTo>
                <a:cubicBezTo>
                  <a:pt x="5400" y="9463"/>
                  <a:pt x="5455" y="9585"/>
                  <a:pt x="5544" y="9675"/>
                </a:cubicBezTo>
                <a:lnTo>
                  <a:pt x="10453" y="14583"/>
                </a:lnTo>
                <a:cubicBezTo>
                  <a:pt x="10542" y="14672"/>
                  <a:pt x="10664" y="14727"/>
                  <a:pt x="10800" y="14727"/>
                </a:cubicBezTo>
                <a:cubicBezTo>
                  <a:pt x="10940" y="14727"/>
                  <a:pt x="11064" y="14668"/>
                  <a:pt x="11154" y="14574"/>
                </a:cubicBezTo>
                <a:lnTo>
                  <a:pt x="11155" y="14576"/>
                </a:lnTo>
                <a:lnTo>
                  <a:pt x="19353" y="5988"/>
                </a:lnTo>
                <a:cubicBezTo>
                  <a:pt x="19353" y="5989"/>
                  <a:pt x="19354" y="5990"/>
                  <a:pt x="19354" y="5991"/>
                </a:cubicBezTo>
                <a:lnTo>
                  <a:pt x="20055" y="5255"/>
                </a:lnTo>
                <a:cubicBezTo>
                  <a:pt x="20055" y="5255"/>
                  <a:pt x="20054" y="5254"/>
                  <a:pt x="20054" y="5253"/>
                </a:cubicBezTo>
                <a:lnTo>
                  <a:pt x="21464" y="3775"/>
                </a:lnTo>
                <a:lnTo>
                  <a:pt x="21463" y="3774"/>
                </a:lnTo>
                <a:cubicBezTo>
                  <a:pt x="21547" y="3686"/>
                  <a:pt x="21600" y="3567"/>
                  <a:pt x="21600" y="3436"/>
                </a:cubicBezTo>
                <a:cubicBezTo>
                  <a:pt x="21600" y="3166"/>
                  <a:pt x="21380" y="2945"/>
                  <a:pt x="21109" y="2945"/>
                </a:cubicBezTo>
                <a:cubicBezTo>
                  <a:pt x="20969" y="2945"/>
                  <a:pt x="20844" y="3005"/>
                  <a:pt x="20755" y="3099"/>
                </a:cubicBezTo>
                <a:lnTo>
                  <a:pt x="20754" y="3097"/>
                </a:lnTo>
                <a:lnTo>
                  <a:pt x="19493" y="4419"/>
                </a:lnTo>
                <a:cubicBezTo>
                  <a:pt x="19492" y="4418"/>
                  <a:pt x="19491" y="4416"/>
                  <a:pt x="19490" y="4415"/>
                </a:cubicBezTo>
                <a:lnTo>
                  <a:pt x="18805" y="5133"/>
                </a:lnTo>
                <a:cubicBezTo>
                  <a:pt x="18806" y="5134"/>
                  <a:pt x="18807" y="5136"/>
                  <a:pt x="18807" y="5137"/>
                </a:cubicBezTo>
                <a:cubicBezTo>
                  <a:pt x="18807" y="5137"/>
                  <a:pt x="10792" y="13534"/>
                  <a:pt x="10792" y="13534"/>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74" name="Google Shape;874;p24"/>
          <p:cNvSpPr/>
          <p:nvPr/>
        </p:nvSpPr>
        <p:spPr>
          <a:xfrm>
            <a:off x="4129381" y="2603748"/>
            <a:ext cx="228541" cy="228541"/>
          </a:xfrm>
          <a:custGeom>
            <a:rect b="b" l="l" r="r" t="t"/>
            <a:pathLst>
              <a:path extrusionOk="0" h="21600" w="21600">
                <a:moveTo>
                  <a:pt x="11648" y="10800"/>
                </a:moveTo>
                <a:lnTo>
                  <a:pt x="21424" y="1024"/>
                </a:lnTo>
                <a:cubicBezTo>
                  <a:pt x="21533" y="916"/>
                  <a:pt x="21600" y="766"/>
                  <a:pt x="21600" y="600"/>
                </a:cubicBezTo>
                <a:cubicBezTo>
                  <a:pt x="21600" y="269"/>
                  <a:pt x="21332" y="0"/>
                  <a:pt x="21000" y="0"/>
                </a:cubicBezTo>
                <a:cubicBezTo>
                  <a:pt x="20835" y="0"/>
                  <a:pt x="20685" y="67"/>
                  <a:pt x="20576" y="176"/>
                </a:cubicBezTo>
                <a:lnTo>
                  <a:pt x="10800" y="9952"/>
                </a:lnTo>
                <a:lnTo>
                  <a:pt x="1024" y="176"/>
                </a:lnTo>
                <a:cubicBezTo>
                  <a:pt x="916" y="67"/>
                  <a:pt x="766" y="0"/>
                  <a:pt x="600" y="0"/>
                </a:cubicBezTo>
                <a:cubicBezTo>
                  <a:pt x="268" y="0"/>
                  <a:pt x="0" y="269"/>
                  <a:pt x="0" y="600"/>
                </a:cubicBezTo>
                <a:cubicBezTo>
                  <a:pt x="0" y="766"/>
                  <a:pt x="67" y="916"/>
                  <a:pt x="176" y="1025"/>
                </a:cubicBezTo>
                <a:lnTo>
                  <a:pt x="9952" y="10800"/>
                </a:lnTo>
                <a:lnTo>
                  <a:pt x="176" y="20576"/>
                </a:lnTo>
                <a:cubicBezTo>
                  <a:pt x="67" y="20684"/>
                  <a:pt x="0" y="20834"/>
                  <a:pt x="0" y="21000"/>
                </a:cubicBezTo>
                <a:cubicBezTo>
                  <a:pt x="0" y="21332"/>
                  <a:pt x="268" y="21600"/>
                  <a:pt x="600" y="21600"/>
                </a:cubicBezTo>
                <a:cubicBezTo>
                  <a:pt x="766" y="21600"/>
                  <a:pt x="916" y="21533"/>
                  <a:pt x="1024" y="21424"/>
                </a:cubicBezTo>
                <a:lnTo>
                  <a:pt x="10800" y="11648"/>
                </a:lnTo>
                <a:lnTo>
                  <a:pt x="20576" y="21424"/>
                </a:lnTo>
                <a:cubicBezTo>
                  <a:pt x="20685" y="21533"/>
                  <a:pt x="20835" y="21600"/>
                  <a:pt x="21000" y="21600"/>
                </a:cubicBezTo>
                <a:cubicBezTo>
                  <a:pt x="21332" y="21600"/>
                  <a:pt x="21600" y="21332"/>
                  <a:pt x="21600" y="21000"/>
                </a:cubicBezTo>
                <a:cubicBezTo>
                  <a:pt x="21600" y="20834"/>
                  <a:pt x="21533" y="20684"/>
                  <a:pt x="21424" y="20576"/>
                </a:cubicBezTo>
                <a:cubicBezTo>
                  <a:pt x="21424" y="20576"/>
                  <a:pt x="11648" y="10800"/>
                  <a:pt x="11648" y="10800"/>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75" name="Google Shape;875;p24"/>
          <p:cNvSpPr/>
          <p:nvPr/>
        </p:nvSpPr>
        <p:spPr>
          <a:xfrm>
            <a:off x="4637249" y="2578355"/>
            <a:ext cx="279328" cy="279328"/>
          </a:xfrm>
          <a:custGeom>
            <a:rect b="b" l="l" r="r" t="t"/>
            <a:pathLst>
              <a:path extrusionOk="0" h="21600" w="21600">
                <a:moveTo>
                  <a:pt x="18655" y="4909"/>
                </a:moveTo>
                <a:lnTo>
                  <a:pt x="19636" y="4909"/>
                </a:lnTo>
                <a:lnTo>
                  <a:pt x="19636" y="3927"/>
                </a:lnTo>
                <a:lnTo>
                  <a:pt x="18655" y="3927"/>
                </a:lnTo>
                <a:cubicBezTo>
                  <a:pt x="18655" y="3927"/>
                  <a:pt x="18655" y="4909"/>
                  <a:pt x="18655" y="4909"/>
                </a:cubicBezTo>
                <a:close/>
                <a:moveTo>
                  <a:pt x="19636" y="12764"/>
                </a:moveTo>
                <a:lnTo>
                  <a:pt x="18655" y="12764"/>
                </a:lnTo>
                <a:lnTo>
                  <a:pt x="18655" y="13745"/>
                </a:lnTo>
                <a:lnTo>
                  <a:pt x="19636" y="13745"/>
                </a:lnTo>
                <a:cubicBezTo>
                  <a:pt x="19636" y="13745"/>
                  <a:pt x="19636" y="12764"/>
                  <a:pt x="19636" y="12764"/>
                </a:cubicBezTo>
                <a:close/>
                <a:moveTo>
                  <a:pt x="18655" y="2945"/>
                </a:moveTo>
                <a:lnTo>
                  <a:pt x="19636" y="2945"/>
                </a:lnTo>
                <a:lnTo>
                  <a:pt x="19636" y="1964"/>
                </a:lnTo>
                <a:lnTo>
                  <a:pt x="18655" y="1964"/>
                </a:lnTo>
                <a:cubicBezTo>
                  <a:pt x="18655" y="1964"/>
                  <a:pt x="18655" y="2945"/>
                  <a:pt x="18655" y="2945"/>
                </a:cubicBezTo>
                <a:close/>
                <a:moveTo>
                  <a:pt x="20618" y="10309"/>
                </a:moveTo>
                <a:lnTo>
                  <a:pt x="17673" y="10309"/>
                </a:lnTo>
                <a:lnTo>
                  <a:pt x="17673" y="982"/>
                </a:lnTo>
                <a:lnTo>
                  <a:pt x="19636" y="982"/>
                </a:lnTo>
                <a:cubicBezTo>
                  <a:pt x="20178" y="982"/>
                  <a:pt x="20618" y="1422"/>
                  <a:pt x="20618" y="1964"/>
                </a:cubicBezTo>
                <a:cubicBezTo>
                  <a:pt x="20618" y="1964"/>
                  <a:pt x="20618" y="10309"/>
                  <a:pt x="20618" y="10309"/>
                </a:cubicBezTo>
                <a:close/>
                <a:moveTo>
                  <a:pt x="20618" y="19636"/>
                </a:moveTo>
                <a:cubicBezTo>
                  <a:pt x="20618" y="20178"/>
                  <a:pt x="20178" y="20618"/>
                  <a:pt x="19636" y="20618"/>
                </a:cubicBezTo>
                <a:lnTo>
                  <a:pt x="17673" y="20618"/>
                </a:lnTo>
                <a:lnTo>
                  <a:pt x="17673" y="11291"/>
                </a:lnTo>
                <a:lnTo>
                  <a:pt x="20618" y="11291"/>
                </a:lnTo>
                <a:cubicBezTo>
                  <a:pt x="20618" y="11291"/>
                  <a:pt x="20618" y="19636"/>
                  <a:pt x="20618" y="19636"/>
                </a:cubicBezTo>
                <a:close/>
                <a:moveTo>
                  <a:pt x="16691" y="10309"/>
                </a:moveTo>
                <a:lnTo>
                  <a:pt x="4909" y="10309"/>
                </a:lnTo>
                <a:lnTo>
                  <a:pt x="4909" y="982"/>
                </a:lnTo>
                <a:lnTo>
                  <a:pt x="16691" y="982"/>
                </a:lnTo>
                <a:cubicBezTo>
                  <a:pt x="16691" y="982"/>
                  <a:pt x="16691" y="10309"/>
                  <a:pt x="16691" y="10309"/>
                </a:cubicBezTo>
                <a:close/>
                <a:moveTo>
                  <a:pt x="16691" y="20618"/>
                </a:moveTo>
                <a:lnTo>
                  <a:pt x="4909" y="20618"/>
                </a:lnTo>
                <a:lnTo>
                  <a:pt x="4909" y="11291"/>
                </a:lnTo>
                <a:lnTo>
                  <a:pt x="16691" y="11291"/>
                </a:lnTo>
                <a:cubicBezTo>
                  <a:pt x="16691" y="11291"/>
                  <a:pt x="16691" y="20618"/>
                  <a:pt x="16691" y="20618"/>
                </a:cubicBezTo>
                <a:close/>
                <a:moveTo>
                  <a:pt x="3927" y="10309"/>
                </a:moveTo>
                <a:lnTo>
                  <a:pt x="982" y="10309"/>
                </a:lnTo>
                <a:lnTo>
                  <a:pt x="982" y="1964"/>
                </a:lnTo>
                <a:cubicBezTo>
                  <a:pt x="982" y="1422"/>
                  <a:pt x="1421" y="982"/>
                  <a:pt x="1964" y="982"/>
                </a:cubicBezTo>
                <a:lnTo>
                  <a:pt x="3927" y="982"/>
                </a:lnTo>
                <a:cubicBezTo>
                  <a:pt x="3927" y="982"/>
                  <a:pt x="3927" y="10309"/>
                  <a:pt x="3927" y="10309"/>
                </a:cubicBezTo>
                <a:close/>
                <a:moveTo>
                  <a:pt x="3927" y="20618"/>
                </a:moveTo>
                <a:lnTo>
                  <a:pt x="1964" y="20618"/>
                </a:lnTo>
                <a:cubicBezTo>
                  <a:pt x="1421" y="20618"/>
                  <a:pt x="982" y="20178"/>
                  <a:pt x="982" y="19636"/>
                </a:cubicBezTo>
                <a:lnTo>
                  <a:pt x="982" y="11291"/>
                </a:lnTo>
                <a:lnTo>
                  <a:pt x="3927" y="11291"/>
                </a:lnTo>
                <a:cubicBezTo>
                  <a:pt x="3927" y="11291"/>
                  <a:pt x="3927" y="20618"/>
                  <a:pt x="3927" y="20618"/>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9636" y="14727"/>
                </a:moveTo>
                <a:lnTo>
                  <a:pt x="18655" y="14727"/>
                </a:lnTo>
                <a:lnTo>
                  <a:pt x="18655" y="15709"/>
                </a:lnTo>
                <a:lnTo>
                  <a:pt x="19636" y="15709"/>
                </a:lnTo>
                <a:cubicBezTo>
                  <a:pt x="19636" y="15709"/>
                  <a:pt x="19636" y="14727"/>
                  <a:pt x="19636" y="14727"/>
                </a:cubicBezTo>
                <a:close/>
                <a:moveTo>
                  <a:pt x="18655" y="6873"/>
                </a:moveTo>
                <a:lnTo>
                  <a:pt x="19636" y="6873"/>
                </a:lnTo>
                <a:lnTo>
                  <a:pt x="19636" y="5891"/>
                </a:lnTo>
                <a:lnTo>
                  <a:pt x="18655" y="5891"/>
                </a:lnTo>
                <a:cubicBezTo>
                  <a:pt x="18655" y="5891"/>
                  <a:pt x="18655" y="6873"/>
                  <a:pt x="18655" y="6873"/>
                </a:cubicBezTo>
                <a:close/>
                <a:moveTo>
                  <a:pt x="18655" y="8836"/>
                </a:moveTo>
                <a:lnTo>
                  <a:pt x="19636" y="8836"/>
                </a:lnTo>
                <a:lnTo>
                  <a:pt x="19636" y="7855"/>
                </a:lnTo>
                <a:lnTo>
                  <a:pt x="18655" y="7855"/>
                </a:lnTo>
                <a:cubicBezTo>
                  <a:pt x="18655" y="7855"/>
                  <a:pt x="18655" y="8836"/>
                  <a:pt x="18655" y="8836"/>
                </a:cubicBezTo>
                <a:close/>
                <a:moveTo>
                  <a:pt x="19636" y="16691"/>
                </a:moveTo>
                <a:lnTo>
                  <a:pt x="18655" y="16691"/>
                </a:lnTo>
                <a:lnTo>
                  <a:pt x="18655" y="17673"/>
                </a:lnTo>
                <a:lnTo>
                  <a:pt x="19636" y="17673"/>
                </a:lnTo>
                <a:cubicBezTo>
                  <a:pt x="19636" y="17673"/>
                  <a:pt x="19636" y="16691"/>
                  <a:pt x="19636" y="16691"/>
                </a:cubicBezTo>
                <a:close/>
                <a:moveTo>
                  <a:pt x="19636" y="18655"/>
                </a:moveTo>
                <a:lnTo>
                  <a:pt x="18655" y="18655"/>
                </a:lnTo>
                <a:lnTo>
                  <a:pt x="18655" y="19636"/>
                </a:lnTo>
                <a:lnTo>
                  <a:pt x="19636" y="19636"/>
                </a:lnTo>
                <a:cubicBezTo>
                  <a:pt x="19636" y="19636"/>
                  <a:pt x="19636" y="18655"/>
                  <a:pt x="19636" y="18655"/>
                </a:cubicBezTo>
                <a:close/>
                <a:moveTo>
                  <a:pt x="2945" y="18655"/>
                </a:moveTo>
                <a:lnTo>
                  <a:pt x="1964" y="18655"/>
                </a:lnTo>
                <a:lnTo>
                  <a:pt x="1964" y="19636"/>
                </a:lnTo>
                <a:lnTo>
                  <a:pt x="2945" y="19636"/>
                </a:lnTo>
                <a:cubicBezTo>
                  <a:pt x="2945" y="19636"/>
                  <a:pt x="2945" y="18655"/>
                  <a:pt x="2945" y="18655"/>
                </a:cubicBezTo>
                <a:close/>
                <a:moveTo>
                  <a:pt x="2945" y="16691"/>
                </a:moveTo>
                <a:lnTo>
                  <a:pt x="1964" y="16691"/>
                </a:lnTo>
                <a:lnTo>
                  <a:pt x="1964" y="17673"/>
                </a:lnTo>
                <a:lnTo>
                  <a:pt x="2945" y="17673"/>
                </a:lnTo>
                <a:cubicBezTo>
                  <a:pt x="2945" y="17673"/>
                  <a:pt x="2945" y="16691"/>
                  <a:pt x="2945" y="16691"/>
                </a:cubicBezTo>
                <a:close/>
                <a:moveTo>
                  <a:pt x="1964" y="2945"/>
                </a:moveTo>
                <a:lnTo>
                  <a:pt x="2945" y="2945"/>
                </a:lnTo>
                <a:lnTo>
                  <a:pt x="2945" y="1964"/>
                </a:lnTo>
                <a:lnTo>
                  <a:pt x="1964" y="1964"/>
                </a:lnTo>
                <a:cubicBezTo>
                  <a:pt x="1964" y="1964"/>
                  <a:pt x="1964" y="2945"/>
                  <a:pt x="1964" y="2945"/>
                </a:cubicBezTo>
                <a:close/>
                <a:moveTo>
                  <a:pt x="2945" y="14727"/>
                </a:moveTo>
                <a:lnTo>
                  <a:pt x="1964" y="14727"/>
                </a:lnTo>
                <a:lnTo>
                  <a:pt x="1964" y="15709"/>
                </a:lnTo>
                <a:lnTo>
                  <a:pt x="2945" y="15709"/>
                </a:lnTo>
                <a:cubicBezTo>
                  <a:pt x="2945" y="15709"/>
                  <a:pt x="2945" y="14727"/>
                  <a:pt x="2945" y="14727"/>
                </a:cubicBezTo>
                <a:close/>
                <a:moveTo>
                  <a:pt x="2945" y="12764"/>
                </a:moveTo>
                <a:lnTo>
                  <a:pt x="1964" y="12764"/>
                </a:lnTo>
                <a:lnTo>
                  <a:pt x="1964" y="13745"/>
                </a:lnTo>
                <a:lnTo>
                  <a:pt x="2945" y="13745"/>
                </a:lnTo>
                <a:cubicBezTo>
                  <a:pt x="2945" y="13745"/>
                  <a:pt x="2945" y="12764"/>
                  <a:pt x="2945" y="12764"/>
                </a:cubicBezTo>
                <a:close/>
                <a:moveTo>
                  <a:pt x="1964" y="6873"/>
                </a:moveTo>
                <a:lnTo>
                  <a:pt x="2945" y="6873"/>
                </a:lnTo>
                <a:lnTo>
                  <a:pt x="2945" y="5891"/>
                </a:lnTo>
                <a:lnTo>
                  <a:pt x="1964" y="5891"/>
                </a:lnTo>
                <a:cubicBezTo>
                  <a:pt x="1964" y="5891"/>
                  <a:pt x="1964" y="6873"/>
                  <a:pt x="1964" y="6873"/>
                </a:cubicBezTo>
                <a:close/>
                <a:moveTo>
                  <a:pt x="1964" y="4909"/>
                </a:moveTo>
                <a:lnTo>
                  <a:pt x="2945" y="4909"/>
                </a:lnTo>
                <a:lnTo>
                  <a:pt x="2945" y="3927"/>
                </a:lnTo>
                <a:lnTo>
                  <a:pt x="1964" y="3927"/>
                </a:lnTo>
                <a:cubicBezTo>
                  <a:pt x="1964" y="3927"/>
                  <a:pt x="1964" y="4909"/>
                  <a:pt x="1964" y="4909"/>
                </a:cubicBezTo>
                <a:close/>
                <a:moveTo>
                  <a:pt x="1964" y="8836"/>
                </a:moveTo>
                <a:lnTo>
                  <a:pt x="2945" y="8836"/>
                </a:lnTo>
                <a:lnTo>
                  <a:pt x="2945" y="7855"/>
                </a:lnTo>
                <a:lnTo>
                  <a:pt x="1964" y="7855"/>
                </a:lnTo>
                <a:cubicBezTo>
                  <a:pt x="1964" y="7855"/>
                  <a:pt x="1964" y="8836"/>
                  <a:pt x="1964" y="8836"/>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76" name="Google Shape;876;p24"/>
          <p:cNvSpPr/>
          <p:nvPr/>
        </p:nvSpPr>
        <p:spPr>
          <a:xfrm>
            <a:off x="5170510" y="2578355"/>
            <a:ext cx="279328" cy="279328"/>
          </a:xfrm>
          <a:custGeom>
            <a:rect b="b" l="l" r="r" t="t"/>
            <a:pathLst>
              <a:path extrusionOk="0" h="21600" w="21600">
                <a:moveTo>
                  <a:pt x="15709" y="18655"/>
                </a:moveTo>
                <a:lnTo>
                  <a:pt x="14727" y="18655"/>
                </a:lnTo>
                <a:lnTo>
                  <a:pt x="14727" y="19636"/>
                </a:lnTo>
                <a:lnTo>
                  <a:pt x="15709" y="19636"/>
                </a:lnTo>
                <a:cubicBezTo>
                  <a:pt x="15709" y="19636"/>
                  <a:pt x="15709" y="18655"/>
                  <a:pt x="15709" y="18655"/>
                </a:cubicBezTo>
                <a:close/>
                <a:moveTo>
                  <a:pt x="15709" y="14727"/>
                </a:moveTo>
                <a:lnTo>
                  <a:pt x="14727" y="14727"/>
                </a:lnTo>
                <a:lnTo>
                  <a:pt x="14727" y="15709"/>
                </a:lnTo>
                <a:lnTo>
                  <a:pt x="15709" y="15709"/>
                </a:lnTo>
                <a:cubicBezTo>
                  <a:pt x="15709" y="15709"/>
                  <a:pt x="15709" y="14727"/>
                  <a:pt x="15709" y="14727"/>
                </a:cubicBezTo>
                <a:close/>
                <a:moveTo>
                  <a:pt x="14727" y="10800"/>
                </a:moveTo>
                <a:lnTo>
                  <a:pt x="15709" y="10800"/>
                </a:lnTo>
                <a:lnTo>
                  <a:pt x="15709" y="9818"/>
                </a:lnTo>
                <a:lnTo>
                  <a:pt x="14727" y="9818"/>
                </a:lnTo>
                <a:cubicBezTo>
                  <a:pt x="14727" y="9818"/>
                  <a:pt x="14727" y="10800"/>
                  <a:pt x="14727" y="10800"/>
                </a:cubicBezTo>
                <a:close/>
                <a:moveTo>
                  <a:pt x="15709" y="16691"/>
                </a:moveTo>
                <a:lnTo>
                  <a:pt x="14727" y="16691"/>
                </a:lnTo>
                <a:lnTo>
                  <a:pt x="14727" y="17673"/>
                </a:lnTo>
                <a:lnTo>
                  <a:pt x="15709" y="17673"/>
                </a:lnTo>
                <a:cubicBezTo>
                  <a:pt x="15709" y="17673"/>
                  <a:pt x="15709" y="16691"/>
                  <a:pt x="15709" y="16691"/>
                </a:cubicBezTo>
                <a:close/>
                <a:moveTo>
                  <a:pt x="14727" y="8836"/>
                </a:moveTo>
                <a:lnTo>
                  <a:pt x="15709" y="8836"/>
                </a:lnTo>
                <a:lnTo>
                  <a:pt x="15709" y="7855"/>
                </a:lnTo>
                <a:lnTo>
                  <a:pt x="14727" y="7855"/>
                </a:lnTo>
                <a:cubicBezTo>
                  <a:pt x="14727" y="7855"/>
                  <a:pt x="14727" y="8836"/>
                  <a:pt x="14727" y="8836"/>
                </a:cubicBezTo>
                <a:close/>
                <a:moveTo>
                  <a:pt x="19636" y="0"/>
                </a:moveTo>
                <a:lnTo>
                  <a:pt x="5891" y="0"/>
                </a:lnTo>
                <a:cubicBezTo>
                  <a:pt x="4806" y="0"/>
                  <a:pt x="3927" y="879"/>
                  <a:pt x="3927" y="1964"/>
                </a:cubicBezTo>
                <a:lnTo>
                  <a:pt x="3927" y="2455"/>
                </a:lnTo>
                <a:cubicBezTo>
                  <a:pt x="3927" y="2726"/>
                  <a:pt x="4147" y="2945"/>
                  <a:pt x="4418" y="2945"/>
                </a:cubicBezTo>
                <a:cubicBezTo>
                  <a:pt x="4690"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1"/>
                  <a:pt x="20178" y="16691"/>
                  <a:pt x="19636" y="16691"/>
                </a:cubicBezTo>
                <a:lnTo>
                  <a:pt x="19145" y="16691"/>
                </a:lnTo>
                <a:cubicBezTo>
                  <a:pt x="18874" y="16691"/>
                  <a:pt x="18655" y="16911"/>
                  <a:pt x="18655" y="17182"/>
                </a:cubicBezTo>
                <a:cubicBezTo>
                  <a:pt x="18655" y="17453"/>
                  <a:pt x="18874" y="17673"/>
                  <a:pt x="19145" y="17673"/>
                </a:cubicBezTo>
                <a:lnTo>
                  <a:pt x="19636" y="17673"/>
                </a:lnTo>
                <a:cubicBezTo>
                  <a:pt x="20721" y="17673"/>
                  <a:pt x="21600" y="16794"/>
                  <a:pt x="21600" y="15709"/>
                </a:cubicBezTo>
                <a:lnTo>
                  <a:pt x="21600" y="1964"/>
                </a:lnTo>
                <a:cubicBezTo>
                  <a:pt x="21600" y="879"/>
                  <a:pt x="20721" y="0"/>
                  <a:pt x="19636" y="0"/>
                </a:cubicBezTo>
                <a:moveTo>
                  <a:pt x="14727" y="6873"/>
                </a:moveTo>
                <a:lnTo>
                  <a:pt x="15709" y="6873"/>
                </a:lnTo>
                <a:lnTo>
                  <a:pt x="15709" y="5891"/>
                </a:lnTo>
                <a:lnTo>
                  <a:pt x="14727" y="5891"/>
                </a:lnTo>
                <a:cubicBezTo>
                  <a:pt x="14727" y="5891"/>
                  <a:pt x="14727" y="6873"/>
                  <a:pt x="14727" y="6873"/>
                </a:cubicBezTo>
                <a:close/>
                <a:moveTo>
                  <a:pt x="16691" y="12273"/>
                </a:moveTo>
                <a:lnTo>
                  <a:pt x="13745" y="12273"/>
                </a:lnTo>
                <a:lnTo>
                  <a:pt x="13745" y="4909"/>
                </a:lnTo>
                <a:lnTo>
                  <a:pt x="15709" y="4909"/>
                </a:lnTo>
                <a:cubicBezTo>
                  <a:pt x="16251" y="4909"/>
                  <a:pt x="16691" y="5349"/>
                  <a:pt x="16691" y="5891"/>
                </a:cubicBezTo>
                <a:cubicBezTo>
                  <a:pt x="16691" y="5891"/>
                  <a:pt x="16691" y="12273"/>
                  <a:pt x="16691" y="12273"/>
                </a:cubicBezTo>
                <a:close/>
                <a:moveTo>
                  <a:pt x="16691" y="19636"/>
                </a:moveTo>
                <a:cubicBezTo>
                  <a:pt x="16691" y="20178"/>
                  <a:pt x="16251" y="20618"/>
                  <a:pt x="15709" y="20618"/>
                </a:cubicBezTo>
                <a:lnTo>
                  <a:pt x="13745" y="20618"/>
                </a:lnTo>
                <a:lnTo>
                  <a:pt x="13745" y="13255"/>
                </a:lnTo>
                <a:lnTo>
                  <a:pt x="16691" y="13255"/>
                </a:lnTo>
                <a:cubicBezTo>
                  <a:pt x="16691" y="13255"/>
                  <a:pt x="16691" y="19636"/>
                  <a:pt x="16691" y="19636"/>
                </a:cubicBezTo>
                <a:close/>
                <a:moveTo>
                  <a:pt x="12764" y="12273"/>
                </a:moveTo>
                <a:lnTo>
                  <a:pt x="4909" y="12273"/>
                </a:lnTo>
                <a:lnTo>
                  <a:pt x="4909" y="4909"/>
                </a:lnTo>
                <a:lnTo>
                  <a:pt x="12764" y="4909"/>
                </a:lnTo>
                <a:cubicBezTo>
                  <a:pt x="12764" y="4909"/>
                  <a:pt x="12764" y="12273"/>
                  <a:pt x="12764" y="12273"/>
                </a:cubicBezTo>
                <a:close/>
                <a:moveTo>
                  <a:pt x="12764" y="20618"/>
                </a:moveTo>
                <a:lnTo>
                  <a:pt x="4909" y="20618"/>
                </a:lnTo>
                <a:lnTo>
                  <a:pt x="4909" y="13255"/>
                </a:lnTo>
                <a:lnTo>
                  <a:pt x="12764" y="13255"/>
                </a:lnTo>
                <a:cubicBezTo>
                  <a:pt x="12764" y="13255"/>
                  <a:pt x="12764" y="20618"/>
                  <a:pt x="12764" y="20618"/>
                </a:cubicBezTo>
                <a:close/>
                <a:moveTo>
                  <a:pt x="3927" y="12273"/>
                </a:moveTo>
                <a:lnTo>
                  <a:pt x="982" y="12273"/>
                </a:lnTo>
                <a:lnTo>
                  <a:pt x="982" y="5891"/>
                </a:lnTo>
                <a:cubicBezTo>
                  <a:pt x="982" y="5349"/>
                  <a:pt x="1422" y="4909"/>
                  <a:pt x="1964" y="4909"/>
                </a:cubicBezTo>
                <a:lnTo>
                  <a:pt x="3927" y="4909"/>
                </a:lnTo>
                <a:cubicBezTo>
                  <a:pt x="3927" y="4909"/>
                  <a:pt x="3927" y="12273"/>
                  <a:pt x="3927" y="12273"/>
                </a:cubicBezTo>
                <a:close/>
                <a:moveTo>
                  <a:pt x="3927" y="20618"/>
                </a:moveTo>
                <a:lnTo>
                  <a:pt x="1964" y="20618"/>
                </a:lnTo>
                <a:cubicBezTo>
                  <a:pt x="1422" y="20618"/>
                  <a:pt x="982" y="20178"/>
                  <a:pt x="982" y="19636"/>
                </a:cubicBezTo>
                <a:lnTo>
                  <a:pt x="982" y="13255"/>
                </a:lnTo>
                <a:lnTo>
                  <a:pt x="3927" y="13255"/>
                </a:lnTo>
                <a:cubicBezTo>
                  <a:pt x="3927" y="13255"/>
                  <a:pt x="3927" y="20618"/>
                  <a:pt x="3927" y="20618"/>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moveTo>
                  <a:pt x="1964" y="8836"/>
                </a:moveTo>
                <a:lnTo>
                  <a:pt x="2945" y="8836"/>
                </a:lnTo>
                <a:lnTo>
                  <a:pt x="2945" y="7855"/>
                </a:lnTo>
                <a:lnTo>
                  <a:pt x="1964" y="7855"/>
                </a:lnTo>
                <a:cubicBezTo>
                  <a:pt x="1964" y="7855"/>
                  <a:pt x="1964" y="8836"/>
                  <a:pt x="1964" y="8836"/>
                </a:cubicBezTo>
                <a:close/>
                <a:moveTo>
                  <a:pt x="1964" y="10800"/>
                </a:moveTo>
                <a:lnTo>
                  <a:pt x="2945" y="10800"/>
                </a:lnTo>
                <a:lnTo>
                  <a:pt x="2945" y="9818"/>
                </a:lnTo>
                <a:lnTo>
                  <a:pt x="1964" y="9818"/>
                </a:lnTo>
                <a:cubicBezTo>
                  <a:pt x="1964" y="9818"/>
                  <a:pt x="1964" y="10800"/>
                  <a:pt x="1964" y="10800"/>
                </a:cubicBezTo>
                <a:close/>
                <a:moveTo>
                  <a:pt x="2945" y="16691"/>
                </a:moveTo>
                <a:lnTo>
                  <a:pt x="1964" y="16691"/>
                </a:lnTo>
                <a:lnTo>
                  <a:pt x="1964" y="17673"/>
                </a:lnTo>
                <a:lnTo>
                  <a:pt x="2945" y="17673"/>
                </a:lnTo>
                <a:cubicBezTo>
                  <a:pt x="2945" y="17673"/>
                  <a:pt x="2945" y="16691"/>
                  <a:pt x="2945" y="16691"/>
                </a:cubicBezTo>
                <a:close/>
                <a:moveTo>
                  <a:pt x="1964" y="6873"/>
                </a:moveTo>
                <a:lnTo>
                  <a:pt x="2945" y="6873"/>
                </a:lnTo>
                <a:lnTo>
                  <a:pt x="2945" y="5891"/>
                </a:lnTo>
                <a:lnTo>
                  <a:pt x="1964" y="5891"/>
                </a:lnTo>
                <a:cubicBezTo>
                  <a:pt x="1964" y="5891"/>
                  <a:pt x="1964" y="6873"/>
                  <a:pt x="1964" y="6873"/>
                </a:cubicBezTo>
                <a:close/>
                <a:moveTo>
                  <a:pt x="2945" y="14727"/>
                </a:moveTo>
                <a:lnTo>
                  <a:pt x="1964" y="14727"/>
                </a:lnTo>
                <a:lnTo>
                  <a:pt x="1964" y="15709"/>
                </a:lnTo>
                <a:lnTo>
                  <a:pt x="2945" y="15709"/>
                </a:lnTo>
                <a:cubicBezTo>
                  <a:pt x="2945" y="15709"/>
                  <a:pt x="2945" y="14727"/>
                  <a:pt x="2945" y="14727"/>
                </a:cubicBezTo>
                <a:close/>
                <a:moveTo>
                  <a:pt x="2945" y="18655"/>
                </a:moveTo>
                <a:lnTo>
                  <a:pt x="1964" y="18655"/>
                </a:lnTo>
                <a:lnTo>
                  <a:pt x="1964" y="19636"/>
                </a:lnTo>
                <a:lnTo>
                  <a:pt x="2945" y="19636"/>
                </a:lnTo>
                <a:cubicBezTo>
                  <a:pt x="2945" y="19636"/>
                  <a:pt x="2945" y="18655"/>
                  <a:pt x="2945" y="18655"/>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77" name="Google Shape;877;p24"/>
          <p:cNvSpPr/>
          <p:nvPr/>
        </p:nvSpPr>
        <p:spPr>
          <a:xfrm>
            <a:off x="5703771" y="2578355"/>
            <a:ext cx="279328" cy="279328"/>
          </a:xfrm>
          <a:custGeom>
            <a:rect b="b" l="l" r="r" t="t"/>
            <a:pathLst>
              <a:path extrusionOk="0" h="21600" w="21600">
                <a:moveTo>
                  <a:pt x="8836" y="8255"/>
                </a:moveTo>
                <a:lnTo>
                  <a:pt x="12837" y="10800"/>
                </a:lnTo>
                <a:lnTo>
                  <a:pt x="8836" y="13345"/>
                </a:lnTo>
                <a:cubicBezTo>
                  <a:pt x="8836" y="13345"/>
                  <a:pt x="8836" y="8255"/>
                  <a:pt x="8836" y="8255"/>
                </a:cubicBezTo>
                <a:close/>
                <a:moveTo>
                  <a:pt x="8345" y="14727"/>
                </a:moveTo>
                <a:cubicBezTo>
                  <a:pt x="8461" y="14727"/>
                  <a:pt x="8564" y="14681"/>
                  <a:pt x="8647" y="14614"/>
                </a:cubicBezTo>
                <a:lnTo>
                  <a:pt x="8652" y="14620"/>
                </a:lnTo>
                <a:lnTo>
                  <a:pt x="14052" y="11184"/>
                </a:lnTo>
                <a:lnTo>
                  <a:pt x="14047" y="11178"/>
                </a:lnTo>
                <a:cubicBezTo>
                  <a:pt x="14160" y="11088"/>
                  <a:pt x="14236" y="10955"/>
                  <a:pt x="14236" y="10800"/>
                </a:cubicBezTo>
                <a:cubicBezTo>
                  <a:pt x="14236" y="10645"/>
                  <a:pt x="14160" y="10512"/>
                  <a:pt x="14047" y="10422"/>
                </a:cubicBezTo>
                <a:lnTo>
                  <a:pt x="14052" y="10417"/>
                </a:lnTo>
                <a:lnTo>
                  <a:pt x="8652" y="6980"/>
                </a:lnTo>
                <a:lnTo>
                  <a:pt x="8647" y="6986"/>
                </a:lnTo>
                <a:cubicBezTo>
                  <a:pt x="8564" y="6919"/>
                  <a:pt x="8461" y="6873"/>
                  <a:pt x="8345" y="6873"/>
                </a:cubicBezTo>
                <a:cubicBezTo>
                  <a:pt x="8074" y="6873"/>
                  <a:pt x="7855" y="7093"/>
                  <a:pt x="7855" y="7364"/>
                </a:cubicBezTo>
                <a:lnTo>
                  <a:pt x="7855" y="14236"/>
                </a:lnTo>
                <a:cubicBezTo>
                  <a:pt x="7855" y="14507"/>
                  <a:pt x="8074" y="14727"/>
                  <a:pt x="8345" y="14727"/>
                </a:cubicBezTo>
                <a:moveTo>
                  <a:pt x="19636" y="18655"/>
                </a:moveTo>
                <a:lnTo>
                  <a:pt x="18655" y="18655"/>
                </a:lnTo>
                <a:lnTo>
                  <a:pt x="18655" y="19636"/>
                </a:lnTo>
                <a:lnTo>
                  <a:pt x="19636" y="19636"/>
                </a:lnTo>
                <a:cubicBezTo>
                  <a:pt x="19636" y="19636"/>
                  <a:pt x="19636" y="18655"/>
                  <a:pt x="19636" y="18655"/>
                </a:cubicBezTo>
                <a:close/>
                <a:moveTo>
                  <a:pt x="19636" y="14727"/>
                </a:moveTo>
                <a:lnTo>
                  <a:pt x="18655" y="14727"/>
                </a:lnTo>
                <a:lnTo>
                  <a:pt x="18655" y="15709"/>
                </a:lnTo>
                <a:lnTo>
                  <a:pt x="19636" y="15709"/>
                </a:lnTo>
                <a:cubicBezTo>
                  <a:pt x="19636" y="15709"/>
                  <a:pt x="19636" y="14727"/>
                  <a:pt x="19636" y="14727"/>
                </a:cubicBezTo>
                <a:close/>
                <a:moveTo>
                  <a:pt x="19636" y="12764"/>
                </a:moveTo>
                <a:lnTo>
                  <a:pt x="18655" y="12764"/>
                </a:lnTo>
                <a:lnTo>
                  <a:pt x="18655" y="13745"/>
                </a:lnTo>
                <a:lnTo>
                  <a:pt x="19636" y="13745"/>
                </a:lnTo>
                <a:cubicBezTo>
                  <a:pt x="19636" y="13745"/>
                  <a:pt x="19636" y="12764"/>
                  <a:pt x="19636" y="12764"/>
                </a:cubicBezTo>
                <a:close/>
                <a:moveTo>
                  <a:pt x="19636" y="16691"/>
                </a:moveTo>
                <a:lnTo>
                  <a:pt x="18655" y="16691"/>
                </a:lnTo>
                <a:lnTo>
                  <a:pt x="18655" y="17673"/>
                </a:lnTo>
                <a:lnTo>
                  <a:pt x="19636" y="17673"/>
                </a:lnTo>
                <a:cubicBezTo>
                  <a:pt x="19636" y="17673"/>
                  <a:pt x="19636" y="16691"/>
                  <a:pt x="19636" y="16691"/>
                </a:cubicBezTo>
                <a:close/>
                <a:moveTo>
                  <a:pt x="18655" y="2945"/>
                </a:moveTo>
                <a:lnTo>
                  <a:pt x="19636" y="2945"/>
                </a:lnTo>
                <a:lnTo>
                  <a:pt x="19636" y="1964"/>
                </a:lnTo>
                <a:lnTo>
                  <a:pt x="18655" y="1964"/>
                </a:lnTo>
                <a:cubicBezTo>
                  <a:pt x="18655" y="1964"/>
                  <a:pt x="18655" y="2945"/>
                  <a:pt x="18655" y="2945"/>
                </a:cubicBezTo>
                <a:close/>
                <a:moveTo>
                  <a:pt x="20618" y="10309"/>
                </a:moveTo>
                <a:lnTo>
                  <a:pt x="17673" y="10309"/>
                </a:lnTo>
                <a:lnTo>
                  <a:pt x="17673" y="982"/>
                </a:lnTo>
                <a:lnTo>
                  <a:pt x="19636" y="982"/>
                </a:lnTo>
                <a:cubicBezTo>
                  <a:pt x="20178" y="982"/>
                  <a:pt x="20618" y="1421"/>
                  <a:pt x="20618" y="1964"/>
                </a:cubicBezTo>
                <a:cubicBezTo>
                  <a:pt x="20618" y="1964"/>
                  <a:pt x="20618" y="10309"/>
                  <a:pt x="20618" y="10309"/>
                </a:cubicBezTo>
                <a:close/>
                <a:moveTo>
                  <a:pt x="20618" y="19636"/>
                </a:moveTo>
                <a:cubicBezTo>
                  <a:pt x="20618" y="20178"/>
                  <a:pt x="20178" y="20618"/>
                  <a:pt x="19636" y="20618"/>
                </a:cubicBezTo>
                <a:lnTo>
                  <a:pt x="17673" y="20618"/>
                </a:lnTo>
                <a:lnTo>
                  <a:pt x="17673" y="11291"/>
                </a:lnTo>
                <a:lnTo>
                  <a:pt x="20618" y="11291"/>
                </a:lnTo>
                <a:cubicBezTo>
                  <a:pt x="20618" y="11291"/>
                  <a:pt x="20618" y="19636"/>
                  <a:pt x="20618" y="19636"/>
                </a:cubicBezTo>
                <a:close/>
                <a:moveTo>
                  <a:pt x="16691" y="20618"/>
                </a:moveTo>
                <a:lnTo>
                  <a:pt x="4909" y="20618"/>
                </a:lnTo>
                <a:lnTo>
                  <a:pt x="4909" y="982"/>
                </a:lnTo>
                <a:lnTo>
                  <a:pt x="16691" y="982"/>
                </a:lnTo>
                <a:cubicBezTo>
                  <a:pt x="16691" y="982"/>
                  <a:pt x="16691" y="20618"/>
                  <a:pt x="16691" y="20618"/>
                </a:cubicBezTo>
                <a:close/>
                <a:moveTo>
                  <a:pt x="3927" y="10309"/>
                </a:moveTo>
                <a:lnTo>
                  <a:pt x="982" y="10309"/>
                </a:lnTo>
                <a:lnTo>
                  <a:pt x="982" y="1964"/>
                </a:lnTo>
                <a:cubicBezTo>
                  <a:pt x="982" y="1421"/>
                  <a:pt x="1422" y="982"/>
                  <a:pt x="1964" y="982"/>
                </a:cubicBezTo>
                <a:lnTo>
                  <a:pt x="3927" y="982"/>
                </a:lnTo>
                <a:cubicBezTo>
                  <a:pt x="3927" y="982"/>
                  <a:pt x="3927" y="10309"/>
                  <a:pt x="3927" y="10309"/>
                </a:cubicBezTo>
                <a:close/>
                <a:moveTo>
                  <a:pt x="3927" y="20618"/>
                </a:moveTo>
                <a:lnTo>
                  <a:pt x="1964" y="20618"/>
                </a:lnTo>
                <a:cubicBezTo>
                  <a:pt x="1422" y="20618"/>
                  <a:pt x="982" y="20178"/>
                  <a:pt x="982" y="19636"/>
                </a:cubicBezTo>
                <a:lnTo>
                  <a:pt x="982" y="11291"/>
                </a:lnTo>
                <a:lnTo>
                  <a:pt x="3927" y="11291"/>
                </a:lnTo>
                <a:cubicBezTo>
                  <a:pt x="3927" y="11291"/>
                  <a:pt x="3927" y="20618"/>
                  <a:pt x="3927" y="20618"/>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8655" y="8836"/>
                </a:moveTo>
                <a:lnTo>
                  <a:pt x="19636" y="8836"/>
                </a:lnTo>
                <a:lnTo>
                  <a:pt x="19636" y="7855"/>
                </a:lnTo>
                <a:lnTo>
                  <a:pt x="18655" y="7855"/>
                </a:lnTo>
                <a:cubicBezTo>
                  <a:pt x="18655" y="7855"/>
                  <a:pt x="18655" y="8836"/>
                  <a:pt x="18655" y="8836"/>
                </a:cubicBezTo>
                <a:close/>
                <a:moveTo>
                  <a:pt x="18655" y="6873"/>
                </a:moveTo>
                <a:lnTo>
                  <a:pt x="19636" y="6873"/>
                </a:lnTo>
                <a:lnTo>
                  <a:pt x="19636" y="5891"/>
                </a:lnTo>
                <a:lnTo>
                  <a:pt x="18655" y="5891"/>
                </a:lnTo>
                <a:cubicBezTo>
                  <a:pt x="18655" y="5891"/>
                  <a:pt x="18655" y="6873"/>
                  <a:pt x="18655" y="6873"/>
                </a:cubicBezTo>
                <a:close/>
                <a:moveTo>
                  <a:pt x="18655" y="4909"/>
                </a:moveTo>
                <a:lnTo>
                  <a:pt x="19636" y="4909"/>
                </a:lnTo>
                <a:lnTo>
                  <a:pt x="19636" y="3927"/>
                </a:lnTo>
                <a:lnTo>
                  <a:pt x="18655" y="3927"/>
                </a:lnTo>
                <a:cubicBezTo>
                  <a:pt x="18655" y="3927"/>
                  <a:pt x="18655" y="4909"/>
                  <a:pt x="18655" y="4909"/>
                </a:cubicBezTo>
                <a:close/>
                <a:moveTo>
                  <a:pt x="1964" y="2945"/>
                </a:moveTo>
                <a:lnTo>
                  <a:pt x="2945" y="2945"/>
                </a:lnTo>
                <a:lnTo>
                  <a:pt x="2945" y="1964"/>
                </a:lnTo>
                <a:lnTo>
                  <a:pt x="1964" y="1964"/>
                </a:lnTo>
                <a:cubicBezTo>
                  <a:pt x="1964" y="1964"/>
                  <a:pt x="1964" y="2945"/>
                  <a:pt x="1964" y="2945"/>
                </a:cubicBezTo>
                <a:close/>
                <a:moveTo>
                  <a:pt x="1964" y="8836"/>
                </a:moveTo>
                <a:lnTo>
                  <a:pt x="2945" y="8836"/>
                </a:lnTo>
                <a:lnTo>
                  <a:pt x="2945" y="7855"/>
                </a:lnTo>
                <a:lnTo>
                  <a:pt x="1964" y="7855"/>
                </a:lnTo>
                <a:cubicBezTo>
                  <a:pt x="1964" y="7855"/>
                  <a:pt x="1964" y="8836"/>
                  <a:pt x="1964" y="8836"/>
                </a:cubicBezTo>
                <a:close/>
                <a:moveTo>
                  <a:pt x="2945" y="16691"/>
                </a:moveTo>
                <a:lnTo>
                  <a:pt x="1964" y="16691"/>
                </a:lnTo>
                <a:lnTo>
                  <a:pt x="1964" y="17673"/>
                </a:lnTo>
                <a:lnTo>
                  <a:pt x="2945" y="17673"/>
                </a:lnTo>
                <a:cubicBezTo>
                  <a:pt x="2945" y="17673"/>
                  <a:pt x="2945" y="16691"/>
                  <a:pt x="2945" y="16691"/>
                </a:cubicBezTo>
                <a:close/>
                <a:moveTo>
                  <a:pt x="2945" y="12764"/>
                </a:moveTo>
                <a:lnTo>
                  <a:pt x="1964" y="12764"/>
                </a:lnTo>
                <a:lnTo>
                  <a:pt x="1964" y="13745"/>
                </a:lnTo>
                <a:lnTo>
                  <a:pt x="2945" y="13745"/>
                </a:lnTo>
                <a:cubicBezTo>
                  <a:pt x="2945" y="13745"/>
                  <a:pt x="2945" y="12764"/>
                  <a:pt x="2945" y="12764"/>
                </a:cubicBezTo>
                <a:close/>
                <a:moveTo>
                  <a:pt x="2945" y="14727"/>
                </a:moveTo>
                <a:lnTo>
                  <a:pt x="1964" y="14727"/>
                </a:lnTo>
                <a:lnTo>
                  <a:pt x="1964" y="15709"/>
                </a:lnTo>
                <a:lnTo>
                  <a:pt x="2945" y="15709"/>
                </a:lnTo>
                <a:cubicBezTo>
                  <a:pt x="2945" y="15709"/>
                  <a:pt x="2945" y="14727"/>
                  <a:pt x="2945" y="14727"/>
                </a:cubicBezTo>
                <a:close/>
                <a:moveTo>
                  <a:pt x="2945" y="18655"/>
                </a:moveTo>
                <a:lnTo>
                  <a:pt x="1964" y="18655"/>
                </a:lnTo>
                <a:lnTo>
                  <a:pt x="1964" y="19636"/>
                </a:lnTo>
                <a:lnTo>
                  <a:pt x="2945" y="19636"/>
                </a:lnTo>
                <a:cubicBezTo>
                  <a:pt x="2945" y="19636"/>
                  <a:pt x="2945" y="18655"/>
                  <a:pt x="2945" y="18655"/>
                </a:cubicBezTo>
                <a:close/>
                <a:moveTo>
                  <a:pt x="1964" y="6873"/>
                </a:moveTo>
                <a:lnTo>
                  <a:pt x="2945" y="6873"/>
                </a:lnTo>
                <a:lnTo>
                  <a:pt x="2945" y="5891"/>
                </a:lnTo>
                <a:lnTo>
                  <a:pt x="1964" y="5891"/>
                </a:lnTo>
                <a:cubicBezTo>
                  <a:pt x="1964" y="5891"/>
                  <a:pt x="1964" y="6873"/>
                  <a:pt x="1964" y="6873"/>
                </a:cubicBezTo>
                <a:close/>
                <a:moveTo>
                  <a:pt x="1964" y="4909"/>
                </a:moveTo>
                <a:lnTo>
                  <a:pt x="2945" y="4909"/>
                </a:lnTo>
                <a:lnTo>
                  <a:pt x="2945" y="3927"/>
                </a:lnTo>
                <a:lnTo>
                  <a:pt x="1964" y="3927"/>
                </a:lnTo>
                <a:cubicBezTo>
                  <a:pt x="1964" y="3927"/>
                  <a:pt x="1964" y="4909"/>
                  <a:pt x="1964" y="4909"/>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78" name="Google Shape;878;p24"/>
          <p:cNvSpPr/>
          <p:nvPr/>
        </p:nvSpPr>
        <p:spPr>
          <a:xfrm>
            <a:off x="904422" y="3111616"/>
            <a:ext cx="279328" cy="279328"/>
          </a:xfrm>
          <a:custGeom>
            <a:rect b="b" l="l" r="r" t="t"/>
            <a:pathLst>
              <a:path extrusionOk="0" h="21600" w="21600">
                <a:moveTo>
                  <a:pt x="10800" y="20619"/>
                </a:moveTo>
                <a:cubicBezTo>
                  <a:pt x="5377" y="20619"/>
                  <a:pt x="982" y="16223"/>
                  <a:pt x="982" y="10800"/>
                </a:cubicBezTo>
                <a:cubicBezTo>
                  <a:pt x="982" y="5378"/>
                  <a:pt x="5377" y="982"/>
                  <a:pt x="10800" y="982"/>
                </a:cubicBezTo>
                <a:cubicBezTo>
                  <a:pt x="13336" y="982"/>
                  <a:pt x="15638" y="1950"/>
                  <a:pt x="17377" y="3529"/>
                </a:cubicBezTo>
                <a:lnTo>
                  <a:pt x="10453" y="10453"/>
                </a:lnTo>
                <a:cubicBezTo>
                  <a:pt x="10364" y="10542"/>
                  <a:pt x="10309" y="10665"/>
                  <a:pt x="10309" y="10800"/>
                </a:cubicBezTo>
                <a:cubicBezTo>
                  <a:pt x="10309" y="11072"/>
                  <a:pt x="10529" y="11291"/>
                  <a:pt x="10800" y="11291"/>
                </a:cubicBezTo>
                <a:lnTo>
                  <a:pt x="20594" y="11291"/>
                </a:lnTo>
                <a:cubicBezTo>
                  <a:pt x="20336" y="16484"/>
                  <a:pt x="16057" y="20619"/>
                  <a:pt x="10800" y="20619"/>
                </a:cubicBezTo>
                <a:moveTo>
                  <a:pt x="20594" y="10309"/>
                </a:moveTo>
                <a:lnTo>
                  <a:pt x="11985" y="10309"/>
                </a:lnTo>
                <a:lnTo>
                  <a:pt x="18071" y="4223"/>
                </a:lnTo>
                <a:cubicBezTo>
                  <a:pt x="19541" y="5852"/>
                  <a:pt x="20477" y="7971"/>
                  <a:pt x="20594" y="10309"/>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79" name="Google Shape;879;p24"/>
          <p:cNvSpPr/>
          <p:nvPr/>
        </p:nvSpPr>
        <p:spPr>
          <a:xfrm>
            <a:off x="1437683" y="3137009"/>
            <a:ext cx="279328" cy="228541"/>
          </a:xfrm>
          <a:custGeom>
            <a:rect b="b" l="l" r="r" t="t"/>
            <a:pathLst>
              <a:path extrusionOk="0" h="21600" w="21600">
                <a:moveTo>
                  <a:pt x="20618" y="20400"/>
                </a:moveTo>
                <a:lnTo>
                  <a:pt x="18655" y="20400"/>
                </a:lnTo>
                <a:lnTo>
                  <a:pt x="18655" y="1200"/>
                </a:lnTo>
                <a:lnTo>
                  <a:pt x="20618" y="1200"/>
                </a:lnTo>
                <a:cubicBezTo>
                  <a:pt x="20618" y="1200"/>
                  <a:pt x="20618" y="20400"/>
                  <a:pt x="20618" y="20400"/>
                </a:cubicBezTo>
                <a:close/>
                <a:moveTo>
                  <a:pt x="21109" y="0"/>
                </a:moveTo>
                <a:lnTo>
                  <a:pt x="18164" y="0"/>
                </a:lnTo>
                <a:cubicBezTo>
                  <a:pt x="17893" y="0"/>
                  <a:pt x="17673" y="269"/>
                  <a:pt x="17673" y="600"/>
                </a:cubicBezTo>
                <a:lnTo>
                  <a:pt x="17673" y="21000"/>
                </a:lnTo>
                <a:cubicBezTo>
                  <a:pt x="17673" y="21332"/>
                  <a:pt x="17893" y="21600"/>
                  <a:pt x="18164" y="21600"/>
                </a:cubicBezTo>
                <a:lnTo>
                  <a:pt x="21109" y="21600"/>
                </a:lnTo>
                <a:cubicBezTo>
                  <a:pt x="21380" y="21600"/>
                  <a:pt x="21600" y="21332"/>
                  <a:pt x="21600" y="21000"/>
                </a:cubicBezTo>
                <a:lnTo>
                  <a:pt x="21600" y="600"/>
                </a:lnTo>
                <a:cubicBezTo>
                  <a:pt x="21600" y="269"/>
                  <a:pt x="21380" y="0"/>
                  <a:pt x="21109" y="0"/>
                </a:cubicBezTo>
                <a:moveTo>
                  <a:pt x="8836" y="20400"/>
                </a:moveTo>
                <a:lnTo>
                  <a:pt x="6873" y="20400"/>
                </a:lnTo>
                <a:lnTo>
                  <a:pt x="6873" y="3600"/>
                </a:lnTo>
                <a:lnTo>
                  <a:pt x="8836" y="3600"/>
                </a:lnTo>
                <a:cubicBezTo>
                  <a:pt x="8836" y="3600"/>
                  <a:pt x="8836" y="20400"/>
                  <a:pt x="8836" y="20400"/>
                </a:cubicBezTo>
                <a:close/>
                <a:moveTo>
                  <a:pt x="9327" y="2400"/>
                </a:moveTo>
                <a:lnTo>
                  <a:pt x="6382" y="2400"/>
                </a:lnTo>
                <a:cubicBezTo>
                  <a:pt x="6111" y="2400"/>
                  <a:pt x="5891" y="2669"/>
                  <a:pt x="5891" y="3000"/>
                </a:cubicBezTo>
                <a:lnTo>
                  <a:pt x="5891" y="21000"/>
                </a:lnTo>
                <a:cubicBezTo>
                  <a:pt x="5891" y="21332"/>
                  <a:pt x="6111" y="21600"/>
                  <a:pt x="6382" y="21600"/>
                </a:cubicBezTo>
                <a:lnTo>
                  <a:pt x="9327" y="21600"/>
                </a:lnTo>
                <a:cubicBezTo>
                  <a:pt x="9598" y="21600"/>
                  <a:pt x="9818" y="21332"/>
                  <a:pt x="9818" y="21000"/>
                </a:cubicBezTo>
                <a:lnTo>
                  <a:pt x="9818" y="3000"/>
                </a:lnTo>
                <a:cubicBezTo>
                  <a:pt x="9818" y="2669"/>
                  <a:pt x="9598" y="2400"/>
                  <a:pt x="9327" y="2400"/>
                </a:cubicBezTo>
                <a:moveTo>
                  <a:pt x="14727" y="20400"/>
                </a:moveTo>
                <a:lnTo>
                  <a:pt x="12764" y="20400"/>
                </a:lnTo>
                <a:lnTo>
                  <a:pt x="12764" y="10800"/>
                </a:lnTo>
                <a:lnTo>
                  <a:pt x="14727" y="10800"/>
                </a:lnTo>
                <a:cubicBezTo>
                  <a:pt x="14727" y="10800"/>
                  <a:pt x="14727" y="20400"/>
                  <a:pt x="14727" y="20400"/>
                </a:cubicBezTo>
                <a:close/>
                <a:moveTo>
                  <a:pt x="15218" y="9600"/>
                </a:moveTo>
                <a:lnTo>
                  <a:pt x="12273" y="9600"/>
                </a:lnTo>
                <a:cubicBezTo>
                  <a:pt x="12002" y="9600"/>
                  <a:pt x="11782" y="9869"/>
                  <a:pt x="11782" y="10200"/>
                </a:cubicBezTo>
                <a:lnTo>
                  <a:pt x="11782" y="21000"/>
                </a:lnTo>
                <a:cubicBezTo>
                  <a:pt x="11782" y="21332"/>
                  <a:pt x="12002" y="21600"/>
                  <a:pt x="12273" y="21600"/>
                </a:cubicBezTo>
                <a:lnTo>
                  <a:pt x="15218" y="21600"/>
                </a:lnTo>
                <a:cubicBezTo>
                  <a:pt x="15489" y="21600"/>
                  <a:pt x="15709" y="21332"/>
                  <a:pt x="15709" y="21000"/>
                </a:cubicBezTo>
                <a:lnTo>
                  <a:pt x="15709" y="10200"/>
                </a:lnTo>
                <a:cubicBezTo>
                  <a:pt x="15709" y="9869"/>
                  <a:pt x="15489" y="9600"/>
                  <a:pt x="15218" y="9600"/>
                </a:cubicBezTo>
                <a:moveTo>
                  <a:pt x="2945" y="20400"/>
                </a:moveTo>
                <a:lnTo>
                  <a:pt x="982" y="20400"/>
                </a:lnTo>
                <a:lnTo>
                  <a:pt x="982" y="14400"/>
                </a:lnTo>
                <a:lnTo>
                  <a:pt x="2945" y="14400"/>
                </a:lnTo>
                <a:cubicBezTo>
                  <a:pt x="2945" y="14400"/>
                  <a:pt x="2945" y="20400"/>
                  <a:pt x="2945" y="20400"/>
                </a:cubicBezTo>
                <a:close/>
                <a:moveTo>
                  <a:pt x="3436" y="13200"/>
                </a:moveTo>
                <a:lnTo>
                  <a:pt x="491" y="13200"/>
                </a:lnTo>
                <a:cubicBezTo>
                  <a:pt x="220" y="13200"/>
                  <a:pt x="0" y="13469"/>
                  <a:pt x="0" y="13800"/>
                </a:cubicBezTo>
                <a:lnTo>
                  <a:pt x="0" y="21000"/>
                </a:lnTo>
                <a:cubicBezTo>
                  <a:pt x="0" y="21332"/>
                  <a:pt x="220" y="21600"/>
                  <a:pt x="491" y="21600"/>
                </a:cubicBezTo>
                <a:lnTo>
                  <a:pt x="3436" y="21600"/>
                </a:lnTo>
                <a:cubicBezTo>
                  <a:pt x="3707" y="21600"/>
                  <a:pt x="3927" y="21332"/>
                  <a:pt x="3927" y="21000"/>
                </a:cubicBezTo>
                <a:lnTo>
                  <a:pt x="3927" y="13800"/>
                </a:lnTo>
                <a:cubicBezTo>
                  <a:pt x="3927" y="13469"/>
                  <a:pt x="3707" y="13200"/>
                  <a:pt x="3436" y="132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80" name="Google Shape;880;p24"/>
          <p:cNvSpPr/>
          <p:nvPr/>
        </p:nvSpPr>
        <p:spPr>
          <a:xfrm>
            <a:off x="1970944" y="3111616"/>
            <a:ext cx="279328" cy="279328"/>
          </a:xfrm>
          <a:custGeom>
            <a:rect b="b" l="l" r="r" t="t"/>
            <a:pathLst>
              <a:path extrusionOk="0" h="21600" w="21600">
                <a:moveTo>
                  <a:pt x="18073" y="17379"/>
                </a:moveTo>
                <a:lnTo>
                  <a:pt x="15643" y="14949"/>
                </a:lnTo>
                <a:cubicBezTo>
                  <a:pt x="16600" y="13832"/>
                  <a:pt x="17182" y="12386"/>
                  <a:pt x="17182" y="10800"/>
                </a:cubicBezTo>
                <a:cubicBezTo>
                  <a:pt x="17182" y="9214"/>
                  <a:pt x="16600" y="7767"/>
                  <a:pt x="15643" y="6651"/>
                </a:cubicBezTo>
                <a:lnTo>
                  <a:pt x="18073" y="4221"/>
                </a:lnTo>
                <a:cubicBezTo>
                  <a:pt x="19649" y="5963"/>
                  <a:pt x="20618" y="8266"/>
                  <a:pt x="20618" y="10800"/>
                </a:cubicBezTo>
                <a:cubicBezTo>
                  <a:pt x="20618" y="13335"/>
                  <a:pt x="19649" y="15637"/>
                  <a:pt x="18073" y="17379"/>
                </a:cubicBezTo>
                <a:moveTo>
                  <a:pt x="10800" y="20619"/>
                </a:moveTo>
                <a:cubicBezTo>
                  <a:pt x="8265" y="20619"/>
                  <a:pt x="5963" y="19650"/>
                  <a:pt x="4221" y="18073"/>
                </a:cubicBezTo>
                <a:lnTo>
                  <a:pt x="6651" y="15643"/>
                </a:lnTo>
                <a:cubicBezTo>
                  <a:pt x="7767" y="16600"/>
                  <a:pt x="9214" y="17182"/>
                  <a:pt x="10800" y="17182"/>
                </a:cubicBezTo>
                <a:cubicBezTo>
                  <a:pt x="12386" y="17182"/>
                  <a:pt x="13833" y="16600"/>
                  <a:pt x="14949" y="15643"/>
                </a:cubicBezTo>
                <a:lnTo>
                  <a:pt x="17379" y="18073"/>
                </a:lnTo>
                <a:cubicBezTo>
                  <a:pt x="15637" y="19650"/>
                  <a:pt x="13334" y="20619"/>
                  <a:pt x="10800" y="20619"/>
                </a:cubicBezTo>
                <a:moveTo>
                  <a:pt x="982" y="10800"/>
                </a:moveTo>
                <a:cubicBezTo>
                  <a:pt x="982" y="8266"/>
                  <a:pt x="1950" y="5963"/>
                  <a:pt x="3527" y="4221"/>
                </a:cubicBezTo>
                <a:lnTo>
                  <a:pt x="5957" y="6651"/>
                </a:lnTo>
                <a:cubicBezTo>
                  <a:pt x="4999" y="7767"/>
                  <a:pt x="4418" y="9214"/>
                  <a:pt x="4418" y="10800"/>
                </a:cubicBezTo>
                <a:cubicBezTo>
                  <a:pt x="4418" y="12386"/>
                  <a:pt x="4999" y="13832"/>
                  <a:pt x="5957" y="14949"/>
                </a:cubicBezTo>
                <a:lnTo>
                  <a:pt x="3527" y="17379"/>
                </a:lnTo>
                <a:cubicBezTo>
                  <a:pt x="1950" y="15637"/>
                  <a:pt x="982" y="13335"/>
                  <a:pt x="982" y="10800"/>
                </a:cubicBezTo>
                <a:moveTo>
                  <a:pt x="16200" y="10800"/>
                </a:moveTo>
                <a:cubicBezTo>
                  <a:pt x="16200" y="13782"/>
                  <a:pt x="13782" y="16200"/>
                  <a:pt x="10800" y="16200"/>
                </a:cubicBezTo>
                <a:cubicBezTo>
                  <a:pt x="7817" y="16200"/>
                  <a:pt x="5400" y="13782"/>
                  <a:pt x="5400" y="10800"/>
                </a:cubicBezTo>
                <a:cubicBezTo>
                  <a:pt x="5400" y="7817"/>
                  <a:pt x="7817" y="5400"/>
                  <a:pt x="10800" y="5400"/>
                </a:cubicBezTo>
                <a:cubicBezTo>
                  <a:pt x="13782" y="5400"/>
                  <a:pt x="16200" y="7817"/>
                  <a:pt x="16200" y="10800"/>
                </a:cubicBezTo>
                <a:moveTo>
                  <a:pt x="10800" y="982"/>
                </a:moveTo>
                <a:cubicBezTo>
                  <a:pt x="13334" y="982"/>
                  <a:pt x="15637" y="1950"/>
                  <a:pt x="17379" y="3527"/>
                </a:cubicBezTo>
                <a:lnTo>
                  <a:pt x="14949" y="5957"/>
                </a:lnTo>
                <a:cubicBezTo>
                  <a:pt x="13832" y="4999"/>
                  <a:pt x="12386" y="4418"/>
                  <a:pt x="10800" y="4418"/>
                </a:cubicBezTo>
                <a:cubicBezTo>
                  <a:pt x="9214" y="4418"/>
                  <a:pt x="7767" y="4999"/>
                  <a:pt x="6651" y="5957"/>
                </a:cubicBezTo>
                <a:lnTo>
                  <a:pt x="4221" y="3527"/>
                </a:lnTo>
                <a:cubicBezTo>
                  <a:pt x="5963" y="1950"/>
                  <a:pt x="8265" y="982"/>
                  <a:pt x="10800" y="982"/>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81" name="Google Shape;881;p24"/>
          <p:cNvSpPr/>
          <p:nvPr/>
        </p:nvSpPr>
        <p:spPr>
          <a:xfrm>
            <a:off x="2504205" y="3219538"/>
            <a:ext cx="279328" cy="63484"/>
          </a:xfrm>
          <a:custGeom>
            <a:rect b="b" l="l" r="r" t="t"/>
            <a:pathLst>
              <a:path extrusionOk="0" h="21600" w="21600">
                <a:moveTo>
                  <a:pt x="19145" y="17280"/>
                </a:moveTo>
                <a:cubicBezTo>
                  <a:pt x="18332" y="17280"/>
                  <a:pt x="17673" y="14380"/>
                  <a:pt x="17673" y="10800"/>
                </a:cubicBezTo>
                <a:cubicBezTo>
                  <a:pt x="17673" y="7224"/>
                  <a:pt x="18332" y="4320"/>
                  <a:pt x="19145" y="4320"/>
                </a:cubicBezTo>
                <a:cubicBezTo>
                  <a:pt x="19959" y="4320"/>
                  <a:pt x="20618" y="7224"/>
                  <a:pt x="20618" y="10800"/>
                </a:cubicBezTo>
                <a:cubicBezTo>
                  <a:pt x="20618" y="14380"/>
                  <a:pt x="19959" y="17280"/>
                  <a:pt x="19145" y="17280"/>
                </a:cubicBezTo>
                <a:moveTo>
                  <a:pt x="19145" y="0"/>
                </a:moveTo>
                <a:cubicBezTo>
                  <a:pt x="17790" y="0"/>
                  <a:pt x="16691" y="4837"/>
                  <a:pt x="16691" y="10800"/>
                </a:cubicBezTo>
                <a:cubicBezTo>
                  <a:pt x="16691" y="16766"/>
                  <a:pt x="17790" y="21600"/>
                  <a:pt x="19145" y="21600"/>
                </a:cubicBezTo>
                <a:cubicBezTo>
                  <a:pt x="20501" y="21600"/>
                  <a:pt x="21600" y="16766"/>
                  <a:pt x="21600" y="10800"/>
                </a:cubicBezTo>
                <a:cubicBezTo>
                  <a:pt x="21600" y="4837"/>
                  <a:pt x="20501" y="0"/>
                  <a:pt x="19145" y="0"/>
                </a:cubicBezTo>
                <a:moveTo>
                  <a:pt x="10800" y="17280"/>
                </a:moveTo>
                <a:cubicBezTo>
                  <a:pt x="9986" y="17280"/>
                  <a:pt x="9327" y="14380"/>
                  <a:pt x="9327" y="10800"/>
                </a:cubicBezTo>
                <a:cubicBezTo>
                  <a:pt x="9327" y="7224"/>
                  <a:pt x="9986" y="4320"/>
                  <a:pt x="10800" y="4320"/>
                </a:cubicBezTo>
                <a:cubicBezTo>
                  <a:pt x="11614" y="4320"/>
                  <a:pt x="12273" y="7224"/>
                  <a:pt x="12273" y="10800"/>
                </a:cubicBezTo>
                <a:cubicBezTo>
                  <a:pt x="12273" y="14380"/>
                  <a:pt x="11614" y="17280"/>
                  <a:pt x="10800" y="17280"/>
                </a:cubicBezTo>
                <a:moveTo>
                  <a:pt x="10800" y="0"/>
                </a:moveTo>
                <a:cubicBezTo>
                  <a:pt x="9444" y="0"/>
                  <a:pt x="8345" y="4837"/>
                  <a:pt x="8345" y="10800"/>
                </a:cubicBezTo>
                <a:cubicBezTo>
                  <a:pt x="8345" y="16766"/>
                  <a:pt x="9444" y="21600"/>
                  <a:pt x="10800" y="21600"/>
                </a:cubicBezTo>
                <a:cubicBezTo>
                  <a:pt x="12156" y="21600"/>
                  <a:pt x="13255" y="16766"/>
                  <a:pt x="13255" y="10800"/>
                </a:cubicBezTo>
                <a:cubicBezTo>
                  <a:pt x="13255" y="4837"/>
                  <a:pt x="12156" y="0"/>
                  <a:pt x="10800" y="0"/>
                </a:cubicBezTo>
                <a:moveTo>
                  <a:pt x="2455" y="17280"/>
                </a:moveTo>
                <a:cubicBezTo>
                  <a:pt x="1641" y="17280"/>
                  <a:pt x="982" y="14380"/>
                  <a:pt x="982" y="10800"/>
                </a:cubicBezTo>
                <a:cubicBezTo>
                  <a:pt x="982" y="7224"/>
                  <a:pt x="1641" y="4320"/>
                  <a:pt x="2455" y="4320"/>
                </a:cubicBezTo>
                <a:cubicBezTo>
                  <a:pt x="3268" y="4320"/>
                  <a:pt x="3927" y="7224"/>
                  <a:pt x="3927" y="10800"/>
                </a:cubicBezTo>
                <a:cubicBezTo>
                  <a:pt x="3927" y="14380"/>
                  <a:pt x="3268" y="17280"/>
                  <a:pt x="2455" y="17280"/>
                </a:cubicBezTo>
                <a:moveTo>
                  <a:pt x="2455" y="0"/>
                </a:moveTo>
                <a:cubicBezTo>
                  <a:pt x="1099" y="0"/>
                  <a:pt x="0" y="4837"/>
                  <a:pt x="0" y="10800"/>
                </a:cubicBezTo>
                <a:cubicBezTo>
                  <a:pt x="0" y="16766"/>
                  <a:pt x="1099" y="21600"/>
                  <a:pt x="2455" y="21600"/>
                </a:cubicBezTo>
                <a:cubicBezTo>
                  <a:pt x="3811" y="21600"/>
                  <a:pt x="4909" y="16766"/>
                  <a:pt x="4909" y="10800"/>
                </a:cubicBezTo>
                <a:cubicBezTo>
                  <a:pt x="4909" y="4837"/>
                  <a:pt x="3811" y="0"/>
                  <a:pt x="2455"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82" name="Google Shape;882;p24"/>
          <p:cNvSpPr/>
          <p:nvPr/>
        </p:nvSpPr>
        <p:spPr>
          <a:xfrm>
            <a:off x="3037466" y="3111616"/>
            <a:ext cx="279328" cy="279328"/>
          </a:xfrm>
          <a:custGeom>
            <a:rect b="b" l="l" r="r" t="t"/>
            <a:pathLst>
              <a:path extrusionOk="0" h="21600" w="2160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0800" y="11291"/>
                </a:moveTo>
                <a:cubicBezTo>
                  <a:pt x="10529" y="11291"/>
                  <a:pt x="10309" y="11072"/>
                  <a:pt x="10309" y="10800"/>
                </a:cubicBezTo>
                <a:cubicBezTo>
                  <a:pt x="10309" y="10529"/>
                  <a:pt x="10529" y="10309"/>
                  <a:pt x="10800" y="10309"/>
                </a:cubicBezTo>
                <a:cubicBezTo>
                  <a:pt x="11071" y="10309"/>
                  <a:pt x="11291" y="10529"/>
                  <a:pt x="11291" y="10800"/>
                </a:cubicBezTo>
                <a:cubicBezTo>
                  <a:pt x="11291" y="11072"/>
                  <a:pt x="11071" y="11291"/>
                  <a:pt x="10800" y="11291"/>
                </a:cubicBezTo>
                <a:moveTo>
                  <a:pt x="10800" y="9327"/>
                </a:moveTo>
                <a:cubicBezTo>
                  <a:pt x="9986" y="9327"/>
                  <a:pt x="9327" y="9987"/>
                  <a:pt x="9327" y="10800"/>
                </a:cubicBezTo>
                <a:cubicBezTo>
                  <a:pt x="9327" y="11614"/>
                  <a:pt x="9986" y="12273"/>
                  <a:pt x="10800" y="12273"/>
                </a:cubicBezTo>
                <a:cubicBezTo>
                  <a:pt x="11614" y="12273"/>
                  <a:pt x="12273" y="11614"/>
                  <a:pt x="12273" y="10800"/>
                </a:cubicBezTo>
                <a:cubicBezTo>
                  <a:pt x="12273" y="9987"/>
                  <a:pt x="11614" y="9327"/>
                  <a:pt x="10800" y="9327"/>
                </a:cubicBezTo>
                <a:moveTo>
                  <a:pt x="5400" y="11291"/>
                </a:moveTo>
                <a:cubicBezTo>
                  <a:pt x="5129" y="11291"/>
                  <a:pt x="4909" y="11072"/>
                  <a:pt x="4909" y="10800"/>
                </a:cubicBezTo>
                <a:cubicBezTo>
                  <a:pt x="4909" y="10529"/>
                  <a:pt x="5129" y="10309"/>
                  <a:pt x="5400" y="10309"/>
                </a:cubicBezTo>
                <a:cubicBezTo>
                  <a:pt x="5671" y="10309"/>
                  <a:pt x="5891" y="10529"/>
                  <a:pt x="5891" y="10800"/>
                </a:cubicBezTo>
                <a:cubicBezTo>
                  <a:pt x="5891" y="11072"/>
                  <a:pt x="5671" y="11291"/>
                  <a:pt x="5400" y="11291"/>
                </a:cubicBezTo>
                <a:moveTo>
                  <a:pt x="5400" y="9327"/>
                </a:moveTo>
                <a:cubicBezTo>
                  <a:pt x="4586" y="9327"/>
                  <a:pt x="3927" y="9987"/>
                  <a:pt x="3927" y="10800"/>
                </a:cubicBezTo>
                <a:cubicBezTo>
                  <a:pt x="3927" y="11614"/>
                  <a:pt x="4586" y="12273"/>
                  <a:pt x="5400" y="12273"/>
                </a:cubicBezTo>
                <a:cubicBezTo>
                  <a:pt x="6214" y="12273"/>
                  <a:pt x="6873" y="11614"/>
                  <a:pt x="6873" y="10800"/>
                </a:cubicBezTo>
                <a:cubicBezTo>
                  <a:pt x="6873" y="9987"/>
                  <a:pt x="6214" y="9327"/>
                  <a:pt x="5400" y="9327"/>
                </a:cubicBezTo>
                <a:moveTo>
                  <a:pt x="16200" y="11291"/>
                </a:moveTo>
                <a:cubicBezTo>
                  <a:pt x="15929" y="11291"/>
                  <a:pt x="15709" y="11072"/>
                  <a:pt x="15709" y="10800"/>
                </a:cubicBezTo>
                <a:cubicBezTo>
                  <a:pt x="15709" y="10529"/>
                  <a:pt x="15929" y="10309"/>
                  <a:pt x="16200" y="10309"/>
                </a:cubicBezTo>
                <a:cubicBezTo>
                  <a:pt x="16471" y="10309"/>
                  <a:pt x="16691" y="10529"/>
                  <a:pt x="16691" y="10800"/>
                </a:cubicBezTo>
                <a:cubicBezTo>
                  <a:pt x="16691" y="11072"/>
                  <a:pt x="16471" y="11291"/>
                  <a:pt x="16200" y="11291"/>
                </a:cubicBezTo>
                <a:moveTo>
                  <a:pt x="16200" y="9327"/>
                </a:moveTo>
                <a:cubicBezTo>
                  <a:pt x="15386" y="9327"/>
                  <a:pt x="14727" y="9987"/>
                  <a:pt x="14727" y="10800"/>
                </a:cubicBezTo>
                <a:cubicBezTo>
                  <a:pt x="14727" y="11614"/>
                  <a:pt x="15386" y="12273"/>
                  <a:pt x="16200" y="12273"/>
                </a:cubicBezTo>
                <a:cubicBezTo>
                  <a:pt x="17014" y="12273"/>
                  <a:pt x="17673" y="11614"/>
                  <a:pt x="17673" y="10800"/>
                </a:cubicBezTo>
                <a:cubicBezTo>
                  <a:pt x="17673" y="9987"/>
                  <a:pt x="17014" y="9327"/>
                  <a:pt x="16200" y="9327"/>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83" name="Google Shape;883;p24"/>
          <p:cNvSpPr/>
          <p:nvPr/>
        </p:nvSpPr>
        <p:spPr>
          <a:xfrm>
            <a:off x="3570727" y="3111616"/>
            <a:ext cx="279328" cy="279328"/>
          </a:xfrm>
          <a:custGeom>
            <a:rect b="b" l="l" r="r" t="t"/>
            <a:pathLst>
              <a:path extrusionOk="0" h="21600" w="21600">
                <a:moveTo>
                  <a:pt x="21109" y="7364"/>
                </a:moveTo>
                <a:cubicBezTo>
                  <a:pt x="20838" y="7364"/>
                  <a:pt x="20618" y="7584"/>
                  <a:pt x="20618" y="7855"/>
                </a:cubicBezTo>
                <a:lnTo>
                  <a:pt x="20618" y="18655"/>
                </a:lnTo>
                <a:cubicBezTo>
                  <a:pt x="20618" y="19739"/>
                  <a:pt x="19739" y="20618"/>
                  <a:pt x="18655" y="20618"/>
                </a:cubicBezTo>
                <a:lnTo>
                  <a:pt x="2945" y="20618"/>
                </a:lnTo>
                <a:cubicBezTo>
                  <a:pt x="1861" y="20618"/>
                  <a:pt x="982" y="19739"/>
                  <a:pt x="982" y="18655"/>
                </a:cubicBezTo>
                <a:lnTo>
                  <a:pt x="982" y="2945"/>
                </a:lnTo>
                <a:cubicBezTo>
                  <a:pt x="982" y="1861"/>
                  <a:pt x="1861" y="982"/>
                  <a:pt x="2945" y="982"/>
                </a:cubicBezTo>
                <a:lnTo>
                  <a:pt x="13745" y="982"/>
                </a:lnTo>
                <a:cubicBezTo>
                  <a:pt x="14017" y="982"/>
                  <a:pt x="14236" y="762"/>
                  <a:pt x="14236" y="491"/>
                </a:cubicBezTo>
                <a:cubicBezTo>
                  <a:pt x="14236" y="220"/>
                  <a:pt x="14017" y="0"/>
                  <a:pt x="13745" y="0"/>
                </a:cubicBezTo>
                <a:lnTo>
                  <a:pt x="2945" y="0"/>
                </a:lnTo>
                <a:cubicBezTo>
                  <a:pt x="1318" y="0"/>
                  <a:pt x="0" y="1319"/>
                  <a:pt x="0" y="2945"/>
                </a:cubicBezTo>
                <a:lnTo>
                  <a:pt x="0" y="18655"/>
                </a:lnTo>
                <a:cubicBezTo>
                  <a:pt x="0" y="20282"/>
                  <a:pt x="1318" y="21600"/>
                  <a:pt x="2945" y="21600"/>
                </a:cubicBezTo>
                <a:lnTo>
                  <a:pt x="18655" y="21600"/>
                </a:lnTo>
                <a:cubicBezTo>
                  <a:pt x="20282" y="21600"/>
                  <a:pt x="21600" y="20282"/>
                  <a:pt x="21600" y="18655"/>
                </a:cubicBezTo>
                <a:lnTo>
                  <a:pt x="21600" y="7855"/>
                </a:lnTo>
                <a:cubicBezTo>
                  <a:pt x="21600" y="7584"/>
                  <a:pt x="21380" y="7364"/>
                  <a:pt x="21109" y="7364"/>
                </a:cubicBezTo>
                <a:moveTo>
                  <a:pt x="7006" y="12764"/>
                </a:moveTo>
                <a:lnTo>
                  <a:pt x="8836" y="12764"/>
                </a:lnTo>
                <a:lnTo>
                  <a:pt x="8836" y="14594"/>
                </a:lnTo>
                <a:lnTo>
                  <a:pt x="6627" y="14973"/>
                </a:lnTo>
                <a:cubicBezTo>
                  <a:pt x="6627" y="14973"/>
                  <a:pt x="7006" y="12764"/>
                  <a:pt x="7006" y="12764"/>
                </a:cubicBezTo>
                <a:close/>
                <a:moveTo>
                  <a:pt x="16775" y="2742"/>
                </a:moveTo>
                <a:lnTo>
                  <a:pt x="18858" y="4825"/>
                </a:lnTo>
                <a:lnTo>
                  <a:pt x="9818" y="13865"/>
                </a:lnTo>
                <a:lnTo>
                  <a:pt x="9818" y="11782"/>
                </a:lnTo>
                <a:lnTo>
                  <a:pt x="7736" y="11782"/>
                </a:lnTo>
                <a:cubicBezTo>
                  <a:pt x="7736" y="11782"/>
                  <a:pt x="16775" y="2742"/>
                  <a:pt x="16775" y="2742"/>
                </a:cubicBezTo>
                <a:close/>
                <a:moveTo>
                  <a:pt x="18104" y="1414"/>
                </a:moveTo>
                <a:cubicBezTo>
                  <a:pt x="18371" y="1147"/>
                  <a:pt x="18739" y="982"/>
                  <a:pt x="19145" y="982"/>
                </a:cubicBezTo>
                <a:cubicBezTo>
                  <a:pt x="19959" y="982"/>
                  <a:pt x="20618" y="1642"/>
                  <a:pt x="20618" y="2455"/>
                </a:cubicBezTo>
                <a:cubicBezTo>
                  <a:pt x="20618" y="2861"/>
                  <a:pt x="20453" y="3230"/>
                  <a:pt x="20187" y="3496"/>
                </a:cubicBezTo>
                <a:lnTo>
                  <a:pt x="19552" y="4131"/>
                </a:lnTo>
                <a:lnTo>
                  <a:pt x="17469" y="2048"/>
                </a:lnTo>
                <a:cubicBezTo>
                  <a:pt x="17469" y="2048"/>
                  <a:pt x="18104" y="1414"/>
                  <a:pt x="18104" y="1414"/>
                </a:cubicBezTo>
                <a:close/>
                <a:moveTo>
                  <a:pt x="5400" y="16200"/>
                </a:moveTo>
                <a:lnTo>
                  <a:pt x="9590" y="15481"/>
                </a:lnTo>
                <a:lnTo>
                  <a:pt x="20881" y="4190"/>
                </a:lnTo>
                <a:cubicBezTo>
                  <a:pt x="21325" y="3746"/>
                  <a:pt x="21600" y="3133"/>
                  <a:pt x="21600" y="2455"/>
                </a:cubicBezTo>
                <a:cubicBezTo>
                  <a:pt x="21600" y="1099"/>
                  <a:pt x="20501" y="0"/>
                  <a:pt x="19145" y="0"/>
                </a:cubicBezTo>
                <a:cubicBezTo>
                  <a:pt x="18468" y="0"/>
                  <a:pt x="17854" y="275"/>
                  <a:pt x="17410" y="719"/>
                </a:cubicBezTo>
                <a:lnTo>
                  <a:pt x="6119" y="12010"/>
                </a:lnTo>
                <a:cubicBezTo>
                  <a:pt x="6119" y="12010"/>
                  <a:pt x="5400" y="16200"/>
                  <a:pt x="5400" y="16200"/>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84" name="Google Shape;884;p24"/>
          <p:cNvSpPr/>
          <p:nvPr/>
        </p:nvSpPr>
        <p:spPr>
          <a:xfrm>
            <a:off x="4103988" y="3111616"/>
            <a:ext cx="279328" cy="279328"/>
          </a:xfrm>
          <a:custGeom>
            <a:rect b="b" l="l" r="r" t="t"/>
            <a:pathLst>
              <a:path extrusionOk="0" h="21600" w="21600">
                <a:moveTo>
                  <a:pt x="19755" y="6010"/>
                </a:moveTo>
                <a:lnTo>
                  <a:pt x="18630" y="7136"/>
                </a:lnTo>
                <a:lnTo>
                  <a:pt x="14465" y="2970"/>
                </a:lnTo>
                <a:lnTo>
                  <a:pt x="15590" y="1845"/>
                </a:lnTo>
                <a:cubicBezTo>
                  <a:pt x="15590" y="1845"/>
                  <a:pt x="16391" y="982"/>
                  <a:pt x="17673" y="982"/>
                </a:cubicBezTo>
                <a:cubicBezTo>
                  <a:pt x="19300" y="982"/>
                  <a:pt x="20618" y="2300"/>
                  <a:pt x="20618" y="3927"/>
                </a:cubicBezTo>
                <a:cubicBezTo>
                  <a:pt x="20618" y="4741"/>
                  <a:pt x="20288" y="5477"/>
                  <a:pt x="19755" y="6010"/>
                </a:cubicBezTo>
                <a:moveTo>
                  <a:pt x="7364" y="18402"/>
                </a:moveTo>
                <a:lnTo>
                  <a:pt x="7364" y="14727"/>
                </a:lnTo>
                <a:cubicBezTo>
                  <a:pt x="7364" y="14456"/>
                  <a:pt x="7144" y="14236"/>
                  <a:pt x="6873" y="14236"/>
                </a:cubicBezTo>
                <a:lnTo>
                  <a:pt x="3198" y="14236"/>
                </a:lnTo>
                <a:lnTo>
                  <a:pt x="13770" y="3665"/>
                </a:lnTo>
                <a:lnTo>
                  <a:pt x="17935" y="7830"/>
                </a:lnTo>
                <a:cubicBezTo>
                  <a:pt x="17935" y="7830"/>
                  <a:pt x="7364" y="18402"/>
                  <a:pt x="7364" y="18402"/>
                </a:cubicBezTo>
                <a:close/>
                <a:moveTo>
                  <a:pt x="6382" y="19042"/>
                </a:moveTo>
                <a:lnTo>
                  <a:pt x="2945" y="19845"/>
                </a:lnTo>
                <a:lnTo>
                  <a:pt x="2945" y="18655"/>
                </a:lnTo>
                <a:lnTo>
                  <a:pt x="1755" y="18655"/>
                </a:lnTo>
                <a:lnTo>
                  <a:pt x="2558" y="15218"/>
                </a:lnTo>
                <a:lnTo>
                  <a:pt x="6382" y="15218"/>
                </a:lnTo>
                <a:cubicBezTo>
                  <a:pt x="6382" y="15218"/>
                  <a:pt x="6382" y="19042"/>
                  <a:pt x="6382" y="19042"/>
                </a:cubicBezTo>
                <a:close/>
                <a:moveTo>
                  <a:pt x="17673" y="0"/>
                </a:moveTo>
                <a:cubicBezTo>
                  <a:pt x="16588" y="0"/>
                  <a:pt x="15606" y="439"/>
                  <a:pt x="14896" y="1151"/>
                </a:cubicBezTo>
                <a:lnTo>
                  <a:pt x="1641" y="14405"/>
                </a:lnTo>
                <a:lnTo>
                  <a:pt x="0" y="21600"/>
                </a:lnTo>
                <a:lnTo>
                  <a:pt x="7195" y="19959"/>
                </a:lnTo>
                <a:lnTo>
                  <a:pt x="20449" y="6704"/>
                </a:lnTo>
                <a:cubicBezTo>
                  <a:pt x="21160" y="5994"/>
                  <a:pt x="21600" y="5012"/>
                  <a:pt x="21600" y="3927"/>
                </a:cubicBezTo>
                <a:cubicBezTo>
                  <a:pt x="21600" y="1758"/>
                  <a:pt x="19842" y="0"/>
                  <a:pt x="17673"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85" name="Google Shape;885;p24"/>
          <p:cNvSpPr/>
          <p:nvPr/>
        </p:nvSpPr>
        <p:spPr>
          <a:xfrm>
            <a:off x="4637249" y="3124312"/>
            <a:ext cx="279328" cy="253935"/>
          </a:xfrm>
          <a:custGeom>
            <a:rect b="b" l="l" r="r" t="t"/>
            <a:pathLst>
              <a:path extrusionOk="0" h="21600" w="21600">
                <a:moveTo>
                  <a:pt x="10800" y="18360"/>
                </a:moveTo>
                <a:cubicBezTo>
                  <a:pt x="9864" y="18360"/>
                  <a:pt x="8922" y="18237"/>
                  <a:pt x="7998" y="17995"/>
                </a:cubicBezTo>
                <a:cubicBezTo>
                  <a:pt x="7923" y="17975"/>
                  <a:pt x="7846" y="17965"/>
                  <a:pt x="7770" y="17965"/>
                </a:cubicBezTo>
                <a:cubicBezTo>
                  <a:pt x="7646" y="17965"/>
                  <a:pt x="7522" y="17991"/>
                  <a:pt x="7406" y="18043"/>
                </a:cubicBezTo>
                <a:lnTo>
                  <a:pt x="3352" y="19826"/>
                </a:lnTo>
                <a:lnTo>
                  <a:pt x="4013" y="16735"/>
                </a:lnTo>
                <a:cubicBezTo>
                  <a:pt x="4098" y="16339"/>
                  <a:pt x="3972" y="15924"/>
                  <a:pt x="3689" y="15662"/>
                </a:cubicBezTo>
                <a:cubicBezTo>
                  <a:pt x="1944" y="14045"/>
                  <a:pt x="982" y="11934"/>
                  <a:pt x="982" y="9720"/>
                </a:cubicBezTo>
                <a:cubicBezTo>
                  <a:pt x="982" y="4956"/>
                  <a:pt x="5387" y="1080"/>
                  <a:pt x="10800" y="1080"/>
                </a:cubicBezTo>
                <a:cubicBezTo>
                  <a:pt x="16214" y="1080"/>
                  <a:pt x="20618" y="4956"/>
                  <a:pt x="20618" y="9720"/>
                </a:cubicBezTo>
                <a:cubicBezTo>
                  <a:pt x="20618" y="14484"/>
                  <a:pt x="16214" y="18360"/>
                  <a:pt x="10800" y="18360"/>
                </a:cubicBezTo>
                <a:moveTo>
                  <a:pt x="10800" y="0"/>
                </a:moveTo>
                <a:cubicBezTo>
                  <a:pt x="4835" y="0"/>
                  <a:pt x="0" y="4352"/>
                  <a:pt x="0" y="9720"/>
                </a:cubicBezTo>
                <a:cubicBezTo>
                  <a:pt x="0" y="12353"/>
                  <a:pt x="1168" y="14738"/>
                  <a:pt x="3057" y="16488"/>
                </a:cubicBezTo>
                <a:lnTo>
                  <a:pt x="1964" y="21600"/>
                </a:lnTo>
                <a:lnTo>
                  <a:pt x="7770" y="19046"/>
                </a:lnTo>
                <a:cubicBezTo>
                  <a:pt x="8732" y="19298"/>
                  <a:pt x="9747" y="19440"/>
                  <a:pt x="10800" y="19440"/>
                </a:cubicBezTo>
                <a:cubicBezTo>
                  <a:pt x="16765" y="19440"/>
                  <a:pt x="21600" y="15089"/>
                  <a:pt x="21600" y="9720"/>
                </a:cubicBezTo>
                <a:cubicBezTo>
                  <a:pt x="21600" y="4352"/>
                  <a:pt x="16765" y="0"/>
                  <a:pt x="108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86" name="Google Shape;886;p24"/>
          <p:cNvSpPr/>
          <p:nvPr/>
        </p:nvSpPr>
        <p:spPr>
          <a:xfrm>
            <a:off x="5170510" y="3124312"/>
            <a:ext cx="279328" cy="253935"/>
          </a:xfrm>
          <a:custGeom>
            <a:rect b="b" l="l" r="r" t="t"/>
            <a:pathLst>
              <a:path extrusionOk="0" h="21600" w="21600">
                <a:moveTo>
                  <a:pt x="15709" y="8100"/>
                </a:moveTo>
                <a:cubicBezTo>
                  <a:pt x="14896" y="8100"/>
                  <a:pt x="14236" y="8826"/>
                  <a:pt x="14236" y="9720"/>
                </a:cubicBezTo>
                <a:cubicBezTo>
                  <a:pt x="14236" y="10615"/>
                  <a:pt x="14896" y="11340"/>
                  <a:pt x="15709" y="11340"/>
                </a:cubicBezTo>
                <a:cubicBezTo>
                  <a:pt x="16522" y="11340"/>
                  <a:pt x="17182" y="10615"/>
                  <a:pt x="17182" y="9720"/>
                </a:cubicBezTo>
                <a:cubicBezTo>
                  <a:pt x="17182" y="8826"/>
                  <a:pt x="16522" y="8100"/>
                  <a:pt x="15709" y="8100"/>
                </a:cubicBezTo>
                <a:moveTo>
                  <a:pt x="10800" y="18360"/>
                </a:moveTo>
                <a:cubicBezTo>
                  <a:pt x="9864" y="18360"/>
                  <a:pt x="8922" y="18237"/>
                  <a:pt x="7998" y="17995"/>
                </a:cubicBezTo>
                <a:cubicBezTo>
                  <a:pt x="7923" y="17975"/>
                  <a:pt x="7846" y="17965"/>
                  <a:pt x="7770" y="17965"/>
                </a:cubicBezTo>
                <a:cubicBezTo>
                  <a:pt x="7646" y="17965"/>
                  <a:pt x="7522" y="17991"/>
                  <a:pt x="7406" y="18043"/>
                </a:cubicBezTo>
                <a:lnTo>
                  <a:pt x="3352" y="19826"/>
                </a:lnTo>
                <a:lnTo>
                  <a:pt x="4013" y="16735"/>
                </a:lnTo>
                <a:cubicBezTo>
                  <a:pt x="4098" y="16339"/>
                  <a:pt x="3972" y="15924"/>
                  <a:pt x="3689" y="15662"/>
                </a:cubicBezTo>
                <a:cubicBezTo>
                  <a:pt x="1944" y="14045"/>
                  <a:pt x="982" y="11934"/>
                  <a:pt x="982" y="9720"/>
                </a:cubicBezTo>
                <a:cubicBezTo>
                  <a:pt x="982" y="4956"/>
                  <a:pt x="5387" y="1080"/>
                  <a:pt x="10800" y="1080"/>
                </a:cubicBezTo>
                <a:cubicBezTo>
                  <a:pt x="16214" y="1080"/>
                  <a:pt x="20618" y="4956"/>
                  <a:pt x="20618" y="9720"/>
                </a:cubicBezTo>
                <a:cubicBezTo>
                  <a:pt x="20618" y="14484"/>
                  <a:pt x="16214" y="18360"/>
                  <a:pt x="10800" y="18360"/>
                </a:cubicBezTo>
                <a:moveTo>
                  <a:pt x="10800" y="0"/>
                </a:moveTo>
                <a:cubicBezTo>
                  <a:pt x="4835" y="0"/>
                  <a:pt x="0" y="4352"/>
                  <a:pt x="0" y="9720"/>
                </a:cubicBezTo>
                <a:cubicBezTo>
                  <a:pt x="0" y="12353"/>
                  <a:pt x="1168" y="14738"/>
                  <a:pt x="3057" y="16488"/>
                </a:cubicBezTo>
                <a:lnTo>
                  <a:pt x="1964" y="21600"/>
                </a:lnTo>
                <a:lnTo>
                  <a:pt x="7770" y="19046"/>
                </a:lnTo>
                <a:cubicBezTo>
                  <a:pt x="8732" y="19298"/>
                  <a:pt x="9747" y="19440"/>
                  <a:pt x="10800" y="19440"/>
                </a:cubicBezTo>
                <a:cubicBezTo>
                  <a:pt x="16765" y="19440"/>
                  <a:pt x="21600" y="15089"/>
                  <a:pt x="21600" y="9720"/>
                </a:cubicBezTo>
                <a:cubicBezTo>
                  <a:pt x="21600" y="4352"/>
                  <a:pt x="16765" y="0"/>
                  <a:pt x="10800" y="0"/>
                </a:cubicBezTo>
                <a:moveTo>
                  <a:pt x="10800" y="8100"/>
                </a:moveTo>
                <a:cubicBezTo>
                  <a:pt x="9987" y="8100"/>
                  <a:pt x="9327" y="8826"/>
                  <a:pt x="9327" y="9720"/>
                </a:cubicBezTo>
                <a:cubicBezTo>
                  <a:pt x="9327" y="10615"/>
                  <a:pt x="9987" y="11340"/>
                  <a:pt x="10800" y="11340"/>
                </a:cubicBezTo>
                <a:cubicBezTo>
                  <a:pt x="11613" y="11340"/>
                  <a:pt x="12273" y="10615"/>
                  <a:pt x="12273" y="9720"/>
                </a:cubicBezTo>
                <a:cubicBezTo>
                  <a:pt x="12273" y="8826"/>
                  <a:pt x="11613" y="8100"/>
                  <a:pt x="10800" y="8100"/>
                </a:cubicBezTo>
                <a:moveTo>
                  <a:pt x="5891" y="8100"/>
                </a:moveTo>
                <a:cubicBezTo>
                  <a:pt x="5078" y="8100"/>
                  <a:pt x="4418" y="8826"/>
                  <a:pt x="4418" y="9720"/>
                </a:cubicBezTo>
                <a:cubicBezTo>
                  <a:pt x="4418" y="10615"/>
                  <a:pt x="5078" y="11340"/>
                  <a:pt x="5891" y="11340"/>
                </a:cubicBezTo>
                <a:cubicBezTo>
                  <a:pt x="6704" y="11340"/>
                  <a:pt x="7364" y="10615"/>
                  <a:pt x="7364" y="9720"/>
                </a:cubicBezTo>
                <a:cubicBezTo>
                  <a:pt x="7364" y="8826"/>
                  <a:pt x="6704" y="8100"/>
                  <a:pt x="5891" y="81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87" name="Google Shape;887;p24"/>
          <p:cNvSpPr/>
          <p:nvPr/>
        </p:nvSpPr>
        <p:spPr>
          <a:xfrm>
            <a:off x="5703771" y="3124312"/>
            <a:ext cx="279328" cy="253935"/>
          </a:xfrm>
          <a:custGeom>
            <a:rect b="b" l="l" r="r" t="t"/>
            <a:pathLst>
              <a:path extrusionOk="0" h="21600" w="21600">
                <a:moveTo>
                  <a:pt x="7855" y="18900"/>
                </a:moveTo>
                <a:cubicBezTo>
                  <a:pt x="7279" y="18900"/>
                  <a:pt x="6684" y="18827"/>
                  <a:pt x="6086" y="18683"/>
                </a:cubicBezTo>
                <a:cubicBezTo>
                  <a:pt x="6017" y="18666"/>
                  <a:pt x="5946" y="18658"/>
                  <a:pt x="5876" y="18658"/>
                </a:cubicBezTo>
                <a:cubicBezTo>
                  <a:pt x="5756" y="18658"/>
                  <a:pt x="5636" y="18682"/>
                  <a:pt x="5523" y="18729"/>
                </a:cubicBezTo>
                <a:lnTo>
                  <a:pt x="2957" y="19815"/>
                </a:lnTo>
                <a:lnTo>
                  <a:pt x="3365" y="18243"/>
                </a:lnTo>
                <a:cubicBezTo>
                  <a:pt x="3474" y="17827"/>
                  <a:pt x="3345" y="17380"/>
                  <a:pt x="3039" y="17108"/>
                </a:cubicBezTo>
                <a:cubicBezTo>
                  <a:pt x="1712" y="15926"/>
                  <a:pt x="982" y="14358"/>
                  <a:pt x="982" y="12690"/>
                </a:cubicBezTo>
                <a:cubicBezTo>
                  <a:pt x="982" y="9266"/>
                  <a:pt x="4065" y="6480"/>
                  <a:pt x="7855" y="6480"/>
                </a:cubicBezTo>
                <a:cubicBezTo>
                  <a:pt x="11644" y="6480"/>
                  <a:pt x="14727" y="9266"/>
                  <a:pt x="14727" y="12690"/>
                </a:cubicBezTo>
                <a:cubicBezTo>
                  <a:pt x="14727" y="16114"/>
                  <a:pt x="11644" y="18900"/>
                  <a:pt x="7855" y="18900"/>
                </a:cubicBezTo>
                <a:moveTo>
                  <a:pt x="7855" y="5400"/>
                </a:moveTo>
                <a:cubicBezTo>
                  <a:pt x="3517" y="5400"/>
                  <a:pt x="0" y="8664"/>
                  <a:pt x="0" y="12690"/>
                </a:cubicBezTo>
                <a:cubicBezTo>
                  <a:pt x="0" y="14758"/>
                  <a:pt x="932" y="16620"/>
                  <a:pt x="2422" y="17947"/>
                </a:cubicBezTo>
                <a:lnTo>
                  <a:pt x="1473" y="21600"/>
                </a:lnTo>
                <a:lnTo>
                  <a:pt x="5876" y="19738"/>
                </a:lnTo>
                <a:cubicBezTo>
                  <a:pt x="6509" y="19891"/>
                  <a:pt x="7169" y="19980"/>
                  <a:pt x="7855" y="19980"/>
                </a:cubicBezTo>
                <a:cubicBezTo>
                  <a:pt x="12192" y="19980"/>
                  <a:pt x="15709" y="16716"/>
                  <a:pt x="15709" y="12690"/>
                </a:cubicBezTo>
                <a:cubicBezTo>
                  <a:pt x="15709" y="8664"/>
                  <a:pt x="12192" y="5400"/>
                  <a:pt x="7855" y="5400"/>
                </a:cubicBezTo>
                <a:moveTo>
                  <a:pt x="21600" y="7290"/>
                </a:moveTo>
                <a:cubicBezTo>
                  <a:pt x="21600" y="3264"/>
                  <a:pt x="18084" y="0"/>
                  <a:pt x="13745" y="0"/>
                </a:cubicBezTo>
                <a:cubicBezTo>
                  <a:pt x="10506" y="0"/>
                  <a:pt x="7725" y="1821"/>
                  <a:pt x="6525" y="4422"/>
                </a:cubicBezTo>
                <a:cubicBezTo>
                  <a:pt x="6912" y="4367"/>
                  <a:pt x="7306" y="4332"/>
                  <a:pt x="7708" y="4326"/>
                </a:cubicBezTo>
                <a:cubicBezTo>
                  <a:pt x="8875" y="2394"/>
                  <a:pt x="11143" y="1080"/>
                  <a:pt x="13745" y="1080"/>
                </a:cubicBezTo>
                <a:cubicBezTo>
                  <a:pt x="17535" y="1080"/>
                  <a:pt x="20618" y="3866"/>
                  <a:pt x="20618" y="7290"/>
                </a:cubicBezTo>
                <a:cubicBezTo>
                  <a:pt x="20618" y="8958"/>
                  <a:pt x="19888" y="10526"/>
                  <a:pt x="18561" y="11707"/>
                </a:cubicBezTo>
                <a:cubicBezTo>
                  <a:pt x="18255" y="11980"/>
                  <a:pt x="18126" y="12428"/>
                  <a:pt x="18234" y="12843"/>
                </a:cubicBezTo>
                <a:lnTo>
                  <a:pt x="18643" y="14415"/>
                </a:lnTo>
                <a:lnTo>
                  <a:pt x="16613" y="13556"/>
                </a:lnTo>
                <a:cubicBezTo>
                  <a:pt x="16573" y="13922"/>
                  <a:pt x="16500" y="14278"/>
                  <a:pt x="16411" y="14628"/>
                </a:cubicBezTo>
                <a:lnTo>
                  <a:pt x="20127" y="16200"/>
                </a:lnTo>
                <a:lnTo>
                  <a:pt x="19178" y="12547"/>
                </a:lnTo>
                <a:cubicBezTo>
                  <a:pt x="20669" y="11220"/>
                  <a:pt x="21600" y="9358"/>
                  <a:pt x="21600" y="729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88" name="Google Shape;888;p24"/>
          <p:cNvSpPr/>
          <p:nvPr/>
        </p:nvSpPr>
        <p:spPr>
          <a:xfrm>
            <a:off x="904422" y="3644877"/>
            <a:ext cx="279328" cy="279328"/>
          </a:xfrm>
          <a:custGeom>
            <a:rect b="b" l="l" r="r" t="t"/>
            <a:pathLst>
              <a:path extrusionOk="0" h="21600" w="21600">
                <a:moveTo>
                  <a:pt x="18073" y="17379"/>
                </a:moveTo>
                <a:lnTo>
                  <a:pt x="4221" y="3527"/>
                </a:lnTo>
                <a:cubicBezTo>
                  <a:pt x="5963" y="1950"/>
                  <a:pt x="8265" y="982"/>
                  <a:pt x="10800" y="982"/>
                </a:cubicBezTo>
                <a:cubicBezTo>
                  <a:pt x="16223" y="982"/>
                  <a:pt x="20618" y="5377"/>
                  <a:pt x="20618" y="10800"/>
                </a:cubicBezTo>
                <a:cubicBezTo>
                  <a:pt x="20618" y="13335"/>
                  <a:pt x="19650" y="15637"/>
                  <a:pt x="18073" y="17379"/>
                </a:cubicBezTo>
                <a:moveTo>
                  <a:pt x="10800" y="20618"/>
                </a:moveTo>
                <a:cubicBezTo>
                  <a:pt x="5377" y="20618"/>
                  <a:pt x="982" y="16223"/>
                  <a:pt x="982" y="10800"/>
                </a:cubicBezTo>
                <a:cubicBezTo>
                  <a:pt x="982" y="8266"/>
                  <a:pt x="1950" y="5963"/>
                  <a:pt x="3527" y="4221"/>
                </a:cubicBezTo>
                <a:lnTo>
                  <a:pt x="17379" y="18073"/>
                </a:lnTo>
                <a:cubicBezTo>
                  <a:pt x="15637" y="19650"/>
                  <a:pt x="13334" y="20618"/>
                  <a:pt x="10800" y="20618"/>
                </a:cubicBezTo>
                <a:moveTo>
                  <a:pt x="10800" y="0"/>
                </a:moveTo>
                <a:cubicBezTo>
                  <a:pt x="4835" y="0"/>
                  <a:pt x="0" y="4836"/>
                  <a:pt x="0" y="10800"/>
                </a:cubicBezTo>
                <a:cubicBezTo>
                  <a:pt x="0" y="16764"/>
                  <a:pt x="4835" y="21600"/>
                  <a:pt x="10800" y="21600"/>
                </a:cubicBezTo>
                <a:cubicBezTo>
                  <a:pt x="16764" y="21600"/>
                  <a:pt x="21600" y="16764"/>
                  <a:pt x="21600" y="10800"/>
                </a:cubicBezTo>
                <a:cubicBezTo>
                  <a:pt x="21600" y="4836"/>
                  <a:pt x="16764" y="0"/>
                  <a:pt x="108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89" name="Google Shape;889;p24"/>
          <p:cNvSpPr/>
          <p:nvPr/>
        </p:nvSpPr>
        <p:spPr>
          <a:xfrm>
            <a:off x="1437683" y="3644877"/>
            <a:ext cx="279328" cy="279328"/>
          </a:xfrm>
          <a:custGeom>
            <a:rect b="b" l="l" r="r" t="t"/>
            <a:pathLst>
              <a:path extrusionOk="0" h="21600" w="2160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1874" y="5396"/>
                </a:moveTo>
                <a:cubicBezTo>
                  <a:pt x="11493" y="5396"/>
                  <a:pt x="11166" y="5519"/>
                  <a:pt x="10894" y="5766"/>
                </a:cubicBezTo>
                <a:cubicBezTo>
                  <a:pt x="10621" y="6013"/>
                  <a:pt x="10484" y="6310"/>
                  <a:pt x="10484" y="6658"/>
                </a:cubicBezTo>
                <a:cubicBezTo>
                  <a:pt x="10484" y="7005"/>
                  <a:pt x="10621" y="7301"/>
                  <a:pt x="10894" y="7545"/>
                </a:cubicBezTo>
                <a:cubicBezTo>
                  <a:pt x="11166" y="7790"/>
                  <a:pt x="11493" y="7912"/>
                  <a:pt x="11874" y="7912"/>
                </a:cubicBezTo>
                <a:cubicBezTo>
                  <a:pt x="12255" y="7912"/>
                  <a:pt x="12581" y="7790"/>
                  <a:pt x="12852" y="7545"/>
                </a:cubicBezTo>
                <a:cubicBezTo>
                  <a:pt x="13122" y="7301"/>
                  <a:pt x="13257" y="7005"/>
                  <a:pt x="13257" y="6658"/>
                </a:cubicBezTo>
                <a:cubicBezTo>
                  <a:pt x="13257" y="6310"/>
                  <a:pt x="13122" y="6013"/>
                  <a:pt x="12852" y="5766"/>
                </a:cubicBezTo>
                <a:cubicBezTo>
                  <a:pt x="12581" y="5519"/>
                  <a:pt x="12255" y="5396"/>
                  <a:pt x="11874" y="5396"/>
                </a:cubicBezTo>
                <a:moveTo>
                  <a:pt x="12242" y="15228"/>
                </a:moveTo>
                <a:cubicBezTo>
                  <a:pt x="11942" y="15228"/>
                  <a:pt x="11730" y="15180"/>
                  <a:pt x="11608" y="15083"/>
                </a:cubicBezTo>
                <a:cubicBezTo>
                  <a:pt x="11486" y="14987"/>
                  <a:pt x="11425" y="14807"/>
                  <a:pt x="11425" y="14542"/>
                </a:cubicBezTo>
                <a:cubicBezTo>
                  <a:pt x="11425" y="14436"/>
                  <a:pt x="11444" y="14281"/>
                  <a:pt x="11482" y="14076"/>
                </a:cubicBezTo>
                <a:cubicBezTo>
                  <a:pt x="11519" y="13870"/>
                  <a:pt x="11562" y="13687"/>
                  <a:pt x="11609" y="13527"/>
                </a:cubicBezTo>
                <a:lnTo>
                  <a:pt x="12189" y="11532"/>
                </a:lnTo>
                <a:cubicBezTo>
                  <a:pt x="12246" y="11349"/>
                  <a:pt x="12284" y="11148"/>
                  <a:pt x="12306" y="10929"/>
                </a:cubicBezTo>
                <a:cubicBezTo>
                  <a:pt x="12327" y="10709"/>
                  <a:pt x="12337" y="10557"/>
                  <a:pt x="12337" y="10469"/>
                </a:cubicBezTo>
                <a:cubicBezTo>
                  <a:pt x="12337" y="10049"/>
                  <a:pt x="12185" y="9707"/>
                  <a:pt x="11882" y="9444"/>
                </a:cubicBezTo>
                <a:cubicBezTo>
                  <a:pt x="11578" y="9182"/>
                  <a:pt x="11146" y="9050"/>
                  <a:pt x="10586" y="9050"/>
                </a:cubicBezTo>
                <a:cubicBezTo>
                  <a:pt x="10275" y="9050"/>
                  <a:pt x="9945" y="9104"/>
                  <a:pt x="9597" y="9211"/>
                </a:cubicBezTo>
                <a:cubicBezTo>
                  <a:pt x="9248" y="9319"/>
                  <a:pt x="8884" y="9448"/>
                  <a:pt x="8502" y="9599"/>
                </a:cubicBezTo>
                <a:lnTo>
                  <a:pt x="8347" y="10216"/>
                </a:lnTo>
                <a:cubicBezTo>
                  <a:pt x="8460" y="10175"/>
                  <a:pt x="8595" y="10131"/>
                  <a:pt x="8753" y="10085"/>
                </a:cubicBezTo>
                <a:cubicBezTo>
                  <a:pt x="8911" y="10040"/>
                  <a:pt x="9066" y="10017"/>
                  <a:pt x="9217" y="10017"/>
                </a:cubicBezTo>
                <a:cubicBezTo>
                  <a:pt x="9524" y="10017"/>
                  <a:pt x="9731" y="10068"/>
                  <a:pt x="9839" y="10168"/>
                </a:cubicBezTo>
                <a:cubicBezTo>
                  <a:pt x="9948" y="10269"/>
                  <a:pt x="10002" y="10447"/>
                  <a:pt x="10002" y="10703"/>
                </a:cubicBezTo>
                <a:cubicBezTo>
                  <a:pt x="10002" y="10844"/>
                  <a:pt x="9985" y="11001"/>
                  <a:pt x="9949" y="11172"/>
                </a:cubicBezTo>
                <a:cubicBezTo>
                  <a:pt x="9914" y="11343"/>
                  <a:pt x="9870" y="11526"/>
                  <a:pt x="9818" y="11717"/>
                </a:cubicBezTo>
                <a:lnTo>
                  <a:pt x="9235" y="13719"/>
                </a:lnTo>
                <a:cubicBezTo>
                  <a:pt x="9184" y="13929"/>
                  <a:pt x="9146" y="14118"/>
                  <a:pt x="9123" y="14285"/>
                </a:cubicBezTo>
                <a:cubicBezTo>
                  <a:pt x="9100" y="14451"/>
                  <a:pt x="9088" y="14615"/>
                  <a:pt x="9088" y="14775"/>
                </a:cubicBezTo>
                <a:cubicBezTo>
                  <a:pt x="9088" y="15186"/>
                  <a:pt x="9244" y="15526"/>
                  <a:pt x="9556" y="15793"/>
                </a:cubicBezTo>
                <a:cubicBezTo>
                  <a:pt x="9869" y="16060"/>
                  <a:pt x="10308" y="16194"/>
                  <a:pt x="10872" y="16194"/>
                </a:cubicBezTo>
                <a:cubicBezTo>
                  <a:pt x="11239" y="16194"/>
                  <a:pt x="11561" y="16147"/>
                  <a:pt x="11839" y="16053"/>
                </a:cubicBezTo>
                <a:cubicBezTo>
                  <a:pt x="12117" y="15960"/>
                  <a:pt x="12488" y="15824"/>
                  <a:pt x="12954" y="15645"/>
                </a:cubicBezTo>
                <a:lnTo>
                  <a:pt x="13109" y="15028"/>
                </a:lnTo>
                <a:cubicBezTo>
                  <a:pt x="13029" y="15065"/>
                  <a:pt x="12900" y="15107"/>
                  <a:pt x="12721" y="15155"/>
                </a:cubicBezTo>
                <a:cubicBezTo>
                  <a:pt x="12543" y="15204"/>
                  <a:pt x="12383" y="15228"/>
                  <a:pt x="12242" y="15228"/>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90" name="Google Shape;890;p24"/>
          <p:cNvSpPr/>
          <p:nvPr/>
        </p:nvSpPr>
        <p:spPr>
          <a:xfrm>
            <a:off x="1970944" y="3644877"/>
            <a:ext cx="279328" cy="279328"/>
          </a:xfrm>
          <a:custGeom>
            <a:rect b="b" l="l" r="r" t="t"/>
            <a:pathLst>
              <a:path extrusionOk="0" h="21600" w="21600">
                <a:moveTo>
                  <a:pt x="12991" y="6559"/>
                </a:moveTo>
                <a:cubicBezTo>
                  <a:pt x="12727" y="6341"/>
                  <a:pt x="12420" y="6172"/>
                  <a:pt x="12078" y="6058"/>
                </a:cubicBezTo>
                <a:cubicBezTo>
                  <a:pt x="11737" y="5946"/>
                  <a:pt x="11367" y="5889"/>
                  <a:pt x="10978" y="5889"/>
                </a:cubicBezTo>
                <a:cubicBezTo>
                  <a:pt x="10477" y="5889"/>
                  <a:pt x="10025" y="5967"/>
                  <a:pt x="9633" y="6120"/>
                </a:cubicBezTo>
                <a:cubicBezTo>
                  <a:pt x="9239" y="6275"/>
                  <a:pt x="8900" y="6494"/>
                  <a:pt x="8623" y="6771"/>
                </a:cubicBezTo>
                <a:cubicBezTo>
                  <a:pt x="8346" y="7049"/>
                  <a:pt x="8133" y="7392"/>
                  <a:pt x="7992" y="7788"/>
                </a:cubicBezTo>
                <a:cubicBezTo>
                  <a:pt x="7853" y="8180"/>
                  <a:pt x="7782" y="8620"/>
                  <a:pt x="7782" y="9096"/>
                </a:cubicBezTo>
                <a:lnTo>
                  <a:pt x="7782" y="9217"/>
                </a:lnTo>
                <a:lnTo>
                  <a:pt x="8880" y="9217"/>
                </a:lnTo>
                <a:lnTo>
                  <a:pt x="8877" y="9093"/>
                </a:lnTo>
                <a:cubicBezTo>
                  <a:pt x="8868" y="8767"/>
                  <a:pt x="8908" y="8461"/>
                  <a:pt x="8993" y="8187"/>
                </a:cubicBezTo>
                <a:cubicBezTo>
                  <a:pt x="9079" y="7914"/>
                  <a:pt x="9207" y="7675"/>
                  <a:pt x="9377" y="7473"/>
                </a:cubicBezTo>
                <a:cubicBezTo>
                  <a:pt x="9545" y="7274"/>
                  <a:pt x="9762" y="7115"/>
                  <a:pt x="10024" y="7000"/>
                </a:cubicBezTo>
                <a:cubicBezTo>
                  <a:pt x="10287" y="6884"/>
                  <a:pt x="10594" y="6827"/>
                  <a:pt x="10937" y="6827"/>
                </a:cubicBezTo>
                <a:cubicBezTo>
                  <a:pt x="11182" y="6827"/>
                  <a:pt x="11418" y="6868"/>
                  <a:pt x="11639" y="6950"/>
                </a:cubicBezTo>
                <a:cubicBezTo>
                  <a:pt x="11858" y="7032"/>
                  <a:pt x="12053" y="7146"/>
                  <a:pt x="12218" y="7289"/>
                </a:cubicBezTo>
                <a:cubicBezTo>
                  <a:pt x="12381" y="7431"/>
                  <a:pt x="12512" y="7605"/>
                  <a:pt x="12609" y="7808"/>
                </a:cubicBezTo>
                <a:cubicBezTo>
                  <a:pt x="12704" y="8011"/>
                  <a:pt x="12752" y="8236"/>
                  <a:pt x="12752" y="8478"/>
                </a:cubicBezTo>
                <a:cubicBezTo>
                  <a:pt x="12752" y="8797"/>
                  <a:pt x="12674" y="9089"/>
                  <a:pt x="12519" y="9350"/>
                </a:cubicBezTo>
                <a:cubicBezTo>
                  <a:pt x="12359" y="9618"/>
                  <a:pt x="12154" y="9865"/>
                  <a:pt x="11913" y="10082"/>
                </a:cubicBezTo>
                <a:cubicBezTo>
                  <a:pt x="11624" y="10337"/>
                  <a:pt x="11374" y="10568"/>
                  <a:pt x="11170" y="10771"/>
                </a:cubicBezTo>
                <a:cubicBezTo>
                  <a:pt x="10959" y="10979"/>
                  <a:pt x="10789" y="11200"/>
                  <a:pt x="10662" y="11428"/>
                </a:cubicBezTo>
                <a:cubicBezTo>
                  <a:pt x="10534" y="11657"/>
                  <a:pt x="10441" y="11916"/>
                  <a:pt x="10385" y="12199"/>
                </a:cubicBezTo>
                <a:cubicBezTo>
                  <a:pt x="10329" y="12478"/>
                  <a:pt x="10305" y="12827"/>
                  <a:pt x="10315" y="13237"/>
                </a:cubicBezTo>
                <a:lnTo>
                  <a:pt x="10318" y="13355"/>
                </a:lnTo>
                <a:lnTo>
                  <a:pt x="11407" y="13355"/>
                </a:lnTo>
                <a:lnTo>
                  <a:pt x="11410" y="13237"/>
                </a:lnTo>
                <a:cubicBezTo>
                  <a:pt x="11418" y="12838"/>
                  <a:pt x="11436" y="12531"/>
                  <a:pt x="11463" y="12322"/>
                </a:cubicBezTo>
                <a:cubicBezTo>
                  <a:pt x="11488" y="12125"/>
                  <a:pt x="11538" y="11956"/>
                  <a:pt x="11611" y="11821"/>
                </a:cubicBezTo>
                <a:cubicBezTo>
                  <a:pt x="11687" y="11684"/>
                  <a:pt x="11803" y="11541"/>
                  <a:pt x="11959" y="11399"/>
                </a:cubicBezTo>
                <a:cubicBezTo>
                  <a:pt x="12127" y="11245"/>
                  <a:pt x="12351" y="11031"/>
                  <a:pt x="12630" y="10762"/>
                </a:cubicBezTo>
                <a:cubicBezTo>
                  <a:pt x="12979" y="10441"/>
                  <a:pt x="13270" y="10102"/>
                  <a:pt x="13495" y="9753"/>
                </a:cubicBezTo>
                <a:cubicBezTo>
                  <a:pt x="13729" y="9393"/>
                  <a:pt x="13847" y="8952"/>
                  <a:pt x="13847" y="8439"/>
                </a:cubicBezTo>
                <a:cubicBezTo>
                  <a:pt x="13847" y="8038"/>
                  <a:pt x="13770" y="7675"/>
                  <a:pt x="13618" y="7362"/>
                </a:cubicBezTo>
                <a:cubicBezTo>
                  <a:pt x="13467" y="7050"/>
                  <a:pt x="13256" y="6780"/>
                  <a:pt x="12991" y="6559"/>
                </a:cubicBezTo>
                <a:moveTo>
                  <a:pt x="10179" y="15706"/>
                </a:moveTo>
                <a:lnTo>
                  <a:pt x="11558" y="15706"/>
                </a:lnTo>
                <a:lnTo>
                  <a:pt x="11558" y="14072"/>
                </a:lnTo>
                <a:lnTo>
                  <a:pt x="10179" y="14072"/>
                </a:lnTo>
                <a:cubicBezTo>
                  <a:pt x="10179" y="14072"/>
                  <a:pt x="10179" y="15706"/>
                  <a:pt x="10179" y="15706"/>
                </a:cubicBezTo>
                <a:close/>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5" y="0"/>
                  <a:pt x="0" y="4836"/>
                  <a:pt x="0" y="10800"/>
                </a:cubicBezTo>
                <a:cubicBezTo>
                  <a:pt x="0" y="16764"/>
                  <a:pt x="4835" y="21600"/>
                  <a:pt x="10800" y="21600"/>
                </a:cubicBezTo>
                <a:cubicBezTo>
                  <a:pt x="16764" y="21600"/>
                  <a:pt x="21600" y="16764"/>
                  <a:pt x="21600" y="10800"/>
                </a:cubicBezTo>
                <a:cubicBezTo>
                  <a:pt x="21600" y="4836"/>
                  <a:pt x="16764" y="0"/>
                  <a:pt x="108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91" name="Google Shape;891;p24"/>
          <p:cNvSpPr/>
          <p:nvPr/>
        </p:nvSpPr>
        <p:spPr>
          <a:xfrm>
            <a:off x="2504205" y="3644877"/>
            <a:ext cx="279328" cy="279328"/>
          </a:xfrm>
          <a:custGeom>
            <a:rect b="b" l="l" r="r" t="t"/>
            <a:pathLst>
              <a:path extrusionOk="0" h="21600" w="2160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1782" y="5891"/>
                </a:moveTo>
                <a:lnTo>
                  <a:pt x="9818" y="5891"/>
                </a:lnTo>
                <a:cubicBezTo>
                  <a:pt x="9547" y="5891"/>
                  <a:pt x="9327" y="6111"/>
                  <a:pt x="9327" y="6382"/>
                </a:cubicBezTo>
                <a:cubicBezTo>
                  <a:pt x="9327" y="6394"/>
                  <a:pt x="9334" y="6405"/>
                  <a:pt x="9334" y="6417"/>
                </a:cubicBezTo>
                <a:lnTo>
                  <a:pt x="9328" y="6417"/>
                </a:lnTo>
                <a:lnTo>
                  <a:pt x="9819" y="12308"/>
                </a:lnTo>
                <a:lnTo>
                  <a:pt x="9825" y="12307"/>
                </a:lnTo>
                <a:cubicBezTo>
                  <a:pt x="9844" y="12562"/>
                  <a:pt x="10050" y="12764"/>
                  <a:pt x="10309" y="12764"/>
                </a:cubicBezTo>
                <a:lnTo>
                  <a:pt x="11291" y="12764"/>
                </a:lnTo>
                <a:cubicBezTo>
                  <a:pt x="11550" y="12764"/>
                  <a:pt x="11756" y="12562"/>
                  <a:pt x="11775" y="12307"/>
                </a:cubicBezTo>
                <a:lnTo>
                  <a:pt x="11781" y="12308"/>
                </a:lnTo>
                <a:lnTo>
                  <a:pt x="12272" y="6417"/>
                </a:lnTo>
                <a:lnTo>
                  <a:pt x="12266" y="6417"/>
                </a:lnTo>
                <a:cubicBezTo>
                  <a:pt x="12267" y="6405"/>
                  <a:pt x="12273" y="6394"/>
                  <a:pt x="12273" y="6382"/>
                </a:cubicBezTo>
                <a:cubicBezTo>
                  <a:pt x="12273" y="6111"/>
                  <a:pt x="12053" y="5891"/>
                  <a:pt x="11782" y="5891"/>
                </a:cubicBezTo>
                <a:moveTo>
                  <a:pt x="10800" y="13745"/>
                </a:moveTo>
                <a:cubicBezTo>
                  <a:pt x="10258" y="13745"/>
                  <a:pt x="9818" y="14186"/>
                  <a:pt x="9818" y="14727"/>
                </a:cubicBezTo>
                <a:cubicBezTo>
                  <a:pt x="9818" y="15269"/>
                  <a:pt x="10258" y="15709"/>
                  <a:pt x="10800" y="15709"/>
                </a:cubicBezTo>
                <a:cubicBezTo>
                  <a:pt x="11342" y="15709"/>
                  <a:pt x="11782" y="15269"/>
                  <a:pt x="11782" y="14727"/>
                </a:cubicBezTo>
                <a:cubicBezTo>
                  <a:pt x="11782" y="14186"/>
                  <a:pt x="11342" y="13745"/>
                  <a:pt x="10800" y="13745"/>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92" name="Google Shape;892;p24"/>
          <p:cNvSpPr/>
          <p:nvPr/>
        </p:nvSpPr>
        <p:spPr>
          <a:xfrm>
            <a:off x="3037466" y="3670270"/>
            <a:ext cx="279328" cy="228541"/>
          </a:xfrm>
          <a:custGeom>
            <a:rect b="b" l="l" r="r" t="t"/>
            <a:pathLst>
              <a:path extrusionOk="0" h="21600" w="21600">
                <a:moveTo>
                  <a:pt x="2455" y="15600"/>
                </a:moveTo>
                <a:lnTo>
                  <a:pt x="982" y="15600"/>
                </a:lnTo>
                <a:lnTo>
                  <a:pt x="982" y="1200"/>
                </a:lnTo>
                <a:lnTo>
                  <a:pt x="16691" y="1200"/>
                </a:lnTo>
                <a:lnTo>
                  <a:pt x="16691" y="3000"/>
                </a:lnTo>
                <a:cubicBezTo>
                  <a:pt x="16691" y="3332"/>
                  <a:pt x="16911" y="3600"/>
                  <a:pt x="17182" y="3600"/>
                </a:cubicBezTo>
                <a:cubicBezTo>
                  <a:pt x="17453" y="3600"/>
                  <a:pt x="17673" y="3332"/>
                  <a:pt x="17673" y="3000"/>
                </a:cubicBezTo>
                <a:lnTo>
                  <a:pt x="17673" y="1200"/>
                </a:lnTo>
                <a:cubicBezTo>
                  <a:pt x="17673" y="538"/>
                  <a:pt x="17233" y="0"/>
                  <a:pt x="16691" y="0"/>
                </a:cubicBezTo>
                <a:lnTo>
                  <a:pt x="982" y="0"/>
                </a:lnTo>
                <a:cubicBezTo>
                  <a:pt x="440" y="0"/>
                  <a:pt x="0" y="538"/>
                  <a:pt x="0" y="1200"/>
                </a:cubicBezTo>
                <a:lnTo>
                  <a:pt x="0" y="15600"/>
                </a:lnTo>
                <a:cubicBezTo>
                  <a:pt x="0" y="16262"/>
                  <a:pt x="440" y="16800"/>
                  <a:pt x="982" y="16800"/>
                </a:cubicBezTo>
                <a:lnTo>
                  <a:pt x="2455" y="16800"/>
                </a:lnTo>
                <a:cubicBezTo>
                  <a:pt x="2725" y="16800"/>
                  <a:pt x="2945" y="16532"/>
                  <a:pt x="2945" y="16200"/>
                </a:cubicBezTo>
                <a:cubicBezTo>
                  <a:pt x="2945" y="15869"/>
                  <a:pt x="2725" y="15600"/>
                  <a:pt x="2455" y="15600"/>
                </a:cubicBezTo>
                <a:moveTo>
                  <a:pt x="20618" y="20400"/>
                </a:moveTo>
                <a:lnTo>
                  <a:pt x="4909" y="20400"/>
                </a:lnTo>
                <a:lnTo>
                  <a:pt x="4909" y="6000"/>
                </a:lnTo>
                <a:lnTo>
                  <a:pt x="20618" y="6000"/>
                </a:lnTo>
                <a:cubicBezTo>
                  <a:pt x="20618" y="6000"/>
                  <a:pt x="20618" y="20400"/>
                  <a:pt x="20618" y="20400"/>
                </a:cubicBezTo>
                <a:close/>
                <a:moveTo>
                  <a:pt x="20618" y="4800"/>
                </a:moveTo>
                <a:lnTo>
                  <a:pt x="4909" y="4800"/>
                </a:lnTo>
                <a:cubicBezTo>
                  <a:pt x="4367" y="4800"/>
                  <a:pt x="3927" y="5338"/>
                  <a:pt x="3927" y="6000"/>
                </a:cubicBezTo>
                <a:lnTo>
                  <a:pt x="3927" y="20400"/>
                </a:lnTo>
                <a:cubicBezTo>
                  <a:pt x="3927" y="21062"/>
                  <a:pt x="4367" y="21600"/>
                  <a:pt x="4909" y="21600"/>
                </a:cubicBezTo>
                <a:lnTo>
                  <a:pt x="20618" y="21600"/>
                </a:lnTo>
                <a:cubicBezTo>
                  <a:pt x="21160" y="21600"/>
                  <a:pt x="21600" y="21062"/>
                  <a:pt x="21600" y="20400"/>
                </a:cubicBezTo>
                <a:lnTo>
                  <a:pt x="21600" y="6000"/>
                </a:lnTo>
                <a:cubicBezTo>
                  <a:pt x="21600" y="5338"/>
                  <a:pt x="21160" y="4800"/>
                  <a:pt x="20618" y="48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93" name="Google Shape;893;p24"/>
          <p:cNvSpPr/>
          <p:nvPr/>
        </p:nvSpPr>
        <p:spPr>
          <a:xfrm>
            <a:off x="3570727" y="3644877"/>
            <a:ext cx="279328" cy="279328"/>
          </a:xfrm>
          <a:custGeom>
            <a:rect b="b" l="l" r="r" t="t"/>
            <a:pathLst>
              <a:path extrusionOk="0" h="21600" w="21600">
                <a:moveTo>
                  <a:pt x="2455" y="13745"/>
                </a:moveTo>
                <a:cubicBezTo>
                  <a:pt x="2726" y="13745"/>
                  <a:pt x="2945" y="13526"/>
                  <a:pt x="2945" y="13255"/>
                </a:cubicBezTo>
                <a:cubicBezTo>
                  <a:pt x="2945" y="12984"/>
                  <a:pt x="2726" y="12764"/>
                  <a:pt x="2455" y="12764"/>
                </a:cubicBezTo>
                <a:lnTo>
                  <a:pt x="982" y="12764"/>
                </a:lnTo>
                <a:lnTo>
                  <a:pt x="982" y="982"/>
                </a:lnTo>
                <a:lnTo>
                  <a:pt x="16691" y="982"/>
                </a:lnTo>
                <a:lnTo>
                  <a:pt x="16691" y="2455"/>
                </a:lnTo>
                <a:cubicBezTo>
                  <a:pt x="16691" y="2726"/>
                  <a:pt x="16910" y="2945"/>
                  <a:pt x="17182" y="2945"/>
                </a:cubicBezTo>
                <a:cubicBezTo>
                  <a:pt x="17453" y="2945"/>
                  <a:pt x="17673" y="2726"/>
                  <a:pt x="17673" y="2455"/>
                </a:cubicBezTo>
                <a:lnTo>
                  <a:pt x="17673" y="982"/>
                </a:lnTo>
                <a:cubicBezTo>
                  <a:pt x="17673" y="440"/>
                  <a:pt x="17233" y="0"/>
                  <a:pt x="16691" y="0"/>
                </a:cubicBezTo>
                <a:lnTo>
                  <a:pt x="982" y="0"/>
                </a:lnTo>
                <a:cubicBezTo>
                  <a:pt x="440" y="0"/>
                  <a:pt x="0" y="440"/>
                  <a:pt x="0" y="982"/>
                </a:cubicBezTo>
                <a:lnTo>
                  <a:pt x="0" y="16691"/>
                </a:lnTo>
                <a:cubicBezTo>
                  <a:pt x="0" y="17233"/>
                  <a:pt x="440" y="17673"/>
                  <a:pt x="982" y="17673"/>
                </a:cubicBezTo>
                <a:lnTo>
                  <a:pt x="2455" y="17673"/>
                </a:lnTo>
                <a:cubicBezTo>
                  <a:pt x="2726" y="17673"/>
                  <a:pt x="2945" y="17453"/>
                  <a:pt x="2945" y="17182"/>
                </a:cubicBezTo>
                <a:cubicBezTo>
                  <a:pt x="2945" y="16911"/>
                  <a:pt x="2726" y="16691"/>
                  <a:pt x="2455" y="16691"/>
                </a:cubicBezTo>
                <a:lnTo>
                  <a:pt x="982" y="16691"/>
                </a:lnTo>
                <a:lnTo>
                  <a:pt x="982" y="13745"/>
                </a:lnTo>
                <a:cubicBezTo>
                  <a:pt x="982" y="13745"/>
                  <a:pt x="2455" y="13745"/>
                  <a:pt x="2455" y="13745"/>
                </a:cubicBezTo>
                <a:close/>
                <a:moveTo>
                  <a:pt x="20618" y="16691"/>
                </a:moveTo>
                <a:lnTo>
                  <a:pt x="4909" y="16691"/>
                </a:lnTo>
                <a:lnTo>
                  <a:pt x="4909" y="4909"/>
                </a:lnTo>
                <a:lnTo>
                  <a:pt x="20618" y="4909"/>
                </a:lnTo>
                <a:cubicBezTo>
                  <a:pt x="20618" y="4909"/>
                  <a:pt x="20618" y="16691"/>
                  <a:pt x="20618" y="16691"/>
                </a:cubicBezTo>
                <a:close/>
                <a:moveTo>
                  <a:pt x="20618" y="20618"/>
                </a:moveTo>
                <a:lnTo>
                  <a:pt x="4909" y="20618"/>
                </a:lnTo>
                <a:lnTo>
                  <a:pt x="4909" y="17673"/>
                </a:lnTo>
                <a:lnTo>
                  <a:pt x="20618" y="17673"/>
                </a:lnTo>
                <a:cubicBezTo>
                  <a:pt x="20618" y="17673"/>
                  <a:pt x="20618" y="20618"/>
                  <a:pt x="20618" y="20618"/>
                </a:cubicBezTo>
                <a:close/>
                <a:moveTo>
                  <a:pt x="20618" y="3927"/>
                </a:moveTo>
                <a:lnTo>
                  <a:pt x="4909" y="3927"/>
                </a:lnTo>
                <a:cubicBezTo>
                  <a:pt x="4367" y="3927"/>
                  <a:pt x="3927" y="4367"/>
                  <a:pt x="3927" y="4909"/>
                </a:cubicBezTo>
                <a:lnTo>
                  <a:pt x="3927" y="20618"/>
                </a:lnTo>
                <a:cubicBezTo>
                  <a:pt x="3927" y="21160"/>
                  <a:pt x="4367" y="21600"/>
                  <a:pt x="4909" y="21600"/>
                </a:cubicBezTo>
                <a:lnTo>
                  <a:pt x="20618" y="21600"/>
                </a:lnTo>
                <a:cubicBezTo>
                  <a:pt x="21160" y="21600"/>
                  <a:pt x="21600" y="21160"/>
                  <a:pt x="21600" y="20618"/>
                </a:cubicBezTo>
                <a:lnTo>
                  <a:pt x="21600" y="4909"/>
                </a:lnTo>
                <a:cubicBezTo>
                  <a:pt x="21600" y="4367"/>
                  <a:pt x="21160" y="3927"/>
                  <a:pt x="20618" y="3927"/>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94" name="Google Shape;894;p24"/>
          <p:cNvSpPr/>
          <p:nvPr/>
        </p:nvSpPr>
        <p:spPr>
          <a:xfrm>
            <a:off x="4103988" y="3670270"/>
            <a:ext cx="279328" cy="228541"/>
          </a:xfrm>
          <a:custGeom>
            <a:rect b="b" l="l" r="r" t="t"/>
            <a:pathLst>
              <a:path extrusionOk="0" h="21600" w="21600">
                <a:moveTo>
                  <a:pt x="2455" y="3600"/>
                </a:moveTo>
                <a:lnTo>
                  <a:pt x="19145" y="3600"/>
                </a:lnTo>
                <a:cubicBezTo>
                  <a:pt x="19417" y="3600"/>
                  <a:pt x="19636" y="3332"/>
                  <a:pt x="19636" y="3000"/>
                </a:cubicBezTo>
                <a:cubicBezTo>
                  <a:pt x="19636" y="2669"/>
                  <a:pt x="19417" y="2400"/>
                  <a:pt x="19145" y="2400"/>
                </a:cubicBezTo>
                <a:lnTo>
                  <a:pt x="2455" y="2400"/>
                </a:lnTo>
                <a:cubicBezTo>
                  <a:pt x="2183" y="2400"/>
                  <a:pt x="1964" y="2669"/>
                  <a:pt x="1964" y="3000"/>
                </a:cubicBezTo>
                <a:cubicBezTo>
                  <a:pt x="1964" y="3332"/>
                  <a:pt x="2183" y="3600"/>
                  <a:pt x="2455" y="3600"/>
                </a:cubicBezTo>
                <a:moveTo>
                  <a:pt x="20618" y="20400"/>
                </a:moveTo>
                <a:lnTo>
                  <a:pt x="982" y="20400"/>
                </a:lnTo>
                <a:lnTo>
                  <a:pt x="982" y="6000"/>
                </a:lnTo>
                <a:lnTo>
                  <a:pt x="20618" y="6000"/>
                </a:lnTo>
                <a:cubicBezTo>
                  <a:pt x="20618" y="6000"/>
                  <a:pt x="20618" y="20400"/>
                  <a:pt x="20618" y="20400"/>
                </a:cubicBezTo>
                <a:close/>
                <a:moveTo>
                  <a:pt x="20618" y="4800"/>
                </a:moveTo>
                <a:lnTo>
                  <a:pt x="982" y="4800"/>
                </a:lnTo>
                <a:cubicBezTo>
                  <a:pt x="439" y="4800"/>
                  <a:pt x="0" y="5338"/>
                  <a:pt x="0" y="6000"/>
                </a:cubicBezTo>
                <a:lnTo>
                  <a:pt x="0" y="20400"/>
                </a:lnTo>
                <a:cubicBezTo>
                  <a:pt x="0" y="21062"/>
                  <a:pt x="439" y="21600"/>
                  <a:pt x="982" y="21600"/>
                </a:cubicBezTo>
                <a:lnTo>
                  <a:pt x="20618" y="21600"/>
                </a:lnTo>
                <a:cubicBezTo>
                  <a:pt x="21160" y="21600"/>
                  <a:pt x="21600" y="21062"/>
                  <a:pt x="21600" y="20400"/>
                </a:cubicBezTo>
                <a:lnTo>
                  <a:pt x="21600" y="6000"/>
                </a:lnTo>
                <a:cubicBezTo>
                  <a:pt x="21600" y="5338"/>
                  <a:pt x="21160" y="4800"/>
                  <a:pt x="20618" y="4800"/>
                </a:cubicBezTo>
                <a:moveTo>
                  <a:pt x="4418" y="1200"/>
                </a:moveTo>
                <a:lnTo>
                  <a:pt x="17182" y="1200"/>
                </a:lnTo>
                <a:cubicBezTo>
                  <a:pt x="17453" y="1200"/>
                  <a:pt x="17673" y="932"/>
                  <a:pt x="17673" y="600"/>
                </a:cubicBezTo>
                <a:cubicBezTo>
                  <a:pt x="17673" y="269"/>
                  <a:pt x="17453" y="0"/>
                  <a:pt x="17182" y="0"/>
                </a:cubicBezTo>
                <a:lnTo>
                  <a:pt x="4418" y="0"/>
                </a:lnTo>
                <a:cubicBezTo>
                  <a:pt x="4147" y="0"/>
                  <a:pt x="3927" y="269"/>
                  <a:pt x="3927" y="600"/>
                </a:cubicBezTo>
                <a:cubicBezTo>
                  <a:pt x="3927" y="932"/>
                  <a:pt x="4147" y="1200"/>
                  <a:pt x="4418" y="12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95" name="Google Shape;895;p24"/>
          <p:cNvSpPr/>
          <p:nvPr/>
        </p:nvSpPr>
        <p:spPr>
          <a:xfrm>
            <a:off x="4637249" y="3644877"/>
            <a:ext cx="279328" cy="279328"/>
          </a:xfrm>
          <a:custGeom>
            <a:rect b="b" l="l" r="r" t="t"/>
            <a:pathLst>
              <a:path extrusionOk="0" h="21600" w="21600">
                <a:moveTo>
                  <a:pt x="20618" y="19636"/>
                </a:moveTo>
                <a:cubicBezTo>
                  <a:pt x="20618" y="20179"/>
                  <a:pt x="20178" y="20619"/>
                  <a:pt x="19636" y="20619"/>
                </a:cubicBezTo>
                <a:lnTo>
                  <a:pt x="1964" y="20619"/>
                </a:lnTo>
                <a:cubicBezTo>
                  <a:pt x="1421" y="20619"/>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4294" y="17673"/>
                </a:moveTo>
                <a:lnTo>
                  <a:pt x="8376" y="10732"/>
                </a:lnTo>
                <a:lnTo>
                  <a:pt x="10838" y="14425"/>
                </a:lnTo>
                <a:cubicBezTo>
                  <a:pt x="10862" y="14484"/>
                  <a:pt x="10898" y="14536"/>
                  <a:pt x="10942" y="14581"/>
                </a:cubicBezTo>
                <a:lnTo>
                  <a:pt x="10944" y="14583"/>
                </a:lnTo>
                <a:cubicBezTo>
                  <a:pt x="11033" y="14673"/>
                  <a:pt x="11155" y="14727"/>
                  <a:pt x="11291" y="14727"/>
                </a:cubicBezTo>
                <a:cubicBezTo>
                  <a:pt x="11427" y="14727"/>
                  <a:pt x="11549" y="14673"/>
                  <a:pt x="11638" y="14583"/>
                </a:cubicBezTo>
                <a:lnTo>
                  <a:pt x="13686" y="12536"/>
                </a:lnTo>
                <a:lnTo>
                  <a:pt x="17242" y="17673"/>
                </a:lnTo>
                <a:cubicBezTo>
                  <a:pt x="17242" y="17673"/>
                  <a:pt x="4294" y="17673"/>
                  <a:pt x="4294" y="17673"/>
                </a:cubicBezTo>
                <a:close/>
                <a:moveTo>
                  <a:pt x="18620" y="17982"/>
                </a:moveTo>
                <a:lnTo>
                  <a:pt x="18617" y="17978"/>
                </a:lnTo>
                <a:cubicBezTo>
                  <a:pt x="18590" y="17913"/>
                  <a:pt x="18551" y="17858"/>
                  <a:pt x="18501" y="17810"/>
                </a:cubicBezTo>
                <a:lnTo>
                  <a:pt x="14201" y="11600"/>
                </a:lnTo>
                <a:lnTo>
                  <a:pt x="14200" y="11601"/>
                </a:lnTo>
                <a:cubicBezTo>
                  <a:pt x="14127" y="11420"/>
                  <a:pt x="13952" y="11291"/>
                  <a:pt x="13745" y="11291"/>
                </a:cubicBezTo>
                <a:cubicBezTo>
                  <a:pt x="13610" y="11291"/>
                  <a:pt x="13488" y="11346"/>
                  <a:pt x="13398" y="11435"/>
                </a:cubicBezTo>
                <a:lnTo>
                  <a:pt x="11360" y="13473"/>
                </a:lnTo>
                <a:lnTo>
                  <a:pt x="8798" y="9630"/>
                </a:lnTo>
                <a:cubicBezTo>
                  <a:pt x="8724" y="9453"/>
                  <a:pt x="8550" y="9327"/>
                  <a:pt x="8345" y="9327"/>
                </a:cubicBezTo>
                <a:cubicBezTo>
                  <a:pt x="8175" y="9327"/>
                  <a:pt x="8033" y="9420"/>
                  <a:pt x="7945" y="9551"/>
                </a:cubicBezTo>
                <a:lnTo>
                  <a:pt x="7937" y="9546"/>
                </a:lnTo>
                <a:lnTo>
                  <a:pt x="3028" y="17891"/>
                </a:lnTo>
                <a:lnTo>
                  <a:pt x="3036" y="17897"/>
                </a:lnTo>
                <a:cubicBezTo>
                  <a:pt x="2983" y="17974"/>
                  <a:pt x="2945" y="18063"/>
                  <a:pt x="2945" y="18164"/>
                </a:cubicBezTo>
                <a:cubicBezTo>
                  <a:pt x="2945" y="18435"/>
                  <a:pt x="3165" y="18655"/>
                  <a:pt x="3436" y="18655"/>
                </a:cubicBezTo>
                <a:lnTo>
                  <a:pt x="18164" y="18655"/>
                </a:lnTo>
                <a:cubicBezTo>
                  <a:pt x="18435" y="18655"/>
                  <a:pt x="18655" y="18435"/>
                  <a:pt x="18655" y="18164"/>
                </a:cubicBezTo>
                <a:cubicBezTo>
                  <a:pt x="18655" y="18099"/>
                  <a:pt x="18640" y="18039"/>
                  <a:pt x="18618" y="17983"/>
                </a:cubicBezTo>
                <a:cubicBezTo>
                  <a:pt x="18618" y="17983"/>
                  <a:pt x="18620" y="17982"/>
                  <a:pt x="18620" y="17982"/>
                </a:cubicBezTo>
                <a:close/>
                <a:moveTo>
                  <a:pt x="5400" y="3927"/>
                </a:moveTo>
                <a:cubicBezTo>
                  <a:pt x="6213" y="3927"/>
                  <a:pt x="6873" y="4587"/>
                  <a:pt x="6873" y="5400"/>
                </a:cubicBezTo>
                <a:cubicBezTo>
                  <a:pt x="6873" y="6214"/>
                  <a:pt x="6213" y="6873"/>
                  <a:pt x="5400" y="6873"/>
                </a:cubicBezTo>
                <a:cubicBezTo>
                  <a:pt x="4587" y="6873"/>
                  <a:pt x="3927" y="6214"/>
                  <a:pt x="3927" y="5400"/>
                </a:cubicBezTo>
                <a:cubicBezTo>
                  <a:pt x="3927" y="4587"/>
                  <a:pt x="4587" y="3927"/>
                  <a:pt x="5400" y="3927"/>
                </a:cubicBezTo>
                <a:moveTo>
                  <a:pt x="5400" y="7855"/>
                </a:moveTo>
                <a:cubicBezTo>
                  <a:pt x="6756" y="7855"/>
                  <a:pt x="7855" y="6756"/>
                  <a:pt x="7855" y="5400"/>
                </a:cubicBezTo>
                <a:cubicBezTo>
                  <a:pt x="7855" y="4045"/>
                  <a:pt x="6756" y="2945"/>
                  <a:pt x="5400" y="2945"/>
                </a:cubicBezTo>
                <a:cubicBezTo>
                  <a:pt x="4044" y="2945"/>
                  <a:pt x="2945" y="4045"/>
                  <a:pt x="2945" y="5400"/>
                </a:cubicBezTo>
                <a:cubicBezTo>
                  <a:pt x="2945" y="6756"/>
                  <a:pt x="4044" y="7855"/>
                  <a:pt x="5400" y="7855"/>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96" name="Google Shape;896;p24"/>
          <p:cNvSpPr/>
          <p:nvPr/>
        </p:nvSpPr>
        <p:spPr>
          <a:xfrm>
            <a:off x="5170510" y="3644877"/>
            <a:ext cx="279328" cy="279328"/>
          </a:xfrm>
          <a:custGeom>
            <a:rect b="b" l="l" r="r" t="t"/>
            <a:pathLst>
              <a:path extrusionOk="0" h="21600" w="21600">
                <a:moveTo>
                  <a:pt x="19636" y="0"/>
                </a:moveTo>
                <a:lnTo>
                  <a:pt x="5891" y="0"/>
                </a:lnTo>
                <a:cubicBezTo>
                  <a:pt x="4806" y="0"/>
                  <a:pt x="3927" y="879"/>
                  <a:pt x="3927" y="1964"/>
                </a:cubicBezTo>
                <a:lnTo>
                  <a:pt x="3927" y="2455"/>
                </a:lnTo>
                <a:cubicBezTo>
                  <a:pt x="3927" y="2726"/>
                  <a:pt x="4147" y="2945"/>
                  <a:pt x="4418" y="2945"/>
                </a:cubicBezTo>
                <a:cubicBezTo>
                  <a:pt x="4690"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2"/>
                  <a:pt x="20178" y="16691"/>
                  <a:pt x="19636" y="16691"/>
                </a:cubicBezTo>
                <a:lnTo>
                  <a:pt x="19145" y="16691"/>
                </a:lnTo>
                <a:cubicBezTo>
                  <a:pt x="18874" y="16691"/>
                  <a:pt x="18655" y="16911"/>
                  <a:pt x="18655" y="17182"/>
                </a:cubicBezTo>
                <a:cubicBezTo>
                  <a:pt x="18655" y="17453"/>
                  <a:pt x="18874" y="17673"/>
                  <a:pt x="19145" y="17673"/>
                </a:cubicBezTo>
                <a:lnTo>
                  <a:pt x="19636" y="17673"/>
                </a:lnTo>
                <a:cubicBezTo>
                  <a:pt x="20721" y="17673"/>
                  <a:pt x="21600" y="16794"/>
                  <a:pt x="21600" y="15709"/>
                </a:cubicBezTo>
                <a:lnTo>
                  <a:pt x="21600" y="1964"/>
                </a:lnTo>
                <a:cubicBezTo>
                  <a:pt x="21600" y="879"/>
                  <a:pt x="20721" y="0"/>
                  <a:pt x="19636" y="0"/>
                </a:cubicBezTo>
                <a:moveTo>
                  <a:pt x="4354" y="17673"/>
                </a:moveTo>
                <a:lnTo>
                  <a:pt x="7369" y="13149"/>
                </a:lnTo>
                <a:lnTo>
                  <a:pt x="8875" y="15407"/>
                </a:lnTo>
                <a:cubicBezTo>
                  <a:pt x="8949" y="15584"/>
                  <a:pt x="9123" y="15709"/>
                  <a:pt x="9327" y="15709"/>
                </a:cubicBezTo>
                <a:cubicBezTo>
                  <a:pt x="9463" y="15709"/>
                  <a:pt x="9586" y="15655"/>
                  <a:pt x="9674" y="15565"/>
                </a:cubicBezTo>
                <a:lnTo>
                  <a:pt x="11198" y="14042"/>
                </a:lnTo>
                <a:lnTo>
                  <a:pt x="13376" y="17673"/>
                </a:lnTo>
                <a:cubicBezTo>
                  <a:pt x="13376" y="17673"/>
                  <a:pt x="4354" y="17673"/>
                  <a:pt x="4354" y="17673"/>
                </a:cubicBezTo>
                <a:close/>
                <a:moveTo>
                  <a:pt x="14692" y="17982"/>
                </a:moveTo>
                <a:lnTo>
                  <a:pt x="14690" y="17977"/>
                </a:lnTo>
                <a:cubicBezTo>
                  <a:pt x="14685" y="17967"/>
                  <a:pt x="14677" y="17959"/>
                  <a:pt x="14673" y="17949"/>
                </a:cubicBezTo>
                <a:lnTo>
                  <a:pt x="11747" y="13073"/>
                </a:lnTo>
                <a:lnTo>
                  <a:pt x="11745" y="13073"/>
                </a:lnTo>
                <a:cubicBezTo>
                  <a:pt x="11673" y="12892"/>
                  <a:pt x="11498" y="12764"/>
                  <a:pt x="11291" y="12764"/>
                </a:cubicBezTo>
                <a:cubicBezTo>
                  <a:pt x="11155" y="12764"/>
                  <a:pt x="11033" y="12819"/>
                  <a:pt x="10944" y="12908"/>
                </a:cubicBezTo>
                <a:lnTo>
                  <a:pt x="9397" y="14454"/>
                </a:lnTo>
                <a:lnTo>
                  <a:pt x="7816" y="12084"/>
                </a:lnTo>
                <a:cubicBezTo>
                  <a:pt x="7742" y="11907"/>
                  <a:pt x="7568" y="11782"/>
                  <a:pt x="7364" y="11782"/>
                </a:cubicBezTo>
                <a:cubicBezTo>
                  <a:pt x="7193" y="11782"/>
                  <a:pt x="7051" y="11874"/>
                  <a:pt x="6963" y="12006"/>
                </a:cubicBezTo>
                <a:lnTo>
                  <a:pt x="6955" y="12000"/>
                </a:lnTo>
                <a:lnTo>
                  <a:pt x="3028" y="17891"/>
                </a:lnTo>
                <a:lnTo>
                  <a:pt x="3036" y="17897"/>
                </a:lnTo>
                <a:cubicBezTo>
                  <a:pt x="2983" y="17974"/>
                  <a:pt x="2945" y="18063"/>
                  <a:pt x="2945" y="18164"/>
                </a:cubicBezTo>
                <a:cubicBezTo>
                  <a:pt x="2945" y="18435"/>
                  <a:pt x="3165" y="18655"/>
                  <a:pt x="3436" y="18655"/>
                </a:cubicBezTo>
                <a:lnTo>
                  <a:pt x="14236" y="18655"/>
                </a:lnTo>
                <a:cubicBezTo>
                  <a:pt x="14508" y="18655"/>
                  <a:pt x="14727" y="18435"/>
                  <a:pt x="14727" y="18164"/>
                </a:cubicBezTo>
                <a:cubicBezTo>
                  <a:pt x="14727" y="18099"/>
                  <a:pt x="14713" y="18039"/>
                  <a:pt x="14691" y="17983"/>
                </a:cubicBezTo>
                <a:cubicBezTo>
                  <a:pt x="14691" y="17983"/>
                  <a:pt x="14692" y="17982"/>
                  <a:pt x="14692" y="17982"/>
                </a:cubicBezTo>
                <a:close/>
                <a:moveTo>
                  <a:pt x="4909" y="7855"/>
                </a:moveTo>
                <a:cubicBezTo>
                  <a:pt x="5451" y="7855"/>
                  <a:pt x="5891" y="8295"/>
                  <a:pt x="5891" y="8836"/>
                </a:cubicBezTo>
                <a:cubicBezTo>
                  <a:pt x="5891" y="9379"/>
                  <a:pt x="5451" y="9818"/>
                  <a:pt x="4909" y="9818"/>
                </a:cubicBezTo>
                <a:cubicBezTo>
                  <a:pt x="4367" y="9818"/>
                  <a:pt x="3927" y="9379"/>
                  <a:pt x="3927" y="8836"/>
                </a:cubicBezTo>
                <a:cubicBezTo>
                  <a:pt x="3927" y="8295"/>
                  <a:pt x="4367" y="7855"/>
                  <a:pt x="4909" y="7855"/>
                </a:cubicBezTo>
                <a:moveTo>
                  <a:pt x="4909" y="10800"/>
                </a:moveTo>
                <a:cubicBezTo>
                  <a:pt x="5994" y="10800"/>
                  <a:pt x="6873" y="9921"/>
                  <a:pt x="6873" y="8836"/>
                </a:cubicBezTo>
                <a:cubicBezTo>
                  <a:pt x="6873" y="7752"/>
                  <a:pt x="5994" y="6873"/>
                  <a:pt x="4909" y="6873"/>
                </a:cubicBezTo>
                <a:cubicBezTo>
                  <a:pt x="3825" y="6873"/>
                  <a:pt x="2945" y="7752"/>
                  <a:pt x="2945" y="8836"/>
                </a:cubicBezTo>
                <a:cubicBezTo>
                  <a:pt x="2945" y="9921"/>
                  <a:pt x="3825" y="10800"/>
                  <a:pt x="4909" y="10800"/>
                </a:cubicBezTo>
                <a:moveTo>
                  <a:pt x="16691" y="19636"/>
                </a:moveTo>
                <a:cubicBezTo>
                  <a:pt x="16691" y="20179"/>
                  <a:pt x="16251" y="20619"/>
                  <a:pt x="15709" y="20619"/>
                </a:cubicBezTo>
                <a:lnTo>
                  <a:pt x="1964" y="20619"/>
                </a:lnTo>
                <a:cubicBezTo>
                  <a:pt x="1422" y="20619"/>
                  <a:pt x="982" y="20179"/>
                  <a:pt x="982" y="19636"/>
                </a:cubicBezTo>
                <a:lnTo>
                  <a:pt x="982" y="5891"/>
                </a:lnTo>
                <a:cubicBezTo>
                  <a:pt x="982" y="5349"/>
                  <a:pt x="1422" y="4909"/>
                  <a:pt x="1964" y="4909"/>
                </a:cubicBezTo>
                <a:lnTo>
                  <a:pt x="15709" y="4909"/>
                </a:lnTo>
                <a:cubicBezTo>
                  <a:pt x="16251" y="4909"/>
                  <a:pt x="16691" y="5349"/>
                  <a:pt x="16691" y="5891"/>
                </a:cubicBezTo>
                <a:cubicBezTo>
                  <a:pt x="16691" y="5891"/>
                  <a:pt x="16691" y="19636"/>
                  <a:pt x="16691" y="19636"/>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97" name="Google Shape;897;p24"/>
          <p:cNvSpPr/>
          <p:nvPr/>
        </p:nvSpPr>
        <p:spPr>
          <a:xfrm>
            <a:off x="5703771" y="3644877"/>
            <a:ext cx="279328" cy="279328"/>
          </a:xfrm>
          <a:custGeom>
            <a:rect b="b" l="l" r="r" t="t"/>
            <a:pathLst>
              <a:path extrusionOk="0" h="21600" w="21600">
                <a:moveTo>
                  <a:pt x="9818" y="10800"/>
                </a:moveTo>
                <a:lnTo>
                  <a:pt x="11782" y="10800"/>
                </a:lnTo>
                <a:lnTo>
                  <a:pt x="11782" y="12764"/>
                </a:lnTo>
                <a:lnTo>
                  <a:pt x="9818" y="12764"/>
                </a:lnTo>
                <a:cubicBezTo>
                  <a:pt x="9818" y="12764"/>
                  <a:pt x="9818" y="10800"/>
                  <a:pt x="9818" y="10800"/>
                </a:cubicBezTo>
                <a:close/>
                <a:moveTo>
                  <a:pt x="9327" y="13745"/>
                </a:moveTo>
                <a:lnTo>
                  <a:pt x="12273" y="13745"/>
                </a:lnTo>
                <a:cubicBezTo>
                  <a:pt x="12544" y="13745"/>
                  <a:pt x="12764" y="13526"/>
                  <a:pt x="12764" y="13255"/>
                </a:cubicBezTo>
                <a:lnTo>
                  <a:pt x="12764" y="10309"/>
                </a:lnTo>
                <a:cubicBezTo>
                  <a:pt x="12764" y="10038"/>
                  <a:pt x="12544" y="9818"/>
                  <a:pt x="12273" y="9818"/>
                </a:cubicBezTo>
                <a:lnTo>
                  <a:pt x="9327" y="9818"/>
                </a:lnTo>
                <a:cubicBezTo>
                  <a:pt x="9056" y="9818"/>
                  <a:pt x="8836" y="10038"/>
                  <a:pt x="8836" y="10309"/>
                </a:cubicBezTo>
                <a:lnTo>
                  <a:pt x="8836" y="13255"/>
                </a:lnTo>
                <a:cubicBezTo>
                  <a:pt x="8836" y="13526"/>
                  <a:pt x="9056" y="13745"/>
                  <a:pt x="9327" y="13745"/>
                </a:cubicBezTo>
                <a:moveTo>
                  <a:pt x="14727" y="15709"/>
                </a:moveTo>
                <a:lnTo>
                  <a:pt x="16691" y="15709"/>
                </a:lnTo>
                <a:lnTo>
                  <a:pt x="16691" y="17673"/>
                </a:lnTo>
                <a:lnTo>
                  <a:pt x="14727" y="17673"/>
                </a:lnTo>
                <a:cubicBezTo>
                  <a:pt x="14727" y="17673"/>
                  <a:pt x="14727" y="15709"/>
                  <a:pt x="14727" y="15709"/>
                </a:cubicBezTo>
                <a:close/>
                <a:moveTo>
                  <a:pt x="14236" y="18655"/>
                </a:moveTo>
                <a:lnTo>
                  <a:pt x="17182" y="18655"/>
                </a:lnTo>
                <a:cubicBezTo>
                  <a:pt x="17453" y="18655"/>
                  <a:pt x="17673" y="18435"/>
                  <a:pt x="17673" y="18164"/>
                </a:cubicBezTo>
                <a:lnTo>
                  <a:pt x="17673" y="15218"/>
                </a:lnTo>
                <a:cubicBezTo>
                  <a:pt x="17673" y="14947"/>
                  <a:pt x="17453" y="14727"/>
                  <a:pt x="17182" y="14727"/>
                </a:cubicBezTo>
                <a:lnTo>
                  <a:pt x="14236" y="14727"/>
                </a:lnTo>
                <a:cubicBezTo>
                  <a:pt x="13965" y="14727"/>
                  <a:pt x="13745" y="14947"/>
                  <a:pt x="13745" y="15218"/>
                </a:cubicBezTo>
                <a:lnTo>
                  <a:pt x="13745" y="18164"/>
                </a:lnTo>
                <a:cubicBezTo>
                  <a:pt x="13745" y="18435"/>
                  <a:pt x="13965" y="18655"/>
                  <a:pt x="14236" y="18655"/>
                </a:cubicBezTo>
                <a:moveTo>
                  <a:pt x="9818" y="5891"/>
                </a:moveTo>
                <a:lnTo>
                  <a:pt x="11782" y="5891"/>
                </a:lnTo>
                <a:lnTo>
                  <a:pt x="11782" y="7855"/>
                </a:lnTo>
                <a:lnTo>
                  <a:pt x="9818" y="7855"/>
                </a:lnTo>
                <a:cubicBezTo>
                  <a:pt x="9818" y="7855"/>
                  <a:pt x="9818" y="5891"/>
                  <a:pt x="9818" y="5891"/>
                </a:cubicBezTo>
                <a:close/>
                <a:moveTo>
                  <a:pt x="9327" y="8836"/>
                </a:moveTo>
                <a:lnTo>
                  <a:pt x="12273" y="8836"/>
                </a:lnTo>
                <a:cubicBezTo>
                  <a:pt x="12544" y="8836"/>
                  <a:pt x="12764" y="8617"/>
                  <a:pt x="12764" y="8345"/>
                </a:cubicBezTo>
                <a:lnTo>
                  <a:pt x="12764" y="5400"/>
                </a:lnTo>
                <a:cubicBezTo>
                  <a:pt x="12764" y="5129"/>
                  <a:pt x="12544" y="4909"/>
                  <a:pt x="12273" y="4909"/>
                </a:cubicBezTo>
                <a:lnTo>
                  <a:pt x="9327" y="4909"/>
                </a:lnTo>
                <a:cubicBezTo>
                  <a:pt x="9056" y="4909"/>
                  <a:pt x="8836" y="5129"/>
                  <a:pt x="8836" y="5400"/>
                </a:cubicBezTo>
                <a:lnTo>
                  <a:pt x="8836" y="8345"/>
                </a:lnTo>
                <a:cubicBezTo>
                  <a:pt x="8836" y="8617"/>
                  <a:pt x="9056" y="8836"/>
                  <a:pt x="9327" y="8836"/>
                </a:cubicBezTo>
                <a:moveTo>
                  <a:pt x="4909" y="15709"/>
                </a:moveTo>
                <a:lnTo>
                  <a:pt x="6873" y="15709"/>
                </a:lnTo>
                <a:lnTo>
                  <a:pt x="6873" y="17673"/>
                </a:lnTo>
                <a:lnTo>
                  <a:pt x="4909" y="17673"/>
                </a:lnTo>
                <a:cubicBezTo>
                  <a:pt x="4909" y="17673"/>
                  <a:pt x="4909" y="15709"/>
                  <a:pt x="4909" y="15709"/>
                </a:cubicBezTo>
                <a:close/>
                <a:moveTo>
                  <a:pt x="4418" y="18655"/>
                </a:moveTo>
                <a:lnTo>
                  <a:pt x="7364" y="18655"/>
                </a:lnTo>
                <a:cubicBezTo>
                  <a:pt x="7635" y="18655"/>
                  <a:pt x="7855" y="18435"/>
                  <a:pt x="7855" y="18164"/>
                </a:cubicBezTo>
                <a:lnTo>
                  <a:pt x="7855" y="15218"/>
                </a:lnTo>
                <a:cubicBezTo>
                  <a:pt x="7855" y="14947"/>
                  <a:pt x="7635" y="14727"/>
                  <a:pt x="7364" y="14727"/>
                </a:cubicBezTo>
                <a:lnTo>
                  <a:pt x="4418" y="14727"/>
                </a:lnTo>
                <a:cubicBezTo>
                  <a:pt x="4147" y="14727"/>
                  <a:pt x="3927" y="14947"/>
                  <a:pt x="3927" y="15218"/>
                </a:cubicBezTo>
                <a:lnTo>
                  <a:pt x="3927" y="18164"/>
                </a:lnTo>
                <a:cubicBezTo>
                  <a:pt x="3927" y="18435"/>
                  <a:pt x="4147" y="18655"/>
                  <a:pt x="4418" y="18655"/>
                </a:cubicBezTo>
                <a:moveTo>
                  <a:pt x="14727" y="10800"/>
                </a:moveTo>
                <a:lnTo>
                  <a:pt x="16691" y="10800"/>
                </a:lnTo>
                <a:lnTo>
                  <a:pt x="16691" y="12764"/>
                </a:lnTo>
                <a:lnTo>
                  <a:pt x="14727" y="12764"/>
                </a:lnTo>
                <a:cubicBezTo>
                  <a:pt x="14727" y="12764"/>
                  <a:pt x="14727" y="10800"/>
                  <a:pt x="14727" y="10800"/>
                </a:cubicBezTo>
                <a:close/>
                <a:moveTo>
                  <a:pt x="14236" y="13745"/>
                </a:moveTo>
                <a:lnTo>
                  <a:pt x="17182" y="13745"/>
                </a:lnTo>
                <a:cubicBezTo>
                  <a:pt x="17453" y="13745"/>
                  <a:pt x="17673" y="13526"/>
                  <a:pt x="17673" y="13255"/>
                </a:cubicBezTo>
                <a:lnTo>
                  <a:pt x="17673" y="10309"/>
                </a:lnTo>
                <a:cubicBezTo>
                  <a:pt x="17673" y="10038"/>
                  <a:pt x="17453" y="9818"/>
                  <a:pt x="17182" y="9818"/>
                </a:cubicBezTo>
                <a:lnTo>
                  <a:pt x="14236" y="9818"/>
                </a:lnTo>
                <a:cubicBezTo>
                  <a:pt x="13965" y="9818"/>
                  <a:pt x="13745" y="10038"/>
                  <a:pt x="13745" y="10309"/>
                </a:cubicBezTo>
                <a:lnTo>
                  <a:pt x="13745" y="13255"/>
                </a:lnTo>
                <a:cubicBezTo>
                  <a:pt x="13745" y="13526"/>
                  <a:pt x="13965" y="13745"/>
                  <a:pt x="14236" y="13745"/>
                </a:cubicBezTo>
                <a:moveTo>
                  <a:pt x="4909" y="10800"/>
                </a:moveTo>
                <a:lnTo>
                  <a:pt x="6873" y="10800"/>
                </a:lnTo>
                <a:lnTo>
                  <a:pt x="6873" y="12764"/>
                </a:lnTo>
                <a:lnTo>
                  <a:pt x="4909" y="12764"/>
                </a:lnTo>
                <a:cubicBezTo>
                  <a:pt x="4909" y="12764"/>
                  <a:pt x="4909" y="10800"/>
                  <a:pt x="4909" y="10800"/>
                </a:cubicBezTo>
                <a:close/>
                <a:moveTo>
                  <a:pt x="4418" y="13745"/>
                </a:moveTo>
                <a:lnTo>
                  <a:pt x="7364" y="13745"/>
                </a:lnTo>
                <a:cubicBezTo>
                  <a:pt x="7635" y="13745"/>
                  <a:pt x="7855" y="13526"/>
                  <a:pt x="7855" y="13255"/>
                </a:cubicBezTo>
                <a:lnTo>
                  <a:pt x="7855" y="10309"/>
                </a:lnTo>
                <a:cubicBezTo>
                  <a:pt x="7855" y="10038"/>
                  <a:pt x="7635" y="9818"/>
                  <a:pt x="7364" y="9818"/>
                </a:cubicBezTo>
                <a:lnTo>
                  <a:pt x="4418" y="9818"/>
                </a:lnTo>
                <a:cubicBezTo>
                  <a:pt x="4147" y="9818"/>
                  <a:pt x="3927" y="10038"/>
                  <a:pt x="3927" y="10309"/>
                </a:cubicBezTo>
                <a:lnTo>
                  <a:pt x="3927" y="13255"/>
                </a:lnTo>
                <a:cubicBezTo>
                  <a:pt x="3927" y="13526"/>
                  <a:pt x="4147" y="13745"/>
                  <a:pt x="4418" y="13745"/>
                </a:cubicBezTo>
                <a:moveTo>
                  <a:pt x="4909" y="5891"/>
                </a:moveTo>
                <a:lnTo>
                  <a:pt x="6873" y="5891"/>
                </a:lnTo>
                <a:lnTo>
                  <a:pt x="6873" y="7855"/>
                </a:lnTo>
                <a:lnTo>
                  <a:pt x="4909" y="7855"/>
                </a:lnTo>
                <a:cubicBezTo>
                  <a:pt x="4909" y="7855"/>
                  <a:pt x="4909" y="5891"/>
                  <a:pt x="4909" y="5891"/>
                </a:cubicBezTo>
                <a:close/>
                <a:moveTo>
                  <a:pt x="4418" y="8836"/>
                </a:moveTo>
                <a:lnTo>
                  <a:pt x="7364" y="8836"/>
                </a:lnTo>
                <a:cubicBezTo>
                  <a:pt x="7635" y="8836"/>
                  <a:pt x="7855" y="8617"/>
                  <a:pt x="7855" y="8345"/>
                </a:cubicBezTo>
                <a:lnTo>
                  <a:pt x="7855" y="5400"/>
                </a:lnTo>
                <a:cubicBezTo>
                  <a:pt x="7855" y="5129"/>
                  <a:pt x="7635" y="4909"/>
                  <a:pt x="7364" y="4909"/>
                </a:cubicBezTo>
                <a:lnTo>
                  <a:pt x="4418" y="4909"/>
                </a:lnTo>
                <a:cubicBezTo>
                  <a:pt x="4147" y="4909"/>
                  <a:pt x="3927" y="5129"/>
                  <a:pt x="3927" y="5400"/>
                </a:cubicBezTo>
                <a:lnTo>
                  <a:pt x="3927" y="8345"/>
                </a:lnTo>
                <a:cubicBezTo>
                  <a:pt x="3927" y="8617"/>
                  <a:pt x="4147" y="8836"/>
                  <a:pt x="4418" y="8836"/>
                </a:cubicBezTo>
                <a:moveTo>
                  <a:pt x="14727" y="5891"/>
                </a:moveTo>
                <a:lnTo>
                  <a:pt x="16691" y="5891"/>
                </a:lnTo>
                <a:lnTo>
                  <a:pt x="16691" y="7855"/>
                </a:lnTo>
                <a:lnTo>
                  <a:pt x="14727" y="7855"/>
                </a:lnTo>
                <a:cubicBezTo>
                  <a:pt x="14727" y="7855"/>
                  <a:pt x="14727" y="5891"/>
                  <a:pt x="14727" y="5891"/>
                </a:cubicBezTo>
                <a:close/>
                <a:moveTo>
                  <a:pt x="14236" y="8836"/>
                </a:moveTo>
                <a:lnTo>
                  <a:pt x="17182" y="8836"/>
                </a:lnTo>
                <a:cubicBezTo>
                  <a:pt x="17453" y="8836"/>
                  <a:pt x="17673" y="8617"/>
                  <a:pt x="17673" y="8345"/>
                </a:cubicBezTo>
                <a:lnTo>
                  <a:pt x="17673" y="5400"/>
                </a:lnTo>
                <a:cubicBezTo>
                  <a:pt x="17673" y="5129"/>
                  <a:pt x="17453" y="4909"/>
                  <a:pt x="17182" y="4909"/>
                </a:cubicBezTo>
                <a:lnTo>
                  <a:pt x="14236" y="4909"/>
                </a:lnTo>
                <a:cubicBezTo>
                  <a:pt x="13965" y="4909"/>
                  <a:pt x="13745" y="5129"/>
                  <a:pt x="13745" y="5400"/>
                </a:cubicBezTo>
                <a:lnTo>
                  <a:pt x="13745" y="8345"/>
                </a:lnTo>
                <a:cubicBezTo>
                  <a:pt x="13745" y="8617"/>
                  <a:pt x="13965" y="8836"/>
                  <a:pt x="14236" y="8836"/>
                </a:cubicBezTo>
                <a:moveTo>
                  <a:pt x="19636" y="1964"/>
                </a:moveTo>
                <a:lnTo>
                  <a:pt x="1964" y="1964"/>
                </a:lnTo>
                <a:lnTo>
                  <a:pt x="1964" y="982"/>
                </a:lnTo>
                <a:lnTo>
                  <a:pt x="19636" y="982"/>
                </a:lnTo>
                <a:cubicBezTo>
                  <a:pt x="19636" y="982"/>
                  <a:pt x="19636" y="1964"/>
                  <a:pt x="19636" y="1964"/>
                </a:cubicBezTo>
                <a:close/>
                <a:moveTo>
                  <a:pt x="19636" y="20618"/>
                </a:moveTo>
                <a:lnTo>
                  <a:pt x="12764" y="20618"/>
                </a:lnTo>
                <a:lnTo>
                  <a:pt x="12764" y="15218"/>
                </a:lnTo>
                <a:cubicBezTo>
                  <a:pt x="12764" y="14947"/>
                  <a:pt x="12544" y="14727"/>
                  <a:pt x="12273" y="14727"/>
                </a:cubicBezTo>
                <a:lnTo>
                  <a:pt x="9327" y="14727"/>
                </a:lnTo>
                <a:cubicBezTo>
                  <a:pt x="9056" y="14727"/>
                  <a:pt x="8836" y="14947"/>
                  <a:pt x="8836" y="15218"/>
                </a:cubicBezTo>
                <a:lnTo>
                  <a:pt x="8836" y="20618"/>
                </a:lnTo>
                <a:lnTo>
                  <a:pt x="1964" y="20618"/>
                </a:lnTo>
                <a:lnTo>
                  <a:pt x="1964" y="2945"/>
                </a:lnTo>
                <a:lnTo>
                  <a:pt x="19636" y="2945"/>
                </a:lnTo>
                <a:cubicBezTo>
                  <a:pt x="19636" y="2945"/>
                  <a:pt x="19636" y="20618"/>
                  <a:pt x="19636" y="20618"/>
                </a:cubicBezTo>
                <a:close/>
                <a:moveTo>
                  <a:pt x="11782" y="20618"/>
                </a:moveTo>
                <a:lnTo>
                  <a:pt x="9818" y="20618"/>
                </a:lnTo>
                <a:lnTo>
                  <a:pt x="9818" y="15709"/>
                </a:lnTo>
                <a:lnTo>
                  <a:pt x="11782" y="15709"/>
                </a:lnTo>
                <a:cubicBezTo>
                  <a:pt x="11782" y="15709"/>
                  <a:pt x="11782" y="20618"/>
                  <a:pt x="11782" y="20618"/>
                </a:cubicBezTo>
                <a:close/>
                <a:moveTo>
                  <a:pt x="21109" y="1964"/>
                </a:moveTo>
                <a:lnTo>
                  <a:pt x="20618" y="1964"/>
                </a:lnTo>
                <a:lnTo>
                  <a:pt x="20618" y="491"/>
                </a:lnTo>
                <a:cubicBezTo>
                  <a:pt x="20618" y="220"/>
                  <a:pt x="20399" y="0"/>
                  <a:pt x="20127" y="0"/>
                </a:cubicBezTo>
                <a:lnTo>
                  <a:pt x="1473" y="0"/>
                </a:lnTo>
                <a:cubicBezTo>
                  <a:pt x="1201" y="0"/>
                  <a:pt x="982" y="220"/>
                  <a:pt x="982" y="491"/>
                </a:cubicBezTo>
                <a:lnTo>
                  <a:pt x="982" y="1964"/>
                </a:lnTo>
                <a:lnTo>
                  <a:pt x="491" y="1964"/>
                </a:lnTo>
                <a:cubicBezTo>
                  <a:pt x="220" y="1964"/>
                  <a:pt x="0" y="2184"/>
                  <a:pt x="0" y="2455"/>
                </a:cubicBezTo>
                <a:cubicBezTo>
                  <a:pt x="0" y="2726"/>
                  <a:pt x="220" y="2945"/>
                  <a:pt x="491" y="2945"/>
                </a:cubicBezTo>
                <a:lnTo>
                  <a:pt x="982" y="2945"/>
                </a:lnTo>
                <a:lnTo>
                  <a:pt x="982" y="21109"/>
                </a:lnTo>
                <a:cubicBezTo>
                  <a:pt x="982" y="21381"/>
                  <a:pt x="1201" y="21600"/>
                  <a:pt x="1473" y="21600"/>
                </a:cubicBezTo>
                <a:lnTo>
                  <a:pt x="20127" y="21600"/>
                </a:lnTo>
                <a:cubicBezTo>
                  <a:pt x="20399" y="21600"/>
                  <a:pt x="20618" y="21381"/>
                  <a:pt x="20618" y="21109"/>
                </a:cubicBezTo>
                <a:lnTo>
                  <a:pt x="20618" y="2945"/>
                </a:lnTo>
                <a:lnTo>
                  <a:pt x="21109" y="2945"/>
                </a:lnTo>
                <a:cubicBezTo>
                  <a:pt x="21380" y="2945"/>
                  <a:pt x="21600" y="2726"/>
                  <a:pt x="21600" y="2455"/>
                </a:cubicBezTo>
                <a:cubicBezTo>
                  <a:pt x="21600" y="2184"/>
                  <a:pt x="21380" y="1964"/>
                  <a:pt x="21109" y="1964"/>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98" name="Google Shape;898;p24"/>
          <p:cNvSpPr/>
          <p:nvPr/>
        </p:nvSpPr>
        <p:spPr>
          <a:xfrm>
            <a:off x="904422" y="4203531"/>
            <a:ext cx="279328" cy="228548"/>
          </a:xfrm>
          <a:custGeom>
            <a:rect b="b" l="l" r="r" t="t"/>
            <a:pathLst>
              <a:path extrusionOk="0" h="21600" w="21600">
                <a:moveTo>
                  <a:pt x="7855" y="8400"/>
                </a:moveTo>
                <a:lnTo>
                  <a:pt x="13745" y="8400"/>
                </a:lnTo>
                <a:lnTo>
                  <a:pt x="13745" y="9600"/>
                </a:lnTo>
                <a:lnTo>
                  <a:pt x="7855" y="9600"/>
                </a:lnTo>
                <a:cubicBezTo>
                  <a:pt x="7855" y="9600"/>
                  <a:pt x="7855" y="8400"/>
                  <a:pt x="7855" y="8400"/>
                </a:cubicBezTo>
                <a:close/>
                <a:moveTo>
                  <a:pt x="7855" y="10800"/>
                </a:moveTo>
                <a:lnTo>
                  <a:pt x="13745" y="10800"/>
                </a:lnTo>
                <a:cubicBezTo>
                  <a:pt x="14287" y="10800"/>
                  <a:pt x="14727" y="10262"/>
                  <a:pt x="14727" y="9600"/>
                </a:cubicBezTo>
                <a:lnTo>
                  <a:pt x="14727" y="8400"/>
                </a:lnTo>
                <a:cubicBezTo>
                  <a:pt x="14727" y="7737"/>
                  <a:pt x="14287" y="7200"/>
                  <a:pt x="13745" y="7200"/>
                </a:cubicBezTo>
                <a:lnTo>
                  <a:pt x="7855" y="7200"/>
                </a:lnTo>
                <a:cubicBezTo>
                  <a:pt x="7313" y="7200"/>
                  <a:pt x="6873" y="7737"/>
                  <a:pt x="6873" y="8400"/>
                </a:cubicBezTo>
                <a:lnTo>
                  <a:pt x="6873" y="9600"/>
                </a:lnTo>
                <a:cubicBezTo>
                  <a:pt x="6873" y="10262"/>
                  <a:pt x="7313" y="10800"/>
                  <a:pt x="7855" y="10800"/>
                </a:cubicBezTo>
                <a:moveTo>
                  <a:pt x="20618" y="3600"/>
                </a:moveTo>
                <a:lnTo>
                  <a:pt x="982" y="3600"/>
                </a:lnTo>
                <a:lnTo>
                  <a:pt x="982" y="1200"/>
                </a:lnTo>
                <a:lnTo>
                  <a:pt x="20618" y="1200"/>
                </a:lnTo>
                <a:cubicBezTo>
                  <a:pt x="20618" y="1200"/>
                  <a:pt x="20618" y="3600"/>
                  <a:pt x="20618" y="3600"/>
                </a:cubicBezTo>
                <a:close/>
                <a:moveTo>
                  <a:pt x="18655" y="20399"/>
                </a:moveTo>
                <a:lnTo>
                  <a:pt x="2945" y="20399"/>
                </a:lnTo>
                <a:lnTo>
                  <a:pt x="2945" y="4800"/>
                </a:lnTo>
                <a:lnTo>
                  <a:pt x="18655" y="4800"/>
                </a:lnTo>
                <a:cubicBezTo>
                  <a:pt x="18655" y="4800"/>
                  <a:pt x="18655" y="20399"/>
                  <a:pt x="18655" y="20399"/>
                </a:cubicBezTo>
                <a:close/>
                <a:moveTo>
                  <a:pt x="20618" y="0"/>
                </a:moveTo>
                <a:lnTo>
                  <a:pt x="982" y="0"/>
                </a:lnTo>
                <a:cubicBezTo>
                  <a:pt x="440" y="0"/>
                  <a:pt x="0" y="538"/>
                  <a:pt x="0" y="1200"/>
                </a:cubicBezTo>
                <a:lnTo>
                  <a:pt x="0" y="3600"/>
                </a:lnTo>
                <a:cubicBezTo>
                  <a:pt x="0" y="4263"/>
                  <a:pt x="440" y="4800"/>
                  <a:pt x="982" y="4800"/>
                </a:cubicBezTo>
                <a:lnTo>
                  <a:pt x="1964" y="4800"/>
                </a:lnTo>
                <a:lnTo>
                  <a:pt x="1964" y="20399"/>
                </a:lnTo>
                <a:cubicBezTo>
                  <a:pt x="1964" y="21062"/>
                  <a:pt x="2403" y="21600"/>
                  <a:pt x="2945" y="21600"/>
                </a:cubicBezTo>
                <a:lnTo>
                  <a:pt x="18655" y="21600"/>
                </a:lnTo>
                <a:cubicBezTo>
                  <a:pt x="19197" y="21600"/>
                  <a:pt x="19636" y="21062"/>
                  <a:pt x="19636" y="20399"/>
                </a:cubicBezTo>
                <a:lnTo>
                  <a:pt x="19636" y="4800"/>
                </a:lnTo>
                <a:lnTo>
                  <a:pt x="20618" y="4800"/>
                </a:lnTo>
                <a:cubicBezTo>
                  <a:pt x="21160" y="4800"/>
                  <a:pt x="21600" y="4263"/>
                  <a:pt x="21600" y="3600"/>
                </a:cubicBezTo>
                <a:lnTo>
                  <a:pt x="21600" y="1200"/>
                </a:lnTo>
                <a:cubicBezTo>
                  <a:pt x="21600" y="538"/>
                  <a:pt x="21160" y="0"/>
                  <a:pt x="20618"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899" name="Google Shape;899;p24"/>
          <p:cNvSpPr/>
          <p:nvPr/>
        </p:nvSpPr>
        <p:spPr>
          <a:xfrm>
            <a:off x="1437683" y="4203531"/>
            <a:ext cx="279328" cy="228551"/>
          </a:xfrm>
          <a:custGeom>
            <a:rect b="b" l="l" r="r" t="t"/>
            <a:pathLst>
              <a:path extrusionOk="0" h="21600" w="21600">
                <a:moveTo>
                  <a:pt x="6382" y="12000"/>
                </a:moveTo>
                <a:cubicBezTo>
                  <a:pt x="6653" y="12000"/>
                  <a:pt x="6873" y="12268"/>
                  <a:pt x="6873" y="12599"/>
                </a:cubicBezTo>
                <a:cubicBezTo>
                  <a:pt x="6873" y="12931"/>
                  <a:pt x="6653" y="13199"/>
                  <a:pt x="6382" y="13199"/>
                </a:cubicBezTo>
                <a:cubicBezTo>
                  <a:pt x="6111" y="13199"/>
                  <a:pt x="5891" y="12931"/>
                  <a:pt x="5891" y="12599"/>
                </a:cubicBezTo>
                <a:cubicBezTo>
                  <a:pt x="5891" y="12268"/>
                  <a:pt x="6111" y="12000"/>
                  <a:pt x="6382" y="12000"/>
                </a:cubicBezTo>
                <a:moveTo>
                  <a:pt x="6382" y="14399"/>
                </a:moveTo>
                <a:cubicBezTo>
                  <a:pt x="7195" y="14399"/>
                  <a:pt x="7855" y="13594"/>
                  <a:pt x="7855" y="12599"/>
                </a:cubicBezTo>
                <a:cubicBezTo>
                  <a:pt x="7855" y="11606"/>
                  <a:pt x="7195" y="10800"/>
                  <a:pt x="6382" y="10800"/>
                </a:cubicBezTo>
                <a:cubicBezTo>
                  <a:pt x="5568" y="10800"/>
                  <a:pt x="4909" y="11606"/>
                  <a:pt x="4909" y="12599"/>
                </a:cubicBezTo>
                <a:cubicBezTo>
                  <a:pt x="4909" y="13594"/>
                  <a:pt x="5568" y="14399"/>
                  <a:pt x="6382" y="14399"/>
                </a:cubicBezTo>
                <a:moveTo>
                  <a:pt x="20618" y="3600"/>
                </a:moveTo>
                <a:lnTo>
                  <a:pt x="982" y="3600"/>
                </a:lnTo>
                <a:lnTo>
                  <a:pt x="982" y="1200"/>
                </a:lnTo>
                <a:lnTo>
                  <a:pt x="20618" y="1200"/>
                </a:lnTo>
                <a:cubicBezTo>
                  <a:pt x="20618" y="1200"/>
                  <a:pt x="20618" y="3600"/>
                  <a:pt x="20618" y="3600"/>
                </a:cubicBezTo>
                <a:close/>
                <a:moveTo>
                  <a:pt x="18655" y="20399"/>
                </a:moveTo>
                <a:lnTo>
                  <a:pt x="2945" y="20399"/>
                </a:lnTo>
                <a:lnTo>
                  <a:pt x="2945" y="4800"/>
                </a:lnTo>
                <a:lnTo>
                  <a:pt x="18655" y="4800"/>
                </a:lnTo>
                <a:cubicBezTo>
                  <a:pt x="18655" y="4800"/>
                  <a:pt x="18655" y="20399"/>
                  <a:pt x="18655" y="20399"/>
                </a:cubicBezTo>
                <a:close/>
                <a:moveTo>
                  <a:pt x="20618" y="0"/>
                </a:moveTo>
                <a:lnTo>
                  <a:pt x="982" y="0"/>
                </a:lnTo>
                <a:cubicBezTo>
                  <a:pt x="440" y="0"/>
                  <a:pt x="0" y="538"/>
                  <a:pt x="0" y="1200"/>
                </a:cubicBezTo>
                <a:lnTo>
                  <a:pt x="0" y="3600"/>
                </a:lnTo>
                <a:cubicBezTo>
                  <a:pt x="0" y="4263"/>
                  <a:pt x="440" y="4800"/>
                  <a:pt x="982" y="4800"/>
                </a:cubicBezTo>
                <a:lnTo>
                  <a:pt x="1964" y="4800"/>
                </a:lnTo>
                <a:lnTo>
                  <a:pt x="1964" y="20399"/>
                </a:lnTo>
                <a:cubicBezTo>
                  <a:pt x="1964" y="21062"/>
                  <a:pt x="2403" y="21600"/>
                  <a:pt x="2945" y="21600"/>
                </a:cubicBezTo>
                <a:lnTo>
                  <a:pt x="18655" y="21600"/>
                </a:lnTo>
                <a:cubicBezTo>
                  <a:pt x="19197" y="21600"/>
                  <a:pt x="19636" y="21062"/>
                  <a:pt x="19636" y="20399"/>
                </a:cubicBezTo>
                <a:lnTo>
                  <a:pt x="19636" y="4800"/>
                </a:lnTo>
                <a:lnTo>
                  <a:pt x="20618" y="4800"/>
                </a:lnTo>
                <a:cubicBezTo>
                  <a:pt x="21160" y="4800"/>
                  <a:pt x="21600" y="4263"/>
                  <a:pt x="21600" y="3600"/>
                </a:cubicBezTo>
                <a:lnTo>
                  <a:pt x="21600" y="1200"/>
                </a:lnTo>
                <a:cubicBezTo>
                  <a:pt x="21600" y="538"/>
                  <a:pt x="21160" y="0"/>
                  <a:pt x="20618" y="0"/>
                </a:cubicBezTo>
                <a:moveTo>
                  <a:pt x="10800" y="12000"/>
                </a:moveTo>
                <a:cubicBezTo>
                  <a:pt x="11071" y="12000"/>
                  <a:pt x="11291" y="12268"/>
                  <a:pt x="11291" y="12599"/>
                </a:cubicBezTo>
                <a:cubicBezTo>
                  <a:pt x="11291" y="12931"/>
                  <a:pt x="11071" y="13199"/>
                  <a:pt x="10800" y="13199"/>
                </a:cubicBezTo>
                <a:cubicBezTo>
                  <a:pt x="10529" y="13199"/>
                  <a:pt x="10309" y="12931"/>
                  <a:pt x="10309" y="12599"/>
                </a:cubicBezTo>
                <a:cubicBezTo>
                  <a:pt x="10309" y="12268"/>
                  <a:pt x="10529" y="12000"/>
                  <a:pt x="10800" y="12000"/>
                </a:cubicBezTo>
                <a:moveTo>
                  <a:pt x="10800" y="14399"/>
                </a:moveTo>
                <a:cubicBezTo>
                  <a:pt x="11614" y="14399"/>
                  <a:pt x="12273" y="13594"/>
                  <a:pt x="12273" y="12599"/>
                </a:cubicBezTo>
                <a:cubicBezTo>
                  <a:pt x="12273" y="11606"/>
                  <a:pt x="11614" y="10800"/>
                  <a:pt x="10800" y="10800"/>
                </a:cubicBezTo>
                <a:cubicBezTo>
                  <a:pt x="9986" y="10800"/>
                  <a:pt x="9327" y="11606"/>
                  <a:pt x="9327" y="12599"/>
                </a:cubicBezTo>
                <a:cubicBezTo>
                  <a:pt x="9327" y="13594"/>
                  <a:pt x="9986" y="14399"/>
                  <a:pt x="10800" y="14399"/>
                </a:cubicBezTo>
                <a:moveTo>
                  <a:pt x="15218" y="12000"/>
                </a:moveTo>
                <a:cubicBezTo>
                  <a:pt x="15489" y="12000"/>
                  <a:pt x="15709" y="12268"/>
                  <a:pt x="15709" y="12599"/>
                </a:cubicBezTo>
                <a:cubicBezTo>
                  <a:pt x="15709" y="12931"/>
                  <a:pt x="15489" y="13199"/>
                  <a:pt x="15218" y="13199"/>
                </a:cubicBezTo>
                <a:cubicBezTo>
                  <a:pt x="14947" y="13199"/>
                  <a:pt x="14727" y="12931"/>
                  <a:pt x="14727" y="12599"/>
                </a:cubicBezTo>
                <a:cubicBezTo>
                  <a:pt x="14727" y="12268"/>
                  <a:pt x="14947" y="12000"/>
                  <a:pt x="15218" y="12000"/>
                </a:cubicBezTo>
                <a:moveTo>
                  <a:pt x="15218" y="14399"/>
                </a:moveTo>
                <a:cubicBezTo>
                  <a:pt x="16032" y="14399"/>
                  <a:pt x="16691" y="13594"/>
                  <a:pt x="16691" y="12599"/>
                </a:cubicBezTo>
                <a:cubicBezTo>
                  <a:pt x="16691" y="11606"/>
                  <a:pt x="16032" y="10800"/>
                  <a:pt x="15218" y="10800"/>
                </a:cubicBezTo>
                <a:cubicBezTo>
                  <a:pt x="14405" y="10800"/>
                  <a:pt x="13745" y="11606"/>
                  <a:pt x="13745" y="12599"/>
                </a:cubicBezTo>
                <a:cubicBezTo>
                  <a:pt x="13745" y="13594"/>
                  <a:pt x="14405" y="14399"/>
                  <a:pt x="15218" y="1439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00" name="Google Shape;900;p24"/>
          <p:cNvSpPr/>
          <p:nvPr/>
        </p:nvSpPr>
        <p:spPr>
          <a:xfrm>
            <a:off x="1970944" y="4178138"/>
            <a:ext cx="279328" cy="279337"/>
          </a:xfrm>
          <a:custGeom>
            <a:rect b="b" l="l" r="r" t="t"/>
            <a:pathLst>
              <a:path extrusionOk="0" h="21600" w="21600">
                <a:moveTo>
                  <a:pt x="20618" y="4909"/>
                </a:moveTo>
                <a:lnTo>
                  <a:pt x="12764" y="4909"/>
                </a:lnTo>
                <a:cubicBezTo>
                  <a:pt x="12493" y="4909"/>
                  <a:pt x="12273" y="5129"/>
                  <a:pt x="12273" y="5400"/>
                </a:cubicBezTo>
                <a:cubicBezTo>
                  <a:pt x="12273" y="5671"/>
                  <a:pt x="12493" y="5891"/>
                  <a:pt x="12764" y="5891"/>
                </a:cubicBezTo>
                <a:lnTo>
                  <a:pt x="20618" y="5891"/>
                </a:lnTo>
                <a:lnTo>
                  <a:pt x="20618" y="7854"/>
                </a:lnTo>
                <a:lnTo>
                  <a:pt x="12764" y="7854"/>
                </a:lnTo>
                <a:cubicBezTo>
                  <a:pt x="12493" y="7854"/>
                  <a:pt x="12273" y="8074"/>
                  <a:pt x="12273" y="8345"/>
                </a:cubicBezTo>
                <a:cubicBezTo>
                  <a:pt x="12273" y="8617"/>
                  <a:pt x="12493" y="8836"/>
                  <a:pt x="12764" y="8836"/>
                </a:cubicBezTo>
                <a:lnTo>
                  <a:pt x="18655" y="8836"/>
                </a:lnTo>
                <a:lnTo>
                  <a:pt x="18655" y="20617"/>
                </a:lnTo>
                <a:lnTo>
                  <a:pt x="2945" y="20617"/>
                </a:lnTo>
                <a:lnTo>
                  <a:pt x="2945" y="8836"/>
                </a:lnTo>
                <a:lnTo>
                  <a:pt x="8836" y="8836"/>
                </a:lnTo>
                <a:cubicBezTo>
                  <a:pt x="9107" y="8836"/>
                  <a:pt x="9327" y="8617"/>
                  <a:pt x="9327" y="8345"/>
                </a:cubicBezTo>
                <a:cubicBezTo>
                  <a:pt x="9327" y="8074"/>
                  <a:pt x="9107" y="7854"/>
                  <a:pt x="8836" y="7854"/>
                </a:cubicBezTo>
                <a:lnTo>
                  <a:pt x="982" y="7854"/>
                </a:lnTo>
                <a:lnTo>
                  <a:pt x="982" y="5891"/>
                </a:lnTo>
                <a:lnTo>
                  <a:pt x="8836" y="5891"/>
                </a:lnTo>
                <a:cubicBezTo>
                  <a:pt x="9107" y="5891"/>
                  <a:pt x="9327" y="5671"/>
                  <a:pt x="9327" y="5400"/>
                </a:cubicBezTo>
                <a:cubicBezTo>
                  <a:pt x="9327" y="5129"/>
                  <a:pt x="9107" y="4909"/>
                  <a:pt x="8836" y="4909"/>
                </a:cubicBezTo>
                <a:lnTo>
                  <a:pt x="982" y="4909"/>
                </a:lnTo>
                <a:cubicBezTo>
                  <a:pt x="440" y="4909"/>
                  <a:pt x="0" y="5349"/>
                  <a:pt x="0" y="5891"/>
                </a:cubicBezTo>
                <a:lnTo>
                  <a:pt x="0" y="7854"/>
                </a:lnTo>
                <a:cubicBezTo>
                  <a:pt x="0" y="8396"/>
                  <a:pt x="440" y="8836"/>
                  <a:pt x="982" y="8836"/>
                </a:cubicBezTo>
                <a:lnTo>
                  <a:pt x="1964" y="8836"/>
                </a:lnTo>
                <a:lnTo>
                  <a:pt x="1964" y="20617"/>
                </a:lnTo>
                <a:cubicBezTo>
                  <a:pt x="1964" y="21159"/>
                  <a:pt x="2403" y="21600"/>
                  <a:pt x="2945" y="21600"/>
                </a:cubicBezTo>
                <a:lnTo>
                  <a:pt x="18655" y="21600"/>
                </a:lnTo>
                <a:cubicBezTo>
                  <a:pt x="19197" y="21600"/>
                  <a:pt x="19636" y="21159"/>
                  <a:pt x="19636" y="20617"/>
                </a:cubicBezTo>
                <a:lnTo>
                  <a:pt x="19636" y="8836"/>
                </a:lnTo>
                <a:lnTo>
                  <a:pt x="20618" y="8836"/>
                </a:lnTo>
                <a:cubicBezTo>
                  <a:pt x="21160" y="8836"/>
                  <a:pt x="21600" y="8396"/>
                  <a:pt x="21600" y="7854"/>
                </a:cubicBezTo>
                <a:lnTo>
                  <a:pt x="21600" y="5891"/>
                </a:lnTo>
                <a:cubicBezTo>
                  <a:pt x="21600" y="5349"/>
                  <a:pt x="21160" y="4909"/>
                  <a:pt x="20618" y="4909"/>
                </a:cubicBezTo>
                <a:moveTo>
                  <a:pt x="7855" y="11782"/>
                </a:moveTo>
                <a:cubicBezTo>
                  <a:pt x="7584" y="11782"/>
                  <a:pt x="7364" y="12001"/>
                  <a:pt x="7364" y="12272"/>
                </a:cubicBezTo>
                <a:cubicBezTo>
                  <a:pt x="7364" y="12408"/>
                  <a:pt x="7419" y="12531"/>
                  <a:pt x="7507" y="12619"/>
                </a:cubicBezTo>
                <a:lnTo>
                  <a:pt x="10453" y="15565"/>
                </a:lnTo>
                <a:cubicBezTo>
                  <a:pt x="10542" y="15654"/>
                  <a:pt x="10665" y="15709"/>
                  <a:pt x="10800" y="15709"/>
                </a:cubicBezTo>
                <a:cubicBezTo>
                  <a:pt x="10935" y="15709"/>
                  <a:pt x="11058" y="15654"/>
                  <a:pt x="11147" y="15565"/>
                </a:cubicBezTo>
                <a:lnTo>
                  <a:pt x="14093" y="12619"/>
                </a:lnTo>
                <a:cubicBezTo>
                  <a:pt x="14181" y="12531"/>
                  <a:pt x="14236" y="12408"/>
                  <a:pt x="14236" y="12272"/>
                </a:cubicBezTo>
                <a:cubicBezTo>
                  <a:pt x="14236" y="12001"/>
                  <a:pt x="14016" y="11782"/>
                  <a:pt x="13745" y="11782"/>
                </a:cubicBezTo>
                <a:cubicBezTo>
                  <a:pt x="13610" y="11782"/>
                  <a:pt x="13487" y="11837"/>
                  <a:pt x="13398" y="11925"/>
                </a:cubicBezTo>
                <a:lnTo>
                  <a:pt x="11291" y="14033"/>
                </a:lnTo>
                <a:lnTo>
                  <a:pt x="11291" y="492"/>
                </a:lnTo>
                <a:lnTo>
                  <a:pt x="11291" y="491"/>
                </a:lnTo>
                <a:cubicBezTo>
                  <a:pt x="11291" y="220"/>
                  <a:pt x="11071" y="0"/>
                  <a:pt x="10800" y="0"/>
                </a:cubicBezTo>
                <a:cubicBezTo>
                  <a:pt x="10529" y="0"/>
                  <a:pt x="10309" y="220"/>
                  <a:pt x="10309" y="491"/>
                </a:cubicBezTo>
                <a:lnTo>
                  <a:pt x="10309" y="14033"/>
                </a:lnTo>
                <a:lnTo>
                  <a:pt x="8202" y="11925"/>
                </a:lnTo>
                <a:cubicBezTo>
                  <a:pt x="8113" y="11837"/>
                  <a:pt x="7990" y="11782"/>
                  <a:pt x="7855" y="11782"/>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01" name="Google Shape;901;p24"/>
          <p:cNvSpPr/>
          <p:nvPr/>
        </p:nvSpPr>
        <p:spPr>
          <a:xfrm>
            <a:off x="2504205" y="4178138"/>
            <a:ext cx="279328" cy="279337"/>
          </a:xfrm>
          <a:custGeom>
            <a:rect b="b" l="l" r="r" t="t"/>
            <a:pathLst>
              <a:path extrusionOk="0" h="21600" w="21600">
                <a:moveTo>
                  <a:pt x="20618" y="4909"/>
                </a:moveTo>
                <a:lnTo>
                  <a:pt x="12764" y="4909"/>
                </a:lnTo>
                <a:cubicBezTo>
                  <a:pt x="12493" y="4909"/>
                  <a:pt x="12273" y="5129"/>
                  <a:pt x="12273" y="5400"/>
                </a:cubicBezTo>
                <a:cubicBezTo>
                  <a:pt x="12273" y="5671"/>
                  <a:pt x="12493" y="5891"/>
                  <a:pt x="12764" y="5891"/>
                </a:cubicBezTo>
                <a:lnTo>
                  <a:pt x="20618" y="5891"/>
                </a:lnTo>
                <a:lnTo>
                  <a:pt x="20618" y="7854"/>
                </a:lnTo>
                <a:lnTo>
                  <a:pt x="12764" y="7854"/>
                </a:lnTo>
                <a:cubicBezTo>
                  <a:pt x="12493" y="7854"/>
                  <a:pt x="12273" y="8074"/>
                  <a:pt x="12273" y="8345"/>
                </a:cubicBezTo>
                <a:cubicBezTo>
                  <a:pt x="12273" y="8617"/>
                  <a:pt x="12493" y="8836"/>
                  <a:pt x="12764" y="8836"/>
                </a:cubicBezTo>
                <a:lnTo>
                  <a:pt x="18655" y="8836"/>
                </a:lnTo>
                <a:lnTo>
                  <a:pt x="18655" y="20617"/>
                </a:lnTo>
                <a:lnTo>
                  <a:pt x="2945" y="20617"/>
                </a:lnTo>
                <a:lnTo>
                  <a:pt x="2945" y="8836"/>
                </a:lnTo>
                <a:lnTo>
                  <a:pt x="8836" y="8836"/>
                </a:lnTo>
                <a:cubicBezTo>
                  <a:pt x="9107" y="8836"/>
                  <a:pt x="9327" y="8617"/>
                  <a:pt x="9327" y="8345"/>
                </a:cubicBezTo>
                <a:cubicBezTo>
                  <a:pt x="9327" y="8074"/>
                  <a:pt x="9107" y="7854"/>
                  <a:pt x="8836" y="7854"/>
                </a:cubicBezTo>
                <a:lnTo>
                  <a:pt x="982" y="7854"/>
                </a:lnTo>
                <a:lnTo>
                  <a:pt x="982" y="5891"/>
                </a:lnTo>
                <a:lnTo>
                  <a:pt x="8836" y="5891"/>
                </a:lnTo>
                <a:cubicBezTo>
                  <a:pt x="9107" y="5891"/>
                  <a:pt x="9327" y="5671"/>
                  <a:pt x="9327" y="5400"/>
                </a:cubicBezTo>
                <a:cubicBezTo>
                  <a:pt x="9327" y="5129"/>
                  <a:pt x="9107" y="4909"/>
                  <a:pt x="8836" y="4909"/>
                </a:cubicBezTo>
                <a:lnTo>
                  <a:pt x="982" y="4909"/>
                </a:lnTo>
                <a:cubicBezTo>
                  <a:pt x="440" y="4909"/>
                  <a:pt x="0" y="5349"/>
                  <a:pt x="0" y="5891"/>
                </a:cubicBezTo>
                <a:lnTo>
                  <a:pt x="0" y="7854"/>
                </a:lnTo>
                <a:cubicBezTo>
                  <a:pt x="0" y="8396"/>
                  <a:pt x="440" y="8836"/>
                  <a:pt x="982" y="8836"/>
                </a:cubicBezTo>
                <a:lnTo>
                  <a:pt x="1964" y="8836"/>
                </a:lnTo>
                <a:lnTo>
                  <a:pt x="1964" y="20617"/>
                </a:lnTo>
                <a:cubicBezTo>
                  <a:pt x="1964" y="21159"/>
                  <a:pt x="2403" y="21600"/>
                  <a:pt x="2945" y="21600"/>
                </a:cubicBezTo>
                <a:lnTo>
                  <a:pt x="18655" y="21600"/>
                </a:lnTo>
                <a:cubicBezTo>
                  <a:pt x="19197" y="21600"/>
                  <a:pt x="19636" y="21159"/>
                  <a:pt x="19636" y="20617"/>
                </a:cubicBezTo>
                <a:lnTo>
                  <a:pt x="19636" y="8836"/>
                </a:lnTo>
                <a:lnTo>
                  <a:pt x="20618" y="8836"/>
                </a:lnTo>
                <a:cubicBezTo>
                  <a:pt x="21160" y="8836"/>
                  <a:pt x="21600" y="8396"/>
                  <a:pt x="21600" y="7854"/>
                </a:cubicBezTo>
                <a:lnTo>
                  <a:pt x="21600" y="5891"/>
                </a:lnTo>
                <a:cubicBezTo>
                  <a:pt x="21600" y="5349"/>
                  <a:pt x="21160" y="4909"/>
                  <a:pt x="20618" y="4909"/>
                </a:cubicBezTo>
                <a:moveTo>
                  <a:pt x="7855" y="3927"/>
                </a:moveTo>
                <a:cubicBezTo>
                  <a:pt x="7990" y="3927"/>
                  <a:pt x="8113" y="3872"/>
                  <a:pt x="8202" y="3784"/>
                </a:cubicBezTo>
                <a:lnTo>
                  <a:pt x="10309" y="1676"/>
                </a:lnTo>
                <a:lnTo>
                  <a:pt x="10309" y="15218"/>
                </a:lnTo>
                <a:lnTo>
                  <a:pt x="10309" y="15218"/>
                </a:lnTo>
                <a:cubicBezTo>
                  <a:pt x="10309" y="15489"/>
                  <a:pt x="10529" y="15709"/>
                  <a:pt x="10800" y="15709"/>
                </a:cubicBezTo>
                <a:cubicBezTo>
                  <a:pt x="11071" y="15709"/>
                  <a:pt x="11291" y="15489"/>
                  <a:pt x="11291" y="15218"/>
                </a:cubicBezTo>
                <a:lnTo>
                  <a:pt x="11291" y="1676"/>
                </a:lnTo>
                <a:lnTo>
                  <a:pt x="13398" y="3784"/>
                </a:lnTo>
                <a:cubicBezTo>
                  <a:pt x="13487" y="3872"/>
                  <a:pt x="13610" y="3927"/>
                  <a:pt x="13745" y="3927"/>
                </a:cubicBezTo>
                <a:cubicBezTo>
                  <a:pt x="14016" y="3927"/>
                  <a:pt x="14236" y="3708"/>
                  <a:pt x="14236" y="3436"/>
                </a:cubicBezTo>
                <a:cubicBezTo>
                  <a:pt x="14236" y="3301"/>
                  <a:pt x="14181" y="3178"/>
                  <a:pt x="14093" y="3089"/>
                </a:cubicBezTo>
                <a:lnTo>
                  <a:pt x="11147" y="144"/>
                </a:lnTo>
                <a:cubicBezTo>
                  <a:pt x="11058" y="55"/>
                  <a:pt x="10935" y="0"/>
                  <a:pt x="10800" y="0"/>
                </a:cubicBezTo>
                <a:cubicBezTo>
                  <a:pt x="10665" y="0"/>
                  <a:pt x="10542" y="55"/>
                  <a:pt x="10453" y="144"/>
                </a:cubicBezTo>
                <a:lnTo>
                  <a:pt x="7507" y="3089"/>
                </a:lnTo>
                <a:cubicBezTo>
                  <a:pt x="7419" y="3178"/>
                  <a:pt x="7364" y="3301"/>
                  <a:pt x="7364" y="3436"/>
                </a:cubicBezTo>
                <a:cubicBezTo>
                  <a:pt x="7364" y="3708"/>
                  <a:pt x="7584" y="3927"/>
                  <a:pt x="7855" y="3927"/>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02" name="Google Shape;902;p24"/>
          <p:cNvSpPr/>
          <p:nvPr/>
        </p:nvSpPr>
        <p:spPr>
          <a:xfrm>
            <a:off x="3037466" y="4178138"/>
            <a:ext cx="279328" cy="279334"/>
          </a:xfrm>
          <a:custGeom>
            <a:rect b="b" l="l" r="r" t="t"/>
            <a:pathLst>
              <a:path extrusionOk="0" h="21600" w="21600">
                <a:moveTo>
                  <a:pt x="20618" y="8836"/>
                </a:moveTo>
                <a:lnTo>
                  <a:pt x="982" y="8836"/>
                </a:lnTo>
                <a:lnTo>
                  <a:pt x="982" y="6873"/>
                </a:lnTo>
                <a:lnTo>
                  <a:pt x="20618" y="6873"/>
                </a:lnTo>
                <a:cubicBezTo>
                  <a:pt x="20618" y="6873"/>
                  <a:pt x="20618" y="8836"/>
                  <a:pt x="20618" y="8836"/>
                </a:cubicBezTo>
                <a:close/>
                <a:moveTo>
                  <a:pt x="18655" y="20618"/>
                </a:moveTo>
                <a:lnTo>
                  <a:pt x="2945" y="20618"/>
                </a:lnTo>
                <a:lnTo>
                  <a:pt x="2945" y="9818"/>
                </a:lnTo>
                <a:lnTo>
                  <a:pt x="18655" y="9818"/>
                </a:lnTo>
                <a:cubicBezTo>
                  <a:pt x="18655" y="9818"/>
                  <a:pt x="18655" y="20618"/>
                  <a:pt x="18655" y="20618"/>
                </a:cubicBezTo>
                <a:close/>
                <a:moveTo>
                  <a:pt x="3927" y="982"/>
                </a:moveTo>
                <a:lnTo>
                  <a:pt x="11782" y="982"/>
                </a:lnTo>
                <a:lnTo>
                  <a:pt x="11782" y="3436"/>
                </a:lnTo>
                <a:cubicBezTo>
                  <a:pt x="11782" y="3708"/>
                  <a:pt x="12002" y="3927"/>
                  <a:pt x="12273" y="3927"/>
                </a:cubicBezTo>
                <a:lnTo>
                  <a:pt x="14727" y="3927"/>
                </a:lnTo>
                <a:lnTo>
                  <a:pt x="14727" y="5891"/>
                </a:lnTo>
                <a:lnTo>
                  <a:pt x="3927" y="5891"/>
                </a:lnTo>
                <a:cubicBezTo>
                  <a:pt x="3927" y="5891"/>
                  <a:pt x="3927" y="982"/>
                  <a:pt x="3927" y="982"/>
                </a:cubicBezTo>
                <a:close/>
                <a:moveTo>
                  <a:pt x="12764" y="1473"/>
                </a:moveTo>
                <a:lnTo>
                  <a:pt x="14236" y="2945"/>
                </a:lnTo>
                <a:lnTo>
                  <a:pt x="12764" y="2945"/>
                </a:lnTo>
                <a:cubicBezTo>
                  <a:pt x="12764" y="2945"/>
                  <a:pt x="12764" y="1473"/>
                  <a:pt x="12764" y="1473"/>
                </a:cubicBezTo>
                <a:close/>
                <a:moveTo>
                  <a:pt x="17673" y="1964"/>
                </a:moveTo>
                <a:lnTo>
                  <a:pt x="17673" y="5891"/>
                </a:lnTo>
                <a:lnTo>
                  <a:pt x="15709" y="5891"/>
                </a:lnTo>
                <a:lnTo>
                  <a:pt x="15709" y="2945"/>
                </a:lnTo>
                <a:lnTo>
                  <a:pt x="14727" y="1964"/>
                </a:lnTo>
                <a:cubicBezTo>
                  <a:pt x="14727" y="1964"/>
                  <a:pt x="17673" y="1964"/>
                  <a:pt x="17673" y="1964"/>
                </a:cubicBezTo>
                <a:close/>
                <a:moveTo>
                  <a:pt x="20618" y="5891"/>
                </a:moveTo>
                <a:lnTo>
                  <a:pt x="18655" y="5891"/>
                </a:lnTo>
                <a:lnTo>
                  <a:pt x="18655" y="1964"/>
                </a:lnTo>
                <a:cubicBezTo>
                  <a:pt x="18655" y="1422"/>
                  <a:pt x="18215" y="982"/>
                  <a:pt x="17673" y="982"/>
                </a:cubicBezTo>
                <a:lnTo>
                  <a:pt x="13745" y="982"/>
                </a:lnTo>
                <a:lnTo>
                  <a:pt x="12764" y="0"/>
                </a:lnTo>
                <a:lnTo>
                  <a:pt x="3927" y="0"/>
                </a:lnTo>
                <a:cubicBezTo>
                  <a:pt x="3385" y="0"/>
                  <a:pt x="2945" y="440"/>
                  <a:pt x="2945" y="982"/>
                </a:cubicBezTo>
                <a:lnTo>
                  <a:pt x="2945" y="5891"/>
                </a:lnTo>
                <a:lnTo>
                  <a:pt x="982" y="5891"/>
                </a:lnTo>
                <a:cubicBezTo>
                  <a:pt x="440" y="5891"/>
                  <a:pt x="0" y="6331"/>
                  <a:pt x="0" y="6873"/>
                </a:cubicBezTo>
                <a:lnTo>
                  <a:pt x="0" y="8836"/>
                </a:lnTo>
                <a:cubicBezTo>
                  <a:pt x="0" y="9379"/>
                  <a:pt x="440" y="9818"/>
                  <a:pt x="982" y="9818"/>
                </a:cubicBezTo>
                <a:lnTo>
                  <a:pt x="1964" y="9818"/>
                </a:lnTo>
                <a:lnTo>
                  <a:pt x="1964" y="20618"/>
                </a:lnTo>
                <a:cubicBezTo>
                  <a:pt x="1964" y="21160"/>
                  <a:pt x="2403" y="21600"/>
                  <a:pt x="2945" y="21600"/>
                </a:cubicBezTo>
                <a:lnTo>
                  <a:pt x="18655" y="21600"/>
                </a:lnTo>
                <a:cubicBezTo>
                  <a:pt x="19197" y="21600"/>
                  <a:pt x="19636" y="21160"/>
                  <a:pt x="19636" y="20618"/>
                </a:cubicBezTo>
                <a:lnTo>
                  <a:pt x="19636" y="9818"/>
                </a:lnTo>
                <a:lnTo>
                  <a:pt x="20618" y="9818"/>
                </a:lnTo>
                <a:cubicBezTo>
                  <a:pt x="21160" y="9818"/>
                  <a:pt x="21600" y="9379"/>
                  <a:pt x="21600" y="8836"/>
                </a:cubicBezTo>
                <a:lnTo>
                  <a:pt x="21600" y="6873"/>
                </a:lnTo>
                <a:cubicBezTo>
                  <a:pt x="21600" y="6331"/>
                  <a:pt x="21160" y="5891"/>
                  <a:pt x="20618" y="5891"/>
                </a:cubicBezTo>
                <a:moveTo>
                  <a:pt x="7855" y="12763"/>
                </a:moveTo>
                <a:lnTo>
                  <a:pt x="13745" y="12763"/>
                </a:lnTo>
                <a:lnTo>
                  <a:pt x="13745" y="13745"/>
                </a:lnTo>
                <a:lnTo>
                  <a:pt x="7855" y="13745"/>
                </a:lnTo>
                <a:cubicBezTo>
                  <a:pt x="7855" y="13745"/>
                  <a:pt x="7855" y="12763"/>
                  <a:pt x="7855" y="12763"/>
                </a:cubicBezTo>
                <a:close/>
                <a:moveTo>
                  <a:pt x="7855" y="14727"/>
                </a:moveTo>
                <a:lnTo>
                  <a:pt x="13745" y="14727"/>
                </a:lnTo>
                <a:cubicBezTo>
                  <a:pt x="14287" y="14727"/>
                  <a:pt x="14727" y="14287"/>
                  <a:pt x="14727" y="13745"/>
                </a:cubicBezTo>
                <a:lnTo>
                  <a:pt x="14727" y="12763"/>
                </a:lnTo>
                <a:cubicBezTo>
                  <a:pt x="14727" y="12221"/>
                  <a:pt x="14287" y="11782"/>
                  <a:pt x="13745" y="11782"/>
                </a:cubicBezTo>
                <a:lnTo>
                  <a:pt x="7855" y="11782"/>
                </a:lnTo>
                <a:cubicBezTo>
                  <a:pt x="7313" y="11782"/>
                  <a:pt x="6873" y="12221"/>
                  <a:pt x="6873" y="12763"/>
                </a:cubicBezTo>
                <a:lnTo>
                  <a:pt x="6873" y="13745"/>
                </a:lnTo>
                <a:cubicBezTo>
                  <a:pt x="6873" y="14287"/>
                  <a:pt x="7313" y="14727"/>
                  <a:pt x="7855" y="14727"/>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03" name="Google Shape;903;p24"/>
          <p:cNvSpPr/>
          <p:nvPr/>
        </p:nvSpPr>
        <p:spPr>
          <a:xfrm>
            <a:off x="3570727" y="4184486"/>
            <a:ext cx="279328" cy="272981"/>
          </a:xfrm>
          <a:custGeom>
            <a:rect b="b" l="l" r="r" t="t"/>
            <a:pathLst>
              <a:path extrusionOk="0" h="21319" w="21600">
                <a:moveTo>
                  <a:pt x="7530" y="4197"/>
                </a:moveTo>
                <a:lnTo>
                  <a:pt x="6680" y="3701"/>
                </a:lnTo>
                <a:lnTo>
                  <a:pt x="6189" y="4560"/>
                </a:lnTo>
                <a:lnTo>
                  <a:pt x="7040" y="5056"/>
                </a:lnTo>
                <a:cubicBezTo>
                  <a:pt x="7040" y="5056"/>
                  <a:pt x="7530" y="4197"/>
                  <a:pt x="7530" y="4197"/>
                </a:cubicBezTo>
                <a:close/>
                <a:moveTo>
                  <a:pt x="8512" y="2479"/>
                </a:moveTo>
                <a:lnTo>
                  <a:pt x="7662" y="1984"/>
                </a:lnTo>
                <a:lnTo>
                  <a:pt x="7171" y="2843"/>
                </a:lnTo>
                <a:lnTo>
                  <a:pt x="8021" y="3339"/>
                </a:lnTo>
                <a:cubicBezTo>
                  <a:pt x="8021" y="3339"/>
                  <a:pt x="8512" y="2479"/>
                  <a:pt x="8512" y="2479"/>
                </a:cubicBezTo>
                <a:close/>
                <a:moveTo>
                  <a:pt x="20618" y="8428"/>
                </a:moveTo>
                <a:lnTo>
                  <a:pt x="982" y="8428"/>
                </a:lnTo>
                <a:lnTo>
                  <a:pt x="982" y="6445"/>
                </a:lnTo>
                <a:lnTo>
                  <a:pt x="20618" y="6445"/>
                </a:lnTo>
                <a:cubicBezTo>
                  <a:pt x="20618" y="6445"/>
                  <a:pt x="20618" y="8428"/>
                  <a:pt x="20618" y="8428"/>
                </a:cubicBezTo>
                <a:close/>
                <a:moveTo>
                  <a:pt x="18655" y="20327"/>
                </a:moveTo>
                <a:lnTo>
                  <a:pt x="2945" y="20327"/>
                </a:lnTo>
                <a:lnTo>
                  <a:pt x="2945" y="9420"/>
                </a:lnTo>
                <a:lnTo>
                  <a:pt x="18655" y="9420"/>
                </a:lnTo>
                <a:cubicBezTo>
                  <a:pt x="18655" y="9420"/>
                  <a:pt x="18655" y="20327"/>
                  <a:pt x="18655" y="20327"/>
                </a:cubicBezTo>
                <a:close/>
                <a:moveTo>
                  <a:pt x="6811" y="1488"/>
                </a:moveTo>
                <a:cubicBezTo>
                  <a:pt x="7083" y="1014"/>
                  <a:pt x="7683" y="851"/>
                  <a:pt x="8153" y="1125"/>
                </a:cubicBezTo>
                <a:lnTo>
                  <a:pt x="9854" y="2117"/>
                </a:lnTo>
                <a:lnTo>
                  <a:pt x="7946" y="5454"/>
                </a:lnTo>
                <a:lnTo>
                  <a:pt x="5759" y="5454"/>
                </a:lnTo>
                <a:lnTo>
                  <a:pt x="5698" y="5419"/>
                </a:lnTo>
                <a:lnTo>
                  <a:pt x="5678" y="5454"/>
                </a:lnTo>
                <a:lnTo>
                  <a:pt x="4545" y="5454"/>
                </a:lnTo>
                <a:cubicBezTo>
                  <a:pt x="4545" y="5454"/>
                  <a:pt x="6811" y="1488"/>
                  <a:pt x="6811" y="1488"/>
                </a:cubicBezTo>
                <a:close/>
                <a:moveTo>
                  <a:pt x="15577" y="5454"/>
                </a:moveTo>
                <a:lnTo>
                  <a:pt x="9079" y="5454"/>
                </a:lnTo>
                <a:lnTo>
                  <a:pt x="10704" y="2612"/>
                </a:lnTo>
                <a:cubicBezTo>
                  <a:pt x="10704" y="2612"/>
                  <a:pt x="15577" y="5454"/>
                  <a:pt x="15577" y="5454"/>
                </a:cubicBezTo>
                <a:close/>
                <a:moveTo>
                  <a:pt x="15930" y="2759"/>
                </a:moveTo>
                <a:cubicBezTo>
                  <a:pt x="16454" y="2617"/>
                  <a:pt x="16991" y="2931"/>
                  <a:pt x="17132" y="3460"/>
                </a:cubicBezTo>
                <a:lnTo>
                  <a:pt x="17661" y="5454"/>
                </a:lnTo>
                <a:lnTo>
                  <a:pt x="17540" y="5454"/>
                </a:lnTo>
                <a:lnTo>
                  <a:pt x="16279" y="4718"/>
                </a:lnTo>
                <a:lnTo>
                  <a:pt x="16438" y="4674"/>
                </a:lnTo>
                <a:lnTo>
                  <a:pt x="16184" y="3716"/>
                </a:lnTo>
                <a:lnTo>
                  <a:pt x="15236" y="3973"/>
                </a:lnTo>
                <a:lnTo>
                  <a:pt x="15279" y="4135"/>
                </a:lnTo>
                <a:lnTo>
                  <a:pt x="14076" y="3434"/>
                </a:lnTo>
                <a:lnTo>
                  <a:pt x="14033" y="3272"/>
                </a:lnTo>
                <a:cubicBezTo>
                  <a:pt x="14033" y="3272"/>
                  <a:pt x="15930" y="2759"/>
                  <a:pt x="15930" y="2759"/>
                </a:cubicBezTo>
                <a:close/>
                <a:moveTo>
                  <a:pt x="20618" y="5454"/>
                </a:moveTo>
                <a:lnTo>
                  <a:pt x="18678" y="5454"/>
                </a:lnTo>
                <a:lnTo>
                  <a:pt x="18081" y="3203"/>
                </a:lnTo>
                <a:cubicBezTo>
                  <a:pt x="17800" y="2145"/>
                  <a:pt x="16724" y="1518"/>
                  <a:pt x="15676" y="1801"/>
                </a:cubicBezTo>
                <a:lnTo>
                  <a:pt x="12671" y="2615"/>
                </a:lnTo>
                <a:lnTo>
                  <a:pt x="8644" y="266"/>
                </a:lnTo>
                <a:cubicBezTo>
                  <a:pt x="7704" y="-281"/>
                  <a:pt x="6504" y="44"/>
                  <a:pt x="5961" y="992"/>
                </a:cubicBezTo>
                <a:lnTo>
                  <a:pt x="3410" y="5454"/>
                </a:lnTo>
                <a:lnTo>
                  <a:pt x="982" y="5454"/>
                </a:lnTo>
                <a:cubicBezTo>
                  <a:pt x="440" y="5454"/>
                  <a:pt x="0" y="5898"/>
                  <a:pt x="0" y="6445"/>
                </a:cubicBezTo>
                <a:lnTo>
                  <a:pt x="0" y="8428"/>
                </a:lnTo>
                <a:cubicBezTo>
                  <a:pt x="0" y="8977"/>
                  <a:pt x="440" y="9420"/>
                  <a:pt x="982" y="9420"/>
                </a:cubicBezTo>
                <a:lnTo>
                  <a:pt x="1964" y="9420"/>
                </a:lnTo>
                <a:lnTo>
                  <a:pt x="1964" y="20327"/>
                </a:lnTo>
                <a:cubicBezTo>
                  <a:pt x="1964" y="20875"/>
                  <a:pt x="2403" y="21319"/>
                  <a:pt x="2945" y="21319"/>
                </a:cubicBezTo>
                <a:lnTo>
                  <a:pt x="18655" y="21319"/>
                </a:lnTo>
                <a:cubicBezTo>
                  <a:pt x="19197" y="21319"/>
                  <a:pt x="19636" y="20875"/>
                  <a:pt x="19636" y="20327"/>
                </a:cubicBezTo>
                <a:lnTo>
                  <a:pt x="19636" y="9420"/>
                </a:lnTo>
                <a:lnTo>
                  <a:pt x="20618" y="9420"/>
                </a:lnTo>
                <a:cubicBezTo>
                  <a:pt x="21160" y="9420"/>
                  <a:pt x="21600" y="8977"/>
                  <a:pt x="21600" y="8428"/>
                </a:cubicBezTo>
                <a:lnTo>
                  <a:pt x="21600" y="6445"/>
                </a:lnTo>
                <a:cubicBezTo>
                  <a:pt x="21600" y="5898"/>
                  <a:pt x="21160" y="5454"/>
                  <a:pt x="20618" y="5454"/>
                </a:cubicBezTo>
                <a:moveTo>
                  <a:pt x="7855" y="12395"/>
                </a:moveTo>
                <a:lnTo>
                  <a:pt x="13745" y="12395"/>
                </a:lnTo>
                <a:lnTo>
                  <a:pt x="13745" y="13386"/>
                </a:lnTo>
                <a:lnTo>
                  <a:pt x="7855" y="13386"/>
                </a:lnTo>
                <a:cubicBezTo>
                  <a:pt x="7855" y="13386"/>
                  <a:pt x="7855" y="12395"/>
                  <a:pt x="7855" y="12395"/>
                </a:cubicBezTo>
                <a:close/>
                <a:moveTo>
                  <a:pt x="7855" y="14378"/>
                </a:moveTo>
                <a:lnTo>
                  <a:pt x="13745" y="14378"/>
                </a:lnTo>
                <a:cubicBezTo>
                  <a:pt x="14288" y="14378"/>
                  <a:pt x="14727" y="13934"/>
                  <a:pt x="14727" y="13386"/>
                </a:cubicBezTo>
                <a:lnTo>
                  <a:pt x="14727" y="12395"/>
                </a:lnTo>
                <a:cubicBezTo>
                  <a:pt x="14727" y="11847"/>
                  <a:pt x="14288" y="11403"/>
                  <a:pt x="13745" y="11403"/>
                </a:cubicBezTo>
                <a:lnTo>
                  <a:pt x="7855" y="11403"/>
                </a:lnTo>
                <a:cubicBezTo>
                  <a:pt x="7312" y="11403"/>
                  <a:pt x="6873" y="11847"/>
                  <a:pt x="6873" y="12395"/>
                </a:cubicBezTo>
                <a:lnTo>
                  <a:pt x="6873" y="13386"/>
                </a:lnTo>
                <a:cubicBezTo>
                  <a:pt x="6873" y="13934"/>
                  <a:pt x="7312" y="14378"/>
                  <a:pt x="7855" y="14378"/>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04" name="Google Shape;904;p24"/>
          <p:cNvSpPr/>
          <p:nvPr/>
        </p:nvSpPr>
        <p:spPr>
          <a:xfrm>
            <a:off x="4103988" y="4178138"/>
            <a:ext cx="279328" cy="279328"/>
          </a:xfrm>
          <a:custGeom>
            <a:rect b="b" l="l" r="r" t="t"/>
            <a:pathLst>
              <a:path extrusionOk="0" h="21600" w="2160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05" name="Google Shape;905;p24"/>
          <p:cNvSpPr/>
          <p:nvPr/>
        </p:nvSpPr>
        <p:spPr>
          <a:xfrm>
            <a:off x="4637249" y="4178138"/>
            <a:ext cx="279328" cy="279328"/>
          </a:xfrm>
          <a:custGeom>
            <a:rect b="b" l="l" r="r" t="t"/>
            <a:pathLst>
              <a:path extrusionOk="0" h="21600" w="2160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moveTo>
                  <a:pt x="13745" y="8836"/>
                </a:moveTo>
                <a:lnTo>
                  <a:pt x="9818" y="8836"/>
                </a:lnTo>
                <a:lnTo>
                  <a:pt x="9818" y="4909"/>
                </a:lnTo>
                <a:cubicBezTo>
                  <a:pt x="9818" y="4638"/>
                  <a:pt x="9599" y="4418"/>
                  <a:pt x="9327" y="4418"/>
                </a:cubicBezTo>
                <a:cubicBezTo>
                  <a:pt x="9056" y="4418"/>
                  <a:pt x="8836" y="4638"/>
                  <a:pt x="8836" y="4909"/>
                </a:cubicBezTo>
                <a:lnTo>
                  <a:pt x="8836" y="8836"/>
                </a:lnTo>
                <a:lnTo>
                  <a:pt x="4909" y="8836"/>
                </a:lnTo>
                <a:cubicBezTo>
                  <a:pt x="4638" y="8836"/>
                  <a:pt x="4418" y="9056"/>
                  <a:pt x="4418" y="9327"/>
                </a:cubicBezTo>
                <a:cubicBezTo>
                  <a:pt x="4418" y="9599"/>
                  <a:pt x="4638" y="9818"/>
                  <a:pt x="4909" y="9818"/>
                </a:cubicBezTo>
                <a:lnTo>
                  <a:pt x="8836" y="9818"/>
                </a:lnTo>
                <a:lnTo>
                  <a:pt x="8836" y="13745"/>
                </a:lnTo>
                <a:cubicBezTo>
                  <a:pt x="8836" y="14017"/>
                  <a:pt x="9056" y="14236"/>
                  <a:pt x="9327" y="14236"/>
                </a:cubicBezTo>
                <a:cubicBezTo>
                  <a:pt x="9599" y="14236"/>
                  <a:pt x="9818" y="14017"/>
                  <a:pt x="9818" y="13745"/>
                </a:cubicBezTo>
                <a:lnTo>
                  <a:pt x="9818" y="9818"/>
                </a:lnTo>
                <a:lnTo>
                  <a:pt x="13745" y="9818"/>
                </a:lnTo>
                <a:cubicBezTo>
                  <a:pt x="14017" y="9818"/>
                  <a:pt x="14236" y="9599"/>
                  <a:pt x="14236" y="9327"/>
                </a:cubicBezTo>
                <a:cubicBezTo>
                  <a:pt x="14236" y="9056"/>
                  <a:pt x="14017" y="8836"/>
                  <a:pt x="13745" y="8836"/>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06" name="Google Shape;906;p24"/>
          <p:cNvSpPr/>
          <p:nvPr/>
        </p:nvSpPr>
        <p:spPr>
          <a:xfrm>
            <a:off x="5170510" y="4178138"/>
            <a:ext cx="279328" cy="279328"/>
          </a:xfrm>
          <a:custGeom>
            <a:rect b="b" l="l" r="r" t="t"/>
            <a:pathLst>
              <a:path extrusionOk="0" h="21600" w="21600">
                <a:moveTo>
                  <a:pt x="9327" y="17673"/>
                </a:moveTo>
                <a:cubicBezTo>
                  <a:pt x="4718" y="17673"/>
                  <a:pt x="982" y="13936"/>
                  <a:pt x="982" y="9327"/>
                </a:cubicBezTo>
                <a:cubicBezTo>
                  <a:pt x="982" y="4718"/>
                  <a:pt x="4718" y="982"/>
                  <a:pt x="9327" y="982"/>
                </a:cubicBezTo>
                <a:cubicBezTo>
                  <a:pt x="13936" y="982"/>
                  <a:pt x="17673" y="4718"/>
                  <a:pt x="17673" y="9327"/>
                </a:cubicBezTo>
                <a:cubicBezTo>
                  <a:pt x="17673" y="13936"/>
                  <a:pt x="13936" y="17673"/>
                  <a:pt x="9327" y="17673"/>
                </a:cubicBezTo>
                <a:moveTo>
                  <a:pt x="21456" y="20762"/>
                </a:moveTo>
                <a:lnTo>
                  <a:pt x="16253" y="15559"/>
                </a:lnTo>
                <a:cubicBezTo>
                  <a:pt x="17741" y="13907"/>
                  <a:pt x="18655" y="11726"/>
                  <a:pt x="18655" y="9327"/>
                </a:cubicBezTo>
                <a:cubicBezTo>
                  <a:pt x="18655" y="4176"/>
                  <a:pt x="14479" y="0"/>
                  <a:pt x="9327" y="0"/>
                </a:cubicBezTo>
                <a:cubicBezTo>
                  <a:pt x="4176" y="0"/>
                  <a:pt x="0" y="4176"/>
                  <a:pt x="0" y="9327"/>
                </a:cubicBezTo>
                <a:cubicBezTo>
                  <a:pt x="0" y="14479"/>
                  <a:pt x="4176" y="18655"/>
                  <a:pt x="9327" y="18655"/>
                </a:cubicBezTo>
                <a:cubicBezTo>
                  <a:pt x="11726" y="18655"/>
                  <a:pt x="13907" y="17742"/>
                  <a:pt x="15559" y="16253"/>
                </a:cubicBezTo>
                <a:lnTo>
                  <a:pt x="20762" y="21456"/>
                </a:lnTo>
                <a:cubicBezTo>
                  <a:pt x="20851" y="21546"/>
                  <a:pt x="20973" y="21600"/>
                  <a:pt x="21109" y="21600"/>
                </a:cubicBezTo>
                <a:cubicBezTo>
                  <a:pt x="21380" y="21600"/>
                  <a:pt x="21600" y="21381"/>
                  <a:pt x="21600" y="21109"/>
                </a:cubicBezTo>
                <a:cubicBezTo>
                  <a:pt x="21600" y="20974"/>
                  <a:pt x="21545" y="20851"/>
                  <a:pt x="21456" y="20762"/>
                </a:cubicBezTo>
                <a:moveTo>
                  <a:pt x="13745" y="8836"/>
                </a:moveTo>
                <a:lnTo>
                  <a:pt x="4909" y="8836"/>
                </a:lnTo>
                <a:cubicBezTo>
                  <a:pt x="4638" y="8836"/>
                  <a:pt x="4418" y="9056"/>
                  <a:pt x="4418" y="9327"/>
                </a:cubicBezTo>
                <a:cubicBezTo>
                  <a:pt x="4418" y="9599"/>
                  <a:pt x="4638" y="9818"/>
                  <a:pt x="4909" y="9818"/>
                </a:cubicBezTo>
                <a:lnTo>
                  <a:pt x="13745" y="9818"/>
                </a:lnTo>
                <a:cubicBezTo>
                  <a:pt x="14017" y="9818"/>
                  <a:pt x="14236" y="9599"/>
                  <a:pt x="14236" y="9327"/>
                </a:cubicBezTo>
                <a:cubicBezTo>
                  <a:pt x="14236" y="9056"/>
                  <a:pt x="14017" y="8836"/>
                  <a:pt x="13745" y="8836"/>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07" name="Google Shape;907;p24"/>
          <p:cNvSpPr/>
          <p:nvPr/>
        </p:nvSpPr>
        <p:spPr>
          <a:xfrm>
            <a:off x="5716468" y="4178138"/>
            <a:ext cx="253935" cy="279328"/>
          </a:xfrm>
          <a:custGeom>
            <a:rect b="b" l="l" r="r" t="t"/>
            <a:pathLst>
              <a:path extrusionOk="0" h="21600" w="21600">
                <a:moveTo>
                  <a:pt x="10800" y="4909"/>
                </a:moveTo>
                <a:cubicBezTo>
                  <a:pt x="5432" y="4909"/>
                  <a:pt x="1080" y="4030"/>
                  <a:pt x="1080" y="2945"/>
                </a:cubicBezTo>
                <a:cubicBezTo>
                  <a:pt x="1080" y="1861"/>
                  <a:pt x="5432" y="982"/>
                  <a:pt x="10800" y="982"/>
                </a:cubicBezTo>
                <a:cubicBezTo>
                  <a:pt x="16168" y="982"/>
                  <a:pt x="20520" y="1861"/>
                  <a:pt x="20520" y="2945"/>
                </a:cubicBezTo>
                <a:cubicBezTo>
                  <a:pt x="20520" y="4030"/>
                  <a:pt x="16168" y="4909"/>
                  <a:pt x="10800" y="4909"/>
                </a:cubicBezTo>
                <a:moveTo>
                  <a:pt x="16305" y="8659"/>
                </a:moveTo>
                <a:cubicBezTo>
                  <a:pt x="14130" y="10260"/>
                  <a:pt x="11880" y="11916"/>
                  <a:pt x="11880" y="14727"/>
                </a:cubicBezTo>
                <a:cubicBezTo>
                  <a:pt x="11880" y="17561"/>
                  <a:pt x="11880" y="19270"/>
                  <a:pt x="11642" y="20135"/>
                </a:cubicBezTo>
                <a:cubicBezTo>
                  <a:pt x="11522" y="20573"/>
                  <a:pt x="11509" y="20618"/>
                  <a:pt x="10800" y="20618"/>
                </a:cubicBezTo>
                <a:cubicBezTo>
                  <a:pt x="10091" y="20618"/>
                  <a:pt x="10078" y="20573"/>
                  <a:pt x="9957" y="20135"/>
                </a:cubicBezTo>
                <a:cubicBezTo>
                  <a:pt x="9818" y="19627"/>
                  <a:pt x="9761" y="18820"/>
                  <a:pt x="9738" y="17673"/>
                </a:cubicBezTo>
                <a:lnTo>
                  <a:pt x="10260" y="17673"/>
                </a:lnTo>
                <a:cubicBezTo>
                  <a:pt x="10558" y="17673"/>
                  <a:pt x="10800" y="17453"/>
                  <a:pt x="10800" y="17182"/>
                </a:cubicBezTo>
                <a:cubicBezTo>
                  <a:pt x="10800" y="16911"/>
                  <a:pt x="10558" y="16691"/>
                  <a:pt x="10260" y="16691"/>
                </a:cubicBezTo>
                <a:lnTo>
                  <a:pt x="9724" y="16691"/>
                </a:lnTo>
                <a:cubicBezTo>
                  <a:pt x="9722" y="16381"/>
                  <a:pt x="9721" y="16059"/>
                  <a:pt x="9721" y="15709"/>
                </a:cubicBezTo>
                <a:lnTo>
                  <a:pt x="10260" y="15709"/>
                </a:lnTo>
                <a:cubicBezTo>
                  <a:pt x="10558" y="15709"/>
                  <a:pt x="10800" y="15489"/>
                  <a:pt x="10800" y="15218"/>
                </a:cubicBezTo>
                <a:cubicBezTo>
                  <a:pt x="10800" y="14947"/>
                  <a:pt x="10558" y="14727"/>
                  <a:pt x="10260" y="14727"/>
                </a:cubicBezTo>
                <a:lnTo>
                  <a:pt x="9720" y="14727"/>
                </a:lnTo>
                <a:cubicBezTo>
                  <a:pt x="9720" y="11916"/>
                  <a:pt x="7470" y="10260"/>
                  <a:pt x="5295" y="8659"/>
                </a:cubicBezTo>
                <a:cubicBezTo>
                  <a:pt x="3543" y="7370"/>
                  <a:pt x="1872" y="6139"/>
                  <a:pt x="1294" y="4344"/>
                </a:cubicBezTo>
                <a:cubicBezTo>
                  <a:pt x="3119" y="5266"/>
                  <a:pt x="6691" y="5891"/>
                  <a:pt x="10800" y="5891"/>
                </a:cubicBezTo>
                <a:cubicBezTo>
                  <a:pt x="14905" y="5891"/>
                  <a:pt x="18475" y="5266"/>
                  <a:pt x="20302" y="4347"/>
                </a:cubicBezTo>
                <a:cubicBezTo>
                  <a:pt x="19721" y="6143"/>
                  <a:pt x="18053" y="7373"/>
                  <a:pt x="16305" y="8659"/>
                </a:cubicBezTo>
                <a:moveTo>
                  <a:pt x="10800" y="0"/>
                </a:moveTo>
                <a:cubicBezTo>
                  <a:pt x="4835" y="0"/>
                  <a:pt x="0" y="1319"/>
                  <a:pt x="0" y="2945"/>
                </a:cubicBezTo>
                <a:cubicBezTo>
                  <a:pt x="0" y="8836"/>
                  <a:pt x="8640" y="9818"/>
                  <a:pt x="8640" y="14727"/>
                </a:cubicBezTo>
                <a:lnTo>
                  <a:pt x="8640" y="15217"/>
                </a:lnTo>
                <a:lnTo>
                  <a:pt x="8640" y="15218"/>
                </a:lnTo>
                <a:lnTo>
                  <a:pt x="8640" y="15219"/>
                </a:lnTo>
                <a:cubicBezTo>
                  <a:pt x="8641" y="15938"/>
                  <a:pt x="8642" y="16572"/>
                  <a:pt x="8649" y="17142"/>
                </a:cubicBezTo>
                <a:cubicBezTo>
                  <a:pt x="8647" y="17155"/>
                  <a:pt x="8640" y="17168"/>
                  <a:pt x="8640" y="17182"/>
                </a:cubicBezTo>
                <a:cubicBezTo>
                  <a:pt x="8640" y="17199"/>
                  <a:pt x="8648" y="17212"/>
                  <a:pt x="8651" y="17230"/>
                </a:cubicBezTo>
                <a:cubicBezTo>
                  <a:pt x="8699" y="20896"/>
                  <a:pt x="8995" y="21600"/>
                  <a:pt x="10800" y="21600"/>
                </a:cubicBezTo>
                <a:cubicBezTo>
                  <a:pt x="12960" y="21600"/>
                  <a:pt x="12960" y="20618"/>
                  <a:pt x="12960" y="14727"/>
                </a:cubicBezTo>
                <a:cubicBezTo>
                  <a:pt x="12960" y="9818"/>
                  <a:pt x="21600" y="8836"/>
                  <a:pt x="21600" y="2945"/>
                </a:cubicBezTo>
                <a:cubicBezTo>
                  <a:pt x="21600" y="1319"/>
                  <a:pt x="16765" y="0"/>
                  <a:pt x="108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08" name="Google Shape;908;p24"/>
          <p:cNvSpPr/>
          <p:nvPr/>
        </p:nvSpPr>
        <p:spPr>
          <a:xfrm>
            <a:off x="904422" y="4711399"/>
            <a:ext cx="279328" cy="279328"/>
          </a:xfrm>
          <a:custGeom>
            <a:rect b="b" l="l" r="r" t="t"/>
            <a:pathLst>
              <a:path extrusionOk="0" h="21600" w="21600">
                <a:moveTo>
                  <a:pt x="21109" y="14727"/>
                </a:moveTo>
                <a:lnTo>
                  <a:pt x="18655" y="14727"/>
                </a:lnTo>
                <a:lnTo>
                  <a:pt x="18655" y="12273"/>
                </a:lnTo>
                <a:cubicBezTo>
                  <a:pt x="18655" y="12002"/>
                  <a:pt x="18434" y="11782"/>
                  <a:pt x="18164" y="11782"/>
                </a:cubicBezTo>
                <a:cubicBezTo>
                  <a:pt x="17893" y="11782"/>
                  <a:pt x="17673" y="12002"/>
                  <a:pt x="17673" y="12273"/>
                </a:cubicBezTo>
                <a:lnTo>
                  <a:pt x="17673" y="14727"/>
                </a:lnTo>
                <a:lnTo>
                  <a:pt x="15218" y="14727"/>
                </a:lnTo>
                <a:cubicBezTo>
                  <a:pt x="14947" y="14727"/>
                  <a:pt x="14727" y="14947"/>
                  <a:pt x="14727" y="15218"/>
                </a:cubicBezTo>
                <a:cubicBezTo>
                  <a:pt x="14727" y="15490"/>
                  <a:pt x="14947" y="15709"/>
                  <a:pt x="15218" y="15709"/>
                </a:cubicBezTo>
                <a:lnTo>
                  <a:pt x="17673" y="15709"/>
                </a:lnTo>
                <a:lnTo>
                  <a:pt x="17673" y="18164"/>
                </a:lnTo>
                <a:cubicBezTo>
                  <a:pt x="17673" y="18435"/>
                  <a:pt x="17893" y="18655"/>
                  <a:pt x="18164" y="18655"/>
                </a:cubicBezTo>
                <a:cubicBezTo>
                  <a:pt x="18434" y="18655"/>
                  <a:pt x="18655" y="18435"/>
                  <a:pt x="18655" y="18164"/>
                </a:cubicBezTo>
                <a:lnTo>
                  <a:pt x="18655" y="15709"/>
                </a:lnTo>
                <a:lnTo>
                  <a:pt x="21109" y="15709"/>
                </a:lnTo>
                <a:cubicBezTo>
                  <a:pt x="21380" y="15709"/>
                  <a:pt x="21600" y="15490"/>
                  <a:pt x="21600" y="15218"/>
                </a:cubicBezTo>
                <a:cubicBezTo>
                  <a:pt x="21600" y="14947"/>
                  <a:pt x="21380" y="14727"/>
                  <a:pt x="21109" y="14727"/>
                </a:cubicBezTo>
                <a:moveTo>
                  <a:pt x="14823" y="8659"/>
                </a:moveTo>
                <a:cubicBezTo>
                  <a:pt x="12845" y="10260"/>
                  <a:pt x="10800" y="11916"/>
                  <a:pt x="10800" y="14727"/>
                </a:cubicBezTo>
                <a:cubicBezTo>
                  <a:pt x="10800" y="17561"/>
                  <a:pt x="10800" y="19270"/>
                  <a:pt x="10584" y="20135"/>
                </a:cubicBezTo>
                <a:cubicBezTo>
                  <a:pt x="10474" y="20573"/>
                  <a:pt x="10463" y="20618"/>
                  <a:pt x="9818" y="20618"/>
                </a:cubicBezTo>
                <a:cubicBezTo>
                  <a:pt x="9173" y="20618"/>
                  <a:pt x="9162" y="20573"/>
                  <a:pt x="9052" y="20135"/>
                </a:cubicBezTo>
                <a:cubicBezTo>
                  <a:pt x="8926" y="19627"/>
                  <a:pt x="8874" y="18820"/>
                  <a:pt x="8853" y="17673"/>
                </a:cubicBezTo>
                <a:lnTo>
                  <a:pt x="9327" y="17673"/>
                </a:lnTo>
                <a:cubicBezTo>
                  <a:pt x="9598" y="17673"/>
                  <a:pt x="9818" y="17453"/>
                  <a:pt x="9818" y="17182"/>
                </a:cubicBezTo>
                <a:cubicBezTo>
                  <a:pt x="9818" y="16910"/>
                  <a:pt x="9598" y="16691"/>
                  <a:pt x="9327" y="16691"/>
                </a:cubicBezTo>
                <a:lnTo>
                  <a:pt x="8840" y="16691"/>
                </a:lnTo>
                <a:cubicBezTo>
                  <a:pt x="8838" y="16381"/>
                  <a:pt x="8837" y="16059"/>
                  <a:pt x="8837" y="15709"/>
                </a:cubicBezTo>
                <a:lnTo>
                  <a:pt x="9327" y="15709"/>
                </a:lnTo>
                <a:cubicBezTo>
                  <a:pt x="9598" y="15709"/>
                  <a:pt x="9818" y="15490"/>
                  <a:pt x="9818" y="15218"/>
                </a:cubicBezTo>
                <a:cubicBezTo>
                  <a:pt x="9818" y="14947"/>
                  <a:pt x="9598" y="14727"/>
                  <a:pt x="9327" y="14727"/>
                </a:cubicBezTo>
                <a:lnTo>
                  <a:pt x="8836" y="14727"/>
                </a:lnTo>
                <a:cubicBezTo>
                  <a:pt x="8836" y="11916"/>
                  <a:pt x="6791" y="10260"/>
                  <a:pt x="4813" y="8659"/>
                </a:cubicBezTo>
                <a:cubicBezTo>
                  <a:pt x="3221" y="7370"/>
                  <a:pt x="1702" y="6139"/>
                  <a:pt x="1176" y="4344"/>
                </a:cubicBezTo>
                <a:cubicBezTo>
                  <a:pt x="2835" y="5266"/>
                  <a:pt x="6083" y="5891"/>
                  <a:pt x="9818" y="5891"/>
                </a:cubicBezTo>
                <a:cubicBezTo>
                  <a:pt x="13550" y="5891"/>
                  <a:pt x="16795" y="5266"/>
                  <a:pt x="18456" y="4347"/>
                </a:cubicBezTo>
                <a:cubicBezTo>
                  <a:pt x="17928" y="6143"/>
                  <a:pt x="16412" y="7373"/>
                  <a:pt x="14823" y="8659"/>
                </a:cubicBezTo>
                <a:moveTo>
                  <a:pt x="982" y="2945"/>
                </a:moveTo>
                <a:cubicBezTo>
                  <a:pt x="982" y="1861"/>
                  <a:pt x="4938" y="982"/>
                  <a:pt x="9818" y="982"/>
                </a:cubicBezTo>
                <a:cubicBezTo>
                  <a:pt x="14698" y="982"/>
                  <a:pt x="18655" y="1861"/>
                  <a:pt x="18655" y="2945"/>
                </a:cubicBezTo>
                <a:cubicBezTo>
                  <a:pt x="18655" y="4031"/>
                  <a:pt x="14698" y="4909"/>
                  <a:pt x="9818" y="4909"/>
                </a:cubicBezTo>
                <a:cubicBezTo>
                  <a:pt x="4938" y="4909"/>
                  <a:pt x="982" y="4031"/>
                  <a:pt x="982" y="2945"/>
                </a:cubicBezTo>
                <a:moveTo>
                  <a:pt x="19636" y="2945"/>
                </a:moveTo>
                <a:cubicBezTo>
                  <a:pt x="19636" y="1319"/>
                  <a:pt x="15241" y="0"/>
                  <a:pt x="9818" y="0"/>
                </a:cubicBezTo>
                <a:cubicBezTo>
                  <a:pt x="4396" y="0"/>
                  <a:pt x="0" y="1319"/>
                  <a:pt x="0" y="2945"/>
                </a:cubicBezTo>
                <a:cubicBezTo>
                  <a:pt x="0" y="8836"/>
                  <a:pt x="7855" y="9818"/>
                  <a:pt x="7855" y="14727"/>
                </a:cubicBezTo>
                <a:cubicBezTo>
                  <a:pt x="7855" y="14900"/>
                  <a:pt x="7855" y="15053"/>
                  <a:pt x="7855" y="15217"/>
                </a:cubicBezTo>
                <a:cubicBezTo>
                  <a:pt x="7855" y="15217"/>
                  <a:pt x="7855" y="15218"/>
                  <a:pt x="7855" y="15218"/>
                </a:cubicBezTo>
                <a:cubicBezTo>
                  <a:pt x="7855" y="15219"/>
                  <a:pt x="7855" y="15219"/>
                  <a:pt x="7855" y="15219"/>
                </a:cubicBezTo>
                <a:cubicBezTo>
                  <a:pt x="7855" y="15938"/>
                  <a:pt x="7856" y="16572"/>
                  <a:pt x="7863" y="17142"/>
                </a:cubicBezTo>
                <a:cubicBezTo>
                  <a:pt x="7861" y="17155"/>
                  <a:pt x="7855" y="17168"/>
                  <a:pt x="7855" y="17182"/>
                </a:cubicBezTo>
                <a:cubicBezTo>
                  <a:pt x="7855" y="17199"/>
                  <a:pt x="7862" y="17212"/>
                  <a:pt x="7864" y="17229"/>
                </a:cubicBezTo>
                <a:cubicBezTo>
                  <a:pt x="7908" y="20896"/>
                  <a:pt x="8177" y="21600"/>
                  <a:pt x="9818" y="21600"/>
                </a:cubicBezTo>
                <a:cubicBezTo>
                  <a:pt x="11782" y="21600"/>
                  <a:pt x="11782" y="20618"/>
                  <a:pt x="11782" y="14727"/>
                </a:cubicBezTo>
                <a:cubicBezTo>
                  <a:pt x="11782" y="9818"/>
                  <a:pt x="19636" y="8836"/>
                  <a:pt x="19636" y="2945"/>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09" name="Google Shape;909;p24"/>
          <p:cNvSpPr/>
          <p:nvPr/>
        </p:nvSpPr>
        <p:spPr>
          <a:xfrm>
            <a:off x="1437683" y="4711399"/>
            <a:ext cx="279328" cy="279328"/>
          </a:xfrm>
          <a:custGeom>
            <a:rect b="b" l="l" r="r" t="t"/>
            <a:pathLst>
              <a:path extrusionOk="0" h="21600" w="21600">
                <a:moveTo>
                  <a:pt x="21109" y="14727"/>
                </a:moveTo>
                <a:lnTo>
                  <a:pt x="15218" y="14727"/>
                </a:lnTo>
                <a:cubicBezTo>
                  <a:pt x="14947" y="14727"/>
                  <a:pt x="14727" y="14947"/>
                  <a:pt x="14727" y="15218"/>
                </a:cubicBezTo>
                <a:cubicBezTo>
                  <a:pt x="14727" y="15490"/>
                  <a:pt x="14947" y="15709"/>
                  <a:pt x="15218" y="15709"/>
                </a:cubicBezTo>
                <a:lnTo>
                  <a:pt x="21109" y="15709"/>
                </a:lnTo>
                <a:cubicBezTo>
                  <a:pt x="21380" y="15709"/>
                  <a:pt x="21600" y="15490"/>
                  <a:pt x="21600" y="15218"/>
                </a:cubicBezTo>
                <a:cubicBezTo>
                  <a:pt x="21600" y="14947"/>
                  <a:pt x="21380" y="14727"/>
                  <a:pt x="21109" y="14727"/>
                </a:cubicBezTo>
                <a:moveTo>
                  <a:pt x="14823" y="8659"/>
                </a:moveTo>
                <a:cubicBezTo>
                  <a:pt x="12845" y="10260"/>
                  <a:pt x="10800" y="11916"/>
                  <a:pt x="10800" y="14727"/>
                </a:cubicBezTo>
                <a:cubicBezTo>
                  <a:pt x="10800" y="17561"/>
                  <a:pt x="10800" y="19270"/>
                  <a:pt x="10584" y="20135"/>
                </a:cubicBezTo>
                <a:cubicBezTo>
                  <a:pt x="10474" y="20573"/>
                  <a:pt x="10463" y="20618"/>
                  <a:pt x="9818" y="20618"/>
                </a:cubicBezTo>
                <a:cubicBezTo>
                  <a:pt x="9173" y="20618"/>
                  <a:pt x="9162" y="20573"/>
                  <a:pt x="9052" y="20135"/>
                </a:cubicBezTo>
                <a:cubicBezTo>
                  <a:pt x="8926" y="19627"/>
                  <a:pt x="8874" y="18820"/>
                  <a:pt x="8853" y="17673"/>
                </a:cubicBezTo>
                <a:lnTo>
                  <a:pt x="9327" y="17673"/>
                </a:lnTo>
                <a:cubicBezTo>
                  <a:pt x="9598" y="17673"/>
                  <a:pt x="9818" y="17453"/>
                  <a:pt x="9818" y="17182"/>
                </a:cubicBezTo>
                <a:cubicBezTo>
                  <a:pt x="9818" y="16910"/>
                  <a:pt x="9598" y="16691"/>
                  <a:pt x="9327" y="16691"/>
                </a:cubicBezTo>
                <a:lnTo>
                  <a:pt x="8840" y="16691"/>
                </a:lnTo>
                <a:cubicBezTo>
                  <a:pt x="8838" y="16381"/>
                  <a:pt x="8837" y="16059"/>
                  <a:pt x="8837" y="15709"/>
                </a:cubicBezTo>
                <a:lnTo>
                  <a:pt x="9327" y="15709"/>
                </a:lnTo>
                <a:cubicBezTo>
                  <a:pt x="9598" y="15709"/>
                  <a:pt x="9818" y="15490"/>
                  <a:pt x="9818" y="15218"/>
                </a:cubicBezTo>
                <a:cubicBezTo>
                  <a:pt x="9818" y="14947"/>
                  <a:pt x="9598" y="14727"/>
                  <a:pt x="9327" y="14727"/>
                </a:cubicBezTo>
                <a:lnTo>
                  <a:pt x="8836" y="14727"/>
                </a:lnTo>
                <a:cubicBezTo>
                  <a:pt x="8836" y="11916"/>
                  <a:pt x="6791" y="10260"/>
                  <a:pt x="4813" y="8659"/>
                </a:cubicBezTo>
                <a:cubicBezTo>
                  <a:pt x="3221" y="7370"/>
                  <a:pt x="1702" y="6139"/>
                  <a:pt x="1176" y="4344"/>
                </a:cubicBezTo>
                <a:cubicBezTo>
                  <a:pt x="2835" y="5266"/>
                  <a:pt x="6083" y="5891"/>
                  <a:pt x="9818" y="5891"/>
                </a:cubicBezTo>
                <a:cubicBezTo>
                  <a:pt x="13550" y="5891"/>
                  <a:pt x="16795" y="5266"/>
                  <a:pt x="18456" y="4347"/>
                </a:cubicBezTo>
                <a:cubicBezTo>
                  <a:pt x="17928" y="6143"/>
                  <a:pt x="16412" y="7373"/>
                  <a:pt x="14823" y="8659"/>
                </a:cubicBezTo>
                <a:moveTo>
                  <a:pt x="982" y="2945"/>
                </a:moveTo>
                <a:cubicBezTo>
                  <a:pt x="982" y="1861"/>
                  <a:pt x="4938" y="982"/>
                  <a:pt x="9818" y="982"/>
                </a:cubicBezTo>
                <a:cubicBezTo>
                  <a:pt x="14698" y="982"/>
                  <a:pt x="18655" y="1861"/>
                  <a:pt x="18655" y="2945"/>
                </a:cubicBezTo>
                <a:cubicBezTo>
                  <a:pt x="18655" y="4031"/>
                  <a:pt x="14698" y="4909"/>
                  <a:pt x="9818" y="4909"/>
                </a:cubicBezTo>
                <a:cubicBezTo>
                  <a:pt x="4938" y="4909"/>
                  <a:pt x="982" y="4031"/>
                  <a:pt x="982" y="2945"/>
                </a:cubicBezTo>
                <a:moveTo>
                  <a:pt x="19636" y="2945"/>
                </a:moveTo>
                <a:cubicBezTo>
                  <a:pt x="19636" y="1319"/>
                  <a:pt x="15241" y="0"/>
                  <a:pt x="9818" y="0"/>
                </a:cubicBezTo>
                <a:cubicBezTo>
                  <a:pt x="4396" y="0"/>
                  <a:pt x="0" y="1319"/>
                  <a:pt x="0" y="2945"/>
                </a:cubicBezTo>
                <a:cubicBezTo>
                  <a:pt x="0" y="8836"/>
                  <a:pt x="7855" y="9818"/>
                  <a:pt x="7855" y="14727"/>
                </a:cubicBezTo>
                <a:cubicBezTo>
                  <a:pt x="7855" y="14900"/>
                  <a:pt x="7855" y="15053"/>
                  <a:pt x="7855" y="15217"/>
                </a:cubicBezTo>
                <a:cubicBezTo>
                  <a:pt x="7855" y="15217"/>
                  <a:pt x="7855" y="15218"/>
                  <a:pt x="7855" y="15218"/>
                </a:cubicBezTo>
                <a:cubicBezTo>
                  <a:pt x="7855" y="15219"/>
                  <a:pt x="7855" y="15219"/>
                  <a:pt x="7855" y="15219"/>
                </a:cubicBezTo>
                <a:cubicBezTo>
                  <a:pt x="7855" y="15938"/>
                  <a:pt x="7856" y="16572"/>
                  <a:pt x="7863" y="17142"/>
                </a:cubicBezTo>
                <a:cubicBezTo>
                  <a:pt x="7861" y="17155"/>
                  <a:pt x="7855" y="17168"/>
                  <a:pt x="7855" y="17182"/>
                </a:cubicBezTo>
                <a:cubicBezTo>
                  <a:pt x="7855" y="17199"/>
                  <a:pt x="7862" y="17212"/>
                  <a:pt x="7864" y="17229"/>
                </a:cubicBezTo>
                <a:cubicBezTo>
                  <a:pt x="7908" y="20896"/>
                  <a:pt x="8177" y="21600"/>
                  <a:pt x="9818" y="21600"/>
                </a:cubicBezTo>
                <a:cubicBezTo>
                  <a:pt x="11782" y="21600"/>
                  <a:pt x="11782" y="20618"/>
                  <a:pt x="11782" y="14727"/>
                </a:cubicBezTo>
                <a:cubicBezTo>
                  <a:pt x="11782" y="9818"/>
                  <a:pt x="19636" y="8836"/>
                  <a:pt x="19636" y="2945"/>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10" name="Google Shape;910;p24"/>
          <p:cNvSpPr/>
          <p:nvPr/>
        </p:nvSpPr>
        <p:spPr>
          <a:xfrm>
            <a:off x="1983640" y="4711399"/>
            <a:ext cx="253935" cy="279328"/>
          </a:xfrm>
          <a:custGeom>
            <a:rect b="b" l="l" r="r" t="t"/>
            <a:pathLst>
              <a:path extrusionOk="0" h="21600" w="21600">
                <a:moveTo>
                  <a:pt x="20520" y="4979"/>
                </a:moveTo>
                <a:lnTo>
                  <a:pt x="7560" y="6792"/>
                </a:lnTo>
                <a:lnTo>
                  <a:pt x="7560" y="2876"/>
                </a:lnTo>
                <a:lnTo>
                  <a:pt x="20520" y="1063"/>
                </a:lnTo>
                <a:cubicBezTo>
                  <a:pt x="20520" y="1063"/>
                  <a:pt x="20520" y="4979"/>
                  <a:pt x="20520" y="4979"/>
                </a:cubicBezTo>
                <a:close/>
                <a:moveTo>
                  <a:pt x="18900" y="17673"/>
                </a:moveTo>
                <a:lnTo>
                  <a:pt x="16740" y="17673"/>
                </a:lnTo>
                <a:cubicBezTo>
                  <a:pt x="15845" y="17673"/>
                  <a:pt x="15120" y="17014"/>
                  <a:pt x="15120" y="16200"/>
                </a:cubicBezTo>
                <a:cubicBezTo>
                  <a:pt x="15120" y="15387"/>
                  <a:pt x="15845" y="14727"/>
                  <a:pt x="16740" y="14727"/>
                </a:cubicBezTo>
                <a:lnTo>
                  <a:pt x="18900" y="14727"/>
                </a:lnTo>
                <a:cubicBezTo>
                  <a:pt x="19795" y="14727"/>
                  <a:pt x="20520" y="15387"/>
                  <a:pt x="20520" y="16200"/>
                </a:cubicBezTo>
                <a:cubicBezTo>
                  <a:pt x="20520" y="17014"/>
                  <a:pt x="19795" y="17673"/>
                  <a:pt x="18900" y="17673"/>
                </a:cubicBezTo>
                <a:moveTo>
                  <a:pt x="4860" y="20618"/>
                </a:moveTo>
                <a:lnTo>
                  <a:pt x="2700" y="20618"/>
                </a:lnTo>
                <a:cubicBezTo>
                  <a:pt x="1805" y="20618"/>
                  <a:pt x="1080" y="19959"/>
                  <a:pt x="1080" y="19146"/>
                </a:cubicBezTo>
                <a:cubicBezTo>
                  <a:pt x="1080" y="18332"/>
                  <a:pt x="1805" y="17673"/>
                  <a:pt x="2700" y="17673"/>
                </a:cubicBezTo>
                <a:lnTo>
                  <a:pt x="4860" y="17673"/>
                </a:lnTo>
                <a:cubicBezTo>
                  <a:pt x="5755" y="17673"/>
                  <a:pt x="6480" y="18332"/>
                  <a:pt x="6480" y="19146"/>
                </a:cubicBezTo>
                <a:cubicBezTo>
                  <a:pt x="6480" y="19959"/>
                  <a:pt x="5755" y="20618"/>
                  <a:pt x="4860" y="20618"/>
                </a:cubicBezTo>
                <a:moveTo>
                  <a:pt x="21060" y="0"/>
                </a:moveTo>
                <a:cubicBezTo>
                  <a:pt x="21031" y="0"/>
                  <a:pt x="21006" y="11"/>
                  <a:pt x="20980" y="15"/>
                </a:cubicBezTo>
                <a:lnTo>
                  <a:pt x="20978" y="6"/>
                </a:lnTo>
                <a:lnTo>
                  <a:pt x="6938" y="1969"/>
                </a:lnTo>
                <a:lnTo>
                  <a:pt x="6940" y="1979"/>
                </a:lnTo>
                <a:cubicBezTo>
                  <a:pt x="6681" y="2016"/>
                  <a:pt x="6480" y="2210"/>
                  <a:pt x="6480" y="2455"/>
                </a:cubicBezTo>
                <a:lnTo>
                  <a:pt x="6480" y="17193"/>
                </a:lnTo>
                <a:cubicBezTo>
                  <a:pt x="6028" y="16882"/>
                  <a:pt x="5471" y="16691"/>
                  <a:pt x="4860" y="16691"/>
                </a:cubicBezTo>
                <a:lnTo>
                  <a:pt x="2700" y="16691"/>
                </a:lnTo>
                <a:cubicBezTo>
                  <a:pt x="1209" y="16691"/>
                  <a:pt x="0" y="17790"/>
                  <a:pt x="0" y="19146"/>
                </a:cubicBezTo>
                <a:cubicBezTo>
                  <a:pt x="0" y="20501"/>
                  <a:pt x="1209" y="21600"/>
                  <a:pt x="2700" y="21600"/>
                </a:cubicBezTo>
                <a:lnTo>
                  <a:pt x="4860" y="21600"/>
                </a:lnTo>
                <a:cubicBezTo>
                  <a:pt x="6352" y="21600"/>
                  <a:pt x="7560" y="20501"/>
                  <a:pt x="7560" y="19146"/>
                </a:cubicBezTo>
                <a:lnTo>
                  <a:pt x="7560" y="7785"/>
                </a:lnTo>
                <a:lnTo>
                  <a:pt x="20520" y="5972"/>
                </a:lnTo>
                <a:lnTo>
                  <a:pt x="20520" y="14248"/>
                </a:lnTo>
                <a:cubicBezTo>
                  <a:pt x="20068" y="13937"/>
                  <a:pt x="19511" y="13745"/>
                  <a:pt x="18900" y="13745"/>
                </a:cubicBezTo>
                <a:lnTo>
                  <a:pt x="16740" y="13745"/>
                </a:lnTo>
                <a:cubicBezTo>
                  <a:pt x="15249" y="13745"/>
                  <a:pt x="14040" y="14845"/>
                  <a:pt x="14040" y="16200"/>
                </a:cubicBezTo>
                <a:cubicBezTo>
                  <a:pt x="14040" y="17556"/>
                  <a:pt x="15249" y="18655"/>
                  <a:pt x="16740" y="18655"/>
                </a:cubicBezTo>
                <a:lnTo>
                  <a:pt x="18900" y="18655"/>
                </a:lnTo>
                <a:cubicBezTo>
                  <a:pt x="20392" y="18655"/>
                  <a:pt x="21600" y="17556"/>
                  <a:pt x="21600" y="16200"/>
                </a:cubicBezTo>
                <a:lnTo>
                  <a:pt x="21600" y="491"/>
                </a:lnTo>
                <a:cubicBezTo>
                  <a:pt x="21600" y="220"/>
                  <a:pt x="21358" y="0"/>
                  <a:pt x="2106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11" name="Google Shape;911;p24"/>
          <p:cNvSpPr/>
          <p:nvPr/>
        </p:nvSpPr>
        <p:spPr>
          <a:xfrm>
            <a:off x="2554992" y="4711399"/>
            <a:ext cx="177754" cy="279328"/>
          </a:xfrm>
          <a:custGeom>
            <a:rect b="b" l="l" r="r" t="t"/>
            <a:pathLst>
              <a:path extrusionOk="0" h="21600" w="21600">
                <a:moveTo>
                  <a:pt x="20057" y="5837"/>
                </a:moveTo>
                <a:lnTo>
                  <a:pt x="10800" y="4996"/>
                </a:lnTo>
                <a:lnTo>
                  <a:pt x="10800" y="1036"/>
                </a:lnTo>
                <a:lnTo>
                  <a:pt x="20057" y="1878"/>
                </a:lnTo>
                <a:cubicBezTo>
                  <a:pt x="20057" y="1878"/>
                  <a:pt x="20057" y="5837"/>
                  <a:pt x="20057" y="5837"/>
                </a:cubicBezTo>
                <a:close/>
                <a:moveTo>
                  <a:pt x="6943" y="20618"/>
                </a:moveTo>
                <a:lnTo>
                  <a:pt x="3857" y="20618"/>
                </a:lnTo>
                <a:cubicBezTo>
                  <a:pt x="2579" y="20618"/>
                  <a:pt x="1543" y="19959"/>
                  <a:pt x="1543" y="19146"/>
                </a:cubicBezTo>
                <a:cubicBezTo>
                  <a:pt x="1543" y="18332"/>
                  <a:pt x="2579" y="17673"/>
                  <a:pt x="3857" y="17673"/>
                </a:cubicBezTo>
                <a:lnTo>
                  <a:pt x="6943" y="17673"/>
                </a:lnTo>
                <a:cubicBezTo>
                  <a:pt x="8221" y="17673"/>
                  <a:pt x="9257" y="18332"/>
                  <a:pt x="9257" y="19146"/>
                </a:cubicBezTo>
                <a:cubicBezTo>
                  <a:pt x="9257" y="19959"/>
                  <a:pt x="8221" y="20618"/>
                  <a:pt x="6943" y="20618"/>
                </a:cubicBezTo>
                <a:moveTo>
                  <a:pt x="20829" y="982"/>
                </a:moveTo>
                <a:cubicBezTo>
                  <a:pt x="20788" y="982"/>
                  <a:pt x="20752" y="993"/>
                  <a:pt x="20714" y="997"/>
                </a:cubicBezTo>
                <a:lnTo>
                  <a:pt x="20711" y="988"/>
                </a:lnTo>
                <a:lnTo>
                  <a:pt x="10344" y="45"/>
                </a:lnTo>
                <a:cubicBezTo>
                  <a:pt x="10248" y="17"/>
                  <a:pt x="10141" y="0"/>
                  <a:pt x="10029" y="0"/>
                </a:cubicBezTo>
                <a:cubicBezTo>
                  <a:pt x="10002" y="0"/>
                  <a:pt x="9979" y="8"/>
                  <a:pt x="9954" y="10"/>
                </a:cubicBezTo>
                <a:lnTo>
                  <a:pt x="9911" y="6"/>
                </a:lnTo>
                <a:lnTo>
                  <a:pt x="9914" y="15"/>
                </a:lnTo>
                <a:cubicBezTo>
                  <a:pt x="9545" y="52"/>
                  <a:pt x="9257" y="246"/>
                  <a:pt x="9257" y="491"/>
                </a:cubicBezTo>
                <a:lnTo>
                  <a:pt x="9257" y="17193"/>
                </a:lnTo>
                <a:cubicBezTo>
                  <a:pt x="8612" y="16882"/>
                  <a:pt x="7815" y="16691"/>
                  <a:pt x="6943" y="16691"/>
                </a:cubicBezTo>
                <a:lnTo>
                  <a:pt x="3857" y="16691"/>
                </a:lnTo>
                <a:cubicBezTo>
                  <a:pt x="1727" y="16691"/>
                  <a:pt x="0" y="17790"/>
                  <a:pt x="0" y="19146"/>
                </a:cubicBezTo>
                <a:cubicBezTo>
                  <a:pt x="0" y="20501"/>
                  <a:pt x="1727" y="21600"/>
                  <a:pt x="3857" y="21600"/>
                </a:cubicBezTo>
                <a:lnTo>
                  <a:pt x="6943" y="21600"/>
                </a:lnTo>
                <a:cubicBezTo>
                  <a:pt x="9074" y="21600"/>
                  <a:pt x="10800" y="20501"/>
                  <a:pt x="10800" y="19146"/>
                </a:cubicBezTo>
                <a:lnTo>
                  <a:pt x="10800" y="5945"/>
                </a:lnTo>
                <a:lnTo>
                  <a:pt x="20513" y="6828"/>
                </a:lnTo>
                <a:cubicBezTo>
                  <a:pt x="20610" y="6855"/>
                  <a:pt x="20715" y="6873"/>
                  <a:pt x="20829" y="6873"/>
                </a:cubicBezTo>
                <a:cubicBezTo>
                  <a:pt x="20855" y="6873"/>
                  <a:pt x="20877" y="6865"/>
                  <a:pt x="20904" y="6864"/>
                </a:cubicBezTo>
                <a:lnTo>
                  <a:pt x="20946" y="6867"/>
                </a:lnTo>
                <a:lnTo>
                  <a:pt x="20943" y="6858"/>
                </a:lnTo>
                <a:cubicBezTo>
                  <a:pt x="21313" y="6822"/>
                  <a:pt x="21600" y="6627"/>
                  <a:pt x="21600" y="6382"/>
                </a:cubicBezTo>
                <a:lnTo>
                  <a:pt x="21600" y="1473"/>
                </a:lnTo>
                <a:cubicBezTo>
                  <a:pt x="21600" y="1202"/>
                  <a:pt x="21254" y="982"/>
                  <a:pt x="20829" y="982"/>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12" name="Google Shape;912;p24"/>
          <p:cNvSpPr/>
          <p:nvPr/>
        </p:nvSpPr>
        <p:spPr>
          <a:xfrm>
            <a:off x="3037466" y="4711399"/>
            <a:ext cx="279328" cy="279328"/>
          </a:xfrm>
          <a:custGeom>
            <a:rect b="b" l="l" r="r" t="t"/>
            <a:pathLst>
              <a:path extrusionOk="0" h="21600" w="21600">
                <a:moveTo>
                  <a:pt x="16257" y="18984"/>
                </a:moveTo>
                <a:lnTo>
                  <a:pt x="11380" y="15408"/>
                </a:lnTo>
                <a:lnTo>
                  <a:pt x="10800" y="14983"/>
                </a:lnTo>
                <a:lnTo>
                  <a:pt x="10219" y="15408"/>
                </a:lnTo>
                <a:lnTo>
                  <a:pt x="5343" y="18984"/>
                </a:lnTo>
                <a:lnTo>
                  <a:pt x="7313" y="13075"/>
                </a:lnTo>
                <a:lnTo>
                  <a:pt x="7534" y="12411"/>
                </a:lnTo>
                <a:lnTo>
                  <a:pt x="6980" y="11985"/>
                </a:lnTo>
                <a:lnTo>
                  <a:pt x="2887" y="8836"/>
                </a:lnTo>
                <a:lnTo>
                  <a:pt x="8535" y="8836"/>
                </a:lnTo>
                <a:lnTo>
                  <a:pt x="8774" y="8199"/>
                </a:lnTo>
                <a:lnTo>
                  <a:pt x="10800" y="2796"/>
                </a:lnTo>
                <a:lnTo>
                  <a:pt x="12826" y="8199"/>
                </a:lnTo>
                <a:lnTo>
                  <a:pt x="13065" y="8836"/>
                </a:lnTo>
                <a:lnTo>
                  <a:pt x="18714" y="8836"/>
                </a:lnTo>
                <a:lnTo>
                  <a:pt x="14619" y="11985"/>
                </a:lnTo>
                <a:lnTo>
                  <a:pt x="14066" y="12411"/>
                </a:lnTo>
                <a:cubicBezTo>
                  <a:pt x="14066" y="12411"/>
                  <a:pt x="16257" y="18984"/>
                  <a:pt x="16257" y="18984"/>
                </a:cubicBezTo>
                <a:close/>
                <a:moveTo>
                  <a:pt x="21600" y="7855"/>
                </a:moveTo>
                <a:lnTo>
                  <a:pt x="13745" y="7855"/>
                </a:lnTo>
                <a:lnTo>
                  <a:pt x="10800" y="0"/>
                </a:lnTo>
                <a:lnTo>
                  <a:pt x="7855" y="7855"/>
                </a:lnTo>
                <a:lnTo>
                  <a:pt x="0" y="7855"/>
                </a:lnTo>
                <a:lnTo>
                  <a:pt x="6382" y="12764"/>
                </a:lnTo>
                <a:lnTo>
                  <a:pt x="3436" y="21600"/>
                </a:lnTo>
                <a:lnTo>
                  <a:pt x="10800" y="16200"/>
                </a:lnTo>
                <a:lnTo>
                  <a:pt x="18164" y="21600"/>
                </a:lnTo>
                <a:lnTo>
                  <a:pt x="15218" y="12764"/>
                </a:lnTo>
                <a:cubicBezTo>
                  <a:pt x="15218" y="12764"/>
                  <a:pt x="21600" y="7855"/>
                  <a:pt x="21600" y="7855"/>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13" name="Google Shape;913;p24"/>
          <p:cNvSpPr/>
          <p:nvPr/>
        </p:nvSpPr>
        <p:spPr>
          <a:xfrm>
            <a:off x="3570727" y="4711399"/>
            <a:ext cx="279328" cy="279328"/>
          </a:xfrm>
          <a:custGeom>
            <a:rect b="b" l="l" r="r" t="t"/>
            <a:pathLst>
              <a:path extrusionOk="0" h="21600" w="21600">
                <a:moveTo>
                  <a:pt x="9445" y="15886"/>
                </a:moveTo>
                <a:lnTo>
                  <a:pt x="10478" y="18984"/>
                </a:lnTo>
                <a:lnTo>
                  <a:pt x="7944" y="17126"/>
                </a:lnTo>
                <a:lnTo>
                  <a:pt x="7364" y="16700"/>
                </a:lnTo>
                <a:lnTo>
                  <a:pt x="6783" y="17126"/>
                </a:lnTo>
                <a:lnTo>
                  <a:pt x="4249" y="18984"/>
                </a:lnTo>
                <a:lnTo>
                  <a:pt x="5283" y="15886"/>
                </a:lnTo>
                <a:lnTo>
                  <a:pt x="5505" y="15220"/>
                </a:lnTo>
                <a:lnTo>
                  <a:pt x="4946" y="14794"/>
                </a:lnTo>
                <a:lnTo>
                  <a:pt x="2908" y="13240"/>
                </a:lnTo>
                <a:lnTo>
                  <a:pt x="6037" y="13240"/>
                </a:lnTo>
                <a:lnTo>
                  <a:pt x="6275" y="12602"/>
                </a:lnTo>
                <a:lnTo>
                  <a:pt x="7364" y="9683"/>
                </a:lnTo>
                <a:lnTo>
                  <a:pt x="8452" y="12602"/>
                </a:lnTo>
                <a:lnTo>
                  <a:pt x="8690" y="13240"/>
                </a:lnTo>
                <a:lnTo>
                  <a:pt x="11820" y="13240"/>
                </a:lnTo>
                <a:lnTo>
                  <a:pt x="9781" y="14794"/>
                </a:lnTo>
                <a:lnTo>
                  <a:pt x="9223" y="15220"/>
                </a:lnTo>
                <a:cubicBezTo>
                  <a:pt x="9223" y="15220"/>
                  <a:pt x="9445" y="15886"/>
                  <a:pt x="9445" y="15886"/>
                </a:cubicBezTo>
                <a:close/>
                <a:moveTo>
                  <a:pt x="9372" y="12259"/>
                </a:moveTo>
                <a:lnTo>
                  <a:pt x="7364" y="6873"/>
                </a:lnTo>
                <a:lnTo>
                  <a:pt x="5355" y="12259"/>
                </a:lnTo>
                <a:lnTo>
                  <a:pt x="0" y="12259"/>
                </a:lnTo>
                <a:lnTo>
                  <a:pt x="4351" y="15575"/>
                </a:lnTo>
                <a:lnTo>
                  <a:pt x="2343" y="21600"/>
                </a:lnTo>
                <a:lnTo>
                  <a:pt x="7364" y="17918"/>
                </a:lnTo>
                <a:lnTo>
                  <a:pt x="12384" y="21600"/>
                </a:lnTo>
                <a:lnTo>
                  <a:pt x="10376" y="15575"/>
                </a:lnTo>
                <a:lnTo>
                  <a:pt x="14727" y="12259"/>
                </a:lnTo>
                <a:cubicBezTo>
                  <a:pt x="14727" y="12259"/>
                  <a:pt x="9372" y="12259"/>
                  <a:pt x="9372" y="12259"/>
                </a:cubicBezTo>
                <a:close/>
                <a:moveTo>
                  <a:pt x="16781" y="7308"/>
                </a:moveTo>
                <a:lnTo>
                  <a:pt x="16200" y="6883"/>
                </a:lnTo>
                <a:lnTo>
                  <a:pt x="15619" y="7308"/>
                </a:lnTo>
                <a:lnTo>
                  <a:pt x="14426" y="8184"/>
                </a:lnTo>
                <a:lnTo>
                  <a:pt x="14922" y="6693"/>
                </a:lnTo>
                <a:lnTo>
                  <a:pt x="15143" y="6031"/>
                </a:lnTo>
                <a:lnTo>
                  <a:pt x="14590" y="5605"/>
                </a:lnTo>
                <a:lnTo>
                  <a:pt x="13682" y="4905"/>
                </a:lnTo>
                <a:lnTo>
                  <a:pt x="15408" y="4905"/>
                </a:lnTo>
                <a:lnTo>
                  <a:pt x="15647" y="4267"/>
                </a:lnTo>
                <a:lnTo>
                  <a:pt x="16200" y="2793"/>
                </a:lnTo>
                <a:lnTo>
                  <a:pt x="16754" y="4267"/>
                </a:lnTo>
                <a:lnTo>
                  <a:pt x="16992" y="4905"/>
                </a:lnTo>
                <a:lnTo>
                  <a:pt x="18718" y="4905"/>
                </a:lnTo>
                <a:lnTo>
                  <a:pt x="17810" y="5605"/>
                </a:lnTo>
                <a:lnTo>
                  <a:pt x="17257" y="6031"/>
                </a:lnTo>
                <a:lnTo>
                  <a:pt x="17478" y="6693"/>
                </a:lnTo>
                <a:lnTo>
                  <a:pt x="17975" y="8184"/>
                </a:lnTo>
                <a:cubicBezTo>
                  <a:pt x="17975" y="8184"/>
                  <a:pt x="16781" y="7308"/>
                  <a:pt x="16781" y="7308"/>
                </a:cubicBezTo>
                <a:close/>
                <a:moveTo>
                  <a:pt x="21600" y="3922"/>
                </a:moveTo>
                <a:lnTo>
                  <a:pt x="17673" y="3922"/>
                </a:lnTo>
                <a:lnTo>
                  <a:pt x="16200" y="0"/>
                </a:lnTo>
                <a:lnTo>
                  <a:pt x="14727" y="3922"/>
                </a:lnTo>
                <a:lnTo>
                  <a:pt x="10800" y="3922"/>
                </a:lnTo>
                <a:lnTo>
                  <a:pt x="13991" y="6382"/>
                </a:lnTo>
                <a:lnTo>
                  <a:pt x="12518" y="10800"/>
                </a:lnTo>
                <a:lnTo>
                  <a:pt x="16200" y="8100"/>
                </a:lnTo>
                <a:lnTo>
                  <a:pt x="19882" y="10800"/>
                </a:lnTo>
                <a:lnTo>
                  <a:pt x="18409" y="6382"/>
                </a:lnTo>
                <a:cubicBezTo>
                  <a:pt x="18409" y="6382"/>
                  <a:pt x="21600" y="3922"/>
                  <a:pt x="21600" y="3922"/>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14" name="Google Shape;914;p24"/>
          <p:cNvSpPr/>
          <p:nvPr/>
        </p:nvSpPr>
        <p:spPr>
          <a:xfrm>
            <a:off x="4103988" y="4711399"/>
            <a:ext cx="279328" cy="279328"/>
          </a:xfrm>
          <a:custGeom>
            <a:rect b="b" l="l" r="r" t="t"/>
            <a:pathLst>
              <a:path extrusionOk="0" h="21600" w="21600">
                <a:moveTo>
                  <a:pt x="12133" y="11950"/>
                </a:moveTo>
                <a:lnTo>
                  <a:pt x="12831" y="14044"/>
                </a:lnTo>
                <a:lnTo>
                  <a:pt x="11135" y="12801"/>
                </a:lnTo>
                <a:lnTo>
                  <a:pt x="10555" y="12375"/>
                </a:lnTo>
                <a:lnTo>
                  <a:pt x="9974" y="12801"/>
                </a:lnTo>
                <a:lnTo>
                  <a:pt x="8277" y="14044"/>
                </a:lnTo>
                <a:lnTo>
                  <a:pt x="8976" y="11950"/>
                </a:lnTo>
                <a:lnTo>
                  <a:pt x="9195" y="11291"/>
                </a:lnTo>
                <a:lnTo>
                  <a:pt x="8647" y="10864"/>
                </a:lnTo>
                <a:lnTo>
                  <a:pt x="7280" y="9801"/>
                </a:lnTo>
                <a:lnTo>
                  <a:pt x="9560" y="9801"/>
                </a:lnTo>
                <a:lnTo>
                  <a:pt x="9799" y="9167"/>
                </a:lnTo>
                <a:lnTo>
                  <a:pt x="10555" y="7167"/>
                </a:lnTo>
                <a:lnTo>
                  <a:pt x="11310" y="9167"/>
                </a:lnTo>
                <a:lnTo>
                  <a:pt x="11549" y="9801"/>
                </a:lnTo>
                <a:lnTo>
                  <a:pt x="13829" y="9801"/>
                </a:lnTo>
                <a:lnTo>
                  <a:pt x="12462" y="10864"/>
                </a:lnTo>
                <a:lnTo>
                  <a:pt x="11914" y="11291"/>
                </a:lnTo>
                <a:cubicBezTo>
                  <a:pt x="11914" y="11291"/>
                  <a:pt x="12133" y="11950"/>
                  <a:pt x="12133" y="11950"/>
                </a:cubicBezTo>
                <a:close/>
                <a:moveTo>
                  <a:pt x="12228" y="8820"/>
                </a:moveTo>
                <a:lnTo>
                  <a:pt x="10555" y="4388"/>
                </a:lnTo>
                <a:lnTo>
                  <a:pt x="8881" y="8820"/>
                </a:lnTo>
                <a:lnTo>
                  <a:pt x="4418" y="8820"/>
                </a:lnTo>
                <a:lnTo>
                  <a:pt x="8044" y="11639"/>
                </a:lnTo>
                <a:lnTo>
                  <a:pt x="6371" y="16660"/>
                </a:lnTo>
                <a:lnTo>
                  <a:pt x="10555" y="13592"/>
                </a:lnTo>
                <a:lnTo>
                  <a:pt x="14738" y="16660"/>
                </a:lnTo>
                <a:lnTo>
                  <a:pt x="13065" y="11639"/>
                </a:lnTo>
                <a:lnTo>
                  <a:pt x="16691" y="8820"/>
                </a:lnTo>
                <a:cubicBezTo>
                  <a:pt x="16691" y="8820"/>
                  <a:pt x="12228" y="8820"/>
                  <a:pt x="12228" y="8820"/>
                </a:cubicBezTo>
                <a:close/>
                <a:moveTo>
                  <a:pt x="10800" y="20618"/>
                </a:moveTo>
                <a:cubicBezTo>
                  <a:pt x="5378" y="20618"/>
                  <a:pt x="982" y="16223"/>
                  <a:pt x="982" y="10800"/>
                </a:cubicBezTo>
                <a:cubicBezTo>
                  <a:pt x="982" y="5377"/>
                  <a:pt x="5378" y="982"/>
                  <a:pt x="10800" y="982"/>
                </a:cubicBezTo>
                <a:cubicBezTo>
                  <a:pt x="16223" y="982"/>
                  <a:pt x="20618" y="5377"/>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15" name="Google Shape;915;p24"/>
          <p:cNvSpPr/>
          <p:nvPr/>
        </p:nvSpPr>
        <p:spPr>
          <a:xfrm>
            <a:off x="4637249" y="4711399"/>
            <a:ext cx="279328" cy="279328"/>
          </a:xfrm>
          <a:custGeom>
            <a:rect b="b" l="l" r="r" t="t"/>
            <a:pathLst>
              <a:path extrusionOk="0" h="21600" w="21600">
                <a:moveTo>
                  <a:pt x="18164" y="4419"/>
                </a:moveTo>
                <a:lnTo>
                  <a:pt x="9327" y="4419"/>
                </a:lnTo>
                <a:cubicBezTo>
                  <a:pt x="9056" y="4419"/>
                  <a:pt x="8836" y="4638"/>
                  <a:pt x="8836" y="4909"/>
                </a:cubicBezTo>
                <a:cubicBezTo>
                  <a:pt x="8836" y="5181"/>
                  <a:pt x="9056" y="5400"/>
                  <a:pt x="9327" y="5400"/>
                </a:cubicBezTo>
                <a:lnTo>
                  <a:pt x="18164" y="5400"/>
                </a:lnTo>
                <a:cubicBezTo>
                  <a:pt x="18435" y="5400"/>
                  <a:pt x="18655" y="5181"/>
                  <a:pt x="18655" y="4909"/>
                </a:cubicBezTo>
                <a:cubicBezTo>
                  <a:pt x="18655" y="4638"/>
                  <a:pt x="18435" y="4419"/>
                  <a:pt x="18164" y="4419"/>
                </a:cubicBezTo>
                <a:moveTo>
                  <a:pt x="20618" y="19636"/>
                </a:moveTo>
                <a:cubicBezTo>
                  <a:pt x="20618" y="20179"/>
                  <a:pt x="20178" y="20618"/>
                  <a:pt x="19636" y="20618"/>
                </a:cubicBezTo>
                <a:lnTo>
                  <a:pt x="1964" y="20618"/>
                </a:lnTo>
                <a:cubicBezTo>
                  <a:pt x="1421" y="20618"/>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8164" y="10310"/>
                </a:moveTo>
                <a:lnTo>
                  <a:pt x="9327" y="10310"/>
                </a:lnTo>
                <a:cubicBezTo>
                  <a:pt x="9056" y="10310"/>
                  <a:pt x="8836" y="10529"/>
                  <a:pt x="8836" y="10800"/>
                </a:cubicBezTo>
                <a:cubicBezTo>
                  <a:pt x="8836" y="11072"/>
                  <a:pt x="9056" y="11291"/>
                  <a:pt x="9327" y="11291"/>
                </a:cubicBezTo>
                <a:lnTo>
                  <a:pt x="18164" y="11291"/>
                </a:lnTo>
                <a:cubicBezTo>
                  <a:pt x="18435" y="11291"/>
                  <a:pt x="18655" y="11072"/>
                  <a:pt x="18655" y="10800"/>
                </a:cubicBezTo>
                <a:cubicBezTo>
                  <a:pt x="18655" y="10529"/>
                  <a:pt x="18435" y="10310"/>
                  <a:pt x="18164" y="10310"/>
                </a:cubicBezTo>
                <a:moveTo>
                  <a:pt x="5445" y="16155"/>
                </a:moveTo>
                <a:lnTo>
                  <a:pt x="4909" y="14728"/>
                </a:lnTo>
                <a:lnTo>
                  <a:pt x="4374" y="16155"/>
                </a:lnTo>
                <a:lnTo>
                  <a:pt x="2945" y="16155"/>
                </a:lnTo>
                <a:lnTo>
                  <a:pt x="4106" y="17048"/>
                </a:lnTo>
                <a:lnTo>
                  <a:pt x="3571" y="18655"/>
                </a:lnTo>
                <a:lnTo>
                  <a:pt x="4909" y="17673"/>
                </a:lnTo>
                <a:lnTo>
                  <a:pt x="6248" y="18655"/>
                </a:lnTo>
                <a:lnTo>
                  <a:pt x="5713" y="17048"/>
                </a:lnTo>
                <a:lnTo>
                  <a:pt x="6873" y="16155"/>
                </a:lnTo>
                <a:cubicBezTo>
                  <a:pt x="6873" y="16155"/>
                  <a:pt x="5445" y="16155"/>
                  <a:pt x="5445" y="16155"/>
                </a:cubicBezTo>
                <a:close/>
                <a:moveTo>
                  <a:pt x="4909" y="8836"/>
                </a:moveTo>
                <a:lnTo>
                  <a:pt x="4374" y="10265"/>
                </a:lnTo>
                <a:lnTo>
                  <a:pt x="2945" y="10265"/>
                </a:lnTo>
                <a:lnTo>
                  <a:pt x="4106" y="11157"/>
                </a:lnTo>
                <a:lnTo>
                  <a:pt x="3571" y="12764"/>
                </a:lnTo>
                <a:lnTo>
                  <a:pt x="4909" y="11782"/>
                </a:lnTo>
                <a:lnTo>
                  <a:pt x="6248" y="12764"/>
                </a:lnTo>
                <a:lnTo>
                  <a:pt x="5713" y="11157"/>
                </a:lnTo>
                <a:lnTo>
                  <a:pt x="6873" y="10265"/>
                </a:lnTo>
                <a:lnTo>
                  <a:pt x="5445" y="10265"/>
                </a:lnTo>
                <a:cubicBezTo>
                  <a:pt x="5445" y="10265"/>
                  <a:pt x="4909" y="8836"/>
                  <a:pt x="4909" y="8836"/>
                </a:cubicBezTo>
                <a:close/>
                <a:moveTo>
                  <a:pt x="4909" y="2945"/>
                </a:moveTo>
                <a:lnTo>
                  <a:pt x="4374" y="4374"/>
                </a:lnTo>
                <a:lnTo>
                  <a:pt x="2945" y="4374"/>
                </a:lnTo>
                <a:lnTo>
                  <a:pt x="4106" y="5266"/>
                </a:lnTo>
                <a:lnTo>
                  <a:pt x="3571" y="6873"/>
                </a:lnTo>
                <a:lnTo>
                  <a:pt x="4909" y="5891"/>
                </a:lnTo>
                <a:lnTo>
                  <a:pt x="6248" y="6873"/>
                </a:lnTo>
                <a:lnTo>
                  <a:pt x="5713" y="5266"/>
                </a:lnTo>
                <a:lnTo>
                  <a:pt x="6873" y="4374"/>
                </a:lnTo>
                <a:lnTo>
                  <a:pt x="5445" y="4374"/>
                </a:lnTo>
                <a:cubicBezTo>
                  <a:pt x="5445" y="4374"/>
                  <a:pt x="4909" y="2945"/>
                  <a:pt x="4909" y="2945"/>
                </a:cubicBezTo>
                <a:close/>
                <a:moveTo>
                  <a:pt x="18164" y="16200"/>
                </a:moveTo>
                <a:lnTo>
                  <a:pt x="9327" y="16200"/>
                </a:lnTo>
                <a:cubicBezTo>
                  <a:pt x="9056" y="16200"/>
                  <a:pt x="8836" y="16420"/>
                  <a:pt x="8836" y="16691"/>
                </a:cubicBezTo>
                <a:cubicBezTo>
                  <a:pt x="8836" y="16962"/>
                  <a:pt x="9056" y="17182"/>
                  <a:pt x="9327" y="17182"/>
                </a:cubicBezTo>
                <a:lnTo>
                  <a:pt x="18164" y="17182"/>
                </a:lnTo>
                <a:cubicBezTo>
                  <a:pt x="18435" y="17182"/>
                  <a:pt x="18655" y="16962"/>
                  <a:pt x="18655" y="16691"/>
                </a:cubicBezTo>
                <a:cubicBezTo>
                  <a:pt x="18655" y="16420"/>
                  <a:pt x="18435" y="16200"/>
                  <a:pt x="18164" y="162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16" name="Google Shape;916;p24"/>
          <p:cNvSpPr/>
          <p:nvPr/>
        </p:nvSpPr>
        <p:spPr>
          <a:xfrm>
            <a:off x="5170510" y="4711399"/>
            <a:ext cx="279328" cy="279328"/>
          </a:xfrm>
          <a:custGeom>
            <a:rect b="b" l="l" r="r" t="t"/>
            <a:pathLst>
              <a:path extrusionOk="0" h="21600" w="21600">
                <a:moveTo>
                  <a:pt x="11291" y="17673"/>
                </a:moveTo>
                <a:cubicBezTo>
                  <a:pt x="11427" y="17673"/>
                  <a:pt x="11549" y="17618"/>
                  <a:pt x="11638" y="17529"/>
                </a:cubicBezTo>
                <a:lnTo>
                  <a:pt x="14583" y="14583"/>
                </a:lnTo>
                <a:cubicBezTo>
                  <a:pt x="14673" y="14495"/>
                  <a:pt x="14727" y="14372"/>
                  <a:pt x="14727" y="14236"/>
                </a:cubicBezTo>
                <a:cubicBezTo>
                  <a:pt x="14727" y="13966"/>
                  <a:pt x="14508" y="13745"/>
                  <a:pt x="14236" y="13745"/>
                </a:cubicBezTo>
                <a:cubicBezTo>
                  <a:pt x="14101" y="13745"/>
                  <a:pt x="13978" y="13801"/>
                  <a:pt x="13889" y="13890"/>
                </a:cubicBezTo>
                <a:lnTo>
                  <a:pt x="10944" y="16835"/>
                </a:lnTo>
                <a:cubicBezTo>
                  <a:pt x="10855" y="16924"/>
                  <a:pt x="10800" y="17047"/>
                  <a:pt x="10800" y="17183"/>
                </a:cubicBezTo>
                <a:cubicBezTo>
                  <a:pt x="10800" y="17453"/>
                  <a:pt x="11020" y="17673"/>
                  <a:pt x="11291" y="17673"/>
                </a:cubicBezTo>
                <a:moveTo>
                  <a:pt x="8980" y="14871"/>
                </a:moveTo>
                <a:cubicBezTo>
                  <a:pt x="8891" y="14961"/>
                  <a:pt x="8836" y="15083"/>
                  <a:pt x="8836" y="15218"/>
                </a:cubicBezTo>
                <a:cubicBezTo>
                  <a:pt x="8836" y="15490"/>
                  <a:pt x="9056" y="15709"/>
                  <a:pt x="9327" y="15709"/>
                </a:cubicBezTo>
                <a:cubicBezTo>
                  <a:pt x="9463" y="15709"/>
                  <a:pt x="9586" y="15655"/>
                  <a:pt x="9674" y="15565"/>
                </a:cubicBezTo>
                <a:lnTo>
                  <a:pt x="10656" y="14583"/>
                </a:lnTo>
                <a:cubicBezTo>
                  <a:pt x="10745" y="14495"/>
                  <a:pt x="10800" y="14372"/>
                  <a:pt x="10800" y="14236"/>
                </a:cubicBezTo>
                <a:cubicBezTo>
                  <a:pt x="10800" y="13966"/>
                  <a:pt x="10580" y="13745"/>
                  <a:pt x="10309" y="13745"/>
                </a:cubicBezTo>
                <a:cubicBezTo>
                  <a:pt x="10174" y="13745"/>
                  <a:pt x="10051" y="13801"/>
                  <a:pt x="9962" y="13890"/>
                </a:cubicBezTo>
                <a:cubicBezTo>
                  <a:pt x="9962" y="13890"/>
                  <a:pt x="8980" y="14871"/>
                  <a:pt x="8980" y="14871"/>
                </a:cubicBezTo>
                <a:close/>
                <a:moveTo>
                  <a:pt x="11291" y="20415"/>
                </a:moveTo>
                <a:lnTo>
                  <a:pt x="982" y="10106"/>
                </a:lnTo>
                <a:lnTo>
                  <a:pt x="982" y="1473"/>
                </a:lnTo>
                <a:cubicBezTo>
                  <a:pt x="982" y="1202"/>
                  <a:pt x="1201" y="982"/>
                  <a:pt x="1473" y="982"/>
                </a:cubicBezTo>
                <a:lnTo>
                  <a:pt x="10106" y="982"/>
                </a:lnTo>
                <a:lnTo>
                  <a:pt x="20415" y="11291"/>
                </a:lnTo>
                <a:cubicBezTo>
                  <a:pt x="20415" y="11291"/>
                  <a:pt x="11291" y="20415"/>
                  <a:pt x="11291" y="20415"/>
                </a:cubicBezTo>
                <a:close/>
                <a:moveTo>
                  <a:pt x="21456" y="10944"/>
                </a:moveTo>
                <a:lnTo>
                  <a:pt x="10656" y="144"/>
                </a:lnTo>
                <a:cubicBezTo>
                  <a:pt x="10567" y="55"/>
                  <a:pt x="10445" y="0"/>
                  <a:pt x="10309" y="0"/>
                </a:cubicBezTo>
                <a:lnTo>
                  <a:pt x="1473" y="0"/>
                </a:lnTo>
                <a:cubicBezTo>
                  <a:pt x="660" y="0"/>
                  <a:pt x="0" y="660"/>
                  <a:pt x="0" y="1473"/>
                </a:cubicBezTo>
                <a:lnTo>
                  <a:pt x="0" y="10310"/>
                </a:lnTo>
                <a:cubicBezTo>
                  <a:pt x="0" y="10445"/>
                  <a:pt x="55" y="10567"/>
                  <a:pt x="144" y="10656"/>
                </a:cubicBezTo>
                <a:lnTo>
                  <a:pt x="10944" y="21456"/>
                </a:lnTo>
                <a:cubicBezTo>
                  <a:pt x="11033" y="21546"/>
                  <a:pt x="11155" y="21600"/>
                  <a:pt x="11291" y="21600"/>
                </a:cubicBezTo>
                <a:cubicBezTo>
                  <a:pt x="11427" y="21600"/>
                  <a:pt x="11549" y="21546"/>
                  <a:pt x="11638" y="21456"/>
                </a:cubicBezTo>
                <a:lnTo>
                  <a:pt x="21456" y="11638"/>
                </a:lnTo>
                <a:cubicBezTo>
                  <a:pt x="21545" y="11549"/>
                  <a:pt x="21600" y="11427"/>
                  <a:pt x="21600" y="11291"/>
                </a:cubicBezTo>
                <a:cubicBezTo>
                  <a:pt x="21600" y="11156"/>
                  <a:pt x="21545" y="11033"/>
                  <a:pt x="21456" y="10944"/>
                </a:cubicBezTo>
                <a:moveTo>
                  <a:pt x="11782" y="13255"/>
                </a:moveTo>
                <a:cubicBezTo>
                  <a:pt x="11917" y="13255"/>
                  <a:pt x="12040" y="13200"/>
                  <a:pt x="12129" y="13111"/>
                </a:cubicBezTo>
                <a:lnTo>
                  <a:pt x="14093" y="11147"/>
                </a:lnTo>
                <a:cubicBezTo>
                  <a:pt x="14182" y="11058"/>
                  <a:pt x="14236" y="10936"/>
                  <a:pt x="14236" y="10800"/>
                </a:cubicBezTo>
                <a:cubicBezTo>
                  <a:pt x="14236" y="10529"/>
                  <a:pt x="14017" y="10310"/>
                  <a:pt x="13745" y="10310"/>
                </a:cubicBezTo>
                <a:cubicBezTo>
                  <a:pt x="13610" y="10310"/>
                  <a:pt x="13487" y="10364"/>
                  <a:pt x="13398" y="10453"/>
                </a:cubicBezTo>
                <a:lnTo>
                  <a:pt x="11435" y="12417"/>
                </a:lnTo>
                <a:cubicBezTo>
                  <a:pt x="11346" y="12506"/>
                  <a:pt x="11291" y="12629"/>
                  <a:pt x="11291" y="12764"/>
                </a:cubicBezTo>
                <a:cubicBezTo>
                  <a:pt x="11291" y="13035"/>
                  <a:pt x="11510" y="13255"/>
                  <a:pt x="11782" y="13255"/>
                </a:cubicBezTo>
                <a:moveTo>
                  <a:pt x="4418" y="4909"/>
                </a:moveTo>
                <a:cubicBezTo>
                  <a:pt x="4147" y="4909"/>
                  <a:pt x="3927" y="4690"/>
                  <a:pt x="3927" y="4418"/>
                </a:cubicBezTo>
                <a:cubicBezTo>
                  <a:pt x="3927" y="4147"/>
                  <a:pt x="4147" y="3927"/>
                  <a:pt x="4418" y="3927"/>
                </a:cubicBezTo>
                <a:cubicBezTo>
                  <a:pt x="4690" y="3927"/>
                  <a:pt x="4909" y="4147"/>
                  <a:pt x="4909" y="4418"/>
                </a:cubicBezTo>
                <a:cubicBezTo>
                  <a:pt x="4909" y="4690"/>
                  <a:pt x="4690" y="4909"/>
                  <a:pt x="4418" y="4909"/>
                </a:cubicBezTo>
                <a:moveTo>
                  <a:pt x="4418" y="2945"/>
                </a:moveTo>
                <a:cubicBezTo>
                  <a:pt x="3605" y="2945"/>
                  <a:pt x="2945" y="3605"/>
                  <a:pt x="2945" y="4418"/>
                </a:cubicBezTo>
                <a:cubicBezTo>
                  <a:pt x="2945" y="5232"/>
                  <a:pt x="3605" y="5891"/>
                  <a:pt x="4418" y="5891"/>
                </a:cubicBezTo>
                <a:cubicBezTo>
                  <a:pt x="5231" y="5891"/>
                  <a:pt x="5891" y="5232"/>
                  <a:pt x="5891" y="4418"/>
                </a:cubicBezTo>
                <a:cubicBezTo>
                  <a:pt x="5891" y="3605"/>
                  <a:pt x="5231" y="2945"/>
                  <a:pt x="4418" y="2945"/>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17" name="Google Shape;917;p24"/>
          <p:cNvSpPr/>
          <p:nvPr/>
        </p:nvSpPr>
        <p:spPr>
          <a:xfrm>
            <a:off x="5703771" y="4711399"/>
            <a:ext cx="279328" cy="279328"/>
          </a:xfrm>
          <a:custGeom>
            <a:rect b="b" l="l" r="r" t="t"/>
            <a:pathLst>
              <a:path extrusionOk="0" h="21600" w="21600">
                <a:moveTo>
                  <a:pt x="10309" y="17673"/>
                </a:moveTo>
                <a:cubicBezTo>
                  <a:pt x="10445" y="17673"/>
                  <a:pt x="10567" y="17618"/>
                  <a:pt x="10656" y="17529"/>
                </a:cubicBezTo>
                <a:lnTo>
                  <a:pt x="12620" y="15565"/>
                </a:lnTo>
                <a:cubicBezTo>
                  <a:pt x="12709" y="15477"/>
                  <a:pt x="12764" y="15354"/>
                  <a:pt x="12764" y="15218"/>
                </a:cubicBezTo>
                <a:cubicBezTo>
                  <a:pt x="12764" y="14947"/>
                  <a:pt x="12544" y="14728"/>
                  <a:pt x="12273" y="14728"/>
                </a:cubicBezTo>
                <a:cubicBezTo>
                  <a:pt x="12137" y="14728"/>
                  <a:pt x="12014" y="14782"/>
                  <a:pt x="11926" y="14871"/>
                </a:cubicBezTo>
                <a:lnTo>
                  <a:pt x="9962" y="16835"/>
                </a:lnTo>
                <a:cubicBezTo>
                  <a:pt x="9873" y="16924"/>
                  <a:pt x="9818" y="17046"/>
                  <a:pt x="9818" y="17183"/>
                </a:cubicBezTo>
                <a:cubicBezTo>
                  <a:pt x="9818" y="17453"/>
                  <a:pt x="10038" y="17673"/>
                  <a:pt x="10309" y="17673"/>
                </a:cubicBezTo>
                <a:moveTo>
                  <a:pt x="10309" y="20415"/>
                </a:moveTo>
                <a:lnTo>
                  <a:pt x="982" y="11088"/>
                </a:lnTo>
                <a:lnTo>
                  <a:pt x="982" y="4418"/>
                </a:lnTo>
                <a:cubicBezTo>
                  <a:pt x="982" y="4147"/>
                  <a:pt x="1201" y="3927"/>
                  <a:pt x="1473" y="3927"/>
                </a:cubicBezTo>
                <a:lnTo>
                  <a:pt x="8142" y="3927"/>
                </a:lnTo>
                <a:lnTo>
                  <a:pt x="17469" y="13255"/>
                </a:lnTo>
                <a:cubicBezTo>
                  <a:pt x="17469" y="13255"/>
                  <a:pt x="10309" y="20415"/>
                  <a:pt x="10309" y="20415"/>
                </a:cubicBezTo>
                <a:close/>
                <a:moveTo>
                  <a:pt x="8693" y="3090"/>
                </a:moveTo>
                <a:cubicBezTo>
                  <a:pt x="8604" y="3001"/>
                  <a:pt x="8481" y="2945"/>
                  <a:pt x="8345" y="2945"/>
                </a:cubicBezTo>
                <a:lnTo>
                  <a:pt x="1473" y="2945"/>
                </a:lnTo>
                <a:cubicBezTo>
                  <a:pt x="660" y="2945"/>
                  <a:pt x="0" y="3605"/>
                  <a:pt x="0" y="4418"/>
                </a:cubicBezTo>
                <a:lnTo>
                  <a:pt x="0" y="11291"/>
                </a:lnTo>
                <a:cubicBezTo>
                  <a:pt x="0" y="11427"/>
                  <a:pt x="55" y="11549"/>
                  <a:pt x="144" y="11638"/>
                </a:cubicBezTo>
                <a:lnTo>
                  <a:pt x="9962" y="21456"/>
                </a:lnTo>
                <a:cubicBezTo>
                  <a:pt x="10051" y="21546"/>
                  <a:pt x="10174" y="21600"/>
                  <a:pt x="10309" y="21600"/>
                </a:cubicBezTo>
                <a:cubicBezTo>
                  <a:pt x="10445" y="21600"/>
                  <a:pt x="10567" y="21546"/>
                  <a:pt x="10656" y="21456"/>
                </a:cubicBezTo>
                <a:lnTo>
                  <a:pt x="18511" y="13602"/>
                </a:lnTo>
                <a:cubicBezTo>
                  <a:pt x="18600" y="13513"/>
                  <a:pt x="18655" y="13390"/>
                  <a:pt x="18655" y="13255"/>
                </a:cubicBezTo>
                <a:cubicBezTo>
                  <a:pt x="18655" y="13119"/>
                  <a:pt x="18599" y="12997"/>
                  <a:pt x="18511" y="12908"/>
                </a:cubicBezTo>
                <a:cubicBezTo>
                  <a:pt x="18511" y="12908"/>
                  <a:pt x="8693" y="3090"/>
                  <a:pt x="8693" y="3090"/>
                </a:cubicBezTo>
                <a:close/>
                <a:moveTo>
                  <a:pt x="7855" y="15218"/>
                </a:moveTo>
                <a:cubicBezTo>
                  <a:pt x="7855" y="15490"/>
                  <a:pt x="8074" y="15709"/>
                  <a:pt x="8345" y="15709"/>
                </a:cubicBezTo>
                <a:cubicBezTo>
                  <a:pt x="8481" y="15709"/>
                  <a:pt x="8604" y="15655"/>
                  <a:pt x="8693" y="15565"/>
                </a:cubicBezTo>
                <a:lnTo>
                  <a:pt x="9183" y="15074"/>
                </a:lnTo>
                <a:cubicBezTo>
                  <a:pt x="9273" y="14986"/>
                  <a:pt x="9327" y="14863"/>
                  <a:pt x="9327" y="14728"/>
                </a:cubicBezTo>
                <a:cubicBezTo>
                  <a:pt x="9327" y="14456"/>
                  <a:pt x="9108" y="14236"/>
                  <a:pt x="8836" y="14236"/>
                </a:cubicBezTo>
                <a:cubicBezTo>
                  <a:pt x="8701" y="14236"/>
                  <a:pt x="8578" y="14291"/>
                  <a:pt x="8489" y="14381"/>
                </a:cubicBezTo>
                <a:lnTo>
                  <a:pt x="7998" y="14871"/>
                </a:lnTo>
                <a:cubicBezTo>
                  <a:pt x="7910" y="14961"/>
                  <a:pt x="7855" y="15083"/>
                  <a:pt x="7855" y="15218"/>
                </a:cubicBezTo>
                <a:moveTo>
                  <a:pt x="21456" y="9962"/>
                </a:moveTo>
                <a:lnTo>
                  <a:pt x="11638" y="144"/>
                </a:lnTo>
                <a:cubicBezTo>
                  <a:pt x="11549" y="55"/>
                  <a:pt x="11427" y="0"/>
                  <a:pt x="11291" y="0"/>
                </a:cubicBezTo>
                <a:lnTo>
                  <a:pt x="4418" y="0"/>
                </a:lnTo>
                <a:cubicBezTo>
                  <a:pt x="3605" y="0"/>
                  <a:pt x="2945" y="660"/>
                  <a:pt x="2945" y="1473"/>
                </a:cubicBezTo>
                <a:cubicBezTo>
                  <a:pt x="2945" y="1744"/>
                  <a:pt x="3165" y="1964"/>
                  <a:pt x="3436" y="1964"/>
                </a:cubicBezTo>
                <a:cubicBezTo>
                  <a:pt x="3708" y="1964"/>
                  <a:pt x="3927" y="1744"/>
                  <a:pt x="3927" y="1473"/>
                </a:cubicBezTo>
                <a:cubicBezTo>
                  <a:pt x="3927" y="1202"/>
                  <a:pt x="4147" y="982"/>
                  <a:pt x="4418" y="982"/>
                </a:cubicBezTo>
                <a:lnTo>
                  <a:pt x="11088" y="982"/>
                </a:lnTo>
                <a:lnTo>
                  <a:pt x="20415" y="10310"/>
                </a:lnTo>
                <a:lnTo>
                  <a:pt x="19289" y="11435"/>
                </a:lnTo>
                <a:cubicBezTo>
                  <a:pt x="19201" y="11524"/>
                  <a:pt x="19145" y="11646"/>
                  <a:pt x="19145" y="11782"/>
                </a:cubicBezTo>
                <a:cubicBezTo>
                  <a:pt x="19145" y="12053"/>
                  <a:pt x="19366" y="12273"/>
                  <a:pt x="19636" y="12273"/>
                </a:cubicBezTo>
                <a:cubicBezTo>
                  <a:pt x="19772" y="12273"/>
                  <a:pt x="19895" y="12218"/>
                  <a:pt x="19983" y="12129"/>
                </a:cubicBezTo>
                <a:lnTo>
                  <a:pt x="21456" y="10656"/>
                </a:lnTo>
                <a:cubicBezTo>
                  <a:pt x="21545" y="10567"/>
                  <a:pt x="21600" y="10445"/>
                  <a:pt x="21600" y="10310"/>
                </a:cubicBezTo>
                <a:cubicBezTo>
                  <a:pt x="21600" y="10174"/>
                  <a:pt x="21545" y="10051"/>
                  <a:pt x="21456" y="9962"/>
                </a:cubicBezTo>
                <a:moveTo>
                  <a:pt x="10309" y="13745"/>
                </a:moveTo>
                <a:cubicBezTo>
                  <a:pt x="10445" y="13745"/>
                  <a:pt x="10567" y="13691"/>
                  <a:pt x="10656" y="13602"/>
                </a:cubicBezTo>
                <a:lnTo>
                  <a:pt x="11638" y="12620"/>
                </a:lnTo>
                <a:cubicBezTo>
                  <a:pt x="11727" y="12531"/>
                  <a:pt x="11782" y="12408"/>
                  <a:pt x="11782" y="12273"/>
                </a:cubicBezTo>
                <a:cubicBezTo>
                  <a:pt x="11782" y="12002"/>
                  <a:pt x="11562" y="11782"/>
                  <a:pt x="11291" y="11782"/>
                </a:cubicBezTo>
                <a:cubicBezTo>
                  <a:pt x="11156" y="11782"/>
                  <a:pt x="11033" y="11837"/>
                  <a:pt x="10944" y="11926"/>
                </a:cubicBezTo>
                <a:lnTo>
                  <a:pt x="9962" y="12908"/>
                </a:lnTo>
                <a:cubicBezTo>
                  <a:pt x="9873" y="12997"/>
                  <a:pt x="9818" y="13119"/>
                  <a:pt x="9818" y="13255"/>
                </a:cubicBezTo>
                <a:cubicBezTo>
                  <a:pt x="9818" y="13526"/>
                  <a:pt x="10038" y="13745"/>
                  <a:pt x="10309" y="13745"/>
                </a:cubicBezTo>
                <a:moveTo>
                  <a:pt x="4418" y="7855"/>
                </a:moveTo>
                <a:cubicBezTo>
                  <a:pt x="4147" y="7855"/>
                  <a:pt x="3927" y="7635"/>
                  <a:pt x="3927" y="7364"/>
                </a:cubicBezTo>
                <a:cubicBezTo>
                  <a:pt x="3927" y="7093"/>
                  <a:pt x="4147" y="6873"/>
                  <a:pt x="4418" y="6873"/>
                </a:cubicBezTo>
                <a:cubicBezTo>
                  <a:pt x="4690" y="6873"/>
                  <a:pt x="4909" y="7093"/>
                  <a:pt x="4909" y="7364"/>
                </a:cubicBezTo>
                <a:cubicBezTo>
                  <a:pt x="4909" y="7635"/>
                  <a:pt x="4690" y="7855"/>
                  <a:pt x="4418" y="7855"/>
                </a:cubicBezTo>
                <a:moveTo>
                  <a:pt x="4418" y="5891"/>
                </a:moveTo>
                <a:cubicBezTo>
                  <a:pt x="3605" y="5891"/>
                  <a:pt x="2945" y="6551"/>
                  <a:pt x="2945" y="7364"/>
                </a:cubicBezTo>
                <a:cubicBezTo>
                  <a:pt x="2945" y="8177"/>
                  <a:pt x="3605" y="8837"/>
                  <a:pt x="4418" y="8837"/>
                </a:cubicBezTo>
                <a:cubicBezTo>
                  <a:pt x="5232" y="8837"/>
                  <a:pt x="5891" y="8177"/>
                  <a:pt x="5891" y="7364"/>
                </a:cubicBezTo>
                <a:cubicBezTo>
                  <a:pt x="5891" y="6551"/>
                  <a:pt x="5232" y="5891"/>
                  <a:pt x="4418" y="5891"/>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18" name="Google Shape;918;p24"/>
          <p:cNvSpPr/>
          <p:nvPr/>
        </p:nvSpPr>
        <p:spPr>
          <a:xfrm>
            <a:off x="6300516" y="2045103"/>
            <a:ext cx="228541" cy="279328"/>
          </a:xfrm>
          <a:custGeom>
            <a:rect b="b" l="l" r="r" t="t"/>
            <a:pathLst>
              <a:path extrusionOk="0" h="21600" w="21600">
                <a:moveTo>
                  <a:pt x="9000" y="14727"/>
                </a:moveTo>
                <a:lnTo>
                  <a:pt x="5400" y="14727"/>
                </a:lnTo>
                <a:cubicBezTo>
                  <a:pt x="5069" y="14727"/>
                  <a:pt x="4800" y="14947"/>
                  <a:pt x="4800" y="15218"/>
                </a:cubicBezTo>
                <a:cubicBezTo>
                  <a:pt x="4800" y="15490"/>
                  <a:pt x="5069" y="15709"/>
                  <a:pt x="5400" y="15709"/>
                </a:cubicBezTo>
                <a:lnTo>
                  <a:pt x="9000" y="15709"/>
                </a:lnTo>
                <a:cubicBezTo>
                  <a:pt x="9331" y="15709"/>
                  <a:pt x="9600" y="15490"/>
                  <a:pt x="9600" y="15218"/>
                </a:cubicBezTo>
                <a:cubicBezTo>
                  <a:pt x="9600" y="14947"/>
                  <a:pt x="9331" y="14727"/>
                  <a:pt x="9000" y="14727"/>
                </a:cubicBezTo>
                <a:moveTo>
                  <a:pt x="20400" y="2579"/>
                </a:moveTo>
                <a:cubicBezTo>
                  <a:pt x="18840" y="3757"/>
                  <a:pt x="15638" y="4614"/>
                  <a:pt x="12466" y="4845"/>
                </a:cubicBezTo>
                <a:cubicBezTo>
                  <a:pt x="12197" y="4307"/>
                  <a:pt x="11554" y="3927"/>
                  <a:pt x="10800" y="3927"/>
                </a:cubicBezTo>
                <a:cubicBezTo>
                  <a:pt x="10046" y="3927"/>
                  <a:pt x="9403" y="4307"/>
                  <a:pt x="9135" y="4845"/>
                </a:cubicBezTo>
                <a:cubicBezTo>
                  <a:pt x="5962" y="4614"/>
                  <a:pt x="2760" y="3757"/>
                  <a:pt x="1200" y="2579"/>
                </a:cubicBezTo>
                <a:lnTo>
                  <a:pt x="1200" y="1964"/>
                </a:lnTo>
                <a:cubicBezTo>
                  <a:pt x="1200" y="1422"/>
                  <a:pt x="1738" y="982"/>
                  <a:pt x="2400" y="982"/>
                </a:cubicBezTo>
                <a:lnTo>
                  <a:pt x="19200" y="982"/>
                </a:lnTo>
                <a:cubicBezTo>
                  <a:pt x="19862" y="982"/>
                  <a:pt x="20400" y="1422"/>
                  <a:pt x="20400" y="1964"/>
                </a:cubicBezTo>
                <a:cubicBezTo>
                  <a:pt x="20400" y="1964"/>
                  <a:pt x="20400" y="2579"/>
                  <a:pt x="20400" y="2579"/>
                </a:cubicBezTo>
                <a:close/>
                <a:moveTo>
                  <a:pt x="10200" y="5400"/>
                </a:moveTo>
                <a:cubicBezTo>
                  <a:pt x="10200" y="5129"/>
                  <a:pt x="10469" y="4909"/>
                  <a:pt x="10800" y="4909"/>
                </a:cubicBezTo>
                <a:cubicBezTo>
                  <a:pt x="11131" y="4909"/>
                  <a:pt x="11400" y="5129"/>
                  <a:pt x="11400" y="5400"/>
                </a:cubicBezTo>
                <a:cubicBezTo>
                  <a:pt x="11400" y="5672"/>
                  <a:pt x="11131" y="5891"/>
                  <a:pt x="10800" y="5891"/>
                </a:cubicBezTo>
                <a:cubicBezTo>
                  <a:pt x="10469" y="5891"/>
                  <a:pt x="10200" y="5672"/>
                  <a:pt x="10200" y="5400"/>
                </a:cubicBezTo>
                <a:moveTo>
                  <a:pt x="20400" y="19636"/>
                </a:moveTo>
                <a:cubicBezTo>
                  <a:pt x="20400" y="20178"/>
                  <a:pt x="19862" y="20619"/>
                  <a:pt x="19200" y="20619"/>
                </a:cubicBezTo>
                <a:lnTo>
                  <a:pt x="2400" y="20619"/>
                </a:lnTo>
                <a:cubicBezTo>
                  <a:pt x="1738" y="20619"/>
                  <a:pt x="1200" y="20178"/>
                  <a:pt x="1200" y="19636"/>
                </a:cubicBezTo>
                <a:lnTo>
                  <a:pt x="1200" y="3859"/>
                </a:lnTo>
                <a:cubicBezTo>
                  <a:pt x="3007" y="4894"/>
                  <a:pt x="6118" y="5617"/>
                  <a:pt x="9086" y="5827"/>
                </a:cubicBezTo>
                <a:cubicBezTo>
                  <a:pt x="9311" y="6431"/>
                  <a:pt x="9988" y="6873"/>
                  <a:pt x="10800" y="6873"/>
                </a:cubicBezTo>
                <a:cubicBezTo>
                  <a:pt x="11611" y="6873"/>
                  <a:pt x="12289" y="6431"/>
                  <a:pt x="12514" y="5827"/>
                </a:cubicBezTo>
                <a:cubicBezTo>
                  <a:pt x="15482" y="5617"/>
                  <a:pt x="18593" y="4894"/>
                  <a:pt x="20400" y="3859"/>
                </a:cubicBezTo>
                <a:cubicBezTo>
                  <a:pt x="20400" y="3859"/>
                  <a:pt x="20400" y="19636"/>
                  <a:pt x="20400" y="19636"/>
                </a:cubicBezTo>
                <a:close/>
                <a:moveTo>
                  <a:pt x="192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1964"/>
                </a:lnTo>
                <a:cubicBezTo>
                  <a:pt x="21600" y="879"/>
                  <a:pt x="20525" y="0"/>
                  <a:pt x="19200" y="0"/>
                </a:cubicBezTo>
                <a:moveTo>
                  <a:pt x="7800" y="16691"/>
                </a:moveTo>
                <a:lnTo>
                  <a:pt x="5400" y="16691"/>
                </a:lnTo>
                <a:cubicBezTo>
                  <a:pt x="5069" y="16691"/>
                  <a:pt x="4800" y="16911"/>
                  <a:pt x="4800" y="17182"/>
                </a:cubicBezTo>
                <a:cubicBezTo>
                  <a:pt x="4800" y="17453"/>
                  <a:pt x="5069" y="17673"/>
                  <a:pt x="5400" y="17673"/>
                </a:cubicBezTo>
                <a:lnTo>
                  <a:pt x="7800" y="17673"/>
                </a:lnTo>
                <a:cubicBezTo>
                  <a:pt x="8131" y="17673"/>
                  <a:pt x="8400" y="17453"/>
                  <a:pt x="8400" y="17182"/>
                </a:cubicBezTo>
                <a:cubicBezTo>
                  <a:pt x="8400" y="16911"/>
                  <a:pt x="8131" y="16691"/>
                  <a:pt x="7800" y="16691"/>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19" name="Google Shape;919;p24"/>
          <p:cNvSpPr/>
          <p:nvPr/>
        </p:nvSpPr>
        <p:spPr>
          <a:xfrm>
            <a:off x="6833777" y="2045103"/>
            <a:ext cx="228541" cy="279328"/>
          </a:xfrm>
          <a:custGeom>
            <a:rect b="b" l="l" r="r" t="t"/>
            <a:pathLst>
              <a:path extrusionOk="0" h="21600" w="21600">
                <a:moveTo>
                  <a:pt x="15600" y="6076"/>
                </a:moveTo>
                <a:cubicBezTo>
                  <a:pt x="14428" y="7109"/>
                  <a:pt x="12685" y="7649"/>
                  <a:pt x="10071" y="7803"/>
                </a:cubicBezTo>
                <a:cubicBezTo>
                  <a:pt x="9806" y="7259"/>
                  <a:pt x="9160" y="6873"/>
                  <a:pt x="8400" y="6873"/>
                </a:cubicBezTo>
                <a:cubicBezTo>
                  <a:pt x="7640" y="6873"/>
                  <a:pt x="6994" y="7259"/>
                  <a:pt x="6729" y="7803"/>
                </a:cubicBezTo>
                <a:cubicBezTo>
                  <a:pt x="4115" y="7649"/>
                  <a:pt x="2372" y="7109"/>
                  <a:pt x="1200" y="6076"/>
                </a:cubicBezTo>
                <a:lnTo>
                  <a:pt x="1200" y="5891"/>
                </a:lnTo>
                <a:cubicBezTo>
                  <a:pt x="1200" y="5349"/>
                  <a:pt x="1738" y="4909"/>
                  <a:pt x="2400" y="4909"/>
                </a:cubicBezTo>
                <a:lnTo>
                  <a:pt x="14400" y="4909"/>
                </a:lnTo>
                <a:cubicBezTo>
                  <a:pt x="15062" y="4909"/>
                  <a:pt x="15600" y="5349"/>
                  <a:pt x="15600" y="5891"/>
                </a:cubicBezTo>
                <a:cubicBezTo>
                  <a:pt x="15600" y="5891"/>
                  <a:pt x="15600" y="6076"/>
                  <a:pt x="15600" y="6076"/>
                </a:cubicBezTo>
                <a:close/>
                <a:moveTo>
                  <a:pt x="7800" y="8346"/>
                </a:moveTo>
                <a:cubicBezTo>
                  <a:pt x="7800" y="8074"/>
                  <a:pt x="8069" y="7855"/>
                  <a:pt x="8400" y="7855"/>
                </a:cubicBezTo>
                <a:cubicBezTo>
                  <a:pt x="8731" y="7855"/>
                  <a:pt x="9000" y="8074"/>
                  <a:pt x="9000" y="8346"/>
                </a:cubicBezTo>
                <a:cubicBezTo>
                  <a:pt x="9000" y="8617"/>
                  <a:pt x="8731" y="8836"/>
                  <a:pt x="8400" y="8836"/>
                </a:cubicBezTo>
                <a:cubicBezTo>
                  <a:pt x="8069" y="8836"/>
                  <a:pt x="7800" y="8617"/>
                  <a:pt x="7800" y="8346"/>
                </a:cubicBezTo>
                <a:moveTo>
                  <a:pt x="15600" y="19636"/>
                </a:moveTo>
                <a:cubicBezTo>
                  <a:pt x="15600" y="20179"/>
                  <a:pt x="15062" y="20619"/>
                  <a:pt x="14400" y="20619"/>
                </a:cubicBezTo>
                <a:lnTo>
                  <a:pt x="2400" y="20619"/>
                </a:lnTo>
                <a:cubicBezTo>
                  <a:pt x="1738" y="20619"/>
                  <a:pt x="1200" y="20179"/>
                  <a:pt x="1200" y="19636"/>
                </a:cubicBezTo>
                <a:lnTo>
                  <a:pt x="1200" y="7318"/>
                </a:lnTo>
                <a:cubicBezTo>
                  <a:pt x="2658" y="8244"/>
                  <a:pt x="4301" y="8666"/>
                  <a:pt x="6693" y="8790"/>
                </a:cubicBezTo>
                <a:cubicBezTo>
                  <a:pt x="6924" y="9385"/>
                  <a:pt x="7597" y="9819"/>
                  <a:pt x="8400" y="9819"/>
                </a:cubicBezTo>
                <a:cubicBezTo>
                  <a:pt x="9203" y="9819"/>
                  <a:pt x="9875" y="9385"/>
                  <a:pt x="10108" y="8790"/>
                </a:cubicBezTo>
                <a:cubicBezTo>
                  <a:pt x="12499" y="8666"/>
                  <a:pt x="14142" y="8244"/>
                  <a:pt x="15600" y="7318"/>
                </a:cubicBezTo>
                <a:cubicBezTo>
                  <a:pt x="15600" y="7318"/>
                  <a:pt x="15600" y="19636"/>
                  <a:pt x="15600" y="19636"/>
                </a:cubicBezTo>
                <a:close/>
                <a:moveTo>
                  <a:pt x="14400" y="3927"/>
                </a:moveTo>
                <a:lnTo>
                  <a:pt x="2400" y="3927"/>
                </a:lnTo>
                <a:cubicBezTo>
                  <a:pt x="1075" y="3927"/>
                  <a:pt x="0" y="4806"/>
                  <a:pt x="0" y="5891"/>
                </a:cubicBezTo>
                <a:lnTo>
                  <a:pt x="0" y="19636"/>
                </a:lnTo>
                <a:cubicBezTo>
                  <a:pt x="0" y="20721"/>
                  <a:pt x="1075" y="21600"/>
                  <a:pt x="2400" y="21600"/>
                </a:cubicBezTo>
                <a:lnTo>
                  <a:pt x="14400" y="21600"/>
                </a:lnTo>
                <a:cubicBezTo>
                  <a:pt x="15725" y="21600"/>
                  <a:pt x="16800" y="20721"/>
                  <a:pt x="16800" y="19636"/>
                </a:cubicBezTo>
                <a:lnTo>
                  <a:pt x="16800" y="5891"/>
                </a:lnTo>
                <a:cubicBezTo>
                  <a:pt x="16800" y="4806"/>
                  <a:pt x="15725" y="3927"/>
                  <a:pt x="14400" y="3927"/>
                </a:cubicBezTo>
                <a:moveTo>
                  <a:pt x="5400" y="17673"/>
                </a:moveTo>
                <a:lnTo>
                  <a:pt x="4200" y="17673"/>
                </a:lnTo>
                <a:cubicBezTo>
                  <a:pt x="3869" y="17673"/>
                  <a:pt x="3600" y="17893"/>
                  <a:pt x="3600" y="18164"/>
                </a:cubicBezTo>
                <a:cubicBezTo>
                  <a:pt x="3600" y="18435"/>
                  <a:pt x="3869" y="18655"/>
                  <a:pt x="4200" y="18655"/>
                </a:cubicBezTo>
                <a:lnTo>
                  <a:pt x="5400" y="18655"/>
                </a:lnTo>
                <a:cubicBezTo>
                  <a:pt x="5731" y="18655"/>
                  <a:pt x="6000" y="18435"/>
                  <a:pt x="6000" y="18164"/>
                </a:cubicBezTo>
                <a:cubicBezTo>
                  <a:pt x="6000" y="17893"/>
                  <a:pt x="5731" y="17673"/>
                  <a:pt x="5400" y="17673"/>
                </a:cubicBezTo>
                <a:moveTo>
                  <a:pt x="6600" y="15709"/>
                </a:moveTo>
                <a:lnTo>
                  <a:pt x="4200" y="15709"/>
                </a:lnTo>
                <a:cubicBezTo>
                  <a:pt x="3869" y="15709"/>
                  <a:pt x="3600" y="15929"/>
                  <a:pt x="3600" y="16200"/>
                </a:cubicBezTo>
                <a:cubicBezTo>
                  <a:pt x="3600" y="16472"/>
                  <a:pt x="3869" y="16691"/>
                  <a:pt x="4200" y="16691"/>
                </a:cubicBezTo>
                <a:lnTo>
                  <a:pt x="6600" y="16691"/>
                </a:lnTo>
                <a:cubicBezTo>
                  <a:pt x="6931" y="16691"/>
                  <a:pt x="7200" y="16472"/>
                  <a:pt x="7200" y="16200"/>
                </a:cubicBezTo>
                <a:cubicBezTo>
                  <a:pt x="7200" y="15929"/>
                  <a:pt x="6931" y="15709"/>
                  <a:pt x="6600" y="15709"/>
                </a:cubicBezTo>
                <a:moveTo>
                  <a:pt x="19200" y="0"/>
                </a:moveTo>
                <a:lnTo>
                  <a:pt x="7200" y="0"/>
                </a:lnTo>
                <a:cubicBezTo>
                  <a:pt x="5875" y="0"/>
                  <a:pt x="4800" y="879"/>
                  <a:pt x="4800" y="1964"/>
                </a:cubicBezTo>
                <a:lnTo>
                  <a:pt x="4800" y="2455"/>
                </a:lnTo>
                <a:cubicBezTo>
                  <a:pt x="4800" y="2726"/>
                  <a:pt x="5069" y="2945"/>
                  <a:pt x="5400" y="2945"/>
                </a:cubicBezTo>
                <a:cubicBezTo>
                  <a:pt x="5731" y="2945"/>
                  <a:pt x="6000" y="2726"/>
                  <a:pt x="6000" y="2455"/>
                </a:cubicBezTo>
                <a:lnTo>
                  <a:pt x="6000" y="1964"/>
                </a:lnTo>
                <a:cubicBezTo>
                  <a:pt x="6000" y="1422"/>
                  <a:pt x="6538" y="982"/>
                  <a:pt x="7200" y="982"/>
                </a:cubicBezTo>
                <a:lnTo>
                  <a:pt x="19200" y="982"/>
                </a:lnTo>
                <a:cubicBezTo>
                  <a:pt x="19862" y="982"/>
                  <a:pt x="20400" y="1422"/>
                  <a:pt x="20400" y="1964"/>
                </a:cubicBezTo>
                <a:lnTo>
                  <a:pt x="20400" y="15709"/>
                </a:lnTo>
                <a:cubicBezTo>
                  <a:pt x="20400" y="16252"/>
                  <a:pt x="19862" y="16691"/>
                  <a:pt x="19200" y="16691"/>
                </a:cubicBezTo>
                <a:lnTo>
                  <a:pt x="18600" y="16691"/>
                </a:lnTo>
                <a:cubicBezTo>
                  <a:pt x="18269" y="16691"/>
                  <a:pt x="18000" y="16911"/>
                  <a:pt x="18000" y="17182"/>
                </a:cubicBezTo>
                <a:cubicBezTo>
                  <a:pt x="18000" y="17453"/>
                  <a:pt x="18269" y="17673"/>
                  <a:pt x="18600" y="17673"/>
                </a:cubicBezTo>
                <a:lnTo>
                  <a:pt x="19200" y="17673"/>
                </a:lnTo>
                <a:cubicBezTo>
                  <a:pt x="20525" y="17673"/>
                  <a:pt x="21600" y="16794"/>
                  <a:pt x="21600" y="15709"/>
                </a:cubicBezTo>
                <a:lnTo>
                  <a:pt x="21600" y="1964"/>
                </a:lnTo>
                <a:cubicBezTo>
                  <a:pt x="21600" y="879"/>
                  <a:pt x="20525" y="0"/>
                  <a:pt x="192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20" name="Google Shape;920;p24"/>
          <p:cNvSpPr/>
          <p:nvPr/>
        </p:nvSpPr>
        <p:spPr>
          <a:xfrm>
            <a:off x="7341645" y="2045103"/>
            <a:ext cx="279328" cy="279328"/>
          </a:xfrm>
          <a:custGeom>
            <a:rect b="b" l="l" r="r" t="t"/>
            <a:pathLst>
              <a:path extrusionOk="0" h="21600" w="2160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21" name="Google Shape;921;p24"/>
          <p:cNvSpPr/>
          <p:nvPr/>
        </p:nvSpPr>
        <p:spPr>
          <a:xfrm>
            <a:off x="7874906" y="2057799"/>
            <a:ext cx="279328" cy="253944"/>
          </a:xfrm>
          <a:custGeom>
            <a:rect b="b" l="l" r="r" t="t"/>
            <a:pathLst>
              <a:path extrusionOk="0" h="21600" w="21600">
                <a:moveTo>
                  <a:pt x="17182" y="12420"/>
                </a:moveTo>
                <a:cubicBezTo>
                  <a:pt x="16368" y="12420"/>
                  <a:pt x="15709" y="11694"/>
                  <a:pt x="15709" y="10800"/>
                </a:cubicBezTo>
                <a:cubicBezTo>
                  <a:pt x="15709" y="9906"/>
                  <a:pt x="16368" y="9180"/>
                  <a:pt x="17182" y="9180"/>
                </a:cubicBezTo>
                <a:cubicBezTo>
                  <a:pt x="17995" y="9180"/>
                  <a:pt x="18655" y="9906"/>
                  <a:pt x="18655" y="10800"/>
                </a:cubicBezTo>
                <a:cubicBezTo>
                  <a:pt x="18655" y="11694"/>
                  <a:pt x="17995" y="12420"/>
                  <a:pt x="17182" y="12420"/>
                </a:cubicBezTo>
                <a:moveTo>
                  <a:pt x="21109" y="10260"/>
                </a:moveTo>
                <a:lnTo>
                  <a:pt x="19587" y="10260"/>
                </a:lnTo>
                <a:cubicBezTo>
                  <a:pt x="19360" y="9028"/>
                  <a:pt x="18369" y="8100"/>
                  <a:pt x="17182" y="8100"/>
                </a:cubicBezTo>
                <a:cubicBezTo>
                  <a:pt x="15994" y="8100"/>
                  <a:pt x="15004" y="9028"/>
                  <a:pt x="14777" y="10260"/>
                </a:cubicBezTo>
                <a:lnTo>
                  <a:pt x="491" y="10260"/>
                </a:lnTo>
                <a:cubicBezTo>
                  <a:pt x="220" y="10260"/>
                  <a:pt x="0" y="10502"/>
                  <a:pt x="0" y="10800"/>
                </a:cubicBezTo>
                <a:cubicBezTo>
                  <a:pt x="0" y="11098"/>
                  <a:pt x="220" y="11340"/>
                  <a:pt x="491" y="11340"/>
                </a:cubicBezTo>
                <a:lnTo>
                  <a:pt x="14777" y="11340"/>
                </a:lnTo>
                <a:cubicBezTo>
                  <a:pt x="15004" y="12572"/>
                  <a:pt x="15994" y="13500"/>
                  <a:pt x="17182" y="13500"/>
                </a:cubicBezTo>
                <a:cubicBezTo>
                  <a:pt x="18369" y="13500"/>
                  <a:pt x="19360" y="12572"/>
                  <a:pt x="19587" y="11340"/>
                </a:cubicBezTo>
                <a:lnTo>
                  <a:pt x="21109" y="11340"/>
                </a:lnTo>
                <a:cubicBezTo>
                  <a:pt x="21380" y="11340"/>
                  <a:pt x="21600" y="11098"/>
                  <a:pt x="21600" y="10800"/>
                </a:cubicBezTo>
                <a:cubicBezTo>
                  <a:pt x="21600" y="10502"/>
                  <a:pt x="21380" y="10260"/>
                  <a:pt x="21109" y="10260"/>
                </a:cubicBezTo>
                <a:moveTo>
                  <a:pt x="5400" y="1080"/>
                </a:moveTo>
                <a:cubicBezTo>
                  <a:pt x="6214" y="1080"/>
                  <a:pt x="6873" y="1806"/>
                  <a:pt x="6873" y="2700"/>
                </a:cubicBezTo>
                <a:cubicBezTo>
                  <a:pt x="6873" y="3595"/>
                  <a:pt x="6214" y="4320"/>
                  <a:pt x="5400" y="4320"/>
                </a:cubicBezTo>
                <a:cubicBezTo>
                  <a:pt x="4586" y="4320"/>
                  <a:pt x="3927" y="3595"/>
                  <a:pt x="3927" y="2700"/>
                </a:cubicBezTo>
                <a:cubicBezTo>
                  <a:pt x="3927" y="1806"/>
                  <a:pt x="4586" y="1080"/>
                  <a:pt x="5400" y="1080"/>
                </a:cubicBezTo>
                <a:moveTo>
                  <a:pt x="491" y="3240"/>
                </a:moveTo>
                <a:lnTo>
                  <a:pt x="2995" y="3240"/>
                </a:lnTo>
                <a:cubicBezTo>
                  <a:pt x="3222" y="4472"/>
                  <a:pt x="4213" y="5400"/>
                  <a:pt x="5400" y="5400"/>
                </a:cubicBezTo>
                <a:cubicBezTo>
                  <a:pt x="6587" y="5400"/>
                  <a:pt x="7578" y="4472"/>
                  <a:pt x="7805" y="3240"/>
                </a:cubicBezTo>
                <a:lnTo>
                  <a:pt x="21109" y="3240"/>
                </a:lnTo>
                <a:cubicBezTo>
                  <a:pt x="21380" y="3240"/>
                  <a:pt x="21600" y="2999"/>
                  <a:pt x="21600" y="2700"/>
                </a:cubicBezTo>
                <a:cubicBezTo>
                  <a:pt x="21600" y="2402"/>
                  <a:pt x="21380" y="2160"/>
                  <a:pt x="21109" y="2160"/>
                </a:cubicBezTo>
                <a:lnTo>
                  <a:pt x="7805" y="2160"/>
                </a:lnTo>
                <a:cubicBezTo>
                  <a:pt x="7578" y="928"/>
                  <a:pt x="6587" y="0"/>
                  <a:pt x="5400" y="0"/>
                </a:cubicBezTo>
                <a:cubicBezTo>
                  <a:pt x="4213" y="0"/>
                  <a:pt x="3222" y="928"/>
                  <a:pt x="2995" y="2160"/>
                </a:cubicBezTo>
                <a:lnTo>
                  <a:pt x="491" y="2160"/>
                </a:lnTo>
                <a:cubicBezTo>
                  <a:pt x="220" y="2160"/>
                  <a:pt x="0" y="2402"/>
                  <a:pt x="0" y="2700"/>
                </a:cubicBezTo>
                <a:cubicBezTo>
                  <a:pt x="0" y="2999"/>
                  <a:pt x="220" y="3240"/>
                  <a:pt x="491" y="3240"/>
                </a:cubicBezTo>
                <a:moveTo>
                  <a:pt x="9327" y="20519"/>
                </a:moveTo>
                <a:cubicBezTo>
                  <a:pt x="8514" y="20519"/>
                  <a:pt x="7855" y="19794"/>
                  <a:pt x="7855" y="18899"/>
                </a:cubicBezTo>
                <a:cubicBezTo>
                  <a:pt x="7855" y="18005"/>
                  <a:pt x="8514" y="17279"/>
                  <a:pt x="9327" y="17279"/>
                </a:cubicBezTo>
                <a:cubicBezTo>
                  <a:pt x="10141" y="17279"/>
                  <a:pt x="10800" y="18005"/>
                  <a:pt x="10800" y="18899"/>
                </a:cubicBezTo>
                <a:cubicBezTo>
                  <a:pt x="10800" y="19794"/>
                  <a:pt x="10141" y="20519"/>
                  <a:pt x="9327" y="20519"/>
                </a:cubicBezTo>
                <a:moveTo>
                  <a:pt x="21109" y="18359"/>
                </a:moveTo>
                <a:lnTo>
                  <a:pt x="11732" y="18359"/>
                </a:lnTo>
                <a:cubicBezTo>
                  <a:pt x="11505" y="17127"/>
                  <a:pt x="10515" y="16199"/>
                  <a:pt x="9327" y="16199"/>
                </a:cubicBezTo>
                <a:cubicBezTo>
                  <a:pt x="8140" y="16199"/>
                  <a:pt x="7150" y="17127"/>
                  <a:pt x="6922" y="18359"/>
                </a:cubicBezTo>
                <a:lnTo>
                  <a:pt x="491" y="18359"/>
                </a:lnTo>
                <a:cubicBezTo>
                  <a:pt x="220" y="18359"/>
                  <a:pt x="0" y="18601"/>
                  <a:pt x="0" y="18899"/>
                </a:cubicBezTo>
                <a:cubicBezTo>
                  <a:pt x="0" y="19198"/>
                  <a:pt x="220" y="19439"/>
                  <a:pt x="491" y="19439"/>
                </a:cubicBezTo>
                <a:lnTo>
                  <a:pt x="6922" y="19439"/>
                </a:lnTo>
                <a:cubicBezTo>
                  <a:pt x="7150" y="20672"/>
                  <a:pt x="8140" y="21600"/>
                  <a:pt x="9327" y="21600"/>
                </a:cubicBezTo>
                <a:cubicBezTo>
                  <a:pt x="10515" y="21600"/>
                  <a:pt x="11505" y="20672"/>
                  <a:pt x="11732" y="19439"/>
                </a:cubicBezTo>
                <a:lnTo>
                  <a:pt x="21109" y="19439"/>
                </a:lnTo>
                <a:cubicBezTo>
                  <a:pt x="21380" y="19439"/>
                  <a:pt x="21600" y="19198"/>
                  <a:pt x="21600" y="18899"/>
                </a:cubicBezTo>
                <a:cubicBezTo>
                  <a:pt x="21600" y="18601"/>
                  <a:pt x="21380" y="18359"/>
                  <a:pt x="21109" y="1835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22" name="Google Shape;922;p24"/>
          <p:cNvSpPr/>
          <p:nvPr/>
        </p:nvSpPr>
        <p:spPr>
          <a:xfrm>
            <a:off x="8408167" y="2057799"/>
            <a:ext cx="279328" cy="253944"/>
          </a:xfrm>
          <a:custGeom>
            <a:rect b="b" l="l" r="r" t="t"/>
            <a:pathLst>
              <a:path extrusionOk="0" h="21600" w="21600">
                <a:moveTo>
                  <a:pt x="6382" y="15119"/>
                </a:moveTo>
                <a:cubicBezTo>
                  <a:pt x="7195" y="15119"/>
                  <a:pt x="7855" y="14394"/>
                  <a:pt x="7855" y="13500"/>
                </a:cubicBezTo>
                <a:cubicBezTo>
                  <a:pt x="7855" y="12605"/>
                  <a:pt x="7195" y="11880"/>
                  <a:pt x="6382" y="11880"/>
                </a:cubicBezTo>
                <a:cubicBezTo>
                  <a:pt x="5568" y="11880"/>
                  <a:pt x="4909" y="12605"/>
                  <a:pt x="4909" y="13500"/>
                </a:cubicBezTo>
                <a:cubicBezTo>
                  <a:pt x="4909" y="14394"/>
                  <a:pt x="5568" y="15119"/>
                  <a:pt x="6382" y="15119"/>
                </a:cubicBezTo>
                <a:moveTo>
                  <a:pt x="2455" y="3240"/>
                </a:moveTo>
                <a:cubicBezTo>
                  <a:pt x="2725" y="3240"/>
                  <a:pt x="2945" y="2999"/>
                  <a:pt x="2945" y="2700"/>
                </a:cubicBezTo>
                <a:cubicBezTo>
                  <a:pt x="2945" y="2402"/>
                  <a:pt x="2725" y="2160"/>
                  <a:pt x="2455" y="2160"/>
                </a:cubicBezTo>
                <a:cubicBezTo>
                  <a:pt x="2184" y="2160"/>
                  <a:pt x="1964" y="2402"/>
                  <a:pt x="1964" y="2700"/>
                </a:cubicBezTo>
                <a:cubicBezTo>
                  <a:pt x="1964" y="2999"/>
                  <a:pt x="2184" y="3240"/>
                  <a:pt x="2455" y="3240"/>
                </a:cubicBezTo>
                <a:moveTo>
                  <a:pt x="3927" y="8100"/>
                </a:moveTo>
                <a:cubicBezTo>
                  <a:pt x="3927" y="6609"/>
                  <a:pt x="5026" y="5400"/>
                  <a:pt x="6382" y="5400"/>
                </a:cubicBezTo>
                <a:cubicBezTo>
                  <a:pt x="7738" y="5400"/>
                  <a:pt x="8836" y="6609"/>
                  <a:pt x="8836" y="8100"/>
                </a:cubicBezTo>
                <a:lnTo>
                  <a:pt x="8836" y="13500"/>
                </a:lnTo>
                <a:cubicBezTo>
                  <a:pt x="8836" y="14991"/>
                  <a:pt x="7738" y="16199"/>
                  <a:pt x="6382" y="16199"/>
                </a:cubicBezTo>
                <a:cubicBezTo>
                  <a:pt x="5026" y="16199"/>
                  <a:pt x="3927" y="14991"/>
                  <a:pt x="3927" y="13500"/>
                </a:cubicBezTo>
                <a:cubicBezTo>
                  <a:pt x="3927" y="13500"/>
                  <a:pt x="3927" y="8100"/>
                  <a:pt x="3927" y="8100"/>
                </a:cubicBezTo>
                <a:close/>
                <a:moveTo>
                  <a:pt x="2945" y="13500"/>
                </a:moveTo>
                <a:cubicBezTo>
                  <a:pt x="2945" y="15587"/>
                  <a:pt x="4484" y="17279"/>
                  <a:pt x="6382" y="17279"/>
                </a:cubicBezTo>
                <a:cubicBezTo>
                  <a:pt x="8280" y="17279"/>
                  <a:pt x="9818" y="15587"/>
                  <a:pt x="9818" y="13500"/>
                </a:cubicBezTo>
                <a:lnTo>
                  <a:pt x="9818" y="8100"/>
                </a:lnTo>
                <a:cubicBezTo>
                  <a:pt x="9818" y="6012"/>
                  <a:pt x="8280" y="4320"/>
                  <a:pt x="6382" y="4320"/>
                </a:cubicBezTo>
                <a:cubicBezTo>
                  <a:pt x="4484" y="4320"/>
                  <a:pt x="2945" y="6012"/>
                  <a:pt x="2945" y="8100"/>
                </a:cubicBezTo>
                <a:cubicBezTo>
                  <a:pt x="2945" y="8100"/>
                  <a:pt x="2945" y="13500"/>
                  <a:pt x="2945" y="13500"/>
                </a:cubicBezTo>
                <a:close/>
                <a:moveTo>
                  <a:pt x="2455" y="19439"/>
                </a:moveTo>
                <a:cubicBezTo>
                  <a:pt x="2725" y="19439"/>
                  <a:pt x="2945" y="19198"/>
                  <a:pt x="2945" y="18899"/>
                </a:cubicBezTo>
                <a:cubicBezTo>
                  <a:pt x="2945" y="18601"/>
                  <a:pt x="2725" y="18359"/>
                  <a:pt x="2455" y="18359"/>
                </a:cubicBezTo>
                <a:cubicBezTo>
                  <a:pt x="2184" y="18359"/>
                  <a:pt x="1964" y="18601"/>
                  <a:pt x="1964" y="18899"/>
                </a:cubicBezTo>
                <a:cubicBezTo>
                  <a:pt x="1964" y="19198"/>
                  <a:pt x="2184" y="19439"/>
                  <a:pt x="2455" y="19439"/>
                </a:cubicBezTo>
                <a:moveTo>
                  <a:pt x="20618" y="20519"/>
                </a:moveTo>
                <a:lnTo>
                  <a:pt x="982" y="20519"/>
                </a:lnTo>
                <a:lnTo>
                  <a:pt x="982" y="1080"/>
                </a:lnTo>
                <a:lnTo>
                  <a:pt x="20618" y="1080"/>
                </a:lnTo>
                <a:cubicBezTo>
                  <a:pt x="20618" y="1080"/>
                  <a:pt x="20618" y="20519"/>
                  <a:pt x="20618" y="20519"/>
                </a:cubicBezTo>
                <a:close/>
                <a:moveTo>
                  <a:pt x="20618" y="0"/>
                </a:moveTo>
                <a:lnTo>
                  <a:pt x="982" y="0"/>
                </a:lnTo>
                <a:cubicBezTo>
                  <a:pt x="440" y="0"/>
                  <a:pt x="0" y="484"/>
                  <a:pt x="0" y="1080"/>
                </a:cubicBezTo>
                <a:lnTo>
                  <a:pt x="0" y="20519"/>
                </a:lnTo>
                <a:cubicBezTo>
                  <a:pt x="0" y="21115"/>
                  <a:pt x="440" y="21600"/>
                  <a:pt x="982" y="21600"/>
                </a:cubicBezTo>
                <a:lnTo>
                  <a:pt x="20618" y="21600"/>
                </a:lnTo>
                <a:cubicBezTo>
                  <a:pt x="21160" y="21600"/>
                  <a:pt x="21600" y="21115"/>
                  <a:pt x="21600" y="20519"/>
                </a:cubicBezTo>
                <a:lnTo>
                  <a:pt x="21600" y="1080"/>
                </a:lnTo>
                <a:cubicBezTo>
                  <a:pt x="21600" y="484"/>
                  <a:pt x="21160" y="0"/>
                  <a:pt x="20618" y="0"/>
                </a:cubicBezTo>
                <a:moveTo>
                  <a:pt x="19145" y="3240"/>
                </a:moveTo>
                <a:cubicBezTo>
                  <a:pt x="19416" y="3240"/>
                  <a:pt x="19636" y="2999"/>
                  <a:pt x="19636" y="2700"/>
                </a:cubicBezTo>
                <a:cubicBezTo>
                  <a:pt x="19636" y="2402"/>
                  <a:pt x="19416" y="2160"/>
                  <a:pt x="19145" y="2160"/>
                </a:cubicBezTo>
                <a:cubicBezTo>
                  <a:pt x="18875" y="2160"/>
                  <a:pt x="18655" y="2402"/>
                  <a:pt x="18655" y="2700"/>
                </a:cubicBezTo>
                <a:cubicBezTo>
                  <a:pt x="18655" y="2999"/>
                  <a:pt x="18875" y="3240"/>
                  <a:pt x="19145" y="3240"/>
                </a:cubicBezTo>
                <a:moveTo>
                  <a:pt x="12764" y="8100"/>
                </a:moveTo>
                <a:cubicBezTo>
                  <a:pt x="12764" y="6609"/>
                  <a:pt x="13863" y="5400"/>
                  <a:pt x="15218" y="5400"/>
                </a:cubicBezTo>
                <a:cubicBezTo>
                  <a:pt x="16574" y="5400"/>
                  <a:pt x="17673" y="6609"/>
                  <a:pt x="17673" y="8100"/>
                </a:cubicBezTo>
                <a:lnTo>
                  <a:pt x="17673" y="13500"/>
                </a:lnTo>
                <a:cubicBezTo>
                  <a:pt x="17673" y="14991"/>
                  <a:pt x="16574" y="16199"/>
                  <a:pt x="15218" y="16199"/>
                </a:cubicBezTo>
                <a:cubicBezTo>
                  <a:pt x="13863" y="16199"/>
                  <a:pt x="12764" y="14991"/>
                  <a:pt x="12764" y="13500"/>
                </a:cubicBezTo>
                <a:cubicBezTo>
                  <a:pt x="12764" y="13500"/>
                  <a:pt x="12764" y="8100"/>
                  <a:pt x="12764" y="8100"/>
                </a:cubicBezTo>
                <a:close/>
                <a:moveTo>
                  <a:pt x="15218" y="17279"/>
                </a:moveTo>
                <a:cubicBezTo>
                  <a:pt x="17116" y="17279"/>
                  <a:pt x="18655" y="15587"/>
                  <a:pt x="18655" y="13500"/>
                </a:cubicBezTo>
                <a:lnTo>
                  <a:pt x="18655" y="8100"/>
                </a:lnTo>
                <a:cubicBezTo>
                  <a:pt x="18655" y="6012"/>
                  <a:pt x="17116" y="4320"/>
                  <a:pt x="15218" y="4320"/>
                </a:cubicBezTo>
                <a:cubicBezTo>
                  <a:pt x="13320" y="4320"/>
                  <a:pt x="11782" y="6012"/>
                  <a:pt x="11782" y="8100"/>
                </a:cubicBezTo>
                <a:lnTo>
                  <a:pt x="11782" y="13500"/>
                </a:lnTo>
                <a:cubicBezTo>
                  <a:pt x="11782" y="15587"/>
                  <a:pt x="13320" y="17279"/>
                  <a:pt x="15218" y="17279"/>
                </a:cubicBezTo>
                <a:moveTo>
                  <a:pt x="15218" y="9720"/>
                </a:moveTo>
                <a:cubicBezTo>
                  <a:pt x="16032" y="9720"/>
                  <a:pt x="16691" y="8995"/>
                  <a:pt x="16691" y="8100"/>
                </a:cubicBezTo>
                <a:cubicBezTo>
                  <a:pt x="16691" y="7206"/>
                  <a:pt x="16032" y="6480"/>
                  <a:pt x="15218" y="6480"/>
                </a:cubicBezTo>
                <a:cubicBezTo>
                  <a:pt x="14405" y="6480"/>
                  <a:pt x="13745" y="7206"/>
                  <a:pt x="13745" y="8100"/>
                </a:cubicBezTo>
                <a:cubicBezTo>
                  <a:pt x="13745" y="8995"/>
                  <a:pt x="14405" y="9720"/>
                  <a:pt x="15218" y="9720"/>
                </a:cubicBezTo>
                <a:moveTo>
                  <a:pt x="19145" y="18359"/>
                </a:moveTo>
                <a:cubicBezTo>
                  <a:pt x="18875" y="18359"/>
                  <a:pt x="18655" y="18601"/>
                  <a:pt x="18655" y="18899"/>
                </a:cubicBezTo>
                <a:cubicBezTo>
                  <a:pt x="18655" y="19198"/>
                  <a:pt x="18875" y="19439"/>
                  <a:pt x="19145" y="19439"/>
                </a:cubicBezTo>
                <a:cubicBezTo>
                  <a:pt x="19416" y="19439"/>
                  <a:pt x="19636" y="19198"/>
                  <a:pt x="19636" y="18899"/>
                </a:cubicBezTo>
                <a:cubicBezTo>
                  <a:pt x="19636" y="18601"/>
                  <a:pt x="19416" y="18359"/>
                  <a:pt x="19145" y="1835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23" name="Google Shape;923;p24"/>
          <p:cNvSpPr/>
          <p:nvPr/>
        </p:nvSpPr>
        <p:spPr>
          <a:xfrm>
            <a:off x="8941428" y="2045103"/>
            <a:ext cx="279328" cy="279328"/>
          </a:xfrm>
          <a:custGeom>
            <a:rect b="b" l="l" r="r" t="t"/>
            <a:pathLst>
              <a:path extrusionOk="0" h="21600" w="21600">
                <a:moveTo>
                  <a:pt x="20618" y="19636"/>
                </a:moveTo>
                <a:cubicBezTo>
                  <a:pt x="20618" y="20178"/>
                  <a:pt x="20178" y="20619"/>
                  <a:pt x="19636" y="20619"/>
                </a:cubicBezTo>
                <a:lnTo>
                  <a:pt x="1964" y="20619"/>
                </a:lnTo>
                <a:cubicBezTo>
                  <a:pt x="1422" y="20619"/>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855" y="6382"/>
                </a:moveTo>
                <a:cubicBezTo>
                  <a:pt x="7313" y="6382"/>
                  <a:pt x="6873" y="5943"/>
                  <a:pt x="6873" y="5400"/>
                </a:cubicBezTo>
                <a:cubicBezTo>
                  <a:pt x="6873" y="4858"/>
                  <a:pt x="7313" y="4418"/>
                  <a:pt x="7855" y="4418"/>
                </a:cubicBezTo>
                <a:cubicBezTo>
                  <a:pt x="8396" y="4418"/>
                  <a:pt x="8836" y="4858"/>
                  <a:pt x="8836" y="5400"/>
                </a:cubicBezTo>
                <a:cubicBezTo>
                  <a:pt x="8836" y="5943"/>
                  <a:pt x="8396" y="6382"/>
                  <a:pt x="7855" y="6382"/>
                </a:cubicBezTo>
                <a:moveTo>
                  <a:pt x="18164" y="4909"/>
                </a:moveTo>
                <a:lnTo>
                  <a:pt x="9749" y="4909"/>
                </a:lnTo>
                <a:cubicBezTo>
                  <a:pt x="9530" y="4064"/>
                  <a:pt x="8768" y="3436"/>
                  <a:pt x="7855" y="3436"/>
                </a:cubicBezTo>
                <a:cubicBezTo>
                  <a:pt x="6941" y="3436"/>
                  <a:pt x="6180" y="4064"/>
                  <a:pt x="5960" y="4909"/>
                </a:cubicBezTo>
                <a:lnTo>
                  <a:pt x="3436" y="4909"/>
                </a:lnTo>
                <a:cubicBezTo>
                  <a:pt x="3165" y="4909"/>
                  <a:pt x="2945" y="5129"/>
                  <a:pt x="2945" y="5400"/>
                </a:cubicBezTo>
                <a:cubicBezTo>
                  <a:pt x="2945" y="5672"/>
                  <a:pt x="3165" y="5891"/>
                  <a:pt x="3436" y="5891"/>
                </a:cubicBezTo>
                <a:lnTo>
                  <a:pt x="5960" y="5891"/>
                </a:lnTo>
                <a:cubicBezTo>
                  <a:pt x="6180" y="6737"/>
                  <a:pt x="6941" y="7364"/>
                  <a:pt x="7855" y="7364"/>
                </a:cubicBezTo>
                <a:cubicBezTo>
                  <a:pt x="8768" y="7364"/>
                  <a:pt x="9530" y="6737"/>
                  <a:pt x="9749" y="5891"/>
                </a:cubicBezTo>
                <a:lnTo>
                  <a:pt x="18164" y="5891"/>
                </a:lnTo>
                <a:cubicBezTo>
                  <a:pt x="18435" y="5891"/>
                  <a:pt x="18655" y="5672"/>
                  <a:pt x="18655" y="5400"/>
                </a:cubicBezTo>
                <a:cubicBezTo>
                  <a:pt x="18655" y="5129"/>
                  <a:pt x="18435" y="4909"/>
                  <a:pt x="18164" y="4909"/>
                </a:cubicBezTo>
                <a:moveTo>
                  <a:pt x="14727" y="11782"/>
                </a:moveTo>
                <a:cubicBezTo>
                  <a:pt x="14186" y="11782"/>
                  <a:pt x="13745" y="11342"/>
                  <a:pt x="13745" y="10800"/>
                </a:cubicBezTo>
                <a:cubicBezTo>
                  <a:pt x="13745" y="10258"/>
                  <a:pt x="14186" y="9818"/>
                  <a:pt x="14727" y="9818"/>
                </a:cubicBezTo>
                <a:cubicBezTo>
                  <a:pt x="15269" y="9818"/>
                  <a:pt x="15709" y="10258"/>
                  <a:pt x="15709" y="10800"/>
                </a:cubicBezTo>
                <a:cubicBezTo>
                  <a:pt x="15709" y="11342"/>
                  <a:pt x="15269" y="11782"/>
                  <a:pt x="14727" y="11782"/>
                </a:cubicBezTo>
                <a:moveTo>
                  <a:pt x="18164" y="10310"/>
                </a:moveTo>
                <a:lnTo>
                  <a:pt x="16621" y="10310"/>
                </a:lnTo>
                <a:cubicBezTo>
                  <a:pt x="16402" y="9464"/>
                  <a:pt x="15641" y="8836"/>
                  <a:pt x="14727" y="8836"/>
                </a:cubicBezTo>
                <a:cubicBezTo>
                  <a:pt x="13814" y="8836"/>
                  <a:pt x="13052" y="9464"/>
                  <a:pt x="12833" y="10310"/>
                </a:cubicBezTo>
                <a:lnTo>
                  <a:pt x="3436" y="10310"/>
                </a:lnTo>
                <a:cubicBezTo>
                  <a:pt x="3165" y="10310"/>
                  <a:pt x="2945" y="10529"/>
                  <a:pt x="2945" y="10800"/>
                </a:cubicBezTo>
                <a:cubicBezTo>
                  <a:pt x="2945" y="11072"/>
                  <a:pt x="3165" y="11291"/>
                  <a:pt x="3436" y="11291"/>
                </a:cubicBezTo>
                <a:lnTo>
                  <a:pt x="12833" y="11291"/>
                </a:lnTo>
                <a:cubicBezTo>
                  <a:pt x="13052" y="12137"/>
                  <a:pt x="13814" y="12764"/>
                  <a:pt x="14727" y="12764"/>
                </a:cubicBezTo>
                <a:cubicBezTo>
                  <a:pt x="15641" y="12764"/>
                  <a:pt x="16402" y="12137"/>
                  <a:pt x="16621" y="11291"/>
                </a:cubicBezTo>
                <a:lnTo>
                  <a:pt x="18164" y="11291"/>
                </a:lnTo>
                <a:cubicBezTo>
                  <a:pt x="18435" y="11291"/>
                  <a:pt x="18655" y="11072"/>
                  <a:pt x="18655" y="10800"/>
                </a:cubicBezTo>
                <a:cubicBezTo>
                  <a:pt x="18655" y="10529"/>
                  <a:pt x="18435" y="10310"/>
                  <a:pt x="18164" y="10310"/>
                </a:cubicBezTo>
                <a:moveTo>
                  <a:pt x="9818" y="17182"/>
                </a:moveTo>
                <a:cubicBezTo>
                  <a:pt x="9276" y="17182"/>
                  <a:pt x="8836" y="16743"/>
                  <a:pt x="8836" y="16200"/>
                </a:cubicBezTo>
                <a:cubicBezTo>
                  <a:pt x="8836" y="15658"/>
                  <a:pt x="9276" y="15218"/>
                  <a:pt x="9818" y="15218"/>
                </a:cubicBezTo>
                <a:cubicBezTo>
                  <a:pt x="10360" y="15218"/>
                  <a:pt x="10800" y="15658"/>
                  <a:pt x="10800" y="16200"/>
                </a:cubicBezTo>
                <a:cubicBezTo>
                  <a:pt x="10800" y="16743"/>
                  <a:pt x="10360" y="17182"/>
                  <a:pt x="9818" y="17182"/>
                </a:cubicBezTo>
                <a:moveTo>
                  <a:pt x="18164" y="15709"/>
                </a:moveTo>
                <a:lnTo>
                  <a:pt x="11712" y="15709"/>
                </a:lnTo>
                <a:cubicBezTo>
                  <a:pt x="11493" y="14863"/>
                  <a:pt x="10732" y="14237"/>
                  <a:pt x="9818" y="14237"/>
                </a:cubicBezTo>
                <a:cubicBezTo>
                  <a:pt x="8904" y="14237"/>
                  <a:pt x="8143" y="14863"/>
                  <a:pt x="7924" y="15709"/>
                </a:cubicBezTo>
                <a:lnTo>
                  <a:pt x="3436" y="15709"/>
                </a:lnTo>
                <a:cubicBezTo>
                  <a:pt x="3165" y="15709"/>
                  <a:pt x="2945" y="15929"/>
                  <a:pt x="2945" y="16200"/>
                </a:cubicBezTo>
                <a:cubicBezTo>
                  <a:pt x="2945" y="16472"/>
                  <a:pt x="3165" y="16691"/>
                  <a:pt x="3436" y="16691"/>
                </a:cubicBezTo>
                <a:lnTo>
                  <a:pt x="7924" y="16691"/>
                </a:lnTo>
                <a:cubicBezTo>
                  <a:pt x="8143" y="17537"/>
                  <a:pt x="8904" y="18164"/>
                  <a:pt x="9818" y="18164"/>
                </a:cubicBezTo>
                <a:cubicBezTo>
                  <a:pt x="10732" y="18164"/>
                  <a:pt x="11493" y="17537"/>
                  <a:pt x="11712" y="16691"/>
                </a:cubicBezTo>
                <a:lnTo>
                  <a:pt x="18164" y="16691"/>
                </a:lnTo>
                <a:cubicBezTo>
                  <a:pt x="18435" y="16691"/>
                  <a:pt x="18655" y="16472"/>
                  <a:pt x="18655" y="16200"/>
                </a:cubicBezTo>
                <a:cubicBezTo>
                  <a:pt x="18655" y="15929"/>
                  <a:pt x="18435" y="15709"/>
                  <a:pt x="18164" y="1570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24" name="Google Shape;924;p24"/>
          <p:cNvSpPr/>
          <p:nvPr/>
        </p:nvSpPr>
        <p:spPr>
          <a:xfrm>
            <a:off x="9474689" y="2045103"/>
            <a:ext cx="279328" cy="279328"/>
          </a:xfrm>
          <a:custGeom>
            <a:rect b="b" l="l" r="r" t="t"/>
            <a:pathLst>
              <a:path extrusionOk="0" h="21600" w="2160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25" name="Google Shape;925;p24"/>
          <p:cNvSpPr/>
          <p:nvPr/>
        </p:nvSpPr>
        <p:spPr>
          <a:xfrm>
            <a:off x="10007950" y="2045103"/>
            <a:ext cx="279328" cy="279328"/>
          </a:xfrm>
          <a:custGeom>
            <a:rect b="b" l="l" r="r" t="t"/>
            <a:pathLst>
              <a:path extrusionOk="0" h="21600" w="21600">
                <a:moveTo>
                  <a:pt x="20618" y="12012"/>
                </a:moveTo>
                <a:cubicBezTo>
                  <a:pt x="20614" y="12014"/>
                  <a:pt x="20611" y="12016"/>
                  <a:pt x="20607" y="12016"/>
                </a:cubicBezTo>
                <a:lnTo>
                  <a:pt x="19602" y="12268"/>
                </a:lnTo>
                <a:cubicBezTo>
                  <a:pt x="19256" y="12354"/>
                  <a:pt x="18984" y="12622"/>
                  <a:pt x="18892" y="12966"/>
                </a:cubicBezTo>
                <a:cubicBezTo>
                  <a:pt x="18703" y="13672"/>
                  <a:pt x="18421" y="14352"/>
                  <a:pt x="18053" y="14986"/>
                </a:cubicBezTo>
                <a:cubicBezTo>
                  <a:pt x="17873" y="15295"/>
                  <a:pt x="17876" y="15677"/>
                  <a:pt x="18060" y="15984"/>
                </a:cubicBezTo>
                <a:lnTo>
                  <a:pt x="18601" y="16885"/>
                </a:lnTo>
                <a:lnTo>
                  <a:pt x="16886" y="18600"/>
                </a:lnTo>
                <a:cubicBezTo>
                  <a:pt x="16882" y="18598"/>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2" y="18415"/>
                  <a:pt x="6617" y="18049"/>
                </a:cubicBezTo>
                <a:cubicBezTo>
                  <a:pt x="6465" y="17961"/>
                  <a:pt x="6296" y="17917"/>
                  <a:pt x="6127" y="17917"/>
                </a:cubicBezTo>
                <a:cubicBezTo>
                  <a:pt x="5951" y="17917"/>
                  <a:pt x="5777" y="17964"/>
                  <a:pt x="5621" y="18057"/>
                </a:cubicBezTo>
                <a:lnTo>
                  <a:pt x="4725" y="18595"/>
                </a:lnTo>
                <a:cubicBezTo>
                  <a:pt x="4722" y="18597"/>
                  <a:pt x="4718" y="18598"/>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2"/>
                </a:cubicBezTo>
                <a:lnTo>
                  <a:pt x="982" y="9587"/>
                </a:lnTo>
                <a:lnTo>
                  <a:pt x="1998" y="9333"/>
                </a:lnTo>
                <a:cubicBezTo>
                  <a:pt x="2343" y="9246"/>
                  <a:pt x="2616" y="8979"/>
                  <a:pt x="2708" y="8634"/>
                </a:cubicBezTo>
                <a:cubicBezTo>
                  <a:pt x="2897" y="7929"/>
                  <a:pt x="3179" y="7249"/>
                  <a:pt x="3548" y="6615"/>
                </a:cubicBezTo>
                <a:cubicBezTo>
                  <a:pt x="3727" y="6305"/>
                  <a:pt x="3724" y="5923"/>
                  <a:pt x="3540" y="5617"/>
                </a:cubicBezTo>
                <a:lnTo>
                  <a:pt x="3005" y="4725"/>
                </a:lnTo>
                <a:cubicBezTo>
                  <a:pt x="3004" y="4722"/>
                  <a:pt x="3002" y="4719"/>
                  <a:pt x="3000" y="4715"/>
                </a:cubicBezTo>
                <a:lnTo>
                  <a:pt x="4715" y="3000"/>
                </a:lnTo>
                <a:lnTo>
                  <a:pt x="5621" y="3543"/>
                </a:lnTo>
                <a:cubicBezTo>
                  <a:pt x="5777" y="3637"/>
                  <a:pt x="5951" y="3683"/>
                  <a:pt x="6127" y="3683"/>
                </a:cubicBezTo>
                <a:cubicBezTo>
                  <a:pt x="6296" y="3683"/>
                  <a:pt x="6465" y="3639"/>
                  <a:pt x="6618" y="3552"/>
                </a:cubicBezTo>
                <a:cubicBezTo>
                  <a:pt x="7251" y="3185"/>
                  <a:pt x="7929" y="2904"/>
                  <a:pt x="8632" y="2717"/>
                </a:cubicBezTo>
                <a:cubicBezTo>
                  <a:pt x="8976" y="2624"/>
                  <a:pt x="9244" y="2352"/>
                  <a:pt x="9331" y="2006"/>
                </a:cubicBezTo>
                <a:lnTo>
                  <a:pt x="9587" y="982"/>
                </a:lnTo>
                <a:lnTo>
                  <a:pt x="12012" y="982"/>
                </a:lnTo>
                <a:cubicBezTo>
                  <a:pt x="12014" y="986"/>
                  <a:pt x="12015" y="989"/>
                  <a:pt x="12016" y="993"/>
                </a:cubicBezTo>
                <a:lnTo>
                  <a:pt x="12269" y="2006"/>
                </a:lnTo>
                <a:cubicBezTo>
                  <a:pt x="12356" y="2352"/>
                  <a:pt x="12624" y="2624"/>
                  <a:pt x="12968" y="2717"/>
                </a:cubicBezTo>
                <a:cubicBezTo>
                  <a:pt x="13671" y="2904"/>
                  <a:pt x="14348" y="3185"/>
                  <a:pt x="14982" y="3552"/>
                </a:cubicBezTo>
                <a:cubicBezTo>
                  <a:pt x="15134" y="3639"/>
                  <a:pt x="15304" y="3683"/>
                  <a:pt x="15473" y="3683"/>
                </a:cubicBezTo>
                <a:cubicBezTo>
                  <a:pt x="15648" y="3683"/>
                  <a:pt x="15822" y="3637"/>
                  <a:pt x="15978" y="3543"/>
                </a:cubicBezTo>
                <a:lnTo>
                  <a:pt x="16884" y="3000"/>
                </a:lnTo>
                <a:lnTo>
                  <a:pt x="18600" y="4715"/>
                </a:lnTo>
                <a:cubicBezTo>
                  <a:pt x="18598" y="4719"/>
                  <a:pt x="18597" y="4722"/>
                  <a:pt x="18595" y="4725"/>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2"/>
                  <a:pt x="20618" y="12012"/>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9"/>
                  <a:pt x="17136" y="1968"/>
                  <a:pt x="16975" y="1968"/>
                </a:cubicBezTo>
                <a:cubicBezTo>
                  <a:pt x="16778" y="1968"/>
                  <a:pt x="16572" y="2043"/>
                  <a:pt x="16400" y="2145"/>
                </a:cubicBezTo>
                <a:lnTo>
                  <a:pt x="15473" y="2701"/>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1"/>
                </a:cubicBezTo>
                <a:lnTo>
                  <a:pt x="5200" y="2145"/>
                </a:lnTo>
                <a:cubicBezTo>
                  <a:pt x="5028" y="2043"/>
                  <a:pt x="4822" y="1968"/>
                  <a:pt x="4625" y="1968"/>
                </a:cubicBezTo>
                <a:cubicBezTo>
                  <a:pt x="4464" y="1968"/>
                  <a:pt x="4308" y="2019"/>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2"/>
                  <a:pt x="0" y="9361"/>
                </a:cubicBezTo>
                <a:lnTo>
                  <a:pt x="0" y="12240"/>
                </a:lnTo>
                <a:cubicBezTo>
                  <a:pt x="0" y="12638"/>
                  <a:pt x="367" y="12848"/>
                  <a:pt x="720" y="12960"/>
                </a:cubicBezTo>
                <a:lnTo>
                  <a:pt x="1759" y="13220"/>
                </a:lnTo>
                <a:cubicBezTo>
                  <a:pt x="1973" y="14021"/>
                  <a:pt x="2292" y="14778"/>
                  <a:pt x="2698" y="15479"/>
                </a:cubicBezTo>
                <a:lnTo>
                  <a:pt x="2145" y="16400"/>
                </a:lnTo>
                <a:cubicBezTo>
                  <a:pt x="1959" y="16713"/>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3"/>
                  <a:pt x="19455" y="16400"/>
                </a:cubicBezTo>
                <a:lnTo>
                  <a:pt x="18902" y="15479"/>
                </a:lnTo>
                <a:cubicBezTo>
                  <a:pt x="19308" y="14778"/>
                  <a:pt x="19626" y="14021"/>
                  <a:pt x="19841" y="13220"/>
                </a:cubicBezTo>
                <a:lnTo>
                  <a:pt x="20880" y="12960"/>
                </a:lnTo>
                <a:cubicBezTo>
                  <a:pt x="21233" y="12848"/>
                  <a:pt x="21600" y="12638"/>
                  <a:pt x="21600" y="12240"/>
                </a:cubicBezTo>
                <a:lnTo>
                  <a:pt x="21600" y="9361"/>
                </a:lnTo>
                <a:cubicBezTo>
                  <a:pt x="21600" y="8962"/>
                  <a:pt x="21233" y="8730"/>
                  <a:pt x="20880" y="8641"/>
                </a:cubicBezTo>
                <a:moveTo>
                  <a:pt x="15709" y="10800"/>
                </a:moveTo>
                <a:cubicBezTo>
                  <a:pt x="15709" y="13346"/>
                  <a:pt x="13771" y="15438"/>
                  <a:pt x="11291" y="15685"/>
                </a:cubicBezTo>
                <a:lnTo>
                  <a:pt x="11291" y="12694"/>
                </a:lnTo>
                <a:cubicBezTo>
                  <a:pt x="12137" y="12476"/>
                  <a:pt x="12764" y="11714"/>
                  <a:pt x="12764" y="10800"/>
                </a:cubicBezTo>
                <a:cubicBezTo>
                  <a:pt x="12764" y="10630"/>
                  <a:pt x="12735" y="10468"/>
                  <a:pt x="12694" y="10310"/>
                </a:cubicBezTo>
                <a:lnTo>
                  <a:pt x="15308" y="8857"/>
                </a:lnTo>
                <a:cubicBezTo>
                  <a:pt x="15565" y="9453"/>
                  <a:pt x="15709" y="10110"/>
                  <a:pt x="15709" y="10800"/>
                </a:cubicBezTo>
                <a:moveTo>
                  <a:pt x="9818" y="10800"/>
                </a:moveTo>
                <a:cubicBezTo>
                  <a:pt x="9818" y="10258"/>
                  <a:pt x="10258" y="9818"/>
                  <a:pt x="10800" y="9818"/>
                </a:cubicBezTo>
                <a:cubicBezTo>
                  <a:pt x="11342" y="9818"/>
                  <a:pt x="11782" y="10258"/>
                  <a:pt x="11782" y="10800"/>
                </a:cubicBezTo>
                <a:cubicBezTo>
                  <a:pt x="11782" y="11342"/>
                  <a:pt x="11342" y="11782"/>
                  <a:pt x="10800" y="11782"/>
                </a:cubicBezTo>
                <a:cubicBezTo>
                  <a:pt x="10258" y="11782"/>
                  <a:pt x="9818" y="11342"/>
                  <a:pt x="9818" y="10800"/>
                </a:cubicBezTo>
                <a:moveTo>
                  <a:pt x="10309" y="15685"/>
                </a:moveTo>
                <a:cubicBezTo>
                  <a:pt x="7829" y="15438"/>
                  <a:pt x="5891" y="13346"/>
                  <a:pt x="5891" y="10800"/>
                </a:cubicBezTo>
                <a:cubicBezTo>
                  <a:pt x="5891" y="10110"/>
                  <a:pt x="6035" y="9453"/>
                  <a:pt x="6292" y="8857"/>
                </a:cubicBezTo>
                <a:lnTo>
                  <a:pt x="8906" y="10310"/>
                </a:lnTo>
                <a:cubicBezTo>
                  <a:pt x="8865" y="10468"/>
                  <a:pt x="8836" y="10630"/>
                  <a:pt x="8836" y="10800"/>
                </a:cubicBezTo>
                <a:cubicBezTo>
                  <a:pt x="8836" y="11714"/>
                  <a:pt x="9463" y="12476"/>
                  <a:pt x="10309" y="12694"/>
                </a:cubicBezTo>
                <a:cubicBezTo>
                  <a:pt x="10309" y="12694"/>
                  <a:pt x="10309" y="15685"/>
                  <a:pt x="10309" y="15685"/>
                </a:cubicBezTo>
                <a:close/>
                <a:moveTo>
                  <a:pt x="10800" y="5891"/>
                </a:moveTo>
                <a:cubicBezTo>
                  <a:pt x="12470" y="5891"/>
                  <a:pt x="13942" y="6727"/>
                  <a:pt x="14829" y="8000"/>
                </a:cubicBezTo>
                <a:lnTo>
                  <a:pt x="12220" y="9450"/>
                </a:lnTo>
                <a:cubicBezTo>
                  <a:pt x="11862" y="9074"/>
                  <a:pt x="11360" y="8836"/>
                  <a:pt x="10800" y="8836"/>
                </a:cubicBezTo>
                <a:cubicBezTo>
                  <a:pt x="10240" y="8836"/>
                  <a:pt x="9738" y="9074"/>
                  <a:pt x="9380" y="9450"/>
                </a:cubicBezTo>
                <a:lnTo>
                  <a:pt x="6771" y="8000"/>
                </a:lnTo>
                <a:cubicBezTo>
                  <a:pt x="7658" y="6727"/>
                  <a:pt x="9130" y="5891"/>
                  <a:pt x="10800" y="5891"/>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26" name="Google Shape;926;p24"/>
          <p:cNvSpPr/>
          <p:nvPr/>
        </p:nvSpPr>
        <p:spPr>
          <a:xfrm>
            <a:off x="10541211" y="2045103"/>
            <a:ext cx="279328" cy="279328"/>
          </a:xfrm>
          <a:custGeom>
            <a:rect b="b" l="l" r="r" t="t"/>
            <a:pathLst>
              <a:path extrusionOk="0" h="21600" w="21600">
                <a:moveTo>
                  <a:pt x="20618" y="8095"/>
                </a:moveTo>
                <a:lnTo>
                  <a:pt x="20091" y="8640"/>
                </a:lnTo>
                <a:cubicBezTo>
                  <a:pt x="19294" y="8426"/>
                  <a:pt x="18482" y="8322"/>
                  <a:pt x="17675" y="8322"/>
                </a:cubicBezTo>
                <a:lnTo>
                  <a:pt x="17150" y="7377"/>
                </a:lnTo>
                <a:cubicBezTo>
                  <a:pt x="17052" y="7203"/>
                  <a:pt x="16911" y="7035"/>
                  <a:pt x="16741" y="6937"/>
                </a:cubicBezTo>
                <a:cubicBezTo>
                  <a:pt x="16601" y="6856"/>
                  <a:pt x="16442" y="6822"/>
                  <a:pt x="16268" y="6868"/>
                </a:cubicBezTo>
                <a:lnTo>
                  <a:pt x="13487" y="7613"/>
                </a:lnTo>
                <a:cubicBezTo>
                  <a:pt x="13102" y="7716"/>
                  <a:pt x="12995" y="8125"/>
                  <a:pt x="12977" y="8495"/>
                </a:cubicBezTo>
                <a:lnTo>
                  <a:pt x="12996" y="9570"/>
                </a:lnTo>
                <a:cubicBezTo>
                  <a:pt x="12293" y="9973"/>
                  <a:pt x="11639" y="10471"/>
                  <a:pt x="11053" y="11057"/>
                </a:cubicBezTo>
                <a:lnTo>
                  <a:pt x="10023" y="10762"/>
                </a:lnTo>
                <a:cubicBezTo>
                  <a:pt x="9673" y="10664"/>
                  <a:pt x="9239" y="10682"/>
                  <a:pt x="9040" y="11026"/>
                </a:cubicBezTo>
                <a:lnTo>
                  <a:pt x="7600" y="13520"/>
                </a:lnTo>
                <a:cubicBezTo>
                  <a:pt x="7401" y="13864"/>
                  <a:pt x="7614" y="14229"/>
                  <a:pt x="7863" y="14504"/>
                </a:cubicBezTo>
                <a:lnTo>
                  <a:pt x="8633" y="15248"/>
                </a:lnTo>
                <a:cubicBezTo>
                  <a:pt x="8419" y="16049"/>
                  <a:pt x="8315" y="16864"/>
                  <a:pt x="8317" y="17674"/>
                </a:cubicBezTo>
                <a:lnTo>
                  <a:pt x="7377" y="18196"/>
                </a:lnTo>
                <a:cubicBezTo>
                  <a:pt x="7060" y="18373"/>
                  <a:pt x="6765" y="18693"/>
                  <a:pt x="6868" y="19077"/>
                </a:cubicBezTo>
                <a:lnTo>
                  <a:pt x="7281" y="20619"/>
                </a:lnTo>
                <a:lnTo>
                  <a:pt x="1964" y="20619"/>
                </a:lnTo>
                <a:cubicBezTo>
                  <a:pt x="1422" y="20619"/>
                  <a:pt x="982" y="20178"/>
                  <a:pt x="982" y="19636"/>
                </a:cubicBezTo>
                <a:lnTo>
                  <a:pt x="982" y="11291"/>
                </a:lnTo>
                <a:lnTo>
                  <a:pt x="1931" y="11291"/>
                </a:lnTo>
                <a:cubicBezTo>
                  <a:pt x="2328" y="11291"/>
                  <a:pt x="2538" y="10924"/>
                  <a:pt x="2651" y="10571"/>
                </a:cubicBezTo>
                <a:lnTo>
                  <a:pt x="2913" y="9523"/>
                </a:lnTo>
                <a:cubicBezTo>
                  <a:pt x="3711" y="9310"/>
                  <a:pt x="4466" y="8993"/>
                  <a:pt x="5164" y="8590"/>
                </a:cubicBezTo>
                <a:lnTo>
                  <a:pt x="6091" y="9146"/>
                </a:lnTo>
                <a:cubicBezTo>
                  <a:pt x="6275" y="9241"/>
                  <a:pt x="6484" y="9317"/>
                  <a:pt x="6681" y="9317"/>
                </a:cubicBezTo>
                <a:cubicBezTo>
                  <a:pt x="6837" y="9317"/>
                  <a:pt x="6985" y="9270"/>
                  <a:pt x="7110" y="9146"/>
                </a:cubicBezTo>
                <a:lnTo>
                  <a:pt x="9146" y="7109"/>
                </a:lnTo>
                <a:cubicBezTo>
                  <a:pt x="9427" y="6828"/>
                  <a:pt x="9332" y="6404"/>
                  <a:pt x="9146" y="6091"/>
                </a:cubicBezTo>
                <a:lnTo>
                  <a:pt x="8593" y="5169"/>
                </a:lnTo>
                <a:cubicBezTo>
                  <a:pt x="8999" y="4469"/>
                  <a:pt x="9317" y="3711"/>
                  <a:pt x="9531" y="2911"/>
                </a:cubicBezTo>
                <a:lnTo>
                  <a:pt x="10571" y="2651"/>
                </a:lnTo>
                <a:cubicBezTo>
                  <a:pt x="10924" y="2538"/>
                  <a:pt x="11291" y="2328"/>
                  <a:pt x="11291" y="1931"/>
                </a:cubicBezTo>
                <a:lnTo>
                  <a:pt x="11291" y="982"/>
                </a:lnTo>
                <a:lnTo>
                  <a:pt x="19636" y="982"/>
                </a:lnTo>
                <a:cubicBezTo>
                  <a:pt x="20178" y="982"/>
                  <a:pt x="20618" y="1421"/>
                  <a:pt x="20618" y="1964"/>
                </a:cubicBezTo>
                <a:cubicBezTo>
                  <a:pt x="20618" y="1964"/>
                  <a:pt x="20618" y="8095"/>
                  <a:pt x="20618" y="8095"/>
                </a:cubicBezTo>
                <a:close/>
                <a:moveTo>
                  <a:pt x="20618" y="12594"/>
                </a:moveTo>
                <a:cubicBezTo>
                  <a:pt x="19750" y="12088"/>
                  <a:pt x="18750" y="11782"/>
                  <a:pt x="17673" y="11782"/>
                </a:cubicBezTo>
                <a:cubicBezTo>
                  <a:pt x="14419" y="11782"/>
                  <a:pt x="11782" y="14419"/>
                  <a:pt x="11782" y="17673"/>
                </a:cubicBezTo>
                <a:cubicBezTo>
                  <a:pt x="11782" y="18751"/>
                  <a:pt x="12088" y="19750"/>
                  <a:pt x="12594" y="20619"/>
                </a:cubicBezTo>
                <a:lnTo>
                  <a:pt x="8298" y="20619"/>
                </a:lnTo>
                <a:lnTo>
                  <a:pt x="7875" y="19042"/>
                </a:lnTo>
                <a:lnTo>
                  <a:pt x="8794" y="18532"/>
                </a:lnTo>
                <a:cubicBezTo>
                  <a:pt x="9106" y="18358"/>
                  <a:pt x="9299" y="18028"/>
                  <a:pt x="9299" y="17671"/>
                </a:cubicBezTo>
                <a:cubicBezTo>
                  <a:pt x="9298" y="16938"/>
                  <a:pt x="9392" y="16208"/>
                  <a:pt x="9582" y="15502"/>
                </a:cubicBezTo>
                <a:cubicBezTo>
                  <a:pt x="9674" y="15158"/>
                  <a:pt x="9572" y="14791"/>
                  <a:pt x="9316" y="14543"/>
                </a:cubicBezTo>
                <a:lnTo>
                  <a:pt x="8572" y="13823"/>
                </a:lnTo>
                <a:cubicBezTo>
                  <a:pt x="8569" y="13820"/>
                  <a:pt x="8566" y="13817"/>
                  <a:pt x="8564" y="13813"/>
                </a:cubicBezTo>
                <a:lnTo>
                  <a:pt x="9776" y="11713"/>
                </a:lnTo>
                <a:lnTo>
                  <a:pt x="10783" y="12001"/>
                </a:lnTo>
                <a:cubicBezTo>
                  <a:pt x="11126" y="12099"/>
                  <a:pt x="11495" y="12003"/>
                  <a:pt x="11748" y="11751"/>
                </a:cubicBezTo>
                <a:cubicBezTo>
                  <a:pt x="12264" y="11234"/>
                  <a:pt x="12848" y="10787"/>
                  <a:pt x="13485" y="10421"/>
                </a:cubicBezTo>
                <a:cubicBezTo>
                  <a:pt x="13794" y="10243"/>
                  <a:pt x="13983" y="9911"/>
                  <a:pt x="13977" y="9554"/>
                </a:cubicBezTo>
                <a:lnTo>
                  <a:pt x="13960" y="8514"/>
                </a:lnTo>
                <a:lnTo>
                  <a:pt x="13960" y="8503"/>
                </a:lnTo>
                <a:lnTo>
                  <a:pt x="16304" y="7875"/>
                </a:lnTo>
                <a:lnTo>
                  <a:pt x="16817" y="8799"/>
                </a:lnTo>
                <a:cubicBezTo>
                  <a:pt x="16905" y="8958"/>
                  <a:pt x="17032" y="9085"/>
                  <a:pt x="17184" y="9172"/>
                </a:cubicBezTo>
                <a:cubicBezTo>
                  <a:pt x="17330" y="9257"/>
                  <a:pt x="17499" y="9304"/>
                  <a:pt x="17675" y="9304"/>
                </a:cubicBezTo>
                <a:cubicBezTo>
                  <a:pt x="18407" y="9304"/>
                  <a:pt x="19135" y="9399"/>
                  <a:pt x="19837" y="9589"/>
                </a:cubicBezTo>
                <a:cubicBezTo>
                  <a:pt x="20106" y="9660"/>
                  <a:pt x="20389" y="9611"/>
                  <a:pt x="20618" y="9464"/>
                </a:cubicBezTo>
                <a:cubicBezTo>
                  <a:pt x="20618" y="9464"/>
                  <a:pt x="20618" y="12594"/>
                  <a:pt x="20618" y="12594"/>
                </a:cubicBezTo>
                <a:close/>
                <a:moveTo>
                  <a:pt x="20618" y="15475"/>
                </a:moveTo>
                <a:lnTo>
                  <a:pt x="19093" y="16323"/>
                </a:lnTo>
                <a:cubicBezTo>
                  <a:pt x="18735" y="15946"/>
                  <a:pt x="18233" y="15709"/>
                  <a:pt x="17673" y="15709"/>
                </a:cubicBezTo>
                <a:cubicBezTo>
                  <a:pt x="17113" y="15709"/>
                  <a:pt x="16610" y="15946"/>
                  <a:pt x="16253" y="16323"/>
                </a:cubicBezTo>
                <a:lnTo>
                  <a:pt x="13643" y="14873"/>
                </a:lnTo>
                <a:cubicBezTo>
                  <a:pt x="14530" y="13599"/>
                  <a:pt x="16003" y="12764"/>
                  <a:pt x="17673" y="12764"/>
                </a:cubicBezTo>
                <a:cubicBezTo>
                  <a:pt x="18783" y="12764"/>
                  <a:pt x="19798" y="13141"/>
                  <a:pt x="20618" y="13764"/>
                </a:cubicBezTo>
                <a:cubicBezTo>
                  <a:pt x="20618" y="13764"/>
                  <a:pt x="20618" y="15475"/>
                  <a:pt x="20618" y="15475"/>
                </a:cubicBezTo>
                <a:close/>
                <a:moveTo>
                  <a:pt x="20618" y="19636"/>
                </a:moveTo>
                <a:cubicBezTo>
                  <a:pt x="20618" y="20178"/>
                  <a:pt x="20178" y="20619"/>
                  <a:pt x="19636" y="20619"/>
                </a:cubicBezTo>
                <a:lnTo>
                  <a:pt x="18164" y="20619"/>
                </a:lnTo>
                <a:lnTo>
                  <a:pt x="18164" y="19567"/>
                </a:lnTo>
                <a:cubicBezTo>
                  <a:pt x="19009" y="19348"/>
                  <a:pt x="19636" y="18587"/>
                  <a:pt x="19636" y="17673"/>
                </a:cubicBezTo>
                <a:cubicBezTo>
                  <a:pt x="19636" y="17502"/>
                  <a:pt x="19608" y="17339"/>
                  <a:pt x="19567" y="17182"/>
                </a:cubicBezTo>
                <a:lnTo>
                  <a:pt x="20618" y="16598"/>
                </a:lnTo>
                <a:cubicBezTo>
                  <a:pt x="20618" y="16598"/>
                  <a:pt x="20618" y="19636"/>
                  <a:pt x="20618" y="19636"/>
                </a:cubicBezTo>
                <a:close/>
                <a:moveTo>
                  <a:pt x="16691" y="17673"/>
                </a:moveTo>
                <a:cubicBezTo>
                  <a:pt x="16691" y="17131"/>
                  <a:pt x="17131" y="16691"/>
                  <a:pt x="17673" y="16691"/>
                </a:cubicBezTo>
                <a:cubicBezTo>
                  <a:pt x="18214" y="16691"/>
                  <a:pt x="18655" y="17131"/>
                  <a:pt x="18655" y="17673"/>
                </a:cubicBezTo>
                <a:cubicBezTo>
                  <a:pt x="18655" y="18215"/>
                  <a:pt x="18214" y="18655"/>
                  <a:pt x="17673" y="18655"/>
                </a:cubicBezTo>
                <a:cubicBezTo>
                  <a:pt x="17131" y="18655"/>
                  <a:pt x="16691" y="18215"/>
                  <a:pt x="16691" y="17673"/>
                </a:cubicBezTo>
                <a:moveTo>
                  <a:pt x="17182" y="20619"/>
                </a:moveTo>
                <a:lnTo>
                  <a:pt x="13757" y="20619"/>
                </a:lnTo>
                <a:cubicBezTo>
                  <a:pt x="13138" y="19797"/>
                  <a:pt x="12764" y="18781"/>
                  <a:pt x="12764" y="17673"/>
                </a:cubicBezTo>
                <a:cubicBezTo>
                  <a:pt x="12764" y="16982"/>
                  <a:pt x="12907" y="16326"/>
                  <a:pt x="13165" y="15730"/>
                </a:cubicBezTo>
                <a:lnTo>
                  <a:pt x="15779" y="17182"/>
                </a:lnTo>
                <a:cubicBezTo>
                  <a:pt x="15738" y="17339"/>
                  <a:pt x="15709" y="17502"/>
                  <a:pt x="15709" y="17673"/>
                </a:cubicBezTo>
                <a:cubicBezTo>
                  <a:pt x="15709" y="18587"/>
                  <a:pt x="16336" y="19348"/>
                  <a:pt x="17182" y="19567"/>
                </a:cubicBezTo>
                <a:cubicBezTo>
                  <a:pt x="17182" y="19567"/>
                  <a:pt x="17182" y="20619"/>
                  <a:pt x="17182" y="20619"/>
                </a:cubicBezTo>
                <a:close/>
                <a:moveTo>
                  <a:pt x="982" y="5376"/>
                </a:moveTo>
                <a:cubicBezTo>
                  <a:pt x="3301" y="5145"/>
                  <a:pt x="5145" y="3301"/>
                  <a:pt x="5375" y="982"/>
                </a:cubicBezTo>
                <a:lnTo>
                  <a:pt x="10309" y="982"/>
                </a:lnTo>
                <a:lnTo>
                  <a:pt x="10309" y="1703"/>
                </a:lnTo>
                <a:cubicBezTo>
                  <a:pt x="10305" y="1705"/>
                  <a:pt x="10302" y="1706"/>
                  <a:pt x="10298" y="1707"/>
                </a:cubicBezTo>
                <a:lnTo>
                  <a:pt x="9293" y="1958"/>
                </a:lnTo>
                <a:cubicBezTo>
                  <a:pt x="8947" y="2045"/>
                  <a:pt x="8675" y="2313"/>
                  <a:pt x="8583" y="2657"/>
                </a:cubicBezTo>
                <a:cubicBezTo>
                  <a:pt x="8394" y="3363"/>
                  <a:pt x="8112" y="4042"/>
                  <a:pt x="7744" y="4676"/>
                </a:cubicBezTo>
                <a:cubicBezTo>
                  <a:pt x="7564" y="4986"/>
                  <a:pt x="7567" y="5368"/>
                  <a:pt x="7751" y="5674"/>
                </a:cubicBezTo>
                <a:lnTo>
                  <a:pt x="8292" y="6575"/>
                </a:lnTo>
                <a:lnTo>
                  <a:pt x="6576" y="8291"/>
                </a:lnTo>
                <a:cubicBezTo>
                  <a:pt x="6573" y="8290"/>
                  <a:pt x="6569" y="8288"/>
                  <a:pt x="6566" y="8286"/>
                </a:cubicBezTo>
                <a:lnTo>
                  <a:pt x="5669" y="7748"/>
                </a:lnTo>
                <a:cubicBezTo>
                  <a:pt x="5513" y="7655"/>
                  <a:pt x="5339" y="7608"/>
                  <a:pt x="5164" y="7608"/>
                </a:cubicBezTo>
                <a:cubicBezTo>
                  <a:pt x="4995" y="7608"/>
                  <a:pt x="4825" y="7652"/>
                  <a:pt x="4673" y="7739"/>
                </a:cubicBezTo>
                <a:cubicBezTo>
                  <a:pt x="4039" y="8106"/>
                  <a:pt x="3362" y="8387"/>
                  <a:pt x="2659" y="8575"/>
                </a:cubicBezTo>
                <a:cubicBezTo>
                  <a:pt x="2315" y="8666"/>
                  <a:pt x="2047" y="8938"/>
                  <a:pt x="1960" y="9285"/>
                </a:cubicBezTo>
                <a:lnTo>
                  <a:pt x="1707" y="10298"/>
                </a:lnTo>
                <a:cubicBezTo>
                  <a:pt x="1706" y="10302"/>
                  <a:pt x="1705" y="10305"/>
                  <a:pt x="1703" y="10310"/>
                </a:cubicBezTo>
                <a:lnTo>
                  <a:pt x="982" y="10310"/>
                </a:lnTo>
                <a:cubicBezTo>
                  <a:pt x="982" y="10310"/>
                  <a:pt x="982" y="5376"/>
                  <a:pt x="982" y="5376"/>
                </a:cubicBezTo>
                <a:close/>
                <a:moveTo>
                  <a:pt x="982" y="1964"/>
                </a:moveTo>
                <a:cubicBezTo>
                  <a:pt x="982" y="1421"/>
                  <a:pt x="1422" y="982"/>
                  <a:pt x="1964" y="982"/>
                </a:cubicBezTo>
                <a:lnTo>
                  <a:pt x="4384" y="982"/>
                </a:lnTo>
                <a:cubicBezTo>
                  <a:pt x="4162" y="2758"/>
                  <a:pt x="2758" y="4162"/>
                  <a:pt x="982" y="4384"/>
                </a:cubicBezTo>
                <a:cubicBezTo>
                  <a:pt x="982" y="4384"/>
                  <a:pt x="982" y="1964"/>
                  <a:pt x="982" y="1964"/>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27" name="Google Shape;927;p24"/>
          <p:cNvSpPr/>
          <p:nvPr/>
        </p:nvSpPr>
        <p:spPr>
          <a:xfrm>
            <a:off x="11074472" y="2070496"/>
            <a:ext cx="279328" cy="228541"/>
          </a:xfrm>
          <a:custGeom>
            <a:rect b="b" l="l" r="r" t="t"/>
            <a:pathLst>
              <a:path extrusionOk="0" h="21600" w="21600">
                <a:moveTo>
                  <a:pt x="3436" y="8400"/>
                </a:moveTo>
                <a:lnTo>
                  <a:pt x="18164" y="8400"/>
                </a:lnTo>
                <a:cubicBezTo>
                  <a:pt x="18435" y="8400"/>
                  <a:pt x="18655" y="8132"/>
                  <a:pt x="18655" y="7800"/>
                </a:cubicBezTo>
                <a:cubicBezTo>
                  <a:pt x="18655" y="7468"/>
                  <a:pt x="18435" y="7200"/>
                  <a:pt x="18164" y="7200"/>
                </a:cubicBezTo>
                <a:lnTo>
                  <a:pt x="3436" y="7200"/>
                </a:lnTo>
                <a:cubicBezTo>
                  <a:pt x="3165" y="7200"/>
                  <a:pt x="2945" y="7468"/>
                  <a:pt x="2945" y="7800"/>
                </a:cubicBezTo>
                <a:cubicBezTo>
                  <a:pt x="2945" y="8132"/>
                  <a:pt x="3165" y="8400"/>
                  <a:pt x="3436" y="8400"/>
                </a:cubicBezTo>
                <a:moveTo>
                  <a:pt x="3436" y="10800"/>
                </a:moveTo>
                <a:lnTo>
                  <a:pt x="18164" y="10800"/>
                </a:lnTo>
                <a:cubicBezTo>
                  <a:pt x="18435" y="10800"/>
                  <a:pt x="18655" y="10532"/>
                  <a:pt x="18655" y="10200"/>
                </a:cubicBezTo>
                <a:cubicBezTo>
                  <a:pt x="18655" y="9868"/>
                  <a:pt x="18435" y="9600"/>
                  <a:pt x="18164" y="9600"/>
                </a:cubicBezTo>
                <a:lnTo>
                  <a:pt x="3436" y="9600"/>
                </a:lnTo>
                <a:cubicBezTo>
                  <a:pt x="3165" y="9600"/>
                  <a:pt x="2945" y="9868"/>
                  <a:pt x="2945" y="10200"/>
                </a:cubicBezTo>
                <a:cubicBezTo>
                  <a:pt x="2945" y="10532"/>
                  <a:pt x="3165" y="10800"/>
                  <a:pt x="3436" y="10800"/>
                </a:cubicBezTo>
                <a:moveTo>
                  <a:pt x="3436" y="13200"/>
                </a:moveTo>
                <a:lnTo>
                  <a:pt x="13255" y="13200"/>
                </a:lnTo>
                <a:cubicBezTo>
                  <a:pt x="13526" y="13200"/>
                  <a:pt x="13745" y="12931"/>
                  <a:pt x="13745" y="12601"/>
                </a:cubicBezTo>
                <a:cubicBezTo>
                  <a:pt x="13745" y="12268"/>
                  <a:pt x="13526" y="12000"/>
                  <a:pt x="13255" y="12000"/>
                </a:cubicBezTo>
                <a:lnTo>
                  <a:pt x="3436" y="12000"/>
                </a:lnTo>
                <a:cubicBezTo>
                  <a:pt x="3165" y="12000"/>
                  <a:pt x="2945" y="12268"/>
                  <a:pt x="2945" y="12601"/>
                </a:cubicBezTo>
                <a:cubicBezTo>
                  <a:pt x="2945" y="12931"/>
                  <a:pt x="3165" y="13200"/>
                  <a:pt x="3436" y="13200"/>
                </a:cubicBezTo>
                <a:moveTo>
                  <a:pt x="20618" y="19200"/>
                </a:moveTo>
                <a:lnTo>
                  <a:pt x="18114" y="19200"/>
                </a:lnTo>
                <a:cubicBezTo>
                  <a:pt x="17887" y="17831"/>
                  <a:pt x="16897" y="16800"/>
                  <a:pt x="15709" y="16800"/>
                </a:cubicBezTo>
                <a:cubicBezTo>
                  <a:pt x="14522" y="16800"/>
                  <a:pt x="13532" y="17831"/>
                  <a:pt x="13304" y="19200"/>
                </a:cubicBezTo>
                <a:lnTo>
                  <a:pt x="8296" y="19200"/>
                </a:lnTo>
                <a:cubicBezTo>
                  <a:pt x="8068" y="17831"/>
                  <a:pt x="7078" y="16800"/>
                  <a:pt x="5891" y="16800"/>
                </a:cubicBezTo>
                <a:cubicBezTo>
                  <a:pt x="4703" y="16800"/>
                  <a:pt x="3713" y="17831"/>
                  <a:pt x="3486" y="19200"/>
                </a:cubicBezTo>
                <a:lnTo>
                  <a:pt x="982" y="19200"/>
                </a:lnTo>
                <a:lnTo>
                  <a:pt x="982" y="1200"/>
                </a:lnTo>
                <a:lnTo>
                  <a:pt x="20618" y="1200"/>
                </a:lnTo>
                <a:cubicBezTo>
                  <a:pt x="20618" y="1200"/>
                  <a:pt x="20618" y="19200"/>
                  <a:pt x="20618" y="19200"/>
                </a:cubicBezTo>
                <a:close/>
                <a:moveTo>
                  <a:pt x="20618" y="0"/>
                </a:moveTo>
                <a:lnTo>
                  <a:pt x="982" y="0"/>
                </a:lnTo>
                <a:cubicBezTo>
                  <a:pt x="440" y="0"/>
                  <a:pt x="0" y="538"/>
                  <a:pt x="0" y="1200"/>
                </a:cubicBezTo>
                <a:lnTo>
                  <a:pt x="0" y="19200"/>
                </a:lnTo>
                <a:cubicBezTo>
                  <a:pt x="0" y="19862"/>
                  <a:pt x="440" y="20400"/>
                  <a:pt x="982" y="20400"/>
                </a:cubicBezTo>
                <a:lnTo>
                  <a:pt x="3927" y="20400"/>
                </a:lnTo>
                <a:cubicBezTo>
                  <a:pt x="4199" y="20400"/>
                  <a:pt x="4418" y="20132"/>
                  <a:pt x="4418" y="19800"/>
                </a:cubicBezTo>
                <a:cubicBezTo>
                  <a:pt x="4418" y="18807"/>
                  <a:pt x="5078" y="18000"/>
                  <a:pt x="5891" y="18000"/>
                </a:cubicBezTo>
                <a:cubicBezTo>
                  <a:pt x="6704" y="18000"/>
                  <a:pt x="7364" y="18807"/>
                  <a:pt x="7364" y="19800"/>
                </a:cubicBezTo>
                <a:cubicBezTo>
                  <a:pt x="7364" y="20132"/>
                  <a:pt x="7583" y="20400"/>
                  <a:pt x="7855" y="20400"/>
                </a:cubicBezTo>
                <a:lnTo>
                  <a:pt x="13745" y="20400"/>
                </a:lnTo>
                <a:cubicBezTo>
                  <a:pt x="14017" y="20400"/>
                  <a:pt x="14236" y="20132"/>
                  <a:pt x="14236" y="19800"/>
                </a:cubicBezTo>
                <a:cubicBezTo>
                  <a:pt x="14236" y="18807"/>
                  <a:pt x="14896" y="18000"/>
                  <a:pt x="15709" y="18000"/>
                </a:cubicBezTo>
                <a:cubicBezTo>
                  <a:pt x="16523" y="18000"/>
                  <a:pt x="17182" y="18807"/>
                  <a:pt x="17182" y="19800"/>
                </a:cubicBezTo>
                <a:cubicBezTo>
                  <a:pt x="17182" y="20132"/>
                  <a:pt x="17401" y="20400"/>
                  <a:pt x="17673" y="20400"/>
                </a:cubicBezTo>
                <a:lnTo>
                  <a:pt x="20618" y="20400"/>
                </a:lnTo>
                <a:cubicBezTo>
                  <a:pt x="21160" y="20400"/>
                  <a:pt x="21600" y="19862"/>
                  <a:pt x="21600" y="19200"/>
                </a:cubicBezTo>
                <a:lnTo>
                  <a:pt x="21600" y="1200"/>
                </a:lnTo>
                <a:cubicBezTo>
                  <a:pt x="21600" y="538"/>
                  <a:pt x="21160" y="0"/>
                  <a:pt x="20618" y="0"/>
                </a:cubicBezTo>
                <a:moveTo>
                  <a:pt x="5891" y="19200"/>
                </a:moveTo>
                <a:cubicBezTo>
                  <a:pt x="5620" y="19200"/>
                  <a:pt x="5400" y="19468"/>
                  <a:pt x="5400" y="19800"/>
                </a:cubicBezTo>
                <a:lnTo>
                  <a:pt x="5400" y="21000"/>
                </a:lnTo>
                <a:cubicBezTo>
                  <a:pt x="5400" y="21332"/>
                  <a:pt x="5620" y="21600"/>
                  <a:pt x="5891" y="21600"/>
                </a:cubicBezTo>
                <a:cubicBezTo>
                  <a:pt x="6162" y="21600"/>
                  <a:pt x="6382" y="21332"/>
                  <a:pt x="6382" y="21000"/>
                </a:cubicBezTo>
                <a:lnTo>
                  <a:pt x="6382" y="19800"/>
                </a:lnTo>
                <a:cubicBezTo>
                  <a:pt x="6382" y="19468"/>
                  <a:pt x="6162" y="19200"/>
                  <a:pt x="5891" y="19200"/>
                </a:cubicBezTo>
                <a:moveTo>
                  <a:pt x="3436" y="6000"/>
                </a:moveTo>
                <a:lnTo>
                  <a:pt x="18164" y="6000"/>
                </a:lnTo>
                <a:cubicBezTo>
                  <a:pt x="18435" y="6000"/>
                  <a:pt x="18655" y="5732"/>
                  <a:pt x="18655" y="5400"/>
                </a:cubicBezTo>
                <a:cubicBezTo>
                  <a:pt x="18655" y="5069"/>
                  <a:pt x="18435" y="4800"/>
                  <a:pt x="18164" y="4800"/>
                </a:cubicBezTo>
                <a:lnTo>
                  <a:pt x="3436" y="4800"/>
                </a:lnTo>
                <a:cubicBezTo>
                  <a:pt x="3165" y="4800"/>
                  <a:pt x="2945" y="5069"/>
                  <a:pt x="2945" y="5400"/>
                </a:cubicBezTo>
                <a:cubicBezTo>
                  <a:pt x="2945" y="5732"/>
                  <a:pt x="3165" y="6000"/>
                  <a:pt x="3436" y="6000"/>
                </a:cubicBezTo>
                <a:moveTo>
                  <a:pt x="15709" y="19200"/>
                </a:moveTo>
                <a:cubicBezTo>
                  <a:pt x="15438" y="19200"/>
                  <a:pt x="15218" y="19468"/>
                  <a:pt x="15218" y="19800"/>
                </a:cubicBezTo>
                <a:lnTo>
                  <a:pt x="15218" y="21000"/>
                </a:lnTo>
                <a:cubicBezTo>
                  <a:pt x="15218" y="21332"/>
                  <a:pt x="15438" y="21600"/>
                  <a:pt x="15709" y="21600"/>
                </a:cubicBezTo>
                <a:cubicBezTo>
                  <a:pt x="15980" y="21600"/>
                  <a:pt x="16200" y="21332"/>
                  <a:pt x="16200" y="21000"/>
                </a:cubicBezTo>
                <a:lnTo>
                  <a:pt x="16200" y="19800"/>
                </a:lnTo>
                <a:cubicBezTo>
                  <a:pt x="16200" y="19468"/>
                  <a:pt x="15980" y="19200"/>
                  <a:pt x="15709" y="192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28" name="Google Shape;928;p24"/>
          <p:cNvSpPr/>
          <p:nvPr/>
        </p:nvSpPr>
        <p:spPr>
          <a:xfrm>
            <a:off x="6275123" y="2591061"/>
            <a:ext cx="279328" cy="253935"/>
          </a:xfrm>
          <a:custGeom>
            <a:rect b="b" l="l" r="r" t="t"/>
            <a:pathLst>
              <a:path extrusionOk="0" h="21600" w="21600">
                <a:moveTo>
                  <a:pt x="7364" y="14040"/>
                </a:moveTo>
                <a:lnTo>
                  <a:pt x="14236" y="14040"/>
                </a:lnTo>
                <a:cubicBezTo>
                  <a:pt x="14507" y="14040"/>
                  <a:pt x="14727" y="13799"/>
                  <a:pt x="14727" y="13500"/>
                </a:cubicBezTo>
                <a:cubicBezTo>
                  <a:pt x="14727" y="13202"/>
                  <a:pt x="14507" y="12960"/>
                  <a:pt x="14236" y="12960"/>
                </a:cubicBezTo>
                <a:lnTo>
                  <a:pt x="7364" y="12960"/>
                </a:lnTo>
                <a:cubicBezTo>
                  <a:pt x="7093" y="12960"/>
                  <a:pt x="6873" y="13202"/>
                  <a:pt x="6873" y="13500"/>
                </a:cubicBezTo>
                <a:cubicBezTo>
                  <a:pt x="6873" y="13799"/>
                  <a:pt x="7093" y="14040"/>
                  <a:pt x="7364" y="14040"/>
                </a:cubicBezTo>
                <a:moveTo>
                  <a:pt x="7364" y="11880"/>
                </a:moveTo>
                <a:lnTo>
                  <a:pt x="18164" y="11880"/>
                </a:lnTo>
                <a:cubicBezTo>
                  <a:pt x="18434" y="11880"/>
                  <a:pt x="18655" y="11639"/>
                  <a:pt x="18655" y="11340"/>
                </a:cubicBezTo>
                <a:cubicBezTo>
                  <a:pt x="18655" y="11042"/>
                  <a:pt x="18434" y="10800"/>
                  <a:pt x="18164" y="10800"/>
                </a:cubicBezTo>
                <a:lnTo>
                  <a:pt x="7364" y="10800"/>
                </a:lnTo>
                <a:cubicBezTo>
                  <a:pt x="7093" y="10800"/>
                  <a:pt x="6873" y="11042"/>
                  <a:pt x="6873" y="11340"/>
                </a:cubicBezTo>
                <a:cubicBezTo>
                  <a:pt x="6873" y="11639"/>
                  <a:pt x="7093" y="11880"/>
                  <a:pt x="7364" y="11880"/>
                </a:cubicBezTo>
                <a:moveTo>
                  <a:pt x="20618" y="19440"/>
                </a:moveTo>
                <a:lnTo>
                  <a:pt x="18605" y="19440"/>
                </a:lnTo>
                <a:cubicBezTo>
                  <a:pt x="18378" y="18208"/>
                  <a:pt x="17387" y="17280"/>
                  <a:pt x="16200" y="17280"/>
                </a:cubicBezTo>
                <a:cubicBezTo>
                  <a:pt x="15013" y="17280"/>
                  <a:pt x="14022" y="18208"/>
                  <a:pt x="13795" y="19440"/>
                </a:cubicBezTo>
                <a:lnTo>
                  <a:pt x="11732" y="19440"/>
                </a:lnTo>
                <a:cubicBezTo>
                  <a:pt x="11505" y="18208"/>
                  <a:pt x="10515" y="17280"/>
                  <a:pt x="9327" y="17280"/>
                </a:cubicBezTo>
                <a:cubicBezTo>
                  <a:pt x="8140" y="17280"/>
                  <a:pt x="7150" y="18208"/>
                  <a:pt x="6922" y="19440"/>
                </a:cubicBezTo>
                <a:lnTo>
                  <a:pt x="4909" y="19440"/>
                </a:lnTo>
                <a:lnTo>
                  <a:pt x="4909" y="5400"/>
                </a:lnTo>
                <a:lnTo>
                  <a:pt x="20618" y="5400"/>
                </a:lnTo>
                <a:cubicBezTo>
                  <a:pt x="20618" y="5400"/>
                  <a:pt x="20618" y="19440"/>
                  <a:pt x="20618" y="19440"/>
                </a:cubicBezTo>
                <a:close/>
                <a:moveTo>
                  <a:pt x="20618" y="4320"/>
                </a:moveTo>
                <a:lnTo>
                  <a:pt x="4909" y="4320"/>
                </a:lnTo>
                <a:cubicBezTo>
                  <a:pt x="4367" y="4320"/>
                  <a:pt x="3927" y="4804"/>
                  <a:pt x="3927" y="5400"/>
                </a:cubicBezTo>
                <a:lnTo>
                  <a:pt x="3927" y="19440"/>
                </a:lnTo>
                <a:cubicBezTo>
                  <a:pt x="3927" y="20036"/>
                  <a:pt x="4367" y="20520"/>
                  <a:pt x="4909" y="20520"/>
                </a:cubicBezTo>
                <a:lnTo>
                  <a:pt x="7364" y="20520"/>
                </a:lnTo>
                <a:cubicBezTo>
                  <a:pt x="7634" y="20520"/>
                  <a:pt x="7855" y="20279"/>
                  <a:pt x="7855" y="19980"/>
                </a:cubicBezTo>
                <a:cubicBezTo>
                  <a:pt x="7855" y="19085"/>
                  <a:pt x="8514" y="18360"/>
                  <a:pt x="9327" y="18360"/>
                </a:cubicBezTo>
                <a:cubicBezTo>
                  <a:pt x="10141" y="18360"/>
                  <a:pt x="10800" y="19085"/>
                  <a:pt x="10800" y="19980"/>
                </a:cubicBezTo>
                <a:cubicBezTo>
                  <a:pt x="10800" y="20279"/>
                  <a:pt x="11020" y="20520"/>
                  <a:pt x="11291" y="20520"/>
                </a:cubicBezTo>
                <a:lnTo>
                  <a:pt x="14236" y="20520"/>
                </a:lnTo>
                <a:cubicBezTo>
                  <a:pt x="14507" y="20520"/>
                  <a:pt x="14727" y="20279"/>
                  <a:pt x="14727" y="19980"/>
                </a:cubicBezTo>
                <a:cubicBezTo>
                  <a:pt x="14727" y="19085"/>
                  <a:pt x="15386" y="18360"/>
                  <a:pt x="16200" y="18360"/>
                </a:cubicBezTo>
                <a:cubicBezTo>
                  <a:pt x="17014" y="18360"/>
                  <a:pt x="17673" y="19085"/>
                  <a:pt x="17673" y="19980"/>
                </a:cubicBezTo>
                <a:cubicBezTo>
                  <a:pt x="17673" y="20279"/>
                  <a:pt x="17893" y="20520"/>
                  <a:pt x="18164" y="20520"/>
                </a:cubicBezTo>
                <a:lnTo>
                  <a:pt x="20618" y="20520"/>
                </a:lnTo>
                <a:cubicBezTo>
                  <a:pt x="21160" y="20520"/>
                  <a:pt x="21600" y="20036"/>
                  <a:pt x="21600" y="19440"/>
                </a:cubicBezTo>
                <a:lnTo>
                  <a:pt x="21600" y="5400"/>
                </a:lnTo>
                <a:cubicBezTo>
                  <a:pt x="21600" y="4804"/>
                  <a:pt x="21160" y="4320"/>
                  <a:pt x="20618" y="4320"/>
                </a:cubicBezTo>
                <a:moveTo>
                  <a:pt x="7364" y="9720"/>
                </a:moveTo>
                <a:lnTo>
                  <a:pt x="18164" y="9720"/>
                </a:lnTo>
                <a:cubicBezTo>
                  <a:pt x="18434" y="9720"/>
                  <a:pt x="18655" y="9479"/>
                  <a:pt x="18655" y="9180"/>
                </a:cubicBezTo>
                <a:cubicBezTo>
                  <a:pt x="18655" y="8882"/>
                  <a:pt x="18434" y="8640"/>
                  <a:pt x="18164" y="8640"/>
                </a:cubicBezTo>
                <a:lnTo>
                  <a:pt x="7364" y="8640"/>
                </a:lnTo>
                <a:cubicBezTo>
                  <a:pt x="7093" y="8640"/>
                  <a:pt x="6873" y="8882"/>
                  <a:pt x="6873" y="9180"/>
                </a:cubicBezTo>
                <a:cubicBezTo>
                  <a:pt x="6873" y="9479"/>
                  <a:pt x="7093" y="9720"/>
                  <a:pt x="7364" y="9720"/>
                </a:cubicBezTo>
                <a:moveTo>
                  <a:pt x="9327" y="19440"/>
                </a:moveTo>
                <a:cubicBezTo>
                  <a:pt x="9056" y="19440"/>
                  <a:pt x="8836" y="19682"/>
                  <a:pt x="8836" y="19980"/>
                </a:cubicBezTo>
                <a:lnTo>
                  <a:pt x="8836" y="21060"/>
                </a:lnTo>
                <a:cubicBezTo>
                  <a:pt x="8836" y="21359"/>
                  <a:pt x="9056" y="21600"/>
                  <a:pt x="9327" y="21600"/>
                </a:cubicBezTo>
                <a:cubicBezTo>
                  <a:pt x="9598" y="21600"/>
                  <a:pt x="9818" y="21359"/>
                  <a:pt x="9818" y="21060"/>
                </a:cubicBezTo>
                <a:lnTo>
                  <a:pt x="9818" y="19980"/>
                </a:lnTo>
                <a:cubicBezTo>
                  <a:pt x="9818" y="19682"/>
                  <a:pt x="9598" y="19440"/>
                  <a:pt x="9327" y="19440"/>
                </a:cubicBezTo>
                <a:moveTo>
                  <a:pt x="2455" y="15120"/>
                </a:moveTo>
                <a:lnTo>
                  <a:pt x="982" y="15120"/>
                </a:lnTo>
                <a:lnTo>
                  <a:pt x="982" y="1080"/>
                </a:lnTo>
                <a:lnTo>
                  <a:pt x="16691" y="1080"/>
                </a:lnTo>
                <a:lnTo>
                  <a:pt x="16691" y="2700"/>
                </a:lnTo>
                <a:cubicBezTo>
                  <a:pt x="16691" y="2999"/>
                  <a:pt x="16911" y="3240"/>
                  <a:pt x="17182" y="3240"/>
                </a:cubicBezTo>
                <a:cubicBezTo>
                  <a:pt x="17453" y="3240"/>
                  <a:pt x="17673" y="2999"/>
                  <a:pt x="17673" y="2700"/>
                </a:cubicBezTo>
                <a:lnTo>
                  <a:pt x="17673" y="1080"/>
                </a:lnTo>
                <a:cubicBezTo>
                  <a:pt x="17673" y="484"/>
                  <a:pt x="17233" y="0"/>
                  <a:pt x="16691" y="0"/>
                </a:cubicBezTo>
                <a:lnTo>
                  <a:pt x="982" y="0"/>
                </a:lnTo>
                <a:cubicBezTo>
                  <a:pt x="440" y="0"/>
                  <a:pt x="0" y="484"/>
                  <a:pt x="0" y="1080"/>
                </a:cubicBezTo>
                <a:lnTo>
                  <a:pt x="0" y="15120"/>
                </a:lnTo>
                <a:cubicBezTo>
                  <a:pt x="0" y="15716"/>
                  <a:pt x="440" y="16201"/>
                  <a:pt x="982" y="16201"/>
                </a:cubicBezTo>
                <a:lnTo>
                  <a:pt x="2455" y="16201"/>
                </a:lnTo>
                <a:cubicBezTo>
                  <a:pt x="2725" y="16201"/>
                  <a:pt x="2945" y="15959"/>
                  <a:pt x="2945" y="15660"/>
                </a:cubicBezTo>
                <a:cubicBezTo>
                  <a:pt x="2945" y="15362"/>
                  <a:pt x="2725" y="15120"/>
                  <a:pt x="2455" y="15120"/>
                </a:cubicBezTo>
                <a:moveTo>
                  <a:pt x="16200" y="19440"/>
                </a:moveTo>
                <a:cubicBezTo>
                  <a:pt x="15929" y="19440"/>
                  <a:pt x="15709" y="19682"/>
                  <a:pt x="15709" y="19980"/>
                </a:cubicBezTo>
                <a:lnTo>
                  <a:pt x="15709" y="21060"/>
                </a:lnTo>
                <a:cubicBezTo>
                  <a:pt x="15709" y="21359"/>
                  <a:pt x="15929" y="21600"/>
                  <a:pt x="16200" y="21600"/>
                </a:cubicBezTo>
                <a:cubicBezTo>
                  <a:pt x="16471" y="21600"/>
                  <a:pt x="16691" y="21359"/>
                  <a:pt x="16691" y="21060"/>
                </a:cubicBezTo>
                <a:lnTo>
                  <a:pt x="16691" y="19980"/>
                </a:lnTo>
                <a:cubicBezTo>
                  <a:pt x="16691" y="19682"/>
                  <a:pt x="16471" y="19440"/>
                  <a:pt x="16200" y="1944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29" name="Google Shape;929;p24"/>
          <p:cNvSpPr/>
          <p:nvPr/>
        </p:nvSpPr>
        <p:spPr>
          <a:xfrm>
            <a:off x="6808384" y="2616454"/>
            <a:ext cx="279328" cy="203148"/>
          </a:xfrm>
          <a:custGeom>
            <a:rect b="b" l="l" r="r" t="t"/>
            <a:pathLst>
              <a:path extrusionOk="0" h="21600" w="21600">
                <a:moveTo>
                  <a:pt x="3436" y="5400"/>
                </a:moveTo>
                <a:lnTo>
                  <a:pt x="9327" y="5400"/>
                </a:lnTo>
                <a:cubicBezTo>
                  <a:pt x="9598" y="5400"/>
                  <a:pt x="9818" y="5098"/>
                  <a:pt x="9818" y="4725"/>
                </a:cubicBezTo>
                <a:cubicBezTo>
                  <a:pt x="9818" y="4353"/>
                  <a:pt x="9598" y="4050"/>
                  <a:pt x="9327" y="4050"/>
                </a:cubicBezTo>
                <a:lnTo>
                  <a:pt x="3436" y="4050"/>
                </a:lnTo>
                <a:cubicBezTo>
                  <a:pt x="3166" y="4050"/>
                  <a:pt x="2945" y="4353"/>
                  <a:pt x="2945" y="4725"/>
                </a:cubicBezTo>
                <a:cubicBezTo>
                  <a:pt x="2945" y="5098"/>
                  <a:pt x="3166" y="5400"/>
                  <a:pt x="3436" y="5400"/>
                </a:cubicBezTo>
                <a:moveTo>
                  <a:pt x="3436" y="8100"/>
                </a:moveTo>
                <a:lnTo>
                  <a:pt x="7364" y="8100"/>
                </a:lnTo>
                <a:cubicBezTo>
                  <a:pt x="7634" y="8100"/>
                  <a:pt x="7855" y="7798"/>
                  <a:pt x="7855" y="7425"/>
                </a:cubicBezTo>
                <a:cubicBezTo>
                  <a:pt x="7855" y="7053"/>
                  <a:pt x="7634" y="6750"/>
                  <a:pt x="7364" y="6750"/>
                </a:cubicBezTo>
                <a:lnTo>
                  <a:pt x="3436" y="6750"/>
                </a:lnTo>
                <a:cubicBezTo>
                  <a:pt x="3166" y="6750"/>
                  <a:pt x="2945" y="7053"/>
                  <a:pt x="2945" y="7425"/>
                </a:cubicBezTo>
                <a:cubicBezTo>
                  <a:pt x="2945" y="7798"/>
                  <a:pt x="3166" y="8100"/>
                  <a:pt x="3436" y="8100"/>
                </a:cubicBezTo>
                <a:moveTo>
                  <a:pt x="3436" y="10800"/>
                </a:moveTo>
                <a:lnTo>
                  <a:pt x="9327" y="10800"/>
                </a:lnTo>
                <a:cubicBezTo>
                  <a:pt x="9598" y="10800"/>
                  <a:pt x="9818" y="10498"/>
                  <a:pt x="9818" y="10125"/>
                </a:cubicBezTo>
                <a:cubicBezTo>
                  <a:pt x="9818" y="9753"/>
                  <a:pt x="9598" y="9450"/>
                  <a:pt x="9327" y="9450"/>
                </a:cubicBezTo>
                <a:lnTo>
                  <a:pt x="3436" y="9450"/>
                </a:lnTo>
                <a:cubicBezTo>
                  <a:pt x="3166" y="9450"/>
                  <a:pt x="2945" y="9753"/>
                  <a:pt x="2945" y="10125"/>
                </a:cubicBezTo>
                <a:cubicBezTo>
                  <a:pt x="2945" y="10498"/>
                  <a:pt x="3166" y="10800"/>
                  <a:pt x="3436" y="10800"/>
                </a:cubicBezTo>
                <a:moveTo>
                  <a:pt x="20618" y="20250"/>
                </a:moveTo>
                <a:lnTo>
                  <a:pt x="15709" y="20250"/>
                </a:lnTo>
                <a:lnTo>
                  <a:pt x="15709" y="17551"/>
                </a:lnTo>
                <a:lnTo>
                  <a:pt x="16691" y="17551"/>
                </a:lnTo>
                <a:cubicBezTo>
                  <a:pt x="16962" y="17551"/>
                  <a:pt x="17182" y="17248"/>
                  <a:pt x="17182" y="16875"/>
                </a:cubicBezTo>
                <a:cubicBezTo>
                  <a:pt x="17182" y="16503"/>
                  <a:pt x="16962" y="16200"/>
                  <a:pt x="16691" y="16200"/>
                </a:cubicBezTo>
                <a:lnTo>
                  <a:pt x="13745" y="16200"/>
                </a:lnTo>
                <a:cubicBezTo>
                  <a:pt x="13475" y="16200"/>
                  <a:pt x="13255" y="16503"/>
                  <a:pt x="13255" y="16875"/>
                </a:cubicBezTo>
                <a:cubicBezTo>
                  <a:pt x="13255" y="17248"/>
                  <a:pt x="13475" y="17551"/>
                  <a:pt x="13745" y="17551"/>
                </a:cubicBezTo>
                <a:lnTo>
                  <a:pt x="14727" y="17551"/>
                </a:lnTo>
                <a:lnTo>
                  <a:pt x="14727" y="20250"/>
                </a:lnTo>
                <a:lnTo>
                  <a:pt x="6873" y="20250"/>
                </a:lnTo>
                <a:lnTo>
                  <a:pt x="6873" y="17551"/>
                </a:lnTo>
                <a:lnTo>
                  <a:pt x="7855" y="17551"/>
                </a:lnTo>
                <a:cubicBezTo>
                  <a:pt x="8125" y="17551"/>
                  <a:pt x="8345" y="17248"/>
                  <a:pt x="8345" y="16875"/>
                </a:cubicBezTo>
                <a:cubicBezTo>
                  <a:pt x="8345" y="16503"/>
                  <a:pt x="8125" y="16200"/>
                  <a:pt x="7855" y="16200"/>
                </a:cubicBezTo>
                <a:lnTo>
                  <a:pt x="4909" y="16200"/>
                </a:lnTo>
                <a:cubicBezTo>
                  <a:pt x="4638" y="16200"/>
                  <a:pt x="4418" y="16503"/>
                  <a:pt x="4418" y="16875"/>
                </a:cubicBezTo>
                <a:cubicBezTo>
                  <a:pt x="4418" y="17248"/>
                  <a:pt x="4638" y="17551"/>
                  <a:pt x="4909" y="17551"/>
                </a:cubicBezTo>
                <a:lnTo>
                  <a:pt x="5891" y="17551"/>
                </a:lnTo>
                <a:lnTo>
                  <a:pt x="5891" y="20250"/>
                </a:lnTo>
                <a:lnTo>
                  <a:pt x="982" y="20250"/>
                </a:lnTo>
                <a:lnTo>
                  <a:pt x="982" y="1350"/>
                </a:lnTo>
                <a:lnTo>
                  <a:pt x="20618" y="1350"/>
                </a:lnTo>
                <a:cubicBezTo>
                  <a:pt x="20618" y="1350"/>
                  <a:pt x="20618" y="20250"/>
                  <a:pt x="20618" y="20250"/>
                </a:cubicBezTo>
                <a:close/>
                <a:moveTo>
                  <a:pt x="20618" y="0"/>
                </a:moveTo>
                <a:lnTo>
                  <a:pt x="982" y="0"/>
                </a:lnTo>
                <a:cubicBezTo>
                  <a:pt x="440" y="0"/>
                  <a:pt x="0" y="605"/>
                  <a:pt x="0" y="1350"/>
                </a:cubicBezTo>
                <a:lnTo>
                  <a:pt x="0" y="20250"/>
                </a:lnTo>
                <a:cubicBezTo>
                  <a:pt x="0" y="20995"/>
                  <a:pt x="440" y="21600"/>
                  <a:pt x="982" y="21600"/>
                </a:cubicBezTo>
                <a:lnTo>
                  <a:pt x="20618" y="21600"/>
                </a:lnTo>
                <a:cubicBezTo>
                  <a:pt x="21160" y="21600"/>
                  <a:pt x="21600" y="20995"/>
                  <a:pt x="21600" y="20250"/>
                </a:cubicBezTo>
                <a:lnTo>
                  <a:pt x="21600" y="1350"/>
                </a:lnTo>
                <a:cubicBezTo>
                  <a:pt x="21600" y="605"/>
                  <a:pt x="21160" y="0"/>
                  <a:pt x="20618" y="0"/>
                </a:cubicBezTo>
                <a:moveTo>
                  <a:pt x="3436" y="13500"/>
                </a:moveTo>
                <a:lnTo>
                  <a:pt x="7364" y="13500"/>
                </a:lnTo>
                <a:cubicBezTo>
                  <a:pt x="7634" y="13500"/>
                  <a:pt x="7855" y="13198"/>
                  <a:pt x="7855" y="12825"/>
                </a:cubicBezTo>
                <a:cubicBezTo>
                  <a:pt x="7855" y="12452"/>
                  <a:pt x="7634" y="12150"/>
                  <a:pt x="7364" y="12150"/>
                </a:cubicBezTo>
                <a:lnTo>
                  <a:pt x="3436" y="12150"/>
                </a:lnTo>
                <a:cubicBezTo>
                  <a:pt x="3166" y="12150"/>
                  <a:pt x="2945" y="12452"/>
                  <a:pt x="2945" y="12825"/>
                </a:cubicBezTo>
                <a:cubicBezTo>
                  <a:pt x="2945" y="13198"/>
                  <a:pt x="3166" y="13500"/>
                  <a:pt x="3436" y="13500"/>
                </a:cubicBezTo>
                <a:moveTo>
                  <a:pt x="12273" y="5400"/>
                </a:moveTo>
                <a:lnTo>
                  <a:pt x="16200" y="5400"/>
                </a:lnTo>
                <a:cubicBezTo>
                  <a:pt x="16471" y="5400"/>
                  <a:pt x="16691" y="5098"/>
                  <a:pt x="16691" y="4725"/>
                </a:cubicBezTo>
                <a:cubicBezTo>
                  <a:pt x="16691" y="4353"/>
                  <a:pt x="16471" y="4050"/>
                  <a:pt x="16200" y="4050"/>
                </a:cubicBezTo>
                <a:lnTo>
                  <a:pt x="12273" y="4050"/>
                </a:lnTo>
                <a:cubicBezTo>
                  <a:pt x="12002" y="4050"/>
                  <a:pt x="11782" y="4353"/>
                  <a:pt x="11782" y="4725"/>
                </a:cubicBezTo>
                <a:cubicBezTo>
                  <a:pt x="11782" y="5098"/>
                  <a:pt x="12002" y="5400"/>
                  <a:pt x="12273" y="5400"/>
                </a:cubicBezTo>
                <a:moveTo>
                  <a:pt x="12273" y="10800"/>
                </a:moveTo>
                <a:lnTo>
                  <a:pt x="16200" y="10800"/>
                </a:lnTo>
                <a:cubicBezTo>
                  <a:pt x="16471" y="10800"/>
                  <a:pt x="16691" y="10498"/>
                  <a:pt x="16691" y="10125"/>
                </a:cubicBezTo>
                <a:cubicBezTo>
                  <a:pt x="16691" y="9753"/>
                  <a:pt x="16471" y="9450"/>
                  <a:pt x="16200" y="9450"/>
                </a:cubicBezTo>
                <a:lnTo>
                  <a:pt x="12273" y="9450"/>
                </a:lnTo>
                <a:cubicBezTo>
                  <a:pt x="12002" y="9450"/>
                  <a:pt x="11782" y="9753"/>
                  <a:pt x="11782" y="10125"/>
                </a:cubicBezTo>
                <a:cubicBezTo>
                  <a:pt x="11782" y="10498"/>
                  <a:pt x="12002" y="10800"/>
                  <a:pt x="12273" y="10800"/>
                </a:cubicBezTo>
                <a:moveTo>
                  <a:pt x="12273" y="13500"/>
                </a:moveTo>
                <a:lnTo>
                  <a:pt x="18164" y="13500"/>
                </a:lnTo>
                <a:cubicBezTo>
                  <a:pt x="18434" y="13500"/>
                  <a:pt x="18655" y="13198"/>
                  <a:pt x="18655" y="12825"/>
                </a:cubicBezTo>
                <a:cubicBezTo>
                  <a:pt x="18655" y="12452"/>
                  <a:pt x="18434" y="12150"/>
                  <a:pt x="18164" y="12150"/>
                </a:cubicBezTo>
                <a:lnTo>
                  <a:pt x="12273" y="12150"/>
                </a:lnTo>
                <a:cubicBezTo>
                  <a:pt x="12002" y="12150"/>
                  <a:pt x="11782" y="12452"/>
                  <a:pt x="11782" y="12825"/>
                </a:cubicBezTo>
                <a:cubicBezTo>
                  <a:pt x="11782" y="13198"/>
                  <a:pt x="12002" y="13500"/>
                  <a:pt x="12273" y="13500"/>
                </a:cubicBezTo>
                <a:moveTo>
                  <a:pt x="12273" y="8100"/>
                </a:moveTo>
                <a:lnTo>
                  <a:pt x="18164" y="8100"/>
                </a:lnTo>
                <a:cubicBezTo>
                  <a:pt x="18434" y="8100"/>
                  <a:pt x="18655" y="7798"/>
                  <a:pt x="18655" y="7425"/>
                </a:cubicBezTo>
                <a:cubicBezTo>
                  <a:pt x="18655" y="7053"/>
                  <a:pt x="18434" y="6750"/>
                  <a:pt x="18164" y="6750"/>
                </a:cubicBezTo>
                <a:lnTo>
                  <a:pt x="12273" y="6750"/>
                </a:lnTo>
                <a:cubicBezTo>
                  <a:pt x="12002" y="6750"/>
                  <a:pt x="11782" y="7053"/>
                  <a:pt x="11782" y="7425"/>
                </a:cubicBezTo>
                <a:cubicBezTo>
                  <a:pt x="11782" y="7798"/>
                  <a:pt x="12002" y="8100"/>
                  <a:pt x="12273" y="81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30" name="Google Shape;930;p24"/>
          <p:cNvSpPr/>
          <p:nvPr/>
        </p:nvSpPr>
        <p:spPr>
          <a:xfrm>
            <a:off x="7341645" y="2603758"/>
            <a:ext cx="279328" cy="228541"/>
          </a:xfrm>
          <a:custGeom>
            <a:rect b="b" l="l" r="r" t="t"/>
            <a:pathLst>
              <a:path extrusionOk="0" h="21600" w="21600">
                <a:moveTo>
                  <a:pt x="7364" y="9600"/>
                </a:moveTo>
                <a:lnTo>
                  <a:pt x="11291" y="9600"/>
                </a:lnTo>
                <a:cubicBezTo>
                  <a:pt x="11562" y="9600"/>
                  <a:pt x="11782" y="9332"/>
                  <a:pt x="11782" y="9000"/>
                </a:cubicBezTo>
                <a:cubicBezTo>
                  <a:pt x="11782" y="8669"/>
                  <a:pt x="11562" y="8400"/>
                  <a:pt x="11291" y="8400"/>
                </a:cubicBezTo>
                <a:lnTo>
                  <a:pt x="7364" y="8400"/>
                </a:lnTo>
                <a:cubicBezTo>
                  <a:pt x="7093" y="8400"/>
                  <a:pt x="6873" y="8669"/>
                  <a:pt x="6873" y="9000"/>
                </a:cubicBezTo>
                <a:cubicBezTo>
                  <a:pt x="6873" y="9332"/>
                  <a:pt x="7093" y="9600"/>
                  <a:pt x="7364" y="9600"/>
                </a:cubicBezTo>
                <a:moveTo>
                  <a:pt x="7364" y="12000"/>
                </a:moveTo>
                <a:lnTo>
                  <a:pt x="9327" y="12000"/>
                </a:lnTo>
                <a:cubicBezTo>
                  <a:pt x="9598" y="12000"/>
                  <a:pt x="9818" y="11732"/>
                  <a:pt x="9818" y="11400"/>
                </a:cubicBezTo>
                <a:cubicBezTo>
                  <a:pt x="9818" y="11069"/>
                  <a:pt x="9598" y="10800"/>
                  <a:pt x="9327" y="10800"/>
                </a:cubicBezTo>
                <a:lnTo>
                  <a:pt x="7364" y="10800"/>
                </a:lnTo>
                <a:cubicBezTo>
                  <a:pt x="7093" y="10800"/>
                  <a:pt x="6873" y="11069"/>
                  <a:pt x="6873" y="11400"/>
                </a:cubicBezTo>
                <a:cubicBezTo>
                  <a:pt x="6873" y="11732"/>
                  <a:pt x="7093" y="12000"/>
                  <a:pt x="7364" y="12000"/>
                </a:cubicBezTo>
                <a:moveTo>
                  <a:pt x="20618" y="20400"/>
                </a:moveTo>
                <a:lnTo>
                  <a:pt x="16691" y="20400"/>
                </a:lnTo>
                <a:lnTo>
                  <a:pt x="16691" y="19200"/>
                </a:lnTo>
                <a:lnTo>
                  <a:pt x="17182" y="19200"/>
                </a:lnTo>
                <a:cubicBezTo>
                  <a:pt x="17453" y="19200"/>
                  <a:pt x="17673" y="18932"/>
                  <a:pt x="17673" y="18600"/>
                </a:cubicBezTo>
                <a:cubicBezTo>
                  <a:pt x="17673" y="18269"/>
                  <a:pt x="17453" y="18000"/>
                  <a:pt x="17182" y="18000"/>
                </a:cubicBezTo>
                <a:lnTo>
                  <a:pt x="15218" y="18000"/>
                </a:lnTo>
                <a:cubicBezTo>
                  <a:pt x="14947" y="18000"/>
                  <a:pt x="14727" y="18269"/>
                  <a:pt x="14727" y="18600"/>
                </a:cubicBezTo>
                <a:cubicBezTo>
                  <a:pt x="14727" y="18932"/>
                  <a:pt x="14947" y="19200"/>
                  <a:pt x="15218" y="19200"/>
                </a:cubicBezTo>
                <a:lnTo>
                  <a:pt x="15709" y="19200"/>
                </a:lnTo>
                <a:lnTo>
                  <a:pt x="15709" y="20400"/>
                </a:lnTo>
                <a:lnTo>
                  <a:pt x="9818" y="20400"/>
                </a:lnTo>
                <a:lnTo>
                  <a:pt x="9818" y="19200"/>
                </a:lnTo>
                <a:lnTo>
                  <a:pt x="10309" y="19200"/>
                </a:lnTo>
                <a:cubicBezTo>
                  <a:pt x="10580" y="19200"/>
                  <a:pt x="10800" y="18932"/>
                  <a:pt x="10800" y="18600"/>
                </a:cubicBezTo>
                <a:cubicBezTo>
                  <a:pt x="10800" y="18269"/>
                  <a:pt x="10580" y="18000"/>
                  <a:pt x="10309" y="18000"/>
                </a:cubicBezTo>
                <a:lnTo>
                  <a:pt x="8345" y="18000"/>
                </a:lnTo>
                <a:cubicBezTo>
                  <a:pt x="8075" y="18000"/>
                  <a:pt x="7855" y="18269"/>
                  <a:pt x="7855" y="18600"/>
                </a:cubicBezTo>
                <a:cubicBezTo>
                  <a:pt x="7855" y="18932"/>
                  <a:pt x="8075" y="19200"/>
                  <a:pt x="8345" y="19200"/>
                </a:cubicBezTo>
                <a:lnTo>
                  <a:pt x="8836" y="19200"/>
                </a:lnTo>
                <a:lnTo>
                  <a:pt x="8836" y="20400"/>
                </a:lnTo>
                <a:lnTo>
                  <a:pt x="4909" y="20400"/>
                </a:lnTo>
                <a:lnTo>
                  <a:pt x="4909" y="6000"/>
                </a:lnTo>
                <a:lnTo>
                  <a:pt x="20618" y="6000"/>
                </a:lnTo>
                <a:cubicBezTo>
                  <a:pt x="20618" y="6000"/>
                  <a:pt x="20618" y="20400"/>
                  <a:pt x="20618" y="20400"/>
                </a:cubicBezTo>
                <a:close/>
                <a:moveTo>
                  <a:pt x="20618" y="4800"/>
                </a:moveTo>
                <a:lnTo>
                  <a:pt x="4909" y="4800"/>
                </a:lnTo>
                <a:cubicBezTo>
                  <a:pt x="4367" y="4800"/>
                  <a:pt x="3927" y="5338"/>
                  <a:pt x="3927" y="6000"/>
                </a:cubicBezTo>
                <a:lnTo>
                  <a:pt x="3927" y="20400"/>
                </a:lnTo>
                <a:cubicBezTo>
                  <a:pt x="3927" y="21062"/>
                  <a:pt x="4367" y="21600"/>
                  <a:pt x="4909" y="21600"/>
                </a:cubicBezTo>
                <a:lnTo>
                  <a:pt x="20618" y="21600"/>
                </a:lnTo>
                <a:cubicBezTo>
                  <a:pt x="21160" y="21600"/>
                  <a:pt x="21600" y="21062"/>
                  <a:pt x="21600" y="20400"/>
                </a:cubicBezTo>
                <a:lnTo>
                  <a:pt x="21600" y="6000"/>
                </a:lnTo>
                <a:cubicBezTo>
                  <a:pt x="21600" y="5338"/>
                  <a:pt x="21160" y="4800"/>
                  <a:pt x="20618" y="4800"/>
                </a:cubicBezTo>
                <a:moveTo>
                  <a:pt x="7364" y="14400"/>
                </a:moveTo>
                <a:lnTo>
                  <a:pt x="11291" y="14400"/>
                </a:lnTo>
                <a:cubicBezTo>
                  <a:pt x="11562" y="14400"/>
                  <a:pt x="11782" y="14132"/>
                  <a:pt x="11782" y="13800"/>
                </a:cubicBezTo>
                <a:cubicBezTo>
                  <a:pt x="11782" y="13469"/>
                  <a:pt x="11562" y="13200"/>
                  <a:pt x="11291" y="13200"/>
                </a:cubicBezTo>
                <a:lnTo>
                  <a:pt x="7364" y="13200"/>
                </a:lnTo>
                <a:cubicBezTo>
                  <a:pt x="7093" y="13200"/>
                  <a:pt x="6873" y="13469"/>
                  <a:pt x="6873" y="13800"/>
                </a:cubicBezTo>
                <a:cubicBezTo>
                  <a:pt x="6873" y="14132"/>
                  <a:pt x="7093" y="14400"/>
                  <a:pt x="7364" y="14400"/>
                </a:cubicBezTo>
                <a:moveTo>
                  <a:pt x="2455" y="15600"/>
                </a:moveTo>
                <a:lnTo>
                  <a:pt x="982" y="15600"/>
                </a:lnTo>
                <a:lnTo>
                  <a:pt x="982" y="1200"/>
                </a:lnTo>
                <a:lnTo>
                  <a:pt x="16691" y="1200"/>
                </a:lnTo>
                <a:lnTo>
                  <a:pt x="16691" y="3000"/>
                </a:lnTo>
                <a:cubicBezTo>
                  <a:pt x="16691" y="3332"/>
                  <a:pt x="16911" y="3600"/>
                  <a:pt x="17182" y="3600"/>
                </a:cubicBezTo>
                <a:cubicBezTo>
                  <a:pt x="17453" y="3600"/>
                  <a:pt x="17673" y="3332"/>
                  <a:pt x="17673" y="3000"/>
                </a:cubicBezTo>
                <a:lnTo>
                  <a:pt x="17673" y="1200"/>
                </a:lnTo>
                <a:cubicBezTo>
                  <a:pt x="17673" y="538"/>
                  <a:pt x="17233" y="0"/>
                  <a:pt x="16691" y="0"/>
                </a:cubicBezTo>
                <a:lnTo>
                  <a:pt x="982" y="0"/>
                </a:lnTo>
                <a:cubicBezTo>
                  <a:pt x="440" y="0"/>
                  <a:pt x="0" y="538"/>
                  <a:pt x="0" y="1200"/>
                </a:cubicBezTo>
                <a:lnTo>
                  <a:pt x="0" y="15600"/>
                </a:lnTo>
                <a:cubicBezTo>
                  <a:pt x="0" y="16262"/>
                  <a:pt x="440" y="16801"/>
                  <a:pt x="982" y="16801"/>
                </a:cubicBezTo>
                <a:lnTo>
                  <a:pt x="2455" y="16801"/>
                </a:lnTo>
                <a:cubicBezTo>
                  <a:pt x="2725" y="16801"/>
                  <a:pt x="2945" y="16532"/>
                  <a:pt x="2945" y="16200"/>
                </a:cubicBezTo>
                <a:cubicBezTo>
                  <a:pt x="2945" y="15869"/>
                  <a:pt x="2725" y="15600"/>
                  <a:pt x="2455" y="15600"/>
                </a:cubicBezTo>
                <a:moveTo>
                  <a:pt x="14236" y="14400"/>
                </a:moveTo>
                <a:lnTo>
                  <a:pt x="16200" y="14400"/>
                </a:lnTo>
                <a:cubicBezTo>
                  <a:pt x="16471" y="14400"/>
                  <a:pt x="16691" y="14132"/>
                  <a:pt x="16691" y="13800"/>
                </a:cubicBezTo>
                <a:cubicBezTo>
                  <a:pt x="16691" y="13469"/>
                  <a:pt x="16471" y="13200"/>
                  <a:pt x="16200" y="13200"/>
                </a:cubicBezTo>
                <a:lnTo>
                  <a:pt x="14236" y="13200"/>
                </a:lnTo>
                <a:cubicBezTo>
                  <a:pt x="13966" y="13200"/>
                  <a:pt x="13745" y="13469"/>
                  <a:pt x="13745" y="13800"/>
                </a:cubicBezTo>
                <a:cubicBezTo>
                  <a:pt x="13745" y="14132"/>
                  <a:pt x="13966" y="14400"/>
                  <a:pt x="14236" y="14400"/>
                </a:cubicBezTo>
                <a:moveTo>
                  <a:pt x="14236" y="9600"/>
                </a:moveTo>
                <a:lnTo>
                  <a:pt x="16200" y="9600"/>
                </a:lnTo>
                <a:cubicBezTo>
                  <a:pt x="16471" y="9600"/>
                  <a:pt x="16691" y="9332"/>
                  <a:pt x="16691" y="9000"/>
                </a:cubicBezTo>
                <a:cubicBezTo>
                  <a:pt x="16691" y="8669"/>
                  <a:pt x="16471" y="8400"/>
                  <a:pt x="16200" y="8400"/>
                </a:cubicBezTo>
                <a:lnTo>
                  <a:pt x="14236" y="8400"/>
                </a:lnTo>
                <a:cubicBezTo>
                  <a:pt x="13966" y="8400"/>
                  <a:pt x="13745" y="8669"/>
                  <a:pt x="13745" y="9000"/>
                </a:cubicBezTo>
                <a:cubicBezTo>
                  <a:pt x="13745" y="9332"/>
                  <a:pt x="13966" y="9600"/>
                  <a:pt x="14236" y="9600"/>
                </a:cubicBezTo>
                <a:moveTo>
                  <a:pt x="14236" y="12000"/>
                </a:moveTo>
                <a:lnTo>
                  <a:pt x="18164" y="12000"/>
                </a:lnTo>
                <a:cubicBezTo>
                  <a:pt x="18434" y="12000"/>
                  <a:pt x="18655" y="11732"/>
                  <a:pt x="18655" y="11400"/>
                </a:cubicBezTo>
                <a:cubicBezTo>
                  <a:pt x="18655" y="11069"/>
                  <a:pt x="18434" y="10800"/>
                  <a:pt x="18164" y="10800"/>
                </a:cubicBezTo>
                <a:lnTo>
                  <a:pt x="14236" y="10800"/>
                </a:lnTo>
                <a:cubicBezTo>
                  <a:pt x="13966" y="10800"/>
                  <a:pt x="13745" y="11069"/>
                  <a:pt x="13745" y="11400"/>
                </a:cubicBezTo>
                <a:cubicBezTo>
                  <a:pt x="13745" y="11732"/>
                  <a:pt x="13966" y="12000"/>
                  <a:pt x="14236" y="120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31" name="Google Shape;931;p24"/>
          <p:cNvSpPr/>
          <p:nvPr/>
        </p:nvSpPr>
        <p:spPr>
          <a:xfrm>
            <a:off x="7874906" y="2603758"/>
            <a:ext cx="279328" cy="228541"/>
          </a:xfrm>
          <a:custGeom>
            <a:rect b="b" l="l" r="r" t="t"/>
            <a:pathLst>
              <a:path extrusionOk="0" h="21600" w="21600">
                <a:moveTo>
                  <a:pt x="6873" y="8400"/>
                </a:moveTo>
                <a:lnTo>
                  <a:pt x="10800" y="8400"/>
                </a:lnTo>
                <a:lnTo>
                  <a:pt x="10800" y="12001"/>
                </a:lnTo>
                <a:lnTo>
                  <a:pt x="6873" y="12001"/>
                </a:lnTo>
                <a:cubicBezTo>
                  <a:pt x="6873" y="12001"/>
                  <a:pt x="6873" y="8400"/>
                  <a:pt x="6873" y="8400"/>
                </a:cubicBezTo>
                <a:close/>
                <a:moveTo>
                  <a:pt x="6382" y="13200"/>
                </a:moveTo>
                <a:lnTo>
                  <a:pt x="11291" y="13200"/>
                </a:lnTo>
                <a:cubicBezTo>
                  <a:pt x="11562" y="13200"/>
                  <a:pt x="11782" y="12932"/>
                  <a:pt x="11782" y="12600"/>
                </a:cubicBezTo>
                <a:lnTo>
                  <a:pt x="11782" y="7800"/>
                </a:lnTo>
                <a:cubicBezTo>
                  <a:pt x="11782" y="7469"/>
                  <a:pt x="11562" y="7200"/>
                  <a:pt x="11291" y="7200"/>
                </a:cubicBezTo>
                <a:lnTo>
                  <a:pt x="6382" y="7200"/>
                </a:lnTo>
                <a:cubicBezTo>
                  <a:pt x="6111" y="7200"/>
                  <a:pt x="5891" y="7469"/>
                  <a:pt x="5891" y="7800"/>
                </a:cubicBezTo>
                <a:lnTo>
                  <a:pt x="5891" y="12600"/>
                </a:lnTo>
                <a:cubicBezTo>
                  <a:pt x="5891" y="12932"/>
                  <a:pt x="6111" y="13200"/>
                  <a:pt x="6382" y="13200"/>
                </a:cubicBezTo>
                <a:moveTo>
                  <a:pt x="6382" y="4800"/>
                </a:moveTo>
                <a:cubicBezTo>
                  <a:pt x="6653" y="4800"/>
                  <a:pt x="6873" y="4531"/>
                  <a:pt x="6873" y="4200"/>
                </a:cubicBezTo>
                <a:cubicBezTo>
                  <a:pt x="6873" y="3868"/>
                  <a:pt x="6653" y="3600"/>
                  <a:pt x="6382" y="3600"/>
                </a:cubicBezTo>
                <a:cubicBezTo>
                  <a:pt x="6111" y="3600"/>
                  <a:pt x="5891" y="3868"/>
                  <a:pt x="5891" y="4200"/>
                </a:cubicBezTo>
                <a:cubicBezTo>
                  <a:pt x="5891" y="4531"/>
                  <a:pt x="6111" y="4800"/>
                  <a:pt x="6382" y="4800"/>
                </a:cubicBezTo>
                <a:moveTo>
                  <a:pt x="20618" y="20400"/>
                </a:moveTo>
                <a:lnTo>
                  <a:pt x="2945" y="20400"/>
                </a:lnTo>
                <a:cubicBezTo>
                  <a:pt x="1861" y="20400"/>
                  <a:pt x="982" y="19325"/>
                  <a:pt x="982" y="18000"/>
                </a:cubicBezTo>
                <a:lnTo>
                  <a:pt x="982" y="4800"/>
                </a:lnTo>
                <a:lnTo>
                  <a:pt x="2945" y="4800"/>
                </a:lnTo>
                <a:lnTo>
                  <a:pt x="2945" y="17400"/>
                </a:lnTo>
                <a:cubicBezTo>
                  <a:pt x="2945" y="17732"/>
                  <a:pt x="3166" y="18000"/>
                  <a:pt x="3436" y="18000"/>
                </a:cubicBezTo>
                <a:cubicBezTo>
                  <a:pt x="3707" y="18000"/>
                  <a:pt x="3927" y="17732"/>
                  <a:pt x="3927" y="17400"/>
                </a:cubicBezTo>
                <a:lnTo>
                  <a:pt x="3927" y="1200"/>
                </a:lnTo>
                <a:lnTo>
                  <a:pt x="20618" y="1200"/>
                </a:lnTo>
                <a:cubicBezTo>
                  <a:pt x="20618" y="1200"/>
                  <a:pt x="20618" y="20400"/>
                  <a:pt x="20618" y="20400"/>
                </a:cubicBezTo>
                <a:close/>
                <a:moveTo>
                  <a:pt x="20618" y="0"/>
                </a:moveTo>
                <a:lnTo>
                  <a:pt x="3927" y="0"/>
                </a:lnTo>
                <a:cubicBezTo>
                  <a:pt x="3385" y="0"/>
                  <a:pt x="2945" y="538"/>
                  <a:pt x="2945" y="1200"/>
                </a:cubicBezTo>
                <a:lnTo>
                  <a:pt x="2945" y="3600"/>
                </a:lnTo>
                <a:lnTo>
                  <a:pt x="982" y="3600"/>
                </a:lnTo>
                <a:cubicBezTo>
                  <a:pt x="440" y="3600"/>
                  <a:pt x="0" y="4138"/>
                  <a:pt x="0" y="4800"/>
                </a:cubicBezTo>
                <a:lnTo>
                  <a:pt x="0" y="18000"/>
                </a:lnTo>
                <a:cubicBezTo>
                  <a:pt x="0" y="19988"/>
                  <a:pt x="1319" y="21600"/>
                  <a:pt x="2945" y="21600"/>
                </a:cubicBezTo>
                <a:lnTo>
                  <a:pt x="20618" y="21600"/>
                </a:lnTo>
                <a:cubicBezTo>
                  <a:pt x="21160" y="21600"/>
                  <a:pt x="21600" y="21062"/>
                  <a:pt x="21600" y="20400"/>
                </a:cubicBezTo>
                <a:lnTo>
                  <a:pt x="21600" y="1200"/>
                </a:lnTo>
                <a:cubicBezTo>
                  <a:pt x="21600" y="538"/>
                  <a:pt x="21160" y="0"/>
                  <a:pt x="20618" y="0"/>
                </a:cubicBezTo>
                <a:moveTo>
                  <a:pt x="6382" y="18000"/>
                </a:moveTo>
                <a:lnTo>
                  <a:pt x="18164" y="18000"/>
                </a:lnTo>
                <a:cubicBezTo>
                  <a:pt x="18434" y="18000"/>
                  <a:pt x="18655" y="17732"/>
                  <a:pt x="18655" y="17400"/>
                </a:cubicBezTo>
                <a:cubicBezTo>
                  <a:pt x="18655" y="17068"/>
                  <a:pt x="18434" y="16801"/>
                  <a:pt x="18164" y="16801"/>
                </a:cubicBezTo>
                <a:lnTo>
                  <a:pt x="6382" y="16801"/>
                </a:lnTo>
                <a:cubicBezTo>
                  <a:pt x="6111" y="16801"/>
                  <a:pt x="5891" y="17068"/>
                  <a:pt x="5891" y="17400"/>
                </a:cubicBezTo>
                <a:cubicBezTo>
                  <a:pt x="5891" y="17732"/>
                  <a:pt x="6111" y="18000"/>
                  <a:pt x="6382" y="18000"/>
                </a:cubicBezTo>
                <a:moveTo>
                  <a:pt x="6382" y="15600"/>
                </a:moveTo>
                <a:lnTo>
                  <a:pt x="18164" y="15600"/>
                </a:lnTo>
                <a:cubicBezTo>
                  <a:pt x="18434" y="15600"/>
                  <a:pt x="18655" y="15332"/>
                  <a:pt x="18655" y="15000"/>
                </a:cubicBezTo>
                <a:cubicBezTo>
                  <a:pt x="18655" y="14668"/>
                  <a:pt x="18434" y="14401"/>
                  <a:pt x="18164" y="14401"/>
                </a:cubicBezTo>
                <a:lnTo>
                  <a:pt x="6382" y="14401"/>
                </a:lnTo>
                <a:cubicBezTo>
                  <a:pt x="6111" y="14401"/>
                  <a:pt x="5891" y="14668"/>
                  <a:pt x="5891" y="15000"/>
                </a:cubicBezTo>
                <a:cubicBezTo>
                  <a:pt x="5891" y="15332"/>
                  <a:pt x="6111" y="15600"/>
                  <a:pt x="6382" y="15600"/>
                </a:cubicBezTo>
                <a:moveTo>
                  <a:pt x="8345" y="4800"/>
                </a:moveTo>
                <a:cubicBezTo>
                  <a:pt x="8616" y="4800"/>
                  <a:pt x="8836" y="4531"/>
                  <a:pt x="8836" y="4200"/>
                </a:cubicBezTo>
                <a:cubicBezTo>
                  <a:pt x="8836" y="3868"/>
                  <a:pt x="8616" y="3600"/>
                  <a:pt x="8345" y="3600"/>
                </a:cubicBezTo>
                <a:cubicBezTo>
                  <a:pt x="8075" y="3600"/>
                  <a:pt x="7855" y="3868"/>
                  <a:pt x="7855" y="4200"/>
                </a:cubicBezTo>
                <a:cubicBezTo>
                  <a:pt x="7855" y="4531"/>
                  <a:pt x="8075" y="4800"/>
                  <a:pt x="8345" y="4800"/>
                </a:cubicBezTo>
                <a:moveTo>
                  <a:pt x="18164" y="7200"/>
                </a:moveTo>
                <a:lnTo>
                  <a:pt x="14236" y="7200"/>
                </a:lnTo>
                <a:cubicBezTo>
                  <a:pt x="13966" y="7200"/>
                  <a:pt x="13745" y="7469"/>
                  <a:pt x="13745" y="7800"/>
                </a:cubicBezTo>
                <a:cubicBezTo>
                  <a:pt x="13745" y="8132"/>
                  <a:pt x="13966" y="8400"/>
                  <a:pt x="14236" y="8400"/>
                </a:cubicBezTo>
                <a:lnTo>
                  <a:pt x="18164" y="8400"/>
                </a:lnTo>
                <a:cubicBezTo>
                  <a:pt x="18434" y="8400"/>
                  <a:pt x="18655" y="8132"/>
                  <a:pt x="18655" y="7800"/>
                </a:cubicBezTo>
                <a:cubicBezTo>
                  <a:pt x="18655" y="7469"/>
                  <a:pt x="18434" y="7200"/>
                  <a:pt x="18164" y="7200"/>
                </a:cubicBezTo>
                <a:moveTo>
                  <a:pt x="18164" y="12001"/>
                </a:moveTo>
                <a:lnTo>
                  <a:pt x="14236" y="12001"/>
                </a:lnTo>
                <a:cubicBezTo>
                  <a:pt x="13966" y="12001"/>
                  <a:pt x="13745" y="12268"/>
                  <a:pt x="13745" y="12600"/>
                </a:cubicBezTo>
                <a:cubicBezTo>
                  <a:pt x="13745" y="12932"/>
                  <a:pt x="13966" y="13200"/>
                  <a:pt x="14236" y="13200"/>
                </a:cubicBezTo>
                <a:lnTo>
                  <a:pt x="18164" y="13200"/>
                </a:lnTo>
                <a:cubicBezTo>
                  <a:pt x="18434" y="13200"/>
                  <a:pt x="18655" y="12932"/>
                  <a:pt x="18655" y="12600"/>
                </a:cubicBezTo>
                <a:cubicBezTo>
                  <a:pt x="18655" y="12268"/>
                  <a:pt x="18434" y="12001"/>
                  <a:pt x="18164" y="12001"/>
                </a:cubicBezTo>
                <a:moveTo>
                  <a:pt x="18164" y="9600"/>
                </a:moveTo>
                <a:lnTo>
                  <a:pt x="14236" y="9600"/>
                </a:lnTo>
                <a:cubicBezTo>
                  <a:pt x="13966" y="9600"/>
                  <a:pt x="13745" y="9869"/>
                  <a:pt x="13745" y="10200"/>
                </a:cubicBezTo>
                <a:cubicBezTo>
                  <a:pt x="13745" y="10532"/>
                  <a:pt x="13966" y="10800"/>
                  <a:pt x="14236" y="10800"/>
                </a:cubicBezTo>
                <a:lnTo>
                  <a:pt x="18164" y="10800"/>
                </a:lnTo>
                <a:cubicBezTo>
                  <a:pt x="18434" y="10800"/>
                  <a:pt x="18655" y="10532"/>
                  <a:pt x="18655" y="10200"/>
                </a:cubicBezTo>
                <a:cubicBezTo>
                  <a:pt x="18655" y="9869"/>
                  <a:pt x="18434" y="9600"/>
                  <a:pt x="18164" y="9600"/>
                </a:cubicBezTo>
                <a:moveTo>
                  <a:pt x="18164" y="4800"/>
                </a:moveTo>
                <a:cubicBezTo>
                  <a:pt x="18434" y="4800"/>
                  <a:pt x="18655" y="4531"/>
                  <a:pt x="18655" y="4200"/>
                </a:cubicBezTo>
                <a:cubicBezTo>
                  <a:pt x="18655" y="3868"/>
                  <a:pt x="18434" y="3600"/>
                  <a:pt x="18164" y="3600"/>
                </a:cubicBezTo>
                <a:cubicBezTo>
                  <a:pt x="17893" y="3600"/>
                  <a:pt x="17673" y="3868"/>
                  <a:pt x="17673" y="4200"/>
                </a:cubicBezTo>
                <a:cubicBezTo>
                  <a:pt x="17673" y="4531"/>
                  <a:pt x="17893" y="4800"/>
                  <a:pt x="18164" y="4800"/>
                </a:cubicBezTo>
                <a:moveTo>
                  <a:pt x="16200" y="4800"/>
                </a:moveTo>
                <a:cubicBezTo>
                  <a:pt x="16471" y="4800"/>
                  <a:pt x="16691" y="4531"/>
                  <a:pt x="16691" y="4200"/>
                </a:cubicBezTo>
                <a:cubicBezTo>
                  <a:pt x="16691" y="3868"/>
                  <a:pt x="16471" y="3600"/>
                  <a:pt x="16200" y="3600"/>
                </a:cubicBezTo>
                <a:cubicBezTo>
                  <a:pt x="15929" y="3600"/>
                  <a:pt x="15709" y="3868"/>
                  <a:pt x="15709" y="4200"/>
                </a:cubicBezTo>
                <a:cubicBezTo>
                  <a:pt x="15709" y="4531"/>
                  <a:pt x="15929" y="4800"/>
                  <a:pt x="16200" y="4800"/>
                </a:cubicBezTo>
                <a:moveTo>
                  <a:pt x="10309" y="4800"/>
                </a:moveTo>
                <a:lnTo>
                  <a:pt x="14236" y="4800"/>
                </a:lnTo>
                <a:cubicBezTo>
                  <a:pt x="14507" y="4800"/>
                  <a:pt x="14727" y="4531"/>
                  <a:pt x="14727" y="4200"/>
                </a:cubicBezTo>
                <a:cubicBezTo>
                  <a:pt x="14727" y="3868"/>
                  <a:pt x="14507" y="3600"/>
                  <a:pt x="14236" y="3600"/>
                </a:cubicBezTo>
                <a:lnTo>
                  <a:pt x="10309" y="3600"/>
                </a:lnTo>
                <a:cubicBezTo>
                  <a:pt x="10038" y="3600"/>
                  <a:pt x="9818" y="3868"/>
                  <a:pt x="9818" y="4200"/>
                </a:cubicBezTo>
                <a:cubicBezTo>
                  <a:pt x="9818" y="4531"/>
                  <a:pt x="10038" y="4800"/>
                  <a:pt x="10309" y="48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32" name="Google Shape;932;p24"/>
          <p:cNvSpPr/>
          <p:nvPr/>
        </p:nvSpPr>
        <p:spPr>
          <a:xfrm>
            <a:off x="8408167" y="2578364"/>
            <a:ext cx="279328" cy="279328"/>
          </a:xfrm>
          <a:custGeom>
            <a:rect b="b" l="l" r="r" t="t"/>
            <a:pathLst>
              <a:path extrusionOk="0" h="21600" w="21600">
                <a:moveTo>
                  <a:pt x="6382" y="7855"/>
                </a:moveTo>
                <a:cubicBezTo>
                  <a:pt x="6653" y="7855"/>
                  <a:pt x="6873" y="7635"/>
                  <a:pt x="6873" y="7364"/>
                </a:cubicBezTo>
                <a:cubicBezTo>
                  <a:pt x="6873" y="7092"/>
                  <a:pt x="6653" y="6873"/>
                  <a:pt x="6382" y="6873"/>
                </a:cubicBezTo>
                <a:cubicBezTo>
                  <a:pt x="6111" y="6873"/>
                  <a:pt x="5891" y="7092"/>
                  <a:pt x="5891" y="7364"/>
                </a:cubicBezTo>
                <a:cubicBezTo>
                  <a:pt x="5891" y="7635"/>
                  <a:pt x="6111" y="7855"/>
                  <a:pt x="6382" y="7855"/>
                </a:cubicBezTo>
                <a:moveTo>
                  <a:pt x="6873" y="10800"/>
                </a:moveTo>
                <a:lnTo>
                  <a:pt x="10800" y="10800"/>
                </a:lnTo>
                <a:lnTo>
                  <a:pt x="10800" y="13746"/>
                </a:lnTo>
                <a:lnTo>
                  <a:pt x="6873" y="13746"/>
                </a:lnTo>
                <a:cubicBezTo>
                  <a:pt x="6873" y="13746"/>
                  <a:pt x="6873" y="10800"/>
                  <a:pt x="6873" y="10800"/>
                </a:cubicBezTo>
                <a:close/>
                <a:moveTo>
                  <a:pt x="6382" y="14727"/>
                </a:moveTo>
                <a:lnTo>
                  <a:pt x="11291" y="14727"/>
                </a:lnTo>
                <a:cubicBezTo>
                  <a:pt x="11562" y="14727"/>
                  <a:pt x="11782" y="14508"/>
                  <a:pt x="11782" y="14236"/>
                </a:cubicBezTo>
                <a:lnTo>
                  <a:pt x="11782" y="10309"/>
                </a:lnTo>
                <a:cubicBezTo>
                  <a:pt x="11782" y="10038"/>
                  <a:pt x="11562" y="9818"/>
                  <a:pt x="11291" y="9818"/>
                </a:cubicBezTo>
                <a:lnTo>
                  <a:pt x="6382" y="9818"/>
                </a:lnTo>
                <a:cubicBezTo>
                  <a:pt x="6111" y="9818"/>
                  <a:pt x="5891" y="10038"/>
                  <a:pt x="5891" y="10309"/>
                </a:cubicBezTo>
                <a:lnTo>
                  <a:pt x="5891" y="14236"/>
                </a:lnTo>
                <a:cubicBezTo>
                  <a:pt x="5891" y="14508"/>
                  <a:pt x="6111" y="14727"/>
                  <a:pt x="6382" y="14727"/>
                </a:cubicBezTo>
                <a:moveTo>
                  <a:pt x="8345" y="7855"/>
                </a:moveTo>
                <a:cubicBezTo>
                  <a:pt x="8616" y="7855"/>
                  <a:pt x="8836" y="7635"/>
                  <a:pt x="8836" y="7364"/>
                </a:cubicBezTo>
                <a:cubicBezTo>
                  <a:pt x="8836" y="7092"/>
                  <a:pt x="8616" y="6873"/>
                  <a:pt x="8345" y="6873"/>
                </a:cubicBezTo>
                <a:cubicBezTo>
                  <a:pt x="8075" y="6873"/>
                  <a:pt x="7855" y="7092"/>
                  <a:pt x="7855" y="7364"/>
                </a:cubicBezTo>
                <a:cubicBezTo>
                  <a:pt x="7855" y="7635"/>
                  <a:pt x="8075" y="7855"/>
                  <a:pt x="8345" y="7855"/>
                </a:cubicBezTo>
                <a:moveTo>
                  <a:pt x="20618" y="20618"/>
                </a:moveTo>
                <a:lnTo>
                  <a:pt x="2945" y="20618"/>
                </a:lnTo>
                <a:cubicBezTo>
                  <a:pt x="1861" y="20618"/>
                  <a:pt x="982" y="19739"/>
                  <a:pt x="982" y="18655"/>
                </a:cubicBezTo>
                <a:lnTo>
                  <a:pt x="982" y="7855"/>
                </a:lnTo>
                <a:lnTo>
                  <a:pt x="2945" y="7855"/>
                </a:lnTo>
                <a:lnTo>
                  <a:pt x="2945" y="18164"/>
                </a:lnTo>
                <a:cubicBezTo>
                  <a:pt x="2945" y="18435"/>
                  <a:pt x="3166" y="18655"/>
                  <a:pt x="3436" y="18655"/>
                </a:cubicBezTo>
                <a:cubicBezTo>
                  <a:pt x="3707" y="18655"/>
                  <a:pt x="3927" y="18435"/>
                  <a:pt x="3927" y="18164"/>
                </a:cubicBezTo>
                <a:lnTo>
                  <a:pt x="3927" y="4909"/>
                </a:lnTo>
                <a:lnTo>
                  <a:pt x="20618" y="4909"/>
                </a:lnTo>
                <a:cubicBezTo>
                  <a:pt x="20618" y="4909"/>
                  <a:pt x="20618" y="20618"/>
                  <a:pt x="20618" y="20618"/>
                </a:cubicBezTo>
                <a:close/>
                <a:moveTo>
                  <a:pt x="20618" y="3927"/>
                </a:moveTo>
                <a:lnTo>
                  <a:pt x="3927" y="3927"/>
                </a:lnTo>
                <a:cubicBezTo>
                  <a:pt x="3385" y="3927"/>
                  <a:pt x="2945" y="4367"/>
                  <a:pt x="2945" y="4909"/>
                </a:cubicBezTo>
                <a:lnTo>
                  <a:pt x="2945" y="6873"/>
                </a:lnTo>
                <a:lnTo>
                  <a:pt x="982" y="6873"/>
                </a:lnTo>
                <a:cubicBezTo>
                  <a:pt x="440" y="6873"/>
                  <a:pt x="0" y="7313"/>
                  <a:pt x="0" y="7855"/>
                </a:cubicBezTo>
                <a:lnTo>
                  <a:pt x="0" y="18655"/>
                </a:lnTo>
                <a:cubicBezTo>
                  <a:pt x="0" y="20282"/>
                  <a:pt x="1319" y="21600"/>
                  <a:pt x="2945" y="21600"/>
                </a:cubicBezTo>
                <a:lnTo>
                  <a:pt x="20618" y="21600"/>
                </a:lnTo>
                <a:cubicBezTo>
                  <a:pt x="21160" y="21600"/>
                  <a:pt x="21600" y="21160"/>
                  <a:pt x="21600" y="20618"/>
                </a:cubicBezTo>
                <a:lnTo>
                  <a:pt x="21600" y="4909"/>
                </a:lnTo>
                <a:cubicBezTo>
                  <a:pt x="21600" y="4367"/>
                  <a:pt x="21160" y="3927"/>
                  <a:pt x="20618" y="3927"/>
                </a:cubicBezTo>
                <a:moveTo>
                  <a:pt x="6382" y="16691"/>
                </a:moveTo>
                <a:lnTo>
                  <a:pt x="18164" y="16691"/>
                </a:lnTo>
                <a:cubicBezTo>
                  <a:pt x="18434" y="16691"/>
                  <a:pt x="18655" y="16472"/>
                  <a:pt x="18655" y="16200"/>
                </a:cubicBezTo>
                <a:cubicBezTo>
                  <a:pt x="18655" y="15929"/>
                  <a:pt x="18434" y="15710"/>
                  <a:pt x="18164" y="15710"/>
                </a:cubicBezTo>
                <a:lnTo>
                  <a:pt x="6382" y="15710"/>
                </a:lnTo>
                <a:cubicBezTo>
                  <a:pt x="6111" y="15710"/>
                  <a:pt x="5891" y="15929"/>
                  <a:pt x="5891" y="16200"/>
                </a:cubicBezTo>
                <a:cubicBezTo>
                  <a:pt x="5891" y="16472"/>
                  <a:pt x="6111" y="16691"/>
                  <a:pt x="6382" y="16691"/>
                </a:cubicBezTo>
                <a:moveTo>
                  <a:pt x="10309" y="7855"/>
                </a:moveTo>
                <a:lnTo>
                  <a:pt x="14236" y="7855"/>
                </a:lnTo>
                <a:cubicBezTo>
                  <a:pt x="14507" y="7855"/>
                  <a:pt x="14727" y="7635"/>
                  <a:pt x="14727" y="7364"/>
                </a:cubicBezTo>
                <a:cubicBezTo>
                  <a:pt x="14727" y="7092"/>
                  <a:pt x="14507" y="6873"/>
                  <a:pt x="14236" y="6873"/>
                </a:cubicBezTo>
                <a:lnTo>
                  <a:pt x="10309" y="6873"/>
                </a:lnTo>
                <a:cubicBezTo>
                  <a:pt x="10038" y="6873"/>
                  <a:pt x="9818" y="7092"/>
                  <a:pt x="9818" y="7364"/>
                </a:cubicBezTo>
                <a:cubicBezTo>
                  <a:pt x="9818" y="7635"/>
                  <a:pt x="10038" y="7855"/>
                  <a:pt x="10309" y="7855"/>
                </a:cubicBezTo>
                <a:moveTo>
                  <a:pt x="6382" y="18655"/>
                </a:moveTo>
                <a:lnTo>
                  <a:pt x="18164" y="18655"/>
                </a:lnTo>
                <a:cubicBezTo>
                  <a:pt x="18434" y="18655"/>
                  <a:pt x="18655" y="18435"/>
                  <a:pt x="18655" y="18164"/>
                </a:cubicBezTo>
                <a:cubicBezTo>
                  <a:pt x="18655" y="17893"/>
                  <a:pt x="18434" y="17673"/>
                  <a:pt x="18164" y="17673"/>
                </a:cubicBezTo>
                <a:lnTo>
                  <a:pt x="6382" y="17673"/>
                </a:lnTo>
                <a:cubicBezTo>
                  <a:pt x="6111" y="17673"/>
                  <a:pt x="5891" y="17893"/>
                  <a:pt x="5891" y="18164"/>
                </a:cubicBezTo>
                <a:cubicBezTo>
                  <a:pt x="5891" y="18435"/>
                  <a:pt x="6111" y="18655"/>
                  <a:pt x="6382" y="18655"/>
                </a:cubicBezTo>
                <a:moveTo>
                  <a:pt x="4909" y="2945"/>
                </a:moveTo>
                <a:lnTo>
                  <a:pt x="20127" y="2945"/>
                </a:lnTo>
                <a:cubicBezTo>
                  <a:pt x="20398" y="2945"/>
                  <a:pt x="20618" y="2726"/>
                  <a:pt x="20618" y="2455"/>
                </a:cubicBezTo>
                <a:cubicBezTo>
                  <a:pt x="20618" y="2184"/>
                  <a:pt x="20398" y="1964"/>
                  <a:pt x="20127" y="1964"/>
                </a:cubicBezTo>
                <a:lnTo>
                  <a:pt x="4909" y="1964"/>
                </a:lnTo>
                <a:cubicBezTo>
                  <a:pt x="4638" y="1964"/>
                  <a:pt x="4418" y="2184"/>
                  <a:pt x="4418" y="2455"/>
                </a:cubicBezTo>
                <a:cubicBezTo>
                  <a:pt x="4418" y="2726"/>
                  <a:pt x="4638" y="2945"/>
                  <a:pt x="4909" y="2945"/>
                </a:cubicBezTo>
                <a:moveTo>
                  <a:pt x="18164" y="11783"/>
                </a:moveTo>
                <a:lnTo>
                  <a:pt x="14236" y="11783"/>
                </a:lnTo>
                <a:cubicBezTo>
                  <a:pt x="13966" y="11783"/>
                  <a:pt x="13745" y="12001"/>
                  <a:pt x="13745" y="12273"/>
                </a:cubicBezTo>
                <a:cubicBezTo>
                  <a:pt x="13745" y="12544"/>
                  <a:pt x="13966" y="12764"/>
                  <a:pt x="14236" y="12764"/>
                </a:cubicBezTo>
                <a:lnTo>
                  <a:pt x="18164" y="12764"/>
                </a:lnTo>
                <a:cubicBezTo>
                  <a:pt x="18434" y="12764"/>
                  <a:pt x="18655" y="12544"/>
                  <a:pt x="18655" y="12273"/>
                </a:cubicBezTo>
                <a:cubicBezTo>
                  <a:pt x="18655" y="12001"/>
                  <a:pt x="18434" y="11783"/>
                  <a:pt x="18164" y="11783"/>
                </a:cubicBezTo>
                <a:moveTo>
                  <a:pt x="6382" y="982"/>
                </a:moveTo>
                <a:lnTo>
                  <a:pt x="19145" y="982"/>
                </a:lnTo>
                <a:cubicBezTo>
                  <a:pt x="19416" y="982"/>
                  <a:pt x="19636" y="762"/>
                  <a:pt x="19636" y="491"/>
                </a:cubicBezTo>
                <a:cubicBezTo>
                  <a:pt x="19636" y="220"/>
                  <a:pt x="19416" y="0"/>
                  <a:pt x="19145" y="0"/>
                </a:cubicBezTo>
                <a:lnTo>
                  <a:pt x="6382" y="0"/>
                </a:lnTo>
                <a:cubicBezTo>
                  <a:pt x="6111" y="0"/>
                  <a:pt x="5891" y="220"/>
                  <a:pt x="5891" y="491"/>
                </a:cubicBezTo>
                <a:cubicBezTo>
                  <a:pt x="5891" y="762"/>
                  <a:pt x="6111" y="982"/>
                  <a:pt x="6382" y="982"/>
                </a:cubicBezTo>
                <a:moveTo>
                  <a:pt x="18164" y="13746"/>
                </a:moveTo>
                <a:lnTo>
                  <a:pt x="14236" y="13746"/>
                </a:lnTo>
                <a:cubicBezTo>
                  <a:pt x="13966" y="13746"/>
                  <a:pt x="13745" y="13965"/>
                  <a:pt x="13745" y="14236"/>
                </a:cubicBezTo>
                <a:cubicBezTo>
                  <a:pt x="13745" y="14508"/>
                  <a:pt x="13966" y="14727"/>
                  <a:pt x="14236" y="14727"/>
                </a:cubicBezTo>
                <a:lnTo>
                  <a:pt x="18164" y="14727"/>
                </a:lnTo>
                <a:cubicBezTo>
                  <a:pt x="18434" y="14727"/>
                  <a:pt x="18655" y="14508"/>
                  <a:pt x="18655" y="14236"/>
                </a:cubicBezTo>
                <a:cubicBezTo>
                  <a:pt x="18655" y="13965"/>
                  <a:pt x="18434" y="13746"/>
                  <a:pt x="18164" y="13746"/>
                </a:cubicBezTo>
                <a:moveTo>
                  <a:pt x="16200" y="7855"/>
                </a:moveTo>
                <a:cubicBezTo>
                  <a:pt x="16471" y="7855"/>
                  <a:pt x="16691" y="7635"/>
                  <a:pt x="16691" y="7364"/>
                </a:cubicBezTo>
                <a:cubicBezTo>
                  <a:pt x="16691" y="7092"/>
                  <a:pt x="16471" y="6873"/>
                  <a:pt x="16200" y="6873"/>
                </a:cubicBezTo>
                <a:cubicBezTo>
                  <a:pt x="15929" y="6873"/>
                  <a:pt x="15709" y="7092"/>
                  <a:pt x="15709" y="7364"/>
                </a:cubicBezTo>
                <a:cubicBezTo>
                  <a:pt x="15709" y="7635"/>
                  <a:pt x="15929" y="7855"/>
                  <a:pt x="16200" y="7855"/>
                </a:cubicBezTo>
                <a:moveTo>
                  <a:pt x="18164" y="7855"/>
                </a:moveTo>
                <a:cubicBezTo>
                  <a:pt x="18434" y="7855"/>
                  <a:pt x="18655" y="7635"/>
                  <a:pt x="18655" y="7364"/>
                </a:cubicBezTo>
                <a:cubicBezTo>
                  <a:pt x="18655" y="7092"/>
                  <a:pt x="18434" y="6873"/>
                  <a:pt x="18164" y="6873"/>
                </a:cubicBezTo>
                <a:cubicBezTo>
                  <a:pt x="17893" y="6873"/>
                  <a:pt x="17673" y="7092"/>
                  <a:pt x="17673" y="7364"/>
                </a:cubicBezTo>
                <a:cubicBezTo>
                  <a:pt x="17673" y="7635"/>
                  <a:pt x="17893" y="7855"/>
                  <a:pt x="18164" y="7855"/>
                </a:cubicBezTo>
                <a:moveTo>
                  <a:pt x="18164" y="9818"/>
                </a:moveTo>
                <a:lnTo>
                  <a:pt x="14236" y="9818"/>
                </a:lnTo>
                <a:cubicBezTo>
                  <a:pt x="13966" y="9818"/>
                  <a:pt x="13745" y="10038"/>
                  <a:pt x="13745" y="10309"/>
                </a:cubicBezTo>
                <a:cubicBezTo>
                  <a:pt x="13745" y="10581"/>
                  <a:pt x="13966" y="10800"/>
                  <a:pt x="14236" y="10800"/>
                </a:cubicBezTo>
                <a:lnTo>
                  <a:pt x="18164" y="10800"/>
                </a:lnTo>
                <a:cubicBezTo>
                  <a:pt x="18434" y="10800"/>
                  <a:pt x="18655" y="10581"/>
                  <a:pt x="18655" y="10309"/>
                </a:cubicBezTo>
                <a:cubicBezTo>
                  <a:pt x="18655" y="10038"/>
                  <a:pt x="18434" y="9818"/>
                  <a:pt x="18164" y="9818"/>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33" name="Google Shape;933;p24"/>
          <p:cNvSpPr/>
          <p:nvPr/>
        </p:nvSpPr>
        <p:spPr>
          <a:xfrm>
            <a:off x="8941428" y="2578364"/>
            <a:ext cx="279328" cy="279328"/>
          </a:xfrm>
          <a:custGeom>
            <a:rect b="b" l="l" r="r" t="t"/>
            <a:pathLst>
              <a:path extrusionOk="0" h="21600" w="21600">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moveTo>
                  <a:pt x="16200" y="10309"/>
                </a:moveTo>
                <a:lnTo>
                  <a:pt x="11291" y="10309"/>
                </a:lnTo>
                <a:lnTo>
                  <a:pt x="11291" y="5401"/>
                </a:lnTo>
                <a:cubicBezTo>
                  <a:pt x="11291" y="5129"/>
                  <a:pt x="11071" y="4909"/>
                  <a:pt x="10800" y="4909"/>
                </a:cubicBezTo>
                <a:cubicBezTo>
                  <a:pt x="10529" y="4909"/>
                  <a:pt x="10309" y="5129"/>
                  <a:pt x="10309" y="5401"/>
                </a:cubicBezTo>
                <a:lnTo>
                  <a:pt x="10309" y="10309"/>
                </a:lnTo>
                <a:lnTo>
                  <a:pt x="5400" y="10309"/>
                </a:lnTo>
                <a:cubicBezTo>
                  <a:pt x="5129" y="10309"/>
                  <a:pt x="4909" y="10529"/>
                  <a:pt x="4909" y="10800"/>
                </a:cubicBezTo>
                <a:cubicBezTo>
                  <a:pt x="4909" y="11072"/>
                  <a:pt x="5129" y="11292"/>
                  <a:pt x="5400" y="11292"/>
                </a:cubicBezTo>
                <a:lnTo>
                  <a:pt x="10309" y="11292"/>
                </a:lnTo>
                <a:lnTo>
                  <a:pt x="10309" y="16200"/>
                </a:lnTo>
                <a:cubicBezTo>
                  <a:pt x="10309" y="16472"/>
                  <a:pt x="10529" y="16691"/>
                  <a:pt x="10800" y="16691"/>
                </a:cubicBezTo>
                <a:cubicBezTo>
                  <a:pt x="11071" y="16691"/>
                  <a:pt x="11291" y="16472"/>
                  <a:pt x="11291" y="16200"/>
                </a:cubicBezTo>
                <a:lnTo>
                  <a:pt x="11291" y="11292"/>
                </a:lnTo>
                <a:lnTo>
                  <a:pt x="16200" y="11292"/>
                </a:lnTo>
                <a:cubicBezTo>
                  <a:pt x="16471" y="11292"/>
                  <a:pt x="16691" y="11072"/>
                  <a:pt x="16691" y="10800"/>
                </a:cubicBezTo>
                <a:cubicBezTo>
                  <a:pt x="16691" y="10529"/>
                  <a:pt x="16471" y="10309"/>
                  <a:pt x="16200" y="1030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34" name="Google Shape;934;p24"/>
          <p:cNvSpPr/>
          <p:nvPr/>
        </p:nvSpPr>
        <p:spPr>
          <a:xfrm>
            <a:off x="9474689" y="2578364"/>
            <a:ext cx="279328" cy="279328"/>
          </a:xfrm>
          <a:custGeom>
            <a:rect b="b" l="l" r="r" t="t"/>
            <a:pathLst>
              <a:path extrusionOk="0" h="21600" w="21600">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5" y="0"/>
                  <a:pt x="0" y="4836"/>
                  <a:pt x="0" y="10800"/>
                </a:cubicBezTo>
                <a:cubicBezTo>
                  <a:pt x="0" y="16765"/>
                  <a:pt x="4835" y="21600"/>
                  <a:pt x="10800" y="21600"/>
                </a:cubicBezTo>
                <a:cubicBezTo>
                  <a:pt x="16765" y="21600"/>
                  <a:pt x="21600" y="16765"/>
                  <a:pt x="21600" y="10800"/>
                </a:cubicBezTo>
                <a:cubicBezTo>
                  <a:pt x="21600" y="4836"/>
                  <a:pt x="16765" y="0"/>
                  <a:pt x="10800" y="0"/>
                </a:cubicBezTo>
                <a:moveTo>
                  <a:pt x="16200" y="10309"/>
                </a:moveTo>
                <a:lnTo>
                  <a:pt x="5400" y="10309"/>
                </a:lnTo>
                <a:cubicBezTo>
                  <a:pt x="5129" y="10309"/>
                  <a:pt x="4909" y="10529"/>
                  <a:pt x="4909" y="10800"/>
                </a:cubicBezTo>
                <a:cubicBezTo>
                  <a:pt x="4909" y="11072"/>
                  <a:pt x="5129" y="11292"/>
                  <a:pt x="5400" y="11292"/>
                </a:cubicBezTo>
                <a:lnTo>
                  <a:pt x="16200" y="11292"/>
                </a:lnTo>
                <a:cubicBezTo>
                  <a:pt x="16471" y="11292"/>
                  <a:pt x="16691" y="11072"/>
                  <a:pt x="16691" y="10800"/>
                </a:cubicBezTo>
                <a:cubicBezTo>
                  <a:pt x="16691" y="10529"/>
                  <a:pt x="16471" y="10309"/>
                  <a:pt x="16200" y="1030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35" name="Google Shape;935;p24"/>
          <p:cNvSpPr/>
          <p:nvPr/>
        </p:nvSpPr>
        <p:spPr>
          <a:xfrm>
            <a:off x="10007950" y="2603758"/>
            <a:ext cx="279328" cy="228541"/>
          </a:xfrm>
          <a:custGeom>
            <a:rect b="b" l="l" r="r" t="t"/>
            <a:pathLst>
              <a:path extrusionOk="0" h="21600" w="21600">
                <a:moveTo>
                  <a:pt x="5400" y="6001"/>
                </a:moveTo>
                <a:lnTo>
                  <a:pt x="8345" y="6001"/>
                </a:lnTo>
                <a:cubicBezTo>
                  <a:pt x="8617" y="6001"/>
                  <a:pt x="8836" y="5732"/>
                  <a:pt x="8836" y="5400"/>
                </a:cubicBezTo>
                <a:cubicBezTo>
                  <a:pt x="8836" y="5069"/>
                  <a:pt x="8617" y="4800"/>
                  <a:pt x="8345" y="4800"/>
                </a:cubicBezTo>
                <a:lnTo>
                  <a:pt x="5400" y="4800"/>
                </a:lnTo>
                <a:cubicBezTo>
                  <a:pt x="5129" y="4800"/>
                  <a:pt x="4909" y="5069"/>
                  <a:pt x="4909" y="5400"/>
                </a:cubicBezTo>
                <a:cubicBezTo>
                  <a:pt x="4909" y="5732"/>
                  <a:pt x="5129" y="6001"/>
                  <a:pt x="5400" y="6001"/>
                </a:cubicBezTo>
                <a:moveTo>
                  <a:pt x="20618" y="20400"/>
                </a:moveTo>
                <a:lnTo>
                  <a:pt x="18655" y="20400"/>
                </a:lnTo>
                <a:lnTo>
                  <a:pt x="18655" y="18000"/>
                </a:lnTo>
                <a:cubicBezTo>
                  <a:pt x="18926" y="18000"/>
                  <a:pt x="19145" y="17732"/>
                  <a:pt x="19145" y="17400"/>
                </a:cubicBezTo>
                <a:cubicBezTo>
                  <a:pt x="19145" y="17069"/>
                  <a:pt x="18926" y="16801"/>
                  <a:pt x="18655" y="16801"/>
                </a:cubicBezTo>
                <a:lnTo>
                  <a:pt x="18655" y="3601"/>
                </a:lnTo>
                <a:lnTo>
                  <a:pt x="20618" y="3601"/>
                </a:lnTo>
                <a:cubicBezTo>
                  <a:pt x="20618" y="3601"/>
                  <a:pt x="20618" y="20400"/>
                  <a:pt x="20618" y="20400"/>
                </a:cubicBezTo>
                <a:close/>
                <a:moveTo>
                  <a:pt x="17673" y="16801"/>
                </a:moveTo>
                <a:cubicBezTo>
                  <a:pt x="17401" y="16801"/>
                  <a:pt x="17182" y="17069"/>
                  <a:pt x="17182" y="17400"/>
                </a:cubicBezTo>
                <a:cubicBezTo>
                  <a:pt x="17182" y="17732"/>
                  <a:pt x="17401" y="18000"/>
                  <a:pt x="17673" y="18000"/>
                </a:cubicBezTo>
                <a:lnTo>
                  <a:pt x="17673" y="20400"/>
                </a:lnTo>
                <a:lnTo>
                  <a:pt x="3927" y="20400"/>
                </a:lnTo>
                <a:lnTo>
                  <a:pt x="3927" y="18000"/>
                </a:lnTo>
                <a:cubicBezTo>
                  <a:pt x="4199" y="18000"/>
                  <a:pt x="4418" y="17732"/>
                  <a:pt x="4418" y="17400"/>
                </a:cubicBezTo>
                <a:cubicBezTo>
                  <a:pt x="4418" y="17069"/>
                  <a:pt x="4199" y="16801"/>
                  <a:pt x="3927" y="16801"/>
                </a:cubicBezTo>
                <a:lnTo>
                  <a:pt x="3927" y="3601"/>
                </a:lnTo>
                <a:lnTo>
                  <a:pt x="17673" y="3601"/>
                </a:lnTo>
                <a:cubicBezTo>
                  <a:pt x="17673" y="3601"/>
                  <a:pt x="17673" y="16801"/>
                  <a:pt x="17673" y="16801"/>
                </a:cubicBezTo>
                <a:close/>
                <a:moveTo>
                  <a:pt x="2945" y="16801"/>
                </a:moveTo>
                <a:cubicBezTo>
                  <a:pt x="2674" y="16801"/>
                  <a:pt x="2455" y="17069"/>
                  <a:pt x="2455" y="17400"/>
                </a:cubicBezTo>
                <a:cubicBezTo>
                  <a:pt x="2455" y="17732"/>
                  <a:pt x="2674" y="18000"/>
                  <a:pt x="2945" y="18000"/>
                </a:cubicBezTo>
                <a:lnTo>
                  <a:pt x="2945" y="20400"/>
                </a:lnTo>
                <a:lnTo>
                  <a:pt x="982" y="20400"/>
                </a:lnTo>
                <a:lnTo>
                  <a:pt x="982" y="3601"/>
                </a:lnTo>
                <a:lnTo>
                  <a:pt x="2945" y="3601"/>
                </a:lnTo>
                <a:cubicBezTo>
                  <a:pt x="2945" y="3601"/>
                  <a:pt x="2945" y="16801"/>
                  <a:pt x="2945" y="16801"/>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39" y="2400"/>
                  <a:pt x="0" y="2938"/>
                  <a:pt x="0" y="3601"/>
                </a:cubicBezTo>
                <a:lnTo>
                  <a:pt x="0" y="20400"/>
                </a:lnTo>
                <a:cubicBezTo>
                  <a:pt x="0" y="21063"/>
                  <a:pt x="439" y="21600"/>
                  <a:pt x="982" y="21600"/>
                </a:cubicBezTo>
                <a:lnTo>
                  <a:pt x="20618" y="21600"/>
                </a:lnTo>
                <a:cubicBezTo>
                  <a:pt x="21160" y="21600"/>
                  <a:pt x="21600" y="21063"/>
                  <a:pt x="21600" y="20400"/>
                </a:cubicBezTo>
                <a:lnTo>
                  <a:pt x="21600" y="3601"/>
                </a:lnTo>
                <a:cubicBezTo>
                  <a:pt x="21600" y="2938"/>
                  <a:pt x="21160" y="2400"/>
                  <a:pt x="20618" y="2400"/>
                </a:cubicBezTo>
                <a:moveTo>
                  <a:pt x="5400" y="8400"/>
                </a:moveTo>
                <a:lnTo>
                  <a:pt x="6382" y="8400"/>
                </a:lnTo>
                <a:cubicBezTo>
                  <a:pt x="6653" y="8400"/>
                  <a:pt x="6873" y="8132"/>
                  <a:pt x="6873" y="7800"/>
                </a:cubicBezTo>
                <a:cubicBezTo>
                  <a:pt x="6873" y="7469"/>
                  <a:pt x="6653" y="7200"/>
                  <a:pt x="6382" y="7200"/>
                </a:cubicBezTo>
                <a:lnTo>
                  <a:pt x="5400" y="7200"/>
                </a:lnTo>
                <a:cubicBezTo>
                  <a:pt x="5129" y="7200"/>
                  <a:pt x="4909" y="7469"/>
                  <a:pt x="4909" y="7800"/>
                </a:cubicBezTo>
                <a:cubicBezTo>
                  <a:pt x="4909" y="8132"/>
                  <a:pt x="5129" y="8400"/>
                  <a:pt x="5400" y="84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36" name="Google Shape;936;p24"/>
          <p:cNvSpPr/>
          <p:nvPr/>
        </p:nvSpPr>
        <p:spPr>
          <a:xfrm>
            <a:off x="10541211" y="2591061"/>
            <a:ext cx="279328" cy="253935"/>
          </a:xfrm>
          <a:custGeom>
            <a:rect b="b" l="l" r="r" t="t"/>
            <a:pathLst>
              <a:path extrusionOk="0" h="21600" w="21600">
                <a:moveTo>
                  <a:pt x="16691" y="20520"/>
                </a:moveTo>
                <a:lnTo>
                  <a:pt x="14727" y="20520"/>
                </a:lnTo>
                <a:lnTo>
                  <a:pt x="14727" y="18360"/>
                </a:lnTo>
                <a:cubicBezTo>
                  <a:pt x="14999" y="18360"/>
                  <a:pt x="15218" y="18119"/>
                  <a:pt x="15218" y="17820"/>
                </a:cubicBezTo>
                <a:cubicBezTo>
                  <a:pt x="15218" y="17522"/>
                  <a:pt x="14999" y="17280"/>
                  <a:pt x="14727" y="17280"/>
                </a:cubicBezTo>
                <a:lnTo>
                  <a:pt x="14727" y="7560"/>
                </a:lnTo>
                <a:lnTo>
                  <a:pt x="16691" y="7560"/>
                </a:lnTo>
                <a:cubicBezTo>
                  <a:pt x="16691" y="7560"/>
                  <a:pt x="16691" y="20520"/>
                  <a:pt x="16691" y="20520"/>
                </a:cubicBezTo>
                <a:close/>
                <a:moveTo>
                  <a:pt x="13745" y="17280"/>
                </a:moveTo>
                <a:cubicBezTo>
                  <a:pt x="13474" y="17280"/>
                  <a:pt x="13255" y="17522"/>
                  <a:pt x="13255" y="17820"/>
                </a:cubicBezTo>
                <a:cubicBezTo>
                  <a:pt x="13255" y="18119"/>
                  <a:pt x="13474" y="18360"/>
                  <a:pt x="13745" y="18360"/>
                </a:cubicBezTo>
                <a:lnTo>
                  <a:pt x="13745" y="20520"/>
                </a:lnTo>
                <a:lnTo>
                  <a:pt x="3927" y="20520"/>
                </a:lnTo>
                <a:lnTo>
                  <a:pt x="3927" y="18360"/>
                </a:lnTo>
                <a:cubicBezTo>
                  <a:pt x="4199" y="18360"/>
                  <a:pt x="4418" y="18119"/>
                  <a:pt x="4418" y="17820"/>
                </a:cubicBezTo>
                <a:cubicBezTo>
                  <a:pt x="4418" y="17522"/>
                  <a:pt x="4199" y="17280"/>
                  <a:pt x="3927" y="17280"/>
                </a:cubicBezTo>
                <a:lnTo>
                  <a:pt x="3927" y="7560"/>
                </a:lnTo>
                <a:lnTo>
                  <a:pt x="13745" y="7560"/>
                </a:lnTo>
                <a:cubicBezTo>
                  <a:pt x="13745" y="7560"/>
                  <a:pt x="13745" y="17280"/>
                  <a:pt x="13745" y="17280"/>
                </a:cubicBezTo>
                <a:close/>
                <a:moveTo>
                  <a:pt x="2945" y="17280"/>
                </a:moveTo>
                <a:cubicBezTo>
                  <a:pt x="2674" y="17280"/>
                  <a:pt x="2455" y="17522"/>
                  <a:pt x="2455" y="17820"/>
                </a:cubicBezTo>
                <a:cubicBezTo>
                  <a:pt x="2455" y="18119"/>
                  <a:pt x="2674" y="18360"/>
                  <a:pt x="2945" y="18360"/>
                </a:cubicBezTo>
                <a:lnTo>
                  <a:pt x="2945" y="20520"/>
                </a:lnTo>
                <a:lnTo>
                  <a:pt x="982" y="20520"/>
                </a:lnTo>
                <a:lnTo>
                  <a:pt x="982" y="7560"/>
                </a:lnTo>
                <a:lnTo>
                  <a:pt x="2945" y="7560"/>
                </a:lnTo>
                <a:cubicBezTo>
                  <a:pt x="2945" y="7560"/>
                  <a:pt x="2945" y="17280"/>
                  <a:pt x="2945" y="17280"/>
                </a:cubicBezTo>
                <a:close/>
                <a:moveTo>
                  <a:pt x="7855" y="5400"/>
                </a:moveTo>
                <a:lnTo>
                  <a:pt x="9818" y="5400"/>
                </a:lnTo>
                <a:cubicBezTo>
                  <a:pt x="10360" y="5400"/>
                  <a:pt x="10800" y="5884"/>
                  <a:pt x="10800" y="6481"/>
                </a:cubicBezTo>
                <a:lnTo>
                  <a:pt x="6873" y="6481"/>
                </a:lnTo>
                <a:cubicBezTo>
                  <a:pt x="6873" y="5884"/>
                  <a:pt x="7313" y="5400"/>
                  <a:pt x="7855" y="5400"/>
                </a:cubicBezTo>
                <a:moveTo>
                  <a:pt x="16691" y="6481"/>
                </a:moveTo>
                <a:lnTo>
                  <a:pt x="11782" y="6481"/>
                </a:lnTo>
                <a:cubicBezTo>
                  <a:pt x="11782" y="5287"/>
                  <a:pt x="10903" y="4321"/>
                  <a:pt x="9818" y="4321"/>
                </a:cubicBezTo>
                <a:lnTo>
                  <a:pt x="7855" y="4321"/>
                </a:lnTo>
                <a:cubicBezTo>
                  <a:pt x="6770" y="4321"/>
                  <a:pt x="5891" y="5287"/>
                  <a:pt x="5891" y="6481"/>
                </a:cubicBezTo>
                <a:lnTo>
                  <a:pt x="982" y="6481"/>
                </a:lnTo>
                <a:cubicBezTo>
                  <a:pt x="440" y="6481"/>
                  <a:pt x="0" y="6964"/>
                  <a:pt x="0" y="7560"/>
                </a:cubicBezTo>
                <a:lnTo>
                  <a:pt x="0" y="20520"/>
                </a:lnTo>
                <a:cubicBezTo>
                  <a:pt x="0" y="21116"/>
                  <a:pt x="440" y="21600"/>
                  <a:pt x="982" y="21600"/>
                </a:cubicBezTo>
                <a:lnTo>
                  <a:pt x="16691" y="21600"/>
                </a:lnTo>
                <a:cubicBezTo>
                  <a:pt x="17233" y="21600"/>
                  <a:pt x="17673" y="21116"/>
                  <a:pt x="17673" y="20520"/>
                </a:cubicBezTo>
                <a:lnTo>
                  <a:pt x="17673" y="7560"/>
                </a:lnTo>
                <a:cubicBezTo>
                  <a:pt x="17673" y="6964"/>
                  <a:pt x="17233" y="6481"/>
                  <a:pt x="16691" y="6481"/>
                </a:cubicBezTo>
                <a:moveTo>
                  <a:pt x="10800" y="2161"/>
                </a:moveTo>
                <a:cubicBezTo>
                  <a:pt x="10800" y="1564"/>
                  <a:pt x="11240" y="1080"/>
                  <a:pt x="11782" y="1080"/>
                </a:cubicBezTo>
                <a:lnTo>
                  <a:pt x="13745" y="1080"/>
                </a:lnTo>
                <a:cubicBezTo>
                  <a:pt x="14287" y="1080"/>
                  <a:pt x="14727" y="1564"/>
                  <a:pt x="14727" y="2161"/>
                </a:cubicBezTo>
                <a:cubicBezTo>
                  <a:pt x="14727" y="2161"/>
                  <a:pt x="10800" y="2161"/>
                  <a:pt x="10800" y="2161"/>
                </a:cubicBezTo>
                <a:close/>
                <a:moveTo>
                  <a:pt x="20618" y="2161"/>
                </a:moveTo>
                <a:lnTo>
                  <a:pt x="15709" y="2161"/>
                </a:lnTo>
                <a:cubicBezTo>
                  <a:pt x="15709" y="967"/>
                  <a:pt x="14830" y="0"/>
                  <a:pt x="13745" y="0"/>
                </a:cubicBezTo>
                <a:lnTo>
                  <a:pt x="11782" y="0"/>
                </a:lnTo>
                <a:cubicBezTo>
                  <a:pt x="10697" y="0"/>
                  <a:pt x="9818" y="967"/>
                  <a:pt x="9818" y="2161"/>
                </a:cubicBezTo>
                <a:lnTo>
                  <a:pt x="4909" y="2161"/>
                </a:lnTo>
                <a:cubicBezTo>
                  <a:pt x="4367" y="2161"/>
                  <a:pt x="3927" y="2644"/>
                  <a:pt x="3927" y="3240"/>
                </a:cubicBezTo>
                <a:lnTo>
                  <a:pt x="3927" y="4860"/>
                </a:lnTo>
                <a:cubicBezTo>
                  <a:pt x="3927" y="5159"/>
                  <a:pt x="4147" y="5400"/>
                  <a:pt x="4418" y="5400"/>
                </a:cubicBezTo>
                <a:cubicBezTo>
                  <a:pt x="4690" y="5400"/>
                  <a:pt x="4909" y="5159"/>
                  <a:pt x="4909" y="4860"/>
                </a:cubicBezTo>
                <a:lnTo>
                  <a:pt x="4909" y="3240"/>
                </a:lnTo>
                <a:lnTo>
                  <a:pt x="20618" y="3240"/>
                </a:lnTo>
                <a:lnTo>
                  <a:pt x="20618" y="16201"/>
                </a:lnTo>
                <a:lnTo>
                  <a:pt x="19145" y="16201"/>
                </a:lnTo>
                <a:cubicBezTo>
                  <a:pt x="18874" y="16201"/>
                  <a:pt x="18655" y="16442"/>
                  <a:pt x="18655" y="16740"/>
                </a:cubicBezTo>
                <a:cubicBezTo>
                  <a:pt x="18655" y="17039"/>
                  <a:pt x="18874" y="17280"/>
                  <a:pt x="19145" y="17280"/>
                </a:cubicBezTo>
                <a:lnTo>
                  <a:pt x="20618" y="17280"/>
                </a:lnTo>
                <a:cubicBezTo>
                  <a:pt x="21160" y="17280"/>
                  <a:pt x="21600" y="16796"/>
                  <a:pt x="21600" y="16201"/>
                </a:cubicBezTo>
                <a:lnTo>
                  <a:pt x="21600" y="3240"/>
                </a:lnTo>
                <a:cubicBezTo>
                  <a:pt x="21600" y="2644"/>
                  <a:pt x="21160" y="2161"/>
                  <a:pt x="20618" y="2161"/>
                </a:cubicBezTo>
                <a:moveTo>
                  <a:pt x="5400" y="11881"/>
                </a:moveTo>
                <a:lnTo>
                  <a:pt x="6382" y="11881"/>
                </a:lnTo>
                <a:cubicBezTo>
                  <a:pt x="6653" y="11881"/>
                  <a:pt x="6873" y="11639"/>
                  <a:pt x="6873" y="11341"/>
                </a:cubicBezTo>
                <a:cubicBezTo>
                  <a:pt x="6873" y="11042"/>
                  <a:pt x="6653" y="10800"/>
                  <a:pt x="6382" y="10800"/>
                </a:cubicBezTo>
                <a:lnTo>
                  <a:pt x="5400" y="10800"/>
                </a:lnTo>
                <a:cubicBezTo>
                  <a:pt x="5129" y="10800"/>
                  <a:pt x="4909" y="11042"/>
                  <a:pt x="4909" y="11341"/>
                </a:cubicBezTo>
                <a:cubicBezTo>
                  <a:pt x="4909" y="11639"/>
                  <a:pt x="5129" y="11881"/>
                  <a:pt x="5400" y="11881"/>
                </a:cubicBezTo>
                <a:moveTo>
                  <a:pt x="5400" y="9720"/>
                </a:moveTo>
                <a:lnTo>
                  <a:pt x="8345" y="9720"/>
                </a:lnTo>
                <a:cubicBezTo>
                  <a:pt x="8617" y="9720"/>
                  <a:pt x="8836" y="9479"/>
                  <a:pt x="8836" y="9181"/>
                </a:cubicBezTo>
                <a:cubicBezTo>
                  <a:pt x="8836" y="8882"/>
                  <a:pt x="8617" y="8640"/>
                  <a:pt x="8345" y="8640"/>
                </a:cubicBezTo>
                <a:lnTo>
                  <a:pt x="5400" y="8640"/>
                </a:lnTo>
                <a:cubicBezTo>
                  <a:pt x="5129" y="8640"/>
                  <a:pt x="4909" y="8882"/>
                  <a:pt x="4909" y="9181"/>
                </a:cubicBezTo>
                <a:cubicBezTo>
                  <a:pt x="4909" y="9479"/>
                  <a:pt x="5129" y="9720"/>
                  <a:pt x="5400" y="972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37" name="Google Shape;937;p24"/>
          <p:cNvSpPr/>
          <p:nvPr/>
        </p:nvSpPr>
        <p:spPr>
          <a:xfrm>
            <a:off x="11074472" y="2603758"/>
            <a:ext cx="279328" cy="228541"/>
          </a:xfrm>
          <a:custGeom>
            <a:rect b="b" l="l" r="r" t="t"/>
            <a:pathLst>
              <a:path extrusionOk="0" h="21600" w="21600">
                <a:moveTo>
                  <a:pt x="20618" y="9600"/>
                </a:moveTo>
                <a:lnTo>
                  <a:pt x="17673" y="9600"/>
                </a:lnTo>
                <a:lnTo>
                  <a:pt x="17673" y="8400"/>
                </a:lnTo>
                <a:cubicBezTo>
                  <a:pt x="17673" y="7738"/>
                  <a:pt x="17233" y="7200"/>
                  <a:pt x="16691" y="7200"/>
                </a:cubicBezTo>
                <a:lnTo>
                  <a:pt x="14727" y="7200"/>
                </a:lnTo>
                <a:cubicBezTo>
                  <a:pt x="14186" y="7200"/>
                  <a:pt x="13745" y="7738"/>
                  <a:pt x="13745" y="8400"/>
                </a:cubicBezTo>
                <a:lnTo>
                  <a:pt x="13745" y="9600"/>
                </a:lnTo>
                <a:lnTo>
                  <a:pt x="7855" y="9600"/>
                </a:lnTo>
                <a:lnTo>
                  <a:pt x="7855" y="8400"/>
                </a:lnTo>
                <a:cubicBezTo>
                  <a:pt x="7855" y="7738"/>
                  <a:pt x="7414" y="7200"/>
                  <a:pt x="6873" y="7200"/>
                </a:cubicBezTo>
                <a:lnTo>
                  <a:pt x="4909" y="7200"/>
                </a:lnTo>
                <a:cubicBezTo>
                  <a:pt x="4367" y="7200"/>
                  <a:pt x="3927" y="7738"/>
                  <a:pt x="3927" y="8400"/>
                </a:cubicBezTo>
                <a:lnTo>
                  <a:pt x="3927" y="9600"/>
                </a:lnTo>
                <a:lnTo>
                  <a:pt x="982" y="9600"/>
                </a:lnTo>
                <a:lnTo>
                  <a:pt x="982" y="3601"/>
                </a:lnTo>
                <a:lnTo>
                  <a:pt x="20618" y="3601"/>
                </a:lnTo>
                <a:cubicBezTo>
                  <a:pt x="20618" y="3601"/>
                  <a:pt x="20618" y="9600"/>
                  <a:pt x="20618" y="9600"/>
                </a:cubicBezTo>
                <a:close/>
                <a:moveTo>
                  <a:pt x="14727" y="8400"/>
                </a:moveTo>
                <a:lnTo>
                  <a:pt x="16691" y="8400"/>
                </a:lnTo>
                <a:lnTo>
                  <a:pt x="16691" y="12001"/>
                </a:lnTo>
                <a:lnTo>
                  <a:pt x="14727" y="12001"/>
                </a:lnTo>
                <a:cubicBezTo>
                  <a:pt x="14727" y="12001"/>
                  <a:pt x="14727" y="8400"/>
                  <a:pt x="14727" y="8400"/>
                </a:cubicBezTo>
                <a:close/>
                <a:moveTo>
                  <a:pt x="4909" y="8400"/>
                </a:moveTo>
                <a:lnTo>
                  <a:pt x="6873" y="8400"/>
                </a:lnTo>
                <a:lnTo>
                  <a:pt x="6873" y="12001"/>
                </a:lnTo>
                <a:lnTo>
                  <a:pt x="4909" y="12001"/>
                </a:lnTo>
                <a:cubicBezTo>
                  <a:pt x="4909" y="12001"/>
                  <a:pt x="4909" y="8400"/>
                  <a:pt x="4909" y="8400"/>
                </a:cubicBezTo>
                <a:close/>
                <a:moveTo>
                  <a:pt x="19636" y="20400"/>
                </a:moveTo>
                <a:lnTo>
                  <a:pt x="1964" y="20400"/>
                </a:lnTo>
                <a:lnTo>
                  <a:pt x="1964" y="10800"/>
                </a:lnTo>
                <a:lnTo>
                  <a:pt x="3927" y="10800"/>
                </a:lnTo>
                <a:lnTo>
                  <a:pt x="3927" y="12001"/>
                </a:lnTo>
                <a:cubicBezTo>
                  <a:pt x="3927" y="12662"/>
                  <a:pt x="4367" y="13200"/>
                  <a:pt x="4909" y="13200"/>
                </a:cubicBezTo>
                <a:lnTo>
                  <a:pt x="6873" y="13200"/>
                </a:lnTo>
                <a:cubicBezTo>
                  <a:pt x="7414" y="13200"/>
                  <a:pt x="7855" y="12662"/>
                  <a:pt x="7855" y="12001"/>
                </a:cubicBezTo>
                <a:lnTo>
                  <a:pt x="7855" y="10800"/>
                </a:lnTo>
                <a:lnTo>
                  <a:pt x="13745" y="10800"/>
                </a:lnTo>
                <a:lnTo>
                  <a:pt x="13745" y="12001"/>
                </a:lnTo>
                <a:cubicBezTo>
                  <a:pt x="13745" y="12662"/>
                  <a:pt x="14186" y="13200"/>
                  <a:pt x="14727" y="13200"/>
                </a:cubicBezTo>
                <a:lnTo>
                  <a:pt x="16691" y="13200"/>
                </a:lnTo>
                <a:cubicBezTo>
                  <a:pt x="17233" y="13200"/>
                  <a:pt x="17673" y="12662"/>
                  <a:pt x="17673" y="12001"/>
                </a:cubicBezTo>
                <a:lnTo>
                  <a:pt x="17673" y="10800"/>
                </a:lnTo>
                <a:lnTo>
                  <a:pt x="19636" y="10800"/>
                </a:lnTo>
                <a:cubicBezTo>
                  <a:pt x="19636" y="10800"/>
                  <a:pt x="19636" y="20400"/>
                  <a:pt x="19636" y="20400"/>
                </a:cubicBezTo>
                <a:close/>
                <a:moveTo>
                  <a:pt x="8836" y="1200"/>
                </a:moveTo>
                <a:lnTo>
                  <a:pt x="12764" y="1200"/>
                </a:lnTo>
                <a:cubicBezTo>
                  <a:pt x="13305" y="1200"/>
                  <a:pt x="13745" y="1738"/>
                  <a:pt x="13745" y="2400"/>
                </a:cubicBezTo>
                <a:lnTo>
                  <a:pt x="7855" y="2400"/>
                </a:lnTo>
                <a:cubicBezTo>
                  <a:pt x="7855" y="1738"/>
                  <a:pt x="8295" y="1200"/>
                  <a:pt x="8836" y="1200"/>
                </a:cubicBezTo>
                <a:moveTo>
                  <a:pt x="20618" y="2400"/>
                </a:moveTo>
                <a:lnTo>
                  <a:pt x="14727" y="2400"/>
                </a:lnTo>
                <a:cubicBezTo>
                  <a:pt x="14727" y="1075"/>
                  <a:pt x="13848" y="0"/>
                  <a:pt x="12764" y="0"/>
                </a:cubicBezTo>
                <a:lnTo>
                  <a:pt x="8836" y="0"/>
                </a:lnTo>
                <a:cubicBezTo>
                  <a:pt x="7752" y="0"/>
                  <a:pt x="6873" y="1075"/>
                  <a:pt x="6873" y="2400"/>
                </a:cubicBezTo>
                <a:lnTo>
                  <a:pt x="982" y="2400"/>
                </a:lnTo>
                <a:cubicBezTo>
                  <a:pt x="440" y="2400"/>
                  <a:pt x="0" y="2938"/>
                  <a:pt x="0" y="3601"/>
                </a:cubicBezTo>
                <a:lnTo>
                  <a:pt x="0" y="9600"/>
                </a:lnTo>
                <a:cubicBezTo>
                  <a:pt x="0" y="10262"/>
                  <a:pt x="440" y="10800"/>
                  <a:pt x="982" y="10800"/>
                </a:cubicBezTo>
                <a:lnTo>
                  <a:pt x="982" y="20400"/>
                </a:lnTo>
                <a:cubicBezTo>
                  <a:pt x="982" y="21062"/>
                  <a:pt x="1422" y="21600"/>
                  <a:pt x="1964" y="21600"/>
                </a:cubicBezTo>
                <a:lnTo>
                  <a:pt x="19636" y="21600"/>
                </a:lnTo>
                <a:cubicBezTo>
                  <a:pt x="20178" y="21600"/>
                  <a:pt x="20618" y="21062"/>
                  <a:pt x="20618" y="20400"/>
                </a:cubicBezTo>
                <a:lnTo>
                  <a:pt x="20618" y="10800"/>
                </a:lnTo>
                <a:cubicBezTo>
                  <a:pt x="21160" y="10800"/>
                  <a:pt x="21600" y="10262"/>
                  <a:pt x="21600" y="9600"/>
                </a:cubicBezTo>
                <a:lnTo>
                  <a:pt x="21600" y="3601"/>
                </a:lnTo>
                <a:cubicBezTo>
                  <a:pt x="21600" y="2938"/>
                  <a:pt x="21160" y="2400"/>
                  <a:pt x="20618" y="24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38" name="Google Shape;938;p24"/>
          <p:cNvSpPr/>
          <p:nvPr/>
        </p:nvSpPr>
        <p:spPr>
          <a:xfrm>
            <a:off x="6275122" y="3111625"/>
            <a:ext cx="279460" cy="279453"/>
          </a:xfrm>
          <a:custGeom>
            <a:rect b="b" l="l" r="r" t="t"/>
            <a:pathLst>
              <a:path extrusionOk="0" h="21410" w="2141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39" name="Google Shape;939;p24"/>
          <p:cNvSpPr/>
          <p:nvPr/>
        </p:nvSpPr>
        <p:spPr>
          <a:xfrm>
            <a:off x="6808384" y="3111625"/>
            <a:ext cx="279328" cy="279328"/>
          </a:xfrm>
          <a:custGeom>
            <a:rect b="b" l="l" r="r" t="t"/>
            <a:pathLst>
              <a:path extrusionOk="0" h="21600" w="21600">
                <a:moveTo>
                  <a:pt x="10800" y="10309"/>
                </a:moveTo>
                <a:cubicBezTo>
                  <a:pt x="10800" y="10581"/>
                  <a:pt x="10580" y="10800"/>
                  <a:pt x="10309" y="10800"/>
                </a:cubicBezTo>
                <a:cubicBezTo>
                  <a:pt x="10038" y="10800"/>
                  <a:pt x="9818" y="10581"/>
                  <a:pt x="9818" y="10309"/>
                </a:cubicBezTo>
                <a:cubicBezTo>
                  <a:pt x="9818" y="10038"/>
                  <a:pt x="10038" y="9818"/>
                  <a:pt x="10309" y="9818"/>
                </a:cubicBezTo>
                <a:cubicBezTo>
                  <a:pt x="10580" y="9818"/>
                  <a:pt x="10800" y="10038"/>
                  <a:pt x="10800" y="10309"/>
                </a:cubicBezTo>
                <a:moveTo>
                  <a:pt x="20618" y="20618"/>
                </a:moveTo>
                <a:lnTo>
                  <a:pt x="18655" y="20618"/>
                </a:lnTo>
                <a:lnTo>
                  <a:pt x="18655" y="19145"/>
                </a:lnTo>
                <a:cubicBezTo>
                  <a:pt x="18655" y="18875"/>
                  <a:pt x="18434" y="18655"/>
                  <a:pt x="18164" y="18655"/>
                </a:cubicBezTo>
                <a:lnTo>
                  <a:pt x="16691" y="18655"/>
                </a:lnTo>
                <a:lnTo>
                  <a:pt x="16691" y="17182"/>
                </a:lnTo>
                <a:cubicBezTo>
                  <a:pt x="16691" y="16911"/>
                  <a:pt x="16471" y="16691"/>
                  <a:pt x="16200" y="16691"/>
                </a:cubicBezTo>
                <a:lnTo>
                  <a:pt x="14441" y="16691"/>
                </a:lnTo>
                <a:lnTo>
                  <a:pt x="12850" y="15086"/>
                </a:lnTo>
                <a:cubicBezTo>
                  <a:pt x="12761" y="14997"/>
                  <a:pt x="12639" y="14943"/>
                  <a:pt x="12503" y="14943"/>
                </a:cubicBezTo>
                <a:cubicBezTo>
                  <a:pt x="12356" y="14943"/>
                  <a:pt x="12228" y="15010"/>
                  <a:pt x="12138" y="15113"/>
                </a:cubicBezTo>
                <a:lnTo>
                  <a:pt x="11833" y="15418"/>
                </a:lnTo>
                <a:cubicBezTo>
                  <a:pt x="11450" y="15801"/>
                  <a:pt x="10829" y="15801"/>
                  <a:pt x="10445" y="15418"/>
                </a:cubicBezTo>
                <a:lnTo>
                  <a:pt x="6167" y="11139"/>
                </a:lnTo>
                <a:cubicBezTo>
                  <a:pt x="5784" y="10756"/>
                  <a:pt x="5784" y="10136"/>
                  <a:pt x="6167" y="9752"/>
                </a:cubicBezTo>
                <a:lnTo>
                  <a:pt x="9752" y="6167"/>
                </a:lnTo>
                <a:cubicBezTo>
                  <a:pt x="10135" y="5784"/>
                  <a:pt x="10756" y="5784"/>
                  <a:pt x="11139" y="6167"/>
                </a:cubicBezTo>
                <a:lnTo>
                  <a:pt x="11761" y="6789"/>
                </a:lnTo>
                <a:cubicBezTo>
                  <a:pt x="11699" y="7609"/>
                  <a:pt x="11457" y="8377"/>
                  <a:pt x="11069" y="9054"/>
                </a:cubicBezTo>
                <a:cubicBezTo>
                  <a:pt x="10847" y="8919"/>
                  <a:pt x="10588" y="8837"/>
                  <a:pt x="10309" y="8837"/>
                </a:cubicBezTo>
                <a:cubicBezTo>
                  <a:pt x="9496" y="8837"/>
                  <a:pt x="8836" y="9496"/>
                  <a:pt x="8836" y="10309"/>
                </a:cubicBezTo>
                <a:cubicBezTo>
                  <a:pt x="8836" y="11123"/>
                  <a:pt x="9496" y="11782"/>
                  <a:pt x="10309" y="11782"/>
                </a:cubicBezTo>
                <a:cubicBezTo>
                  <a:pt x="11123" y="11782"/>
                  <a:pt x="11782" y="11123"/>
                  <a:pt x="11782" y="10309"/>
                </a:cubicBezTo>
                <a:cubicBezTo>
                  <a:pt x="11782" y="10156"/>
                  <a:pt x="11752" y="10012"/>
                  <a:pt x="11709" y="9873"/>
                </a:cubicBezTo>
                <a:cubicBezTo>
                  <a:pt x="12146" y="9210"/>
                  <a:pt x="12466" y="8463"/>
                  <a:pt x="12631" y="7659"/>
                </a:cubicBezTo>
                <a:lnTo>
                  <a:pt x="15417" y="10446"/>
                </a:lnTo>
                <a:cubicBezTo>
                  <a:pt x="15800" y="10829"/>
                  <a:pt x="15800" y="11450"/>
                  <a:pt x="15417" y="11833"/>
                </a:cubicBezTo>
                <a:lnTo>
                  <a:pt x="15128" y="12122"/>
                </a:lnTo>
                <a:cubicBezTo>
                  <a:pt x="15025" y="12213"/>
                  <a:pt x="14957" y="12341"/>
                  <a:pt x="14957" y="12487"/>
                </a:cubicBezTo>
                <a:cubicBezTo>
                  <a:pt x="14957" y="12623"/>
                  <a:pt x="15013" y="12746"/>
                  <a:pt x="15101" y="12835"/>
                </a:cubicBezTo>
                <a:lnTo>
                  <a:pt x="20618" y="18367"/>
                </a:lnTo>
                <a:cubicBezTo>
                  <a:pt x="20618" y="18367"/>
                  <a:pt x="20618" y="20618"/>
                  <a:pt x="20618" y="20618"/>
                </a:cubicBezTo>
                <a:close/>
                <a:moveTo>
                  <a:pt x="5343" y="11673"/>
                </a:moveTo>
                <a:cubicBezTo>
                  <a:pt x="2859" y="11190"/>
                  <a:pt x="982" y="9008"/>
                  <a:pt x="982" y="6383"/>
                </a:cubicBezTo>
                <a:cubicBezTo>
                  <a:pt x="982" y="3400"/>
                  <a:pt x="3399" y="982"/>
                  <a:pt x="6382" y="982"/>
                </a:cubicBezTo>
                <a:cubicBezTo>
                  <a:pt x="9011" y="982"/>
                  <a:pt x="11198" y="2862"/>
                  <a:pt x="11681" y="5349"/>
                </a:cubicBezTo>
                <a:cubicBezTo>
                  <a:pt x="10910" y="4719"/>
                  <a:pt x="9777" y="4755"/>
                  <a:pt x="9058" y="5473"/>
                </a:cubicBezTo>
                <a:lnTo>
                  <a:pt x="5474" y="9058"/>
                </a:lnTo>
                <a:cubicBezTo>
                  <a:pt x="4757" y="9775"/>
                  <a:pt x="4719" y="10904"/>
                  <a:pt x="5343" y="11673"/>
                </a:cubicBezTo>
                <a:moveTo>
                  <a:pt x="21456" y="17817"/>
                </a:moveTo>
                <a:lnTo>
                  <a:pt x="16142" y="12488"/>
                </a:lnTo>
                <a:cubicBezTo>
                  <a:pt x="16874" y="11720"/>
                  <a:pt x="16865" y="10507"/>
                  <a:pt x="16111" y="9752"/>
                </a:cubicBezTo>
                <a:lnTo>
                  <a:pt x="12763" y="6404"/>
                </a:lnTo>
                <a:cubicBezTo>
                  <a:pt x="12763" y="6396"/>
                  <a:pt x="12764" y="6389"/>
                  <a:pt x="12764" y="6383"/>
                </a:cubicBezTo>
                <a:cubicBezTo>
                  <a:pt x="12764" y="2857"/>
                  <a:pt x="9907" y="0"/>
                  <a:pt x="6382" y="0"/>
                </a:cubicBezTo>
                <a:cubicBezTo>
                  <a:pt x="2857" y="0"/>
                  <a:pt x="0" y="2857"/>
                  <a:pt x="0" y="6383"/>
                </a:cubicBezTo>
                <a:cubicBezTo>
                  <a:pt x="0" y="9907"/>
                  <a:pt x="2857" y="12764"/>
                  <a:pt x="6382" y="12764"/>
                </a:cubicBezTo>
                <a:cubicBezTo>
                  <a:pt x="6389" y="12764"/>
                  <a:pt x="6396" y="12763"/>
                  <a:pt x="6403" y="12763"/>
                </a:cubicBezTo>
                <a:lnTo>
                  <a:pt x="9752" y="16111"/>
                </a:lnTo>
                <a:cubicBezTo>
                  <a:pt x="10511" y="16870"/>
                  <a:pt x="11735" y="16875"/>
                  <a:pt x="12503" y="16130"/>
                </a:cubicBezTo>
                <a:lnTo>
                  <a:pt x="13889" y="17529"/>
                </a:lnTo>
                <a:cubicBezTo>
                  <a:pt x="13978" y="17618"/>
                  <a:pt x="14101" y="17673"/>
                  <a:pt x="14236" y="17673"/>
                </a:cubicBezTo>
                <a:lnTo>
                  <a:pt x="15709" y="17673"/>
                </a:lnTo>
                <a:lnTo>
                  <a:pt x="15709" y="19145"/>
                </a:lnTo>
                <a:cubicBezTo>
                  <a:pt x="15709" y="19417"/>
                  <a:pt x="15929" y="19636"/>
                  <a:pt x="16200" y="19636"/>
                </a:cubicBezTo>
                <a:lnTo>
                  <a:pt x="17673" y="19636"/>
                </a:lnTo>
                <a:lnTo>
                  <a:pt x="17673" y="21109"/>
                </a:lnTo>
                <a:cubicBezTo>
                  <a:pt x="17673" y="21381"/>
                  <a:pt x="17893" y="21600"/>
                  <a:pt x="18164" y="21600"/>
                </a:cubicBezTo>
                <a:lnTo>
                  <a:pt x="21109" y="21600"/>
                </a:lnTo>
                <a:cubicBezTo>
                  <a:pt x="21380" y="21600"/>
                  <a:pt x="21600" y="21381"/>
                  <a:pt x="21600" y="21109"/>
                </a:cubicBezTo>
                <a:lnTo>
                  <a:pt x="21600" y="18164"/>
                </a:lnTo>
                <a:cubicBezTo>
                  <a:pt x="21600" y="18029"/>
                  <a:pt x="21545" y="17906"/>
                  <a:pt x="21456" y="17817"/>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40" name="Google Shape;940;p24"/>
          <p:cNvSpPr/>
          <p:nvPr/>
        </p:nvSpPr>
        <p:spPr>
          <a:xfrm>
            <a:off x="7341645" y="3137018"/>
            <a:ext cx="279328" cy="228532"/>
          </a:xfrm>
          <a:custGeom>
            <a:rect b="b" l="l" r="r" t="t"/>
            <a:pathLst>
              <a:path extrusionOk="0" h="21600" w="21600">
                <a:moveTo>
                  <a:pt x="19636" y="20400"/>
                </a:moveTo>
                <a:lnTo>
                  <a:pt x="1964" y="20400"/>
                </a:lnTo>
                <a:cubicBezTo>
                  <a:pt x="1422" y="20400"/>
                  <a:pt x="982" y="19862"/>
                  <a:pt x="982" y="19200"/>
                </a:cubicBezTo>
                <a:cubicBezTo>
                  <a:pt x="982" y="18538"/>
                  <a:pt x="1422" y="18000"/>
                  <a:pt x="1964" y="18000"/>
                </a:cubicBezTo>
                <a:lnTo>
                  <a:pt x="19636" y="18000"/>
                </a:lnTo>
                <a:cubicBezTo>
                  <a:pt x="20178" y="18000"/>
                  <a:pt x="20618" y="18538"/>
                  <a:pt x="20618" y="19200"/>
                </a:cubicBezTo>
                <a:cubicBezTo>
                  <a:pt x="20618" y="19862"/>
                  <a:pt x="20178" y="20400"/>
                  <a:pt x="19636" y="20400"/>
                </a:cubicBezTo>
                <a:moveTo>
                  <a:pt x="19636" y="16800"/>
                </a:moveTo>
                <a:lnTo>
                  <a:pt x="1964" y="16800"/>
                </a:lnTo>
                <a:cubicBezTo>
                  <a:pt x="879" y="16800"/>
                  <a:pt x="0" y="17874"/>
                  <a:pt x="0" y="19200"/>
                </a:cubicBezTo>
                <a:cubicBezTo>
                  <a:pt x="0" y="20526"/>
                  <a:pt x="879" y="21600"/>
                  <a:pt x="1964" y="21600"/>
                </a:cubicBezTo>
                <a:lnTo>
                  <a:pt x="19636" y="21600"/>
                </a:lnTo>
                <a:cubicBezTo>
                  <a:pt x="20721" y="21600"/>
                  <a:pt x="21600" y="20526"/>
                  <a:pt x="21600" y="19200"/>
                </a:cubicBezTo>
                <a:cubicBezTo>
                  <a:pt x="21600" y="17874"/>
                  <a:pt x="20721" y="16800"/>
                  <a:pt x="19636" y="16800"/>
                </a:cubicBezTo>
                <a:moveTo>
                  <a:pt x="1964" y="1200"/>
                </a:moveTo>
                <a:lnTo>
                  <a:pt x="19636" y="1200"/>
                </a:lnTo>
                <a:cubicBezTo>
                  <a:pt x="20178" y="1200"/>
                  <a:pt x="20618" y="1737"/>
                  <a:pt x="20618" y="2399"/>
                </a:cubicBezTo>
                <a:cubicBezTo>
                  <a:pt x="20618" y="3063"/>
                  <a:pt x="20178" y="3599"/>
                  <a:pt x="19636" y="3599"/>
                </a:cubicBezTo>
                <a:lnTo>
                  <a:pt x="1964" y="3599"/>
                </a:lnTo>
                <a:cubicBezTo>
                  <a:pt x="1422" y="3599"/>
                  <a:pt x="982" y="3063"/>
                  <a:pt x="982" y="2399"/>
                </a:cubicBezTo>
                <a:cubicBezTo>
                  <a:pt x="982" y="1737"/>
                  <a:pt x="1422" y="1200"/>
                  <a:pt x="1964" y="1200"/>
                </a:cubicBezTo>
                <a:moveTo>
                  <a:pt x="1964" y="4799"/>
                </a:moveTo>
                <a:lnTo>
                  <a:pt x="19636" y="4799"/>
                </a:lnTo>
                <a:cubicBezTo>
                  <a:pt x="20721" y="4799"/>
                  <a:pt x="21600" y="3725"/>
                  <a:pt x="21600" y="2399"/>
                </a:cubicBezTo>
                <a:cubicBezTo>
                  <a:pt x="21600" y="1074"/>
                  <a:pt x="20721" y="0"/>
                  <a:pt x="19636" y="0"/>
                </a:cubicBezTo>
                <a:lnTo>
                  <a:pt x="1964" y="0"/>
                </a:lnTo>
                <a:cubicBezTo>
                  <a:pt x="879" y="0"/>
                  <a:pt x="0" y="1074"/>
                  <a:pt x="0" y="2399"/>
                </a:cubicBezTo>
                <a:cubicBezTo>
                  <a:pt x="0" y="3725"/>
                  <a:pt x="879" y="4799"/>
                  <a:pt x="1964" y="4799"/>
                </a:cubicBezTo>
                <a:moveTo>
                  <a:pt x="19636" y="12000"/>
                </a:moveTo>
                <a:lnTo>
                  <a:pt x="1964" y="12000"/>
                </a:lnTo>
                <a:cubicBezTo>
                  <a:pt x="1422" y="12000"/>
                  <a:pt x="982" y="11463"/>
                  <a:pt x="982" y="10800"/>
                </a:cubicBezTo>
                <a:cubicBezTo>
                  <a:pt x="982" y="10137"/>
                  <a:pt x="1422" y="9600"/>
                  <a:pt x="1964" y="9600"/>
                </a:cubicBezTo>
                <a:lnTo>
                  <a:pt x="19636" y="9600"/>
                </a:lnTo>
                <a:cubicBezTo>
                  <a:pt x="20178" y="9600"/>
                  <a:pt x="20618" y="10137"/>
                  <a:pt x="20618" y="10800"/>
                </a:cubicBezTo>
                <a:cubicBezTo>
                  <a:pt x="20618" y="11463"/>
                  <a:pt x="20178" y="12000"/>
                  <a:pt x="19636" y="12000"/>
                </a:cubicBezTo>
                <a:moveTo>
                  <a:pt x="19636" y="8400"/>
                </a:moveTo>
                <a:lnTo>
                  <a:pt x="1964" y="8400"/>
                </a:lnTo>
                <a:cubicBezTo>
                  <a:pt x="879" y="8400"/>
                  <a:pt x="0" y="9474"/>
                  <a:pt x="0" y="10800"/>
                </a:cubicBezTo>
                <a:cubicBezTo>
                  <a:pt x="0" y="12125"/>
                  <a:pt x="879" y="13200"/>
                  <a:pt x="1964" y="13200"/>
                </a:cubicBezTo>
                <a:lnTo>
                  <a:pt x="19636" y="13200"/>
                </a:lnTo>
                <a:cubicBezTo>
                  <a:pt x="20721" y="13200"/>
                  <a:pt x="21600" y="12125"/>
                  <a:pt x="21600" y="10800"/>
                </a:cubicBezTo>
                <a:cubicBezTo>
                  <a:pt x="21600" y="9474"/>
                  <a:pt x="20721" y="8400"/>
                  <a:pt x="19636" y="84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41" name="Google Shape;941;p24"/>
          <p:cNvSpPr/>
          <p:nvPr/>
        </p:nvSpPr>
        <p:spPr>
          <a:xfrm>
            <a:off x="7874906" y="3137019"/>
            <a:ext cx="279328" cy="228541"/>
          </a:xfrm>
          <a:custGeom>
            <a:rect b="b" l="l" r="r" t="t"/>
            <a:pathLst>
              <a:path extrusionOk="0" h="21600" w="21600">
                <a:moveTo>
                  <a:pt x="1964" y="3600"/>
                </a:moveTo>
                <a:cubicBezTo>
                  <a:pt x="1422" y="3600"/>
                  <a:pt x="982" y="3063"/>
                  <a:pt x="982" y="2400"/>
                </a:cubicBezTo>
                <a:cubicBezTo>
                  <a:pt x="982" y="1738"/>
                  <a:pt x="1422" y="1200"/>
                  <a:pt x="1964" y="1200"/>
                </a:cubicBezTo>
                <a:cubicBezTo>
                  <a:pt x="2506" y="1200"/>
                  <a:pt x="2945" y="1738"/>
                  <a:pt x="2945" y="2400"/>
                </a:cubicBezTo>
                <a:cubicBezTo>
                  <a:pt x="2945" y="3063"/>
                  <a:pt x="2506" y="3600"/>
                  <a:pt x="1964" y="3600"/>
                </a:cubicBezTo>
                <a:moveTo>
                  <a:pt x="1964" y="0"/>
                </a:moveTo>
                <a:cubicBezTo>
                  <a:pt x="879" y="0"/>
                  <a:pt x="0" y="1075"/>
                  <a:pt x="0" y="2400"/>
                </a:cubicBezTo>
                <a:cubicBezTo>
                  <a:pt x="0" y="3726"/>
                  <a:pt x="879" y="4800"/>
                  <a:pt x="1964" y="4800"/>
                </a:cubicBezTo>
                <a:cubicBezTo>
                  <a:pt x="3048" y="4800"/>
                  <a:pt x="3927" y="3726"/>
                  <a:pt x="3927" y="2400"/>
                </a:cubicBezTo>
                <a:cubicBezTo>
                  <a:pt x="3927" y="1075"/>
                  <a:pt x="3048" y="0"/>
                  <a:pt x="1964" y="0"/>
                </a:cubicBezTo>
                <a:moveTo>
                  <a:pt x="1964" y="12000"/>
                </a:moveTo>
                <a:cubicBezTo>
                  <a:pt x="1422" y="12000"/>
                  <a:pt x="982" y="11463"/>
                  <a:pt x="982" y="10800"/>
                </a:cubicBezTo>
                <a:cubicBezTo>
                  <a:pt x="982" y="10138"/>
                  <a:pt x="1422" y="9600"/>
                  <a:pt x="1964" y="9600"/>
                </a:cubicBezTo>
                <a:cubicBezTo>
                  <a:pt x="2506" y="9600"/>
                  <a:pt x="2945" y="10138"/>
                  <a:pt x="2945" y="10800"/>
                </a:cubicBezTo>
                <a:cubicBezTo>
                  <a:pt x="2945" y="11463"/>
                  <a:pt x="2506" y="12000"/>
                  <a:pt x="1964" y="12000"/>
                </a:cubicBezTo>
                <a:moveTo>
                  <a:pt x="1964" y="8401"/>
                </a:moveTo>
                <a:cubicBezTo>
                  <a:pt x="879" y="8401"/>
                  <a:pt x="0" y="9475"/>
                  <a:pt x="0" y="10800"/>
                </a:cubicBezTo>
                <a:cubicBezTo>
                  <a:pt x="0" y="12126"/>
                  <a:pt x="879" y="13200"/>
                  <a:pt x="1964" y="13200"/>
                </a:cubicBezTo>
                <a:cubicBezTo>
                  <a:pt x="3048" y="13200"/>
                  <a:pt x="3927" y="12126"/>
                  <a:pt x="3927" y="10800"/>
                </a:cubicBezTo>
                <a:cubicBezTo>
                  <a:pt x="3927" y="9475"/>
                  <a:pt x="3048" y="8401"/>
                  <a:pt x="1964" y="8401"/>
                </a:cubicBezTo>
                <a:moveTo>
                  <a:pt x="19636" y="12000"/>
                </a:moveTo>
                <a:lnTo>
                  <a:pt x="7855" y="12000"/>
                </a:lnTo>
                <a:cubicBezTo>
                  <a:pt x="7313" y="12000"/>
                  <a:pt x="6873" y="11463"/>
                  <a:pt x="6873" y="10801"/>
                </a:cubicBezTo>
                <a:cubicBezTo>
                  <a:pt x="6873" y="10138"/>
                  <a:pt x="7313" y="9600"/>
                  <a:pt x="7855" y="9600"/>
                </a:cubicBezTo>
                <a:lnTo>
                  <a:pt x="19636" y="9600"/>
                </a:lnTo>
                <a:cubicBezTo>
                  <a:pt x="20178" y="9600"/>
                  <a:pt x="20618" y="10138"/>
                  <a:pt x="20618" y="10801"/>
                </a:cubicBezTo>
                <a:cubicBezTo>
                  <a:pt x="20618" y="11463"/>
                  <a:pt x="20178" y="12000"/>
                  <a:pt x="19636" y="12000"/>
                </a:cubicBezTo>
                <a:moveTo>
                  <a:pt x="19636" y="8401"/>
                </a:moveTo>
                <a:lnTo>
                  <a:pt x="7855" y="8401"/>
                </a:lnTo>
                <a:cubicBezTo>
                  <a:pt x="6770" y="8401"/>
                  <a:pt x="5891" y="9475"/>
                  <a:pt x="5891" y="10801"/>
                </a:cubicBezTo>
                <a:cubicBezTo>
                  <a:pt x="5891" y="12126"/>
                  <a:pt x="6770" y="13200"/>
                  <a:pt x="7855" y="13200"/>
                </a:cubicBezTo>
                <a:lnTo>
                  <a:pt x="19636" y="13200"/>
                </a:lnTo>
                <a:cubicBezTo>
                  <a:pt x="20721" y="13200"/>
                  <a:pt x="21600" y="12126"/>
                  <a:pt x="21600" y="10801"/>
                </a:cubicBezTo>
                <a:cubicBezTo>
                  <a:pt x="21600" y="9475"/>
                  <a:pt x="20721" y="8401"/>
                  <a:pt x="19636" y="8401"/>
                </a:cubicBezTo>
                <a:moveTo>
                  <a:pt x="19636" y="20400"/>
                </a:moveTo>
                <a:lnTo>
                  <a:pt x="7855" y="20400"/>
                </a:lnTo>
                <a:cubicBezTo>
                  <a:pt x="7313" y="20400"/>
                  <a:pt x="6873" y="19862"/>
                  <a:pt x="6873" y="19200"/>
                </a:cubicBezTo>
                <a:cubicBezTo>
                  <a:pt x="6873" y="18538"/>
                  <a:pt x="7313" y="18000"/>
                  <a:pt x="7855" y="18000"/>
                </a:cubicBezTo>
                <a:lnTo>
                  <a:pt x="19636" y="18000"/>
                </a:lnTo>
                <a:cubicBezTo>
                  <a:pt x="20178" y="18000"/>
                  <a:pt x="20618" y="18538"/>
                  <a:pt x="20618" y="19200"/>
                </a:cubicBezTo>
                <a:cubicBezTo>
                  <a:pt x="20618" y="19862"/>
                  <a:pt x="20178" y="20400"/>
                  <a:pt x="19636" y="20400"/>
                </a:cubicBezTo>
                <a:moveTo>
                  <a:pt x="19636" y="16800"/>
                </a:moveTo>
                <a:lnTo>
                  <a:pt x="7855" y="16800"/>
                </a:lnTo>
                <a:cubicBezTo>
                  <a:pt x="6770" y="16800"/>
                  <a:pt x="5891" y="17875"/>
                  <a:pt x="5891" y="19200"/>
                </a:cubicBezTo>
                <a:cubicBezTo>
                  <a:pt x="5891" y="20526"/>
                  <a:pt x="6770" y="21600"/>
                  <a:pt x="7855" y="21600"/>
                </a:cubicBezTo>
                <a:lnTo>
                  <a:pt x="19636" y="21600"/>
                </a:lnTo>
                <a:cubicBezTo>
                  <a:pt x="20721" y="21600"/>
                  <a:pt x="21600" y="20526"/>
                  <a:pt x="21600" y="19200"/>
                </a:cubicBezTo>
                <a:cubicBezTo>
                  <a:pt x="21600" y="17875"/>
                  <a:pt x="20721" y="16800"/>
                  <a:pt x="19636" y="16800"/>
                </a:cubicBezTo>
                <a:moveTo>
                  <a:pt x="7855" y="1201"/>
                </a:moveTo>
                <a:lnTo>
                  <a:pt x="19636" y="1201"/>
                </a:lnTo>
                <a:cubicBezTo>
                  <a:pt x="20178" y="1201"/>
                  <a:pt x="20618" y="1738"/>
                  <a:pt x="20618" y="2400"/>
                </a:cubicBezTo>
                <a:cubicBezTo>
                  <a:pt x="20618" y="3063"/>
                  <a:pt x="20178" y="3600"/>
                  <a:pt x="19636" y="3600"/>
                </a:cubicBezTo>
                <a:lnTo>
                  <a:pt x="7855" y="3600"/>
                </a:lnTo>
                <a:cubicBezTo>
                  <a:pt x="7313" y="3600"/>
                  <a:pt x="6873" y="3063"/>
                  <a:pt x="6873" y="2400"/>
                </a:cubicBezTo>
                <a:cubicBezTo>
                  <a:pt x="6873" y="1738"/>
                  <a:pt x="7313" y="1201"/>
                  <a:pt x="7855" y="1201"/>
                </a:cubicBezTo>
                <a:moveTo>
                  <a:pt x="7855" y="4800"/>
                </a:moveTo>
                <a:lnTo>
                  <a:pt x="19636" y="4800"/>
                </a:lnTo>
                <a:cubicBezTo>
                  <a:pt x="20721" y="4800"/>
                  <a:pt x="21600" y="3726"/>
                  <a:pt x="21600" y="2400"/>
                </a:cubicBezTo>
                <a:cubicBezTo>
                  <a:pt x="21600" y="1075"/>
                  <a:pt x="20721" y="1"/>
                  <a:pt x="19636" y="1"/>
                </a:cubicBezTo>
                <a:lnTo>
                  <a:pt x="7855" y="1"/>
                </a:lnTo>
                <a:cubicBezTo>
                  <a:pt x="6770" y="1"/>
                  <a:pt x="5891" y="1075"/>
                  <a:pt x="5891" y="2400"/>
                </a:cubicBezTo>
                <a:cubicBezTo>
                  <a:pt x="5891" y="3726"/>
                  <a:pt x="6770" y="4800"/>
                  <a:pt x="7855" y="4800"/>
                </a:cubicBezTo>
                <a:moveTo>
                  <a:pt x="1964" y="20400"/>
                </a:moveTo>
                <a:cubicBezTo>
                  <a:pt x="1422" y="20400"/>
                  <a:pt x="982" y="19862"/>
                  <a:pt x="982" y="19200"/>
                </a:cubicBezTo>
                <a:cubicBezTo>
                  <a:pt x="982" y="18538"/>
                  <a:pt x="1422" y="18000"/>
                  <a:pt x="1964" y="18000"/>
                </a:cubicBezTo>
                <a:cubicBezTo>
                  <a:pt x="2506" y="18000"/>
                  <a:pt x="2945" y="18538"/>
                  <a:pt x="2945" y="19200"/>
                </a:cubicBezTo>
                <a:cubicBezTo>
                  <a:pt x="2945" y="19862"/>
                  <a:pt x="2506" y="20400"/>
                  <a:pt x="1964" y="20400"/>
                </a:cubicBezTo>
                <a:moveTo>
                  <a:pt x="1964" y="16800"/>
                </a:moveTo>
                <a:cubicBezTo>
                  <a:pt x="879" y="16800"/>
                  <a:pt x="0" y="17875"/>
                  <a:pt x="0" y="19200"/>
                </a:cubicBezTo>
                <a:cubicBezTo>
                  <a:pt x="0" y="20526"/>
                  <a:pt x="879" y="21600"/>
                  <a:pt x="1964" y="21600"/>
                </a:cubicBezTo>
                <a:cubicBezTo>
                  <a:pt x="3048" y="21600"/>
                  <a:pt x="3927" y="20526"/>
                  <a:pt x="3927" y="19200"/>
                </a:cubicBezTo>
                <a:cubicBezTo>
                  <a:pt x="3927" y="17875"/>
                  <a:pt x="3048" y="16800"/>
                  <a:pt x="1964" y="168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42" name="Google Shape;942;p24"/>
          <p:cNvSpPr/>
          <p:nvPr/>
        </p:nvSpPr>
        <p:spPr>
          <a:xfrm>
            <a:off x="8408167" y="3137019"/>
            <a:ext cx="279328" cy="228541"/>
          </a:xfrm>
          <a:custGeom>
            <a:rect b="b" l="l" r="r" t="t"/>
            <a:pathLst>
              <a:path extrusionOk="0" h="21600" w="21600">
                <a:moveTo>
                  <a:pt x="21109" y="13200"/>
                </a:moveTo>
                <a:lnTo>
                  <a:pt x="5400" y="13200"/>
                </a:lnTo>
                <a:cubicBezTo>
                  <a:pt x="5129" y="13200"/>
                  <a:pt x="4909" y="13469"/>
                  <a:pt x="4909" y="13800"/>
                </a:cubicBezTo>
                <a:cubicBezTo>
                  <a:pt x="4909" y="14132"/>
                  <a:pt x="5129" y="14400"/>
                  <a:pt x="5400" y="14400"/>
                </a:cubicBezTo>
                <a:lnTo>
                  <a:pt x="21109" y="14400"/>
                </a:lnTo>
                <a:cubicBezTo>
                  <a:pt x="21380" y="14400"/>
                  <a:pt x="21600" y="14132"/>
                  <a:pt x="21600" y="13800"/>
                </a:cubicBezTo>
                <a:cubicBezTo>
                  <a:pt x="21600" y="13469"/>
                  <a:pt x="21380" y="13200"/>
                  <a:pt x="21109" y="13200"/>
                </a:cubicBezTo>
                <a:moveTo>
                  <a:pt x="21109" y="7200"/>
                </a:moveTo>
                <a:lnTo>
                  <a:pt x="5400" y="7200"/>
                </a:lnTo>
                <a:cubicBezTo>
                  <a:pt x="5129" y="7200"/>
                  <a:pt x="4909" y="7469"/>
                  <a:pt x="4909" y="7800"/>
                </a:cubicBezTo>
                <a:cubicBezTo>
                  <a:pt x="4909" y="8132"/>
                  <a:pt x="5129" y="8401"/>
                  <a:pt x="5400" y="8401"/>
                </a:cubicBezTo>
                <a:lnTo>
                  <a:pt x="21109" y="8401"/>
                </a:lnTo>
                <a:cubicBezTo>
                  <a:pt x="21380" y="8401"/>
                  <a:pt x="21600" y="8132"/>
                  <a:pt x="21600" y="7800"/>
                </a:cubicBezTo>
                <a:cubicBezTo>
                  <a:pt x="21600" y="7469"/>
                  <a:pt x="21380" y="7200"/>
                  <a:pt x="21109" y="7200"/>
                </a:cubicBezTo>
                <a:moveTo>
                  <a:pt x="1473" y="0"/>
                </a:moveTo>
                <a:cubicBezTo>
                  <a:pt x="659" y="0"/>
                  <a:pt x="0" y="807"/>
                  <a:pt x="0" y="1800"/>
                </a:cubicBezTo>
                <a:cubicBezTo>
                  <a:pt x="0" y="2794"/>
                  <a:pt x="659" y="3600"/>
                  <a:pt x="1473" y="3600"/>
                </a:cubicBezTo>
                <a:cubicBezTo>
                  <a:pt x="2286" y="3600"/>
                  <a:pt x="2945" y="2794"/>
                  <a:pt x="2945" y="1800"/>
                </a:cubicBezTo>
                <a:cubicBezTo>
                  <a:pt x="2945" y="807"/>
                  <a:pt x="2286" y="0"/>
                  <a:pt x="1473" y="0"/>
                </a:cubicBezTo>
                <a:moveTo>
                  <a:pt x="21109" y="19200"/>
                </a:moveTo>
                <a:lnTo>
                  <a:pt x="5400" y="19200"/>
                </a:lnTo>
                <a:cubicBezTo>
                  <a:pt x="5129" y="19200"/>
                  <a:pt x="4909" y="19469"/>
                  <a:pt x="4909" y="19800"/>
                </a:cubicBezTo>
                <a:cubicBezTo>
                  <a:pt x="4909" y="20132"/>
                  <a:pt x="5129" y="20400"/>
                  <a:pt x="5400" y="20400"/>
                </a:cubicBezTo>
                <a:lnTo>
                  <a:pt x="21109" y="20400"/>
                </a:lnTo>
                <a:cubicBezTo>
                  <a:pt x="21380" y="20400"/>
                  <a:pt x="21600" y="20132"/>
                  <a:pt x="21600" y="19800"/>
                </a:cubicBezTo>
                <a:cubicBezTo>
                  <a:pt x="21600" y="19469"/>
                  <a:pt x="21380" y="19200"/>
                  <a:pt x="21109" y="19200"/>
                </a:cubicBezTo>
                <a:moveTo>
                  <a:pt x="5400" y="2400"/>
                </a:moveTo>
                <a:lnTo>
                  <a:pt x="21109" y="2400"/>
                </a:lnTo>
                <a:cubicBezTo>
                  <a:pt x="21380" y="2400"/>
                  <a:pt x="21600" y="2132"/>
                  <a:pt x="21600" y="1800"/>
                </a:cubicBezTo>
                <a:cubicBezTo>
                  <a:pt x="21600" y="1469"/>
                  <a:pt x="21380" y="1200"/>
                  <a:pt x="21109" y="1200"/>
                </a:cubicBezTo>
                <a:lnTo>
                  <a:pt x="5400" y="1200"/>
                </a:lnTo>
                <a:cubicBezTo>
                  <a:pt x="5129" y="1200"/>
                  <a:pt x="4909" y="1469"/>
                  <a:pt x="4909" y="1800"/>
                </a:cubicBezTo>
                <a:cubicBezTo>
                  <a:pt x="4909" y="2132"/>
                  <a:pt x="5129" y="2400"/>
                  <a:pt x="5400" y="2400"/>
                </a:cubicBezTo>
                <a:moveTo>
                  <a:pt x="1473" y="18000"/>
                </a:moveTo>
                <a:cubicBezTo>
                  <a:pt x="659" y="18000"/>
                  <a:pt x="0" y="18806"/>
                  <a:pt x="0" y="19800"/>
                </a:cubicBezTo>
                <a:cubicBezTo>
                  <a:pt x="0" y="20794"/>
                  <a:pt x="659" y="21600"/>
                  <a:pt x="1473" y="21600"/>
                </a:cubicBezTo>
                <a:cubicBezTo>
                  <a:pt x="2286" y="21600"/>
                  <a:pt x="2945" y="20794"/>
                  <a:pt x="2945" y="19800"/>
                </a:cubicBezTo>
                <a:cubicBezTo>
                  <a:pt x="2945" y="18806"/>
                  <a:pt x="2286" y="18000"/>
                  <a:pt x="1473" y="18000"/>
                </a:cubicBezTo>
                <a:moveTo>
                  <a:pt x="1473" y="6000"/>
                </a:moveTo>
                <a:cubicBezTo>
                  <a:pt x="659" y="6000"/>
                  <a:pt x="0" y="6807"/>
                  <a:pt x="0" y="7800"/>
                </a:cubicBezTo>
                <a:cubicBezTo>
                  <a:pt x="0" y="8794"/>
                  <a:pt x="659" y="9600"/>
                  <a:pt x="1473" y="9600"/>
                </a:cubicBezTo>
                <a:cubicBezTo>
                  <a:pt x="2286" y="9600"/>
                  <a:pt x="2945" y="8794"/>
                  <a:pt x="2945" y="7800"/>
                </a:cubicBezTo>
                <a:cubicBezTo>
                  <a:pt x="2945" y="6807"/>
                  <a:pt x="2286" y="6000"/>
                  <a:pt x="1473" y="6000"/>
                </a:cubicBezTo>
                <a:moveTo>
                  <a:pt x="1473" y="12000"/>
                </a:moveTo>
                <a:cubicBezTo>
                  <a:pt x="659" y="12000"/>
                  <a:pt x="0" y="12807"/>
                  <a:pt x="0" y="13800"/>
                </a:cubicBezTo>
                <a:cubicBezTo>
                  <a:pt x="0" y="14794"/>
                  <a:pt x="659" y="15600"/>
                  <a:pt x="1473" y="15600"/>
                </a:cubicBezTo>
                <a:cubicBezTo>
                  <a:pt x="2286" y="15600"/>
                  <a:pt x="2945" y="14794"/>
                  <a:pt x="2945" y="13800"/>
                </a:cubicBezTo>
                <a:cubicBezTo>
                  <a:pt x="2945" y="12807"/>
                  <a:pt x="2286" y="12000"/>
                  <a:pt x="1473" y="120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43" name="Google Shape;943;p24"/>
          <p:cNvSpPr/>
          <p:nvPr/>
        </p:nvSpPr>
        <p:spPr>
          <a:xfrm>
            <a:off x="8941428" y="3137018"/>
            <a:ext cx="279328" cy="228535"/>
          </a:xfrm>
          <a:custGeom>
            <a:rect b="b" l="l" r="r" t="t"/>
            <a:pathLst>
              <a:path extrusionOk="0" h="21600" w="21600">
                <a:moveTo>
                  <a:pt x="20618" y="6000"/>
                </a:moveTo>
                <a:lnTo>
                  <a:pt x="982" y="6000"/>
                </a:lnTo>
                <a:lnTo>
                  <a:pt x="982" y="2399"/>
                </a:lnTo>
                <a:cubicBezTo>
                  <a:pt x="982" y="1737"/>
                  <a:pt x="1422" y="1200"/>
                  <a:pt x="1964" y="1200"/>
                </a:cubicBezTo>
                <a:lnTo>
                  <a:pt x="6873" y="1200"/>
                </a:lnTo>
                <a:cubicBezTo>
                  <a:pt x="8345" y="1200"/>
                  <a:pt x="8345" y="3600"/>
                  <a:pt x="10800" y="3600"/>
                </a:cubicBezTo>
                <a:lnTo>
                  <a:pt x="19636" y="3600"/>
                </a:lnTo>
                <a:cubicBezTo>
                  <a:pt x="20178" y="3600"/>
                  <a:pt x="20618" y="4137"/>
                  <a:pt x="20618" y="4800"/>
                </a:cubicBezTo>
                <a:cubicBezTo>
                  <a:pt x="20618" y="4800"/>
                  <a:pt x="20618" y="6000"/>
                  <a:pt x="20618" y="6000"/>
                </a:cubicBezTo>
                <a:close/>
                <a:moveTo>
                  <a:pt x="20618" y="19200"/>
                </a:moveTo>
                <a:cubicBezTo>
                  <a:pt x="20618" y="19863"/>
                  <a:pt x="20178" y="20400"/>
                  <a:pt x="19636" y="20400"/>
                </a:cubicBezTo>
                <a:lnTo>
                  <a:pt x="1964" y="20400"/>
                </a:lnTo>
                <a:cubicBezTo>
                  <a:pt x="1422" y="20400"/>
                  <a:pt x="982" y="19863"/>
                  <a:pt x="982" y="19200"/>
                </a:cubicBezTo>
                <a:lnTo>
                  <a:pt x="982" y="7200"/>
                </a:lnTo>
                <a:lnTo>
                  <a:pt x="20618" y="7200"/>
                </a:lnTo>
                <a:cubicBezTo>
                  <a:pt x="20618" y="7200"/>
                  <a:pt x="20618" y="19200"/>
                  <a:pt x="20618" y="19200"/>
                </a:cubicBezTo>
                <a:close/>
                <a:moveTo>
                  <a:pt x="19636" y="2399"/>
                </a:moveTo>
                <a:lnTo>
                  <a:pt x="10800" y="2399"/>
                </a:lnTo>
                <a:cubicBezTo>
                  <a:pt x="8836" y="2399"/>
                  <a:pt x="8836" y="0"/>
                  <a:pt x="6873" y="0"/>
                </a:cubicBezTo>
                <a:lnTo>
                  <a:pt x="1964" y="0"/>
                </a:lnTo>
                <a:cubicBezTo>
                  <a:pt x="879" y="0"/>
                  <a:pt x="0" y="1074"/>
                  <a:pt x="0" y="2399"/>
                </a:cubicBezTo>
                <a:lnTo>
                  <a:pt x="0" y="19200"/>
                </a:lnTo>
                <a:cubicBezTo>
                  <a:pt x="0" y="20526"/>
                  <a:pt x="879" y="21600"/>
                  <a:pt x="1964" y="21600"/>
                </a:cubicBezTo>
                <a:lnTo>
                  <a:pt x="19636" y="21600"/>
                </a:lnTo>
                <a:cubicBezTo>
                  <a:pt x="20721" y="21600"/>
                  <a:pt x="21600" y="20526"/>
                  <a:pt x="21600" y="19200"/>
                </a:cubicBezTo>
                <a:lnTo>
                  <a:pt x="21600" y="4800"/>
                </a:lnTo>
                <a:cubicBezTo>
                  <a:pt x="21600" y="3474"/>
                  <a:pt x="20721" y="2399"/>
                  <a:pt x="19636" y="239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44" name="Google Shape;944;p24"/>
          <p:cNvSpPr/>
          <p:nvPr/>
        </p:nvSpPr>
        <p:spPr>
          <a:xfrm>
            <a:off x="9474689" y="3124322"/>
            <a:ext cx="279328" cy="253935"/>
          </a:xfrm>
          <a:custGeom>
            <a:rect b="b" l="l" r="r" t="t"/>
            <a:pathLst>
              <a:path extrusionOk="0" h="21600" w="21600">
                <a:moveTo>
                  <a:pt x="19636" y="2161"/>
                </a:moveTo>
                <a:lnTo>
                  <a:pt x="13745" y="2161"/>
                </a:lnTo>
                <a:cubicBezTo>
                  <a:pt x="11782" y="2160"/>
                  <a:pt x="11782" y="0"/>
                  <a:pt x="9818" y="0"/>
                </a:cubicBezTo>
                <a:lnTo>
                  <a:pt x="5891" y="0"/>
                </a:lnTo>
                <a:cubicBezTo>
                  <a:pt x="4806" y="0"/>
                  <a:pt x="3927" y="967"/>
                  <a:pt x="3927" y="2161"/>
                </a:cubicBezTo>
                <a:lnTo>
                  <a:pt x="3927" y="2700"/>
                </a:lnTo>
                <a:cubicBezTo>
                  <a:pt x="3927" y="2999"/>
                  <a:pt x="4147" y="3240"/>
                  <a:pt x="4418" y="3240"/>
                </a:cubicBezTo>
                <a:cubicBezTo>
                  <a:pt x="4690" y="3240"/>
                  <a:pt x="4909" y="2999"/>
                  <a:pt x="4909" y="2700"/>
                </a:cubicBezTo>
                <a:lnTo>
                  <a:pt x="4909" y="2161"/>
                </a:lnTo>
                <a:cubicBezTo>
                  <a:pt x="4909" y="1564"/>
                  <a:pt x="5348" y="1080"/>
                  <a:pt x="5891" y="1080"/>
                </a:cubicBezTo>
                <a:lnTo>
                  <a:pt x="9818" y="1080"/>
                </a:lnTo>
                <a:cubicBezTo>
                  <a:pt x="11291" y="1080"/>
                  <a:pt x="11291" y="3239"/>
                  <a:pt x="13744" y="3240"/>
                </a:cubicBezTo>
                <a:lnTo>
                  <a:pt x="19636" y="3240"/>
                </a:lnTo>
                <a:cubicBezTo>
                  <a:pt x="20178" y="3240"/>
                  <a:pt x="20618" y="3724"/>
                  <a:pt x="20618" y="4321"/>
                </a:cubicBezTo>
                <a:lnTo>
                  <a:pt x="20618" y="15120"/>
                </a:lnTo>
                <a:cubicBezTo>
                  <a:pt x="20618" y="15717"/>
                  <a:pt x="20178" y="16200"/>
                  <a:pt x="19636" y="16200"/>
                </a:cubicBezTo>
                <a:lnTo>
                  <a:pt x="19145" y="16200"/>
                </a:lnTo>
                <a:cubicBezTo>
                  <a:pt x="18874" y="16200"/>
                  <a:pt x="18655" y="16442"/>
                  <a:pt x="18655" y="16740"/>
                </a:cubicBezTo>
                <a:cubicBezTo>
                  <a:pt x="18655" y="17039"/>
                  <a:pt x="18874" y="17280"/>
                  <a:pt x="19145" y="17280"/>
                </a:cubicBezTo>
                <a:lnTo>
                  <a:pt x="19636" y="17280"/>
                </a:lnTo>
                <a:cubicBezTo>
                  <a:pt x="20721" y="17280"/>
                  <a:pt x="21600" y="16314"/>
                  <a:pt x="21600" y="15120"/>
                </a:cubicBezTo>
                <a:lnTo>
                  <a:pt x="21600" y="4321"/>
                </a:lnTo>
                <a:cubicBezTo>
                  <a:pt x="21600" y="3127"/>
                  <a:pt x="20721" y="2161"/>
                  <a:pt x="19636" y="2161"/>
                </a:cubicBezTo>
                <a:moveTo>
                  <a:pt x="16691" y="9720"/>
                </a:moveTo>
                <a:lnTo>
                  <a:pt x="982" y="9720"/>
                </a:lnTo>
                <a:lnTo>
                  <a:pt x="982" y="6481"/>
                </a:lnTo>
                <a:cubicBezTo>
                  <a:pt x="982" y="5884"/>
                  <a:pt x="1421" y="5400"/>
                  <a:pt x="1964" y="5400"/>
                </a:cubicBezTo>
                <a:lnTo>
                  <a:pt x="5891" y="5400"/>
                </a:lnTo>
                <a:cubicBezTo>
                  <a:pt x="7364" y="5400"/>
                  <a:pt x="7364" y="7560"/>
                  <a:pt x="9818" y="7560"/>
                </a:cubicBezTo>
                <a:lnTo>
                  <a:pt x="15709" y="7560"/>
                </a:lnTo>
                <a:cubicBezTo>
                  <a:pt x="16251" y="7560"/>
                  <a:pt x="16691" y="8044"/>
                  <a:pt x="16691" y="8641"/>
                </a:cubicBezTo>
                <a:cubicBezTo>
                  <a:pt x="16691" y="8641"/>
                  <a:pt x="16691" y="9720"/>
                  <a:pt x="16691" y="9720"/>
                </a:cubicBezTo>
                <a:close/>
                <a:moveTo>
                  <a:pt x="16691" y="19440"/>
                </a:moveTo>
                <a:cubicBezTo>
                  <a:pt x="16691" y="20037"/>
                  <a:pt x="16251" y="20520"/>
                  <a:pt x="15709" y="20520"/>
                </a:cubicBezTo>
                <a:lnTo>
                  <a:pt x="1964" y="20520"/>
                </a:lnTo>
                <a:cubicBezTo>
                  <a:pt x="1421" y="20520"/>
                  <a:pt x="982" y="20037"/>
                  <a:pt x="982" y="19440"/>
                </a:cubicBezTo>
                <a:lnTo>
                  <a:pt x="982" y="10801"/>
                </a:lnTo>
                <a:lnTo>
                  <a:pt x="16691" y="10801"/>
                </a:lnTo>
                <a:cubicBezTo>
                  <a:pt x="16691" y="10801"/>
                  <a:pt x="16691" y="19440"/>
                  <a:pt x="16691" y="19440"/>
                </a:cubicBezTo>
                <a:close/>
                <a:moveTo>
                  <a:pt x="15709" y="6481"/>
                </a:moveTo>
                <a:lnTo>
                  <a:pt x="9818" y="6481"/>
                </a:lnTo>
                <a:cubicBezTo>
                  <a:pt x="7855" y="6480"/>
                  <a:pt x="7855" y="4320"/>
                  <a:pt x="5891" y="4320"/>
                </a:cubicBezTo>
                <a:lnTo>
                  <a:pt x="1964" y="4320"/>
                </a:lnTo>
                <a:cubicBezTo>
                  <a:pt x="879" y="4320"/>
                  <a:pt x="0" y="5287"/>
                  <a:pt x="0" y="6481"/>
                </a:cubicBezTo>
                <a:lnTo>
                  <a:pt x="0" y="19440"/>
                </a:lnTo>
                <a:cubicBezTo>
                  <a:pt x="0" y="20634"/>
                  <a:pt x="879" y="21600"/>
                  <a:pt x="1964" y="21600"/>
                </a:cubicBezTo>
                <a:lnTo>
                  <a:pt x="15709" y="21600"/>
                </a:lnTo>
                <a:cubicBezTo>
                  <a:pt x="16794" y="21600"/>
                  <a:pt x="17673" y="20634"/>
                  <a:pt x="17673" y="19440"/>
                </a:cubicBezTo>
                <a:lnTo>
                  <a:pt x="17673" y="8641"/>
                </a:lnTo>
                <a:cubicBezTo>
                  <a:pt x="17673" y="7447"/>
                  <a:pt x="16794" y="6481"/>
                  <a:pt x="15709" y="6481"/>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45" name="Google Shape;945;p24"/>
          <p:cNvSpPr/>
          <p:nvPr/>
        </p:nvSpPr>
        <p:spPr>
          <a:xfrm>
            <a:off x="10007950" y="3137018"/>
            <a:ext cx="279328" cy="228532"/>
          </a:xfrm>
          <a:custGeom>
            <a:rect b="b" l="l" r="r" t="t"/>
            <a:pathLst>
              <a:path extrusionOk="0" h="21600" w="21600">
                <a:moveTo>
                  <a:pt x="10800" y="13200"/>
                </a:moveTo>
                <a:cubicBezTo>
                  <a:pt x="11071" y="13200"/>
                  <a:pt x="11291" y="13469"/>
                  <a:pt x="11291" y="13800"/>
                </a:cubicBezTo>
                <a:cubicBezTo>
                  <a:pt x="11291" y="14132"/>
                  <a:pt x="11071" y="14400"/>
                  <a:pt x="10800" y="14400"/>
                </a:cubicBezTo>
                <a:cubicBezTo>
                  <a:pt x="10529" y="14400"/>
                  <a:pt x="10309" y="14132"/>
                  <a:pt x="10309" y="13800"/>
                </a:cubicBezTo>
                <a:cubicBezTo>
                  <a:pt x="10309" y="13469"/>
                  <a:pt x="10529" y="13200"/>
                  <a:pt x="10800" y="13200"/>
                </a:cubicBezTo>
                <a:moveTo>
                  <a:pt x="10800" y="15600"/>
                </a:moveTo>
                <a:cubicBezTo>
                  <a:pt x="11613" y="15600"/>
                  <a:pt x="12273" y="14794"/>
                  <a:pt x="12273" y="13800"/>
                </a:cubicBezTo>
                <a:cubicBezTo>
                  <a:pt x="12273" y="12806"/>
                  <a:pt x="11613" y="12000"/>
                  <a:pt x="10800" y="12000"/>
                </a:cubicBezTo>
                <a:cubicBezTo>
                  <a:pt x="9987" y="12000"/>
                  <a:pt x="9327" y="12806"/>
                  <a:pt x="9327" y="13800"/>
                </a:cubicBezTo>
                <a:cubicBezTo>
                  <a:pt x="9327" y="14794"/>
                  <a:pt x="9987" y="15600"/>
                  <a:pt x="10800" y="15600"/>
                </a:cubicBezTo>
                <a:moveTo>
                  <a:pt x="5400" y="13200"/>
                </a:moveTo>
                <a:cubicBezTo>
                  <a:pt x="5671" y="13200"/>
                  <a:pt x="5891" y="13469"/>
                  <a:pt x="5891" y="13800"/>
                </a:cubicBezTo>
                <a:cubicBezTo>
                  <a:pt x="5891" y="14132"/>
                  <a:pt x="5671" y="14400"/>
                  <a:pt x="5400" y="14400"/>
                </a:cubicBezTo>
                <a:cubicBezTo>
                  <a:pt x="5129" y="14400"/>
                  <a:pt x="4909" y="14132"/>
                  <a:pt x="4909" y="13800"/>
                </a:cubicBezTo>
                <a:cubicBezTo>
                  <a:pt x="4909" y="13469"/>
                  <a:pt x="5129" y="13200"/>
                  <a:pt x="5400" y="13200"/>
                </a:cubicBezTo>
                <a:moveTo>
                  <a:pt x="5400" y="15600"/>
                </a:moveTo>
                <a:cubicBezTo>
                  <a:pt x="6213" y="15600"/>
                  <a:pt x="6873" y="14794"/>
                  <a:pt x="6873" y="13800"/>
                </a:cubicBezTo>
                <a:cubicBezTo>
                  <a:pt x="6873" y="12806"/>
                  <a:pt x="6213" y="12000"/>
                  <a:pt x="5400" y="12000"/>
                </a:cubicBezTo>
                <a:cubicBezTo>
                  <a:pt x="4587" y="12000"/>
                  <a:pt x="3927" y="12806"/>
                  <a:pt x="3927" y="13800"/>
                </a:cubicBezTo>
                <a:cubicBezTo>
                  <a:pt x="3927" y="14794"/>
                  <a:pt x="4587" y="15600"/>
                  <a:pt x="5400" y="15600"/>
                </a:cubicBezTo>
                <a:moveTo>
                  <a:pt x="20618" y="6000"/>
                </a:moveTo>
                <a:lnTo>
                  <a:pt x="982" y="6000"/>
                </a:lnTo>
                <a:lnTo>
                  <a:pt x="982" y="2399"/>
                </a:lnTo>
                <a:cubicBezTo>
                  <a:pt x="982" y="1737"/>
                  <a:pt x="1421" y="1200"/>
                  <a:pt x="1964" y="1200"/>
                </a:cubicBezTo>
                <a:lnTo>
                  <a:pt x="6873" y="1200"/>
                </a:lnTo>
                <a:cubicBezTo>
                  <a:pt x="8345" y="1200"/>
                  <a:pt x="8345" y="3600"/>
                  <a:pt x="10800" y="3600"/>
                </a:cubicBezTo>
                <a:lnTo>
                  <a:pt x="19636" y="3600"/>
                </a:lnTo>
                <a:cubicBezTo>
                  <a:pt x="20178" y="3600"/>
                  <a:pt x="20618" y="4137"/>
                  <a:pt x="20618" y="4799"/>
                </a:cubicBezTo>
                <a:cubicBezTo>
                  <a:pt x="20618" y="4799"/>
                  <a:pt x="20618" y="6000"/>
                  <a:pt x="20618" y="6000"/>
                </a:cubicBezTo>
                <a:close/>
                <a:moveTo>
                  <a:pt x="20618" y="19200"/>
                </a:moveTo>
                <a:cubicBezTo>
                  <a:pt x="20618" y="19862"/>
                  <a:pt x="20178" y="20400"/>
                  <a:pt x="19636" y="20400"/>
                </a:cubicBezTo>
                <a:lnTo>
                  <a:pt x="1964" y="20400"/>
                </a:lnTo>
                <a:cubicBezTo>
                  <a:pt x="1421" y="20400"/>
                  <a:pt x="982" y="19862"/>
                  <a:pt x="982" y="19200"/>
                </a:cubicBezTo>
                <a:lnTo>
                  <a:pt x="982" y="7199"/>
                </a:lnTo>
                <a:lnTo>
                  <a:pt x="20618" y="7199"/>
                </a:lnTo>
                <a:cubicBezTo>
                  <a:pt x="20618" y="7199"/>
                  <a:pt x="20618" y="19200"/>
                  <a:pt x="20618" y="19200"/>
                </a:cubicBezTo>
                <a:close/>
                <a:moveTo>
                  <a:pt x="19636" y="2399"/>
                </a:moveTo>
                <a:lnTo>
                  <a:pt x="10800" y="2399"/>
                </a:lnTo>
                <a:cubicBezTo>
                  <a:pt x="8836" y="2399"/>
                  <a:pt x="8836" y="0"/>
                  <a:pt x="6873" y="0"/>
                </a:cubicBezTo>
                <a:lnTo>
                  <a:pt x="1964" y="0"/>
                </a:lnTo>
                <a:cubicBezTo>
                  <a:pt x="879" y="0"/>
                  <a:pt x="0" y="1074"/>
                  <a:pt x="0" y="2399"/>
                </a:cubicBezTo>
                <a:lnTo>
                  <a:pt x="0" y="19200"/>
                </a:lnTo>
                <a:cubicBezTo>
                  <a:pt x="0" y="20526"/>
                  <a:pt x="879" y="21600"/>
                  <a:pt x="1964" y="21600"/>
                </a:cubicBezTo>
                <a:lnTo>
                  <a:pt x="19636" y="21600"/>
                </a:lnTo>
                <a:cubicBezTo>
                  <a:pt x="20721" y="21600"/>
                  <a:pt x="21600" y="20526"/>
                  <a:pt x="21600" y="19200"/>
                </a:cubicBezTo>
                <a:lnTo>
                  <a:pt x="21600" y="4799"/>
                </a:lnTo>
                <a:cubicBezTo>
                  <a:pt x="21600" y="3474"/>
                  <a:pt x="20721" y="2399"/>
                  <a:pt x="19636" y="2399"/>
                </a:cubicBezTo>
                <a:moveTo>
                  <a:pt x="16200" y="13200"/>
                </a:moveTo>
                <a:cubicBezTo>
                  <a:pt x="16471" y="13200"/>
                  <a:pt x="16691" y="13469"/>
                  <a:pt x="16691" y="13800"/>
                </a:cubicBezTo>
                <a:cubicBezTo>
                  <a:pt x="16691" y="14132"/>
                  <a:pt x="16471" y="14400"/>
                  <a:pt x="16200" y="14400"/>
                </a:cubicBezTo>
                <a:cubicBezTo>
                  <a:pt x="15929" y="14400"/>
                  <a:pt x="15709" y="14132"/>
                  <a:pt x="15709" y="13800"/>
                </a:cubicBezTo>
                <a:cubicBezTo>
                  <a:pt x="15709" y="13469"/>
                  <a:pt x="15929" y="13200"/>
                  <a:pt x="16200" y="13200"/>
                </a:cubicBezTo>
                <a:moveTo>
                  <a:pt x="16200" y="15600"/>
                </a:moveTo>
                <a:cubicBezTo>
                  <a:pt x="17013" y="15600"/>
                  <a:pt x="17673" y="14794"/>
                  <a:pt x="17673" y="13800"/>
                </a:cubicBezTo>
                <a:cubicBezTo>
                  <a:pt x="17673" y="12806"/>
                  <a:pt x="17013" y="12000"/>
                  <a:pt x="16200" y="12000"/>
                </a:cubicBezTo>
                <a:cubicBezTo>
                  <a:pt x="15387" y="12000"/>
                  <a:pt x="14727" y="12806"/>
                  <a:pt x="14727" y="13800"/>
                </a:cubicBezTo>
                <a:cubicBezTo>
                  <a:pt x="14727" y="14794"/>
                  <a:pt x="15387" y="15600"/>
                  <a:pt x="16200" y="156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46" name="Google Shape;946;p24"/>
          <p:cNvSpPr/>
          <p:nvPr/>
        </p:nvSpPr>
        <p:spPr>
          <a:xfrm>
            <a:off x="10541211" y="3111625"/>
            <a:ext cx="279328" cy="279328"/>
          </a:xfrm>
          <a:custGeom>
            <a:rect b="b" l="l" r="r" t="t"/>
            <a:pathLst>
              <a:path extrusionOk="0" h="21600" w="21600">
                <a:moveTo>
                  <a:pt x="19636" y="1964"/>
                </a:moveTo>
                <a:lnTo>
                  <a:pt x="10800" y="1964"/>
                </a:lnTo>
                <a:cubicBezTo>
                  <a:pt x="8836" y="1964"/>
                  <a:pt x="8836" y="0"/>
                  <a:pt x="6873" y="0"/>
                </a:cubicBezTo>
                <a:lnTo>
                  <a:pt x="1964" y="0"/>
                </a:lnTo>
                <a:cubicBezTo>
                  <a:pt x="879" y="0"/>
                  <a:pt x="0" y="879"/>
                  <a:pt x="0" y="1964"/>
                </a:cubicBezTo>
                <a:lnTo>
                  <a:pt x="0" y="15709"/>
                </a:lnTo>
                <a:cubicBezTo>
                  <a:pt x="0" y="16794"/>
                  <a:pt x="879" y="17673"/>
                  <a:pt x="1964" y="17673"/>
                </a:cubicBezTo>
                <a:lnTo>
                  <a:pt x="6599" y="17673"/>
                </a:lnTo>
                <a:cubicBezTo>
                  <a:pt x="6257" y="17372"/>
                  <a:pt x="5941" y="17046"/>
                  <a:pt x="5656" y="16691"/>
                </a:cubicBezTo>
                <a:lnTo>
                  <a:pt x="1964" y="16691"/>
                </a:lnTo>
                <a:cubicBezTo>
                  <a:pt x="1422" y="16691"/>
                  <a:pt x="982" y="16252"/>
                  <a:pt x="982" y="15709"/>
                </a:cubicBezTo>
                <a:lnTo>
                  <a:pt x="982" y="5891"/>
                </a:lnTo>
                <a:lnTo>
                  <a:pt x="6599" y="5891"/>
                </a:lnTo>
                <a:cubicBezTo>
                  <a:pt x="7023" y="5517"/>
                  <a:pt x="7484" y="5185"/>
                  <a:pt x="7982" y="4909"/>
                </a:cubicBezTo>
                <a:lnTo>
                  <a:pt x="982" y="4909"/>
                </a:lnTo>
                <a:lnTo>
                  <a:pt x="982" y="1964"/>
                </a:lnTo>
                <a:cubicBezTo>
                  <a:pt x="982" y="1422"/>
                  <a:pt x="1422" y="982"/>
                  <a:pt x="1964" y="982"/>
                </a:cubicBezTo>
                <a:lnTo>
                  <a:pt x="6873" y="982"/>
                </a:lnTo>
                <a:cubicBezTo>
                  <a:pt x="8345" y="982"/>
                  <a:pt x="8345" y="2946"/>
                  <a:pt x="10800" y="2946"/>
                </a:cubicBezTo>
                <a:lnTo>
                  <a:pt x="19636" y="2946"/>
                </a:lnTo>
                <a:cubicBezTo>
                  <a:pt x="20178" y="2946"/>
                  <a:pt x="20618" y="3385"/>
                  <a:pt x="20618" y="3927"/>
                </a:cubicBezTo>
                <a:lnTo>
                  <a:pt x="20618" y="4909"/>
                </a:lnTo>
                <a:lnTo>
                  <a:pt x="15582" y="4909"/>
                </a:lnTo>
                <a:cubicBezTo>
                  <a:pt x="16080" y="5185"/>
                  <a:pt x="16541" y="5517"/>
                  <a:pt x="16965" y="5891"/>
                </a:cubicBezTo>
                <a:lnTo>
                  <a:pt x="20618" y="5891"/>
                </a:lnTo>
                <a:lnTo>
                  <a:pt x="20618" y="15709"/>
                </a:lnTo>
                <a:cubicBezTo>
                  <a:pt x="20618" y="16252"/>
                  <a:pt x="20178" y="16691"/>
                  <a:pt x="19636" y="16691"/>
                </a:cubicBezTo>
                <a:lnTo>
                  <a:pt x="18766" y="16691"/>
                </a:lnTo>
                <a:lnTo>
                  <a:pt x="19738" y="17663"/>
                </a:lnTo>
                <a:cubicBezTo>
                  <a:pt x="20774" y="17609"/>
                  <a:pt x="21600" y="16759"/>
                  <a:pt x="21600" y="15709"/>
                </a:cubicBezTo>
                <a:lnTo>
                  <a:pt x="21600" y="3927"/>
                </a:lnTo>
                <a:cubicBezTo>
                  <a:pt x="21600" y="2843"/>
                  <a:pt x="20721" y="1964"/>
                  <a:pt x="19636" y="1964"/>
                </a:cubicBezTo>
                <a:moveTo>
                  <a:pt x="11782" y="17673"/>
                </a:moveTo>
                <a:cubicBezTo>
                  <a:pt x="8529" y="17673"/>
                  <a:pt x="5891" y="15036"/>
                  <a:pt x="5891" y="11782"/>
                </a:cubicBezTo>
                <a:cubicBezTo>
                  <a:pt x="5891" y="8529"/>
                  <a:pt x="8529" y="5891"/>
                  <a:pt x="11782" y="5891"/>
                </a:cubicBezTo>
                <a:cubicBezTo>
                  <a:pt x="15035" y="5891"/>
                  <a:pt x="17673" y="8529"/>
                  <a:pt x="17673" y="11782"/>
                </a:cubicBezTo>
                <a:cubicBezTo>
                  <a:pt x="17673" y="15036"/>
                  <a:pt x="15035" y="17673"/>
                  <a:pt x="11782" y="17673"/>
                </a:cubicBezTo>
                <a:moveTo>
                  <a:pt x="16972" y="16278"/>
                </a:moveTo>
                <a:cubicBezTo>
                  <a:pt x="18018" y="15072"/>
                  <a:pt x="18655" y="13503"/>
                  <a:pt x="18655" y="11782"/>
                </a:cubicBezTo>
                <a:cubicBezTo>
                  <a:pt x="18655" y="7987"/>
                  <a:pt x="15578" y="4910"/>
                  <a:pt x="11782" y="4910"/>
                </a:cubicBezTo>
                <a:cubicBezTo>
                  <a:pt x="7986" y="4910"/>
                  <a:pt x="4909" y="7987"/>
                  <a:pt x="4909" y="11782"/>
                </a:cubicBezTo>
                <a:cubicBezTo>
                  <a:pt x="4909" y="15578"/>
                  <a:pt x="7986" y="18655"/>
                  <a:pt x="11782" y="18655"/>
                </a:cubicBezTo>
                <a:cubicBezTo>
                  <a:pt x="13503" y="18655"/>
                  <a:pt x="15072" y="18017"/>
                  <a:pt x="16278" y="16972"/>
                </a:cubicBezTo>
                <a:lnTo>
                  <a:pt x="16972" y="17666"/>
                </a:lnTo>
                <a:cubicBezTo>
                  <a:pt x="16969" y="17668"/>
                  <a:pt x="16967" y="17671"/>
                  <a:pt x="16965" y="17673"/>
                </a:cubicBezTo>
                <a:lnTo>
                  <a:pt x="16979" y="17673"/>
                </a:lnTo>
                <a:lnTo>
                  <a:pt x="20762" y="21457"/>
                </a:lnTo>
                <a:cubicBezTo>
                  <a:pt x="20851" y="21546"/>
                  <a:pt x="20974" y="21600"/>
                  <a:pt x="21109" y="21600"/>
                </a:cubicBezTo>
                <a:cubicBezTo>
                  <a:pt x="21380" y="21600"/>
                  <a:pt x="21600" y="21381"/>
                  <a:pt x="21600" y="21109"/>
                </a:cubicBezTo>
                <a:cubicBezTo>
                  <a:pt x="21600" y="20974"/>
                  <a:pt x="21545" y="20851"/>
                  <a:pt x="21456" y="20762"/>
                </a:cubicBezTo>
                <a:cubicBezTo>
                  <a:pt x="21456" y="20762"/>
                  <a:pt x="16972" y="16278"/>
                  <a:pt x="16972" y="16278"/>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47" name="Google Shape;947;p24"/>
          <p:cNvSpPr/>
          <p:nvPr/>
        </p:nvSpPr>
        <p:spPr>
          <a:xfrm>
            <a:off x="11074472" y="3111625"/>
            <a:ext cx="279328" cy="279328"/>
          </a:xfrm>
          <a:custGeom>
            <a:rect b="b" l="l" r="r" t="t"/>
            <a:pathLst>
              <a:path extrusionOk="0" h="21600" w="21600">
                <a:moveTo>
                  <a:pt x="17958" y="17505"/>
                </a:moveTo>
                <a:cubicBezTo>
                  <a:pt x="17372" y="16944"/>
                  <a:pt x="16242" y="15945"/>
                  <a:pt x="15117" y="15413"/>
                </a:cubicBezTo>
                <a:cubicBezTo>
                  <a:pt x="14189" y="14975"/>
                  <a:pt x="13657" y="14531"/>
                  <a:pt x="13491" y="14057"/>
                </a:cubicBezTo>
                <a:cubicBezTo>
                  <a:pt x="13377" y="13728"/>
                  <a:pt x="13428" y="13351"/>
                  <a:pt x="13649" y="12904"/>
                </a:cubicBezTo>
                <a:cubicBezTo>
                  <a:pt x="13815" y="12567"/>
                  <a:pt x="13972" y="12286"/>
                  <a:pt x="14117" y="12028"/>
                </a:cubicBezTo>
                <a:cubicBezTo>
                  <a:pt x="14730" y="10934"/>
                  <a:pt x="15203" y="10145"/>
                  <a:pt x="15203" y="7348"/>
                </a:cubicBezTo>
                <a:cubicBezTo>
                  <a:pt x="15203" y="3162"/>
                  <a:pt x="12787" y="2951"/>
                  <a:pt x="12309" y="2951"/>
                </a:cubicBezTo>
                <a:cubicBezTo>
                  <a:pt x="11917" y="2951"/>
                  <a:pt x="11672" y="3037"/>
                  <a:pt x="11435" y="3121"/>
                </a:cubicBezTo>
                <a:cubicBezTo>
                  <a:pt x="11175" y="3213"/>
                  <a:pt x="10907" y="3309"/>
                  <a:pt x="10296" y="3319"/>
                </a:cubicBezTo>
                <a:cubicBezTo>
                  <a:pt x="9190" y="3337"/>
                  <a:pt x="6873" y="3375"/>
                  <a:pt x="6873" y="7226"/>
                </a:cubicBezTo>
                <a:cubicBezTo>
                  <a:pt x="6873" y="9919"/>
                  <a:pt x="7574" y="11156"/>
                  <a:pt x="8125" y="12150"/>
                </a:cubicBezTo>
                <a:cubicBezTo>
                  <a:pt x="8266" y="12404"/>
                  <a:pt x="8399" y="12645"/>
                  <a:pt x="8505" y="12885"/>
                </a:cubicBezTo>
                <a:cubicBezTo>
                  <a:pt x="8973" y="13949"/>
                  <a:pt x="8631" y="14693"/>
                  <a:pt x="7426" y="15224"/>
                </a:cubicBezTo>
                <a:cubicBezTo>
                  <a:pt x="5905" y="15897"/>
                  <a:pt x="5188" y="16247"/>
                  <a:pt x="3693" y="17562"/>
                </a:cubicBezTo>
                <a:cubicBezTo>
                  <a:pt x="2017" y="15800"/>
                  <a:pt x="982" y="13423"/>
                  <a:pt x="982" y="10800"/>
                </a:cubicBezTo>
                <a:cubicBezTo>
                  <a:pt x="982" y="5377"/>
                  <a:pt x="5377" y="982"/>
                  <a:pt x="10800" y="982"/>
                </a:cubicBezTo>
                <a:cubicBezTo>
                  <a:pt x="16223" y="982"/>
                  <a:pt x="20618" y="5377"/>
                  <a:pt x="20618" y="10800"/>
                </a:cubicBezTo>
                <a:cubicBezTo>
                  <a:pt x="20618" y="13395"/>
                  <a:pt x="19603" y="15749"/>
                  <a:pt x="17958" y="17505"/>
                </a:cubicBezTo>
                <a:moveTo>
                  <a:pt x="10800" y="20618"/>
                </a:moveTo>
                <a:cubicBezTo>
                  <a:pt x="8356" y="20618"/>
                  <a:pt x="6125" y="19720"/>
                  <a:pt x="4407" y="18242"/>
                </a:cubicBezTo>
                <a:cubicBezTo>
                  <a:pt x="5730" y="17084"/>
                  <a:pt x="6362" y="16767"/>
                  <a:pt x="7823" y="16122"/>
                </a:cubicBezTo>
                <a:cubicBezTo>
                  <a:pt x="9515" y="15375"/>
                  <a:pt x="10091" y="14051"/>
                  <a:pt x="9403" y="12489"/>
                </a:cubicBezTo>
                <a:cubicBezTo>
                  <a:pt x="9279" y="12208"/>
                  <a:pt x="9136" y="11949"/>
                  <a:pt x="8984" y="11674"/>
                </a:cubicBezTo>
                <a:cubicBezTo>
                  <a:pt x="8461" y="10732"/>
                  <a:pt x="7855" y="9665"/>
                  <a:pt x="7855" y="7226"/>
                </a:cubicBezTo>
                <a:cubicBezTo>
                  <a:pt x="7855" y="4341"/>
                  <a:pt x="9224" y="4318"/>
                  <a:pt x="10312" y="4300"/>
                </a:cubicBezTo>
                <a:cubicBezTo>
                  <a:pt x="11084" y="4287"/>
                  <a:pt x="11461" y="4154"/>
                  <a:pt x="11763" y="4047"/>
                </a:cubicBezTo>
                <a:cubicBezTo>
                  <a:pt x="11964" y="3975"/>
                  <a:pt x="12086" y="3933"/>
                  <a:pt x="12309" y="3933"/>
                </a:cubicBezTo>
                <a:cubicBezTo>
                  <a:pt x="13218" y="3933"/>
                  <a:pt x="14221" y="4830"/>
                  <a:pt x="14221" y="7348"/>
                </a:cubicBezTo>
                <a:cubicBezTo>
                  <a:pt x="14221" y="9888"/>
                  <a:pt x="13840" y="10513"/>
                  <a:pt x="13261" y="11548"/>
                </a:cubicBezTo>
                <a:cubicBezTo>
                  <a:pt x="13108" y="11820"/>
                  <a:pt x="12943" y="12115"/>
                  <a:pt x="12768" y="12470"/>
                </a:cubicBezTo>
                <a:cubicBezTo>
                  <a:pt x="12430" y="13155"/>
                  <a:pt x="12362" y="13798"/>
                  <a:pt x="12565" y="14380"/>
                </a:cubicBezTo>
                <a:cubicBezTo>
                  <a:pt x="12825" y="15126"/>
                  <a:pt x="13502" y="15737"/>
                  <a:pt x="14696" y="16302"/>
                </a:cubicBezTo>
                <a:cubicBezTo>
                  <a:pt x="15675" y="16764"/>
                  <a:pt x="16700" y="17667"/>
                  <a:pt x="17251" y="18189"/>
                </a:cubicBezTo>
                <a:cubicBezTo>
                  <a:pt x="15525" y="19697"/>
                  <a:pt x="13272" y="20618"/>
                  <a:pt x="10800" y="20618"/>
                </a:cubicBezTo>
                <a:moveTo>
                  <a:pt x="10800" y="0"/>
                </a:moveTo>
                <a:cubicBezTo>
                  <a:pt x="4835" y="0"/>
                  <a:pt x="0" y="4835"/>
                  <a:pt x="0" y="10800"/>
                </a:cubicBezTo>
                <a:cubicBezTo>
                  <a:pt x="0" y="16764"/>
                  <a:pt x="4835" y="21600"/>
                  <a:pt x="10800" y="21600"/>
                </a:cubicBezTo>
                <a:cubicBezTo>
                  <a:pt x="16765" y="21600"/>
                  <a:pt x="21600" y="16764"/>
                  <a:pt x="21600" y="10800"/>
                </a:cubicBezTo>
                <a:cubicBezTo>
                  <a:pt x="21600" y="4835"/>
                  <a:pt x="16765" y="0"/>
                  <a:pt x="108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48" name="Google Shape;948;p24"/>
          <p:cNvSpPr/>
          <p:nvPr/>
        </p:nvSpPr>
        <p:spPr>
          <a:xfrm>
            <a:off x="6275123" y="3644887"/>
            <a:ext cx="279328" cy="279328"/>
          </a:xfrm>
          <a:custGeom>
            <a:rect b="b" l="l" r="r" t="t"/>
            <a:pathLst>
              <a:path extrusionOk="0" h="21600" w="21600">
                <a:moveTo>
                  <a:pt x="17593" y="17878"/>
                </a:moveTo>
                <a:cubicBezTo>
                  <a:pt x="16514" y="16546"/>
                  <a:pt x="15177" y="15812"/>
                  <a:pt x="14084" y="15323"/>
                </a:cubicBezTo>
                <a:cubicBezTo>
                  <a:pt x="13842" y="15214"/>
                  <a:pt x="13687" y="15099"/>
                  <a:pt x="13598" y="14990"/>
                </a:cubicBezTo>
                <a:cubicBezTo>
                  <a:pt x="15238" y="14959"/>
                  <a:pt x="16521" y="14237"/>
                  <a:pt x="16581" y="14203"/>
                </a:cubicBezTo>
                <a:cubicBezTo>
                  <a:pt x="16751" y="14106"/>
                  <a:pt x="16846" y="13918"/>
                  <a:pt x="16826" y="13724"/>
                </a:cubicBezTo>
                <a:cubicBezTo>
                  <a:pt x="16807" y="13546"/>
                  <a:pt x="16693" y="13394"/>
                  <a:pt x="16530" y="13325"/>
                </a:cubicBezTo>
                <a:cubicBezTo>
                  <a:pt x="16461" y="13275"/>
                  <a:pt x="15663" y="12629"/>
                  <a:pt x="15663" y="9051"/>
                </a:cubicBezTo>
                <a:cubicBezTo>
                  <a:pt x="15663" y="5000"/>
                  <a:pt x="14115" y="2945"/>
                  <a:pt x="11061" y="2945"/>
                </a:cubicBezTo>
                <a:cubicBezTo>
                  <a:pt x="8481" y="2945"/>
                  <a:pt x="5845" y="3642"/>
                  <a:pt x="5845" y="8806"/>
                </a:cubicBezTo>
                <a:cubicBezTo>
                  <a:pt x="5845" y="12555"/>
                  <a:pt x="5219" y="13278"/>
                  <a:pt x="5122" y="13367"/>
                </a:cubicBezTo>
                <a:cubicBezTo>
                  <a:pt x="4957" y="13416"/>
                  <a:pt x="4826" y="13551"/>
                  <a:pt x="4784" y="13723"/>
                </a:cubicBezTo>
                <a:cubicBezTo>
                  <a:pt x="4734" y="13935"/>
                  <a:pt x="4828" y="14153"/>
                  <a:pt x="5015" y="14262"/>
                </a:cubicBezTo>
                <a:cubicBezTo>
                  <a:pt x="6396" y="15064"/>
                  <a:pt x="7482" y="15136"/>
                  <a:pt x="8065" y="15091"/>
                </a:cubicBezTo>
                <a:cubicBezTo>
                  <a:pt x="7994" y="15151"/>
                  <a:pt x="7850" y="15241"/>
                  <a:pt x="7564" y="15335"/>
                </a:cubicBezTo>
                <a:cubicBezTo>
                  <a:pt x="6211" y="15776"/>
                  <a:pt x="4766" y="16807"/>
                  <a:pt x="3958" y="17834"/>
                </a:cubicBezTo>
                <a:cubicBezTo>
                  <a:pt x="2125" y="16050"/>
                  <a:pt x="982" y="13560"/>
                  <a:pt x="982" y="10800"/>
                </a:cubicBezTo>
                <a:cubicBezTo>
                  <a:pt x="982" y="5377"/>
                  <a:pt x="5377" y="982"/>
                  <a:pt x="10800" y="982"/>
                </a:cubicBezTo>
                <a:cubicBezTo>
                  <a:pt x="16222" y="982"/>
                  <a:pt x="20618" y="5377"/>
                  <a:pt x="20618" y="10800"/>
                </a:cubicBezTo>
                <a:cubicBezTo>
                  <a:pt x="20618" y="13584"/>
                  <a:pt x="19454" y="16092"/>
                  <a:pt x="17593" y="17878"/>
                </a:cubicBezTo>
                <a:moveTo>
                  <a:pt x="10800" y="20618"/>
                </a:moveTo>
                <a:cubicBezTo>
                  <a:pt x="8489" y="20618"/>
                  <a:pt x="6370" y="19815"/>
                  <a:pt x="4693" y="18480"/>
                </a:cubicBezTo>
                <a:cubicBezTo>
                  <a:pt x="5360" y="17604"/>
                  <a:pt x="6693" y="16652"/>
                  <a:pt x="7869" y="16268"/>
                </a:cubicBezTo>
                <a:cubicBezTo>
                  <a:pt x="8578" y="16037"/>
                  <a:pt x="8988" y="15688"/>
                  <a:pt x="9087" y="15232"/>
                </a:cubicBezTo>
                <a:cubicBezTo>
                  <a:pt x="9214" y="14656"/>
                  <a:pt x="8775" y="14230"/>
                  <a:pt x="8725" y="14183"/>
                </a:cubicBezTo>
                <a:cubicBezTo>
                  <a:pt x="8597" y="14065"/>
                  <a:pt x="8412" y="14025"/>
                  <a:pt x="8246" y="14075"/>
                </a:cubicBezTo>
                <a:cubicBezTo>
                  <a:pt x="8208" y="14086"/>
                  <a:pt x="7406" y="14309"/>
                  <a:pt x="6089" y="13714"/>
                </a:cubicBezTo>
                <a:cubicBezTo>
                  <a:pt x="6486" y="13026"/>
                  <a:pt x="6826" y="11618"/>
                  <a:pt x="6826" y="8806"/>
                </a:cubicBezTo>
                <a:cubicBezTo>
                  <a:pt x="6826" y="4301"/>
                  <a:pt x="8829" y="3928"/>
                  <a:pt x="11061" y="3928"/>
                </a:cubicBezTo>
                <a:cubicBezTo>
                  <a:pt x="12615" y="3928"/>
                  <a:pt x="14681" y="4458"/>
                  <a:pt x="14681" y="9051"/>
                </a:cubicBezTo>
                <a:cubicBezTo>
                  <a:pt x="14681" y="11662"/>
                  <a:pt x="15092" y="12966"/>
                  <a:pt x="15499" y="13617"/>
                </a:cubicBezTo>
                <a:cubicBezTo>
                  <a:pt x="14943" y="13829"/>
                  <a:pt x="14058" y="14076"/>
                  <a:pt x="13097" y="13993"/>
                </a:cubicBezTo>
                <a:cubicBezTo>
                  <a:pt x="12883" y="13971"/>
                  <a:pt x="12690" y="14092"/>
                  <a:pt x="12605" y="14285"/>
                </a:cubicBezTo>
                <a:cubicBezTo>
                  <a:pt x="12420" y="14704"/>
                  <a:pt x="12408" y="15649"/>
                  <a:pt x="13683" y="16219"/>
                </a:cubicBezTo>
                <a:cubicBezTo>
                  <a:pt x="14677" y="16664"/>
                  <a:pt x="15893" y="17331"/>
                  <a:pt x="16850" y="18522"/>
                </a:cubicBezTo>
                <a:cubicBezTo>
                  <a:pt x="15182" y="19831"/>
                  <a:pt x="13085" y="20618"/>
                  <a:pt x="10800" y="20618"/>
                </a:cubicBezTo>
                <a:moveTo>
                  <a:pt x="10800" y="0"/>
                </a:moveTo>
                <a:cubicBezTo>
                  <a:pt x="4835" y="0"/>
                  <a:pt x="0" y="4836"/>
                  <a:pt x="0" y="10800"/>
                </a:cubicBezTo>
                <a:cubicBezTo>
                  <a:pt x="0" y="16765"/>
                  <a:pt x="4835" y="21600"/>
                  <a:pt x="10800" y="21600"/>
                </a:cubicBezTo>
                <a:cubicBezTo>
                  <a:pt x="16764" y="21600"/>
                  <a:pt x="21600" y="16765"/>
                  <a:pt x="21600" y="10800"/>
                </a:cubicBezTo>
                <a:cubicBezTo>
                  <a:pt x="21600" y="4836"/>
                  <a:pt x="16764" y="0"/>
                  <a:pt x="108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49" name="Google Shape;949;p24"/>
          <p:cNvSpPr/>
          <p:nvPr/>
        </p:nvSpPr>
        <p:spPr>
          <a:xfrm>
            <a:off x="6808384" y="3657583"/>
            <a:ext cx="279328" cy="253997"/>
          </a:xfrm>
          <a:custGeom>
            <a:rect b="b" l="l" r="r" t="t"/>
            <a:pathLst>
              <a:path extrusionOk="0" h="21600" w="21600">
                <a:moveTo>
                  <a:pt x="1016" y="20520"/>
                </a:moveTo>
                <a:cubicBezTo>
                  <a:pt x="1258" y="18675"/>
                  <a:pt x="2752" y="17923"/>
                  <a:pt x="4191" y="17361"/>
                </a:cubicBezTo>
                <a:cubicBezTo>
                  <a:pt x="5156" y="17087"/>
                  <a:pt x="6884" y="15971"/>
                  <a:pt x="6884" y="13567"/>
                </a:cubicBezTo>
                <a:cubicBezTo>
                  <a:pt x="6884" y="11510"/>
                  <a:pt x="6113" y="10507"/>
                  <a:pt x="5698" y="9969"/>
                </a:cubicBezTo>
                <a:cubicBezTo>
                  <a:pt x="5646" y="9902"/>
                  <a:pt x="5599" y="9842"/>
                  <a:pt x="5562" y="9786"/>
                </a:cubicBezTo>
                <a:cubicBezTo>
                  <a:pt x="5550" y="9769"/>
                  <a:pt x="5538" y="9752"/>
                  <a:pt x="5526" y="9735"/>
                </a:cubicBezTo>
                <a:cubicBezTo>
                  <a:pt x="5491" y="9662"/>
                  <a:pt x="5297" y="9177"/>
                  <a:pt x="5553" y="8011"/>
                </a:cubicBezTo>
                <a:cubicBezTo>
                  <a:pt x="5604" y="7777"/>
                  <a:pt x="5583" y="7531"/>
                  <a:pt x="5493" y="7312"/>
                </a:cubicBezTo>
                <a:cubicBezTo>
                  <a:pt x="5249" y="6721"/>
                  <a:pt x="4603" y="5151"/>
                  <a:pt x="5035" y="3988"/>
                </a:cubicBezTo>
                <a:cubicBezTo>
                  <a:pt x="5619" y="2411"/>
                  <a:pt x="6140" y="2099"/>
                  <a:pt x="7085" y="1642"/>
                </a:cubicBezTo>
                <a:cubicBezTo>
                  <a:pt x="7132" y="1619"/>
                  <a:pt x="7177" y="1592"/>
                  <a:pt x="7220" y="1562"/>
                </a:cubicBezTo>
                <a:cubicBezTo>
                  <a:pt x="7458" y="1393"/>
                  <a:pt x="8233" y="1080"/>
                  <a:pt x="9029" y="1080"/>
                </a:cubicBezTo>
                <a:cubicBezTo>
                  <a:pt x="9467" y="1080"/>
                  <a:pt x="9840" y="1172"/>
                  <a:pt x="10137" y="1353"/>
                </a:cubicBezTo>
                <a:cubicBezTo>
                  <a:pt x="10491" y="1569"/>
                  <a:pt x="10825" y="1968"/>
                  <a:pt x="11308" y="3213"/>
                </a:cubicBezTo>
                <a:cubicBezTo>
                  <a:pt x="11991" y="4974"/>
                  <a:pt x="11820" y="6477"/>
                  <a:pt x="11347" y="7186"/>
                </a:cubicBezTo>
                <a:cubicBezTo>
                  <a:pt x="11175" y="7442"/>
                  <a:pt x="11116" y="7769"/>
                  <a:pt x="11184" y="8078"/>
                </a:cubicBezTo>
                <a:cubicBezTo>
                  <a:pt x="11422" y="9164"/>
                  <a:pt x="11247" y="9602"/>
                  <a:pt x="11210" y="9679"/>
                </a:cubicBezTo>
                <a:cubicBezTo>
                  <a:pt x="11181" y="9712"/>
                  <a:pt x="11153" y="9748"/>
                  <a:pt x="11129" y="9786"/>
                </a:cubicBezTo>
                <a:cubicBezTo>
                  <a:pt x="11091" y="9842"/>
                  <a:pt x="11044" y="9902"/>
                  <a:pt x="10992" y="9969"/>
                </a:cubicBezTo>
                <a:cubicBezTo>
                  <a:pt x="10578" y="10507"/>
                  <a:pt x="9806" y="11510"/>
                  <a:pt x="9806" y="13567"/>
                </a:cubicBezTo>
                <a:cubicBezTo>
                  <a:pt x="9806" y="15972"/>
                  <a:pt x="11535" y="17087"/>
                  <a:pt x="12500" y="17361"/>
                </a:cubicBezTo>
                <a:cubicBezTo>
                  <a:pt x="13925" y="17916"/>
                  <a:pt x="15432" y="18665"/>
                  <a:pt x="15675" y="20520"/>
                </a:cubicBezTo>
                <a:cubicBezTo>
                  <a:pt x="15675" y="20520"/>
                  <a:pt x="1016" y="20520"/>
                  <a:pt x="1016" y="20520"/>
                </a:cubicBezTo>
                <a:close/>
                <a:moveTo>
                  <a:pt x="12782" y="16326"/>
                </a:moveTo>
                <a:cubicBezTo>
                  <a:pt x="12782" y="16326"/>
                  <a:pt x="10788" y="15813"/>
                  <a:pt x="10788" y="13567"/>
                </a:cubicBezTo>
                <a:cubicBezTo>
                  <a:pt x="10788" y="11595"/>
                  <a:pt x="11607" y="10900"/>
                  <a:pt x="11923" y="10420"/>
                </a:cubicBezTo>
                <a:cubicBezTo>
                  <a:pt x="11923" y="10420"/>
                  <a:pt x="12573" y="9806"/>
                  <a:pt x="12138" y="7825"/>
                </a:cubicBezTo>
                <a:cubicBezTo>
                  <a:pt x="12863" y="6740"/>
                  <a:pt x="12999" y="4821"/>
                  <a:pt x="12211" y="2789"/>
                </a:cubicBezTo>
                <a:cubicBezTo>
                  <a:pt x="11716" y="1514"/>
                  <a:pt x="11279" y="815"/>
                  <a:pt x="10613" y="409"/>
                </a:cubicBezTo>
                <a:cubicBezTo>
                  <a:pt x="10124" y="111"/>
                  <a:pt x="9569" y="0"/>
                  <a:pt x="9029" y="0"/>
                </a:cubicBezTo>
                <a:cubicBezTo>
                  <a:pt x="8023" y="0"/>
                  <a:pt x="7070" y="384"/>
                  <a:pt x="6690" y="653"/>
                </a:cubicBezTo>
                <a:cubicBezTo>
                  <a:pt x="5576" y="1192"/>
                  <a:pt x="4828" y="1688"/>
                  <a:pt x="4126" y="3579"/>
                </a:cubicBezTo>
                <a:cubicBezTo>
                  <a:pt x="3556" y="5114"/>
                  <a:pt x="4241" y="6891"/>
                  <a:pt x="4598" y="7757"/>
                </a:cubicBezTo>
                <a:cubicBezTo>
                  <a:pt x="4163" y="9739"/>
                  <a:pt x="4767" y="10420"/>
                  <a:pt x="4767" y="10420"/>
                </a:cubicBezTo>
                <a:cubicBezTo>
                  <a:pt x="5083" y="10900"/>
                  <a:pt x="5903" y="11595"/>
                  <a:pt x="5903" y="13567"/>
                </a:cubicBezTo>
                <a:cubicBezTo>
                  <a:pt x="5903" y="15813"/>
                  <a:pt x="3909" y="16326"/>
                  <a:pt x="3909" y="16326"/>
                </a:cubicBezTo>
                <a:cubicBezTo>
                  <a:pt x="2642" y="16817"/>
                  <a:pt x="0" y="17821"/>
                  <a:pt x="0" y="21060"/>
                </a:cubicBezTo>
                <a:cubicBezTo>
                  <a:pt x="0" y="21060"/>
                  <a:pt x="0" y="21600"/>
                  <a:pt x="491" y="21600"/>
                </a:cubicBezTo>
                <a:lnTo>
                  <a:pt x="16200" y="21600"/>
                </a:lnTo>
                <a:cubicBezTo>
                  <a:pt x="16691" y="21600"/>
                  <a:pt x="16691" y="21060"/>
                  <a:pt x="16691" y="21060"/>
                </a:cubicBezTo>
                <a:cubicBezTo>
                  <a:pt x="16691" y="17821"/>
                  <a:pt x="14048" y="16817"/>
                  <a:pt x="12782" y="16326"/>
                </a:cubicBezTo>
                <a:moveTo>
                  <a:pt x="18035" y="15774"/>
                </a:moveTo>
                <a:cubicBezTo>
                  <a:pt x="18035" y="15774"/>
                  <a:pt x="16217" y="15312"/>
                  <a:pt x="16217" y="13291"/>
                </a:cubicBezTo>
                <a:cubicBezTo>
                  <a:pt x="16217" y="11515"/>
                  <a:pt x="17087" y="10890"/>
                  <a:pt x="17376" y="10458"/>
                </a:cubicBezTo>
                <a:cubicBezTo>
                  <a:pt x="17376" y="10458"/>
                  <a:pt x="17968" y="9906"/>
                  <a:pt x="17572" y="8122"/>
                </a:cubicBezTo>
                <a:cubicBezTo>
                  <a:pt x="18232" y="7146"/>
                  <a:pt x="18387" y="5419"/>
                  <a:pt x="17669" y="3590"/>
                </a:cubicBezTo>
                <a:cubicBezTo>
                  <a:pt x="17218" y="2442"/>
                  <a:pt x="16666" y="1814"/>
                  <a:pt x="16059" y="1449"/>
                </a:cubicBezTo>
                <a:cubicBezTo>
                  <a:pt x="15612" y="1180"/>
                  <a:pt x="15107" y="1081"/>
                  <a:pt x="14614" y="1081"/>
                </a:cubicBezTo>
                <a:cubicBezTo>
                  <a:pt x="13880" y="1081"/>
                  <a:pt x="13182" y="1301"/>
                  <a:pt x="12753" y="1514"/>
                </a:cubicBezTo>
                <a:cubicBezTo>
                  <a:pt x="12878" y="1781"/>
                  <a:pt x="12997" y="2064"/>
                  <a:pt x="13115" y="2366"/>
                </a:cubicBezTo>
                <a:cubicBezTo>
                  <a:pt x="13131" y="2409"/>
                  <a:pt x="13143" y="2453"/>
                  <a:pt x="13159" y="2496"/>
                </a:cubicBezTo>
                <a:cubicBezTo>
                  <a:pt x="13436" y="2360"/>
                  <a:pt x="13994" y="2160"/>
                  <a:pt x="14614" y="2160"/>
                </a:cubicBezTo>
                <a:cubicBezTo>
                  <a:pt x="15001" y="2160"/>
                  <a:pt x="15328" y="2239"/>
                  <a:pt x="15588" y="2396"/>
                </a:cubicBezTo>
                <a:cubicBezTo>
                  <a:pt x="15893" y="2579"/>
                  <a:pt x="16347" y="2947"/>
                  <a:pt x="16767" y="4019"/>
                </a:cubicBezTo>
                <a:cubicBezTo>
                  <a:pt x="17366" y="5541"/>
                  <a:pt x="17207" y="6853"/>
                  <a:pt x="16784" y="7478"/>
                </a:cubicBezTo>
                <a:cubicBezTo>
                  <a:pt x="16610" y="7736"/>
                  <a:pt x="16549" y="8067"/>
                  <a:pt x="16618" y="8379"/>
                </a:cubicBezTo>
                <a:cubicBezTo>
                  <a:pt x="16817" y="9273"/>
                  <a:pt x="16689" y="9648"/>
                  <a:pt x="16656" y="9723"/>
                </a:cubicBezTo>
                <a:cubicBezTo>
                  <a:pt x="16631" y="9754"/>
                  <a:pt x="16607" y="9786"/>
                  <a:pt x="16584" y="9820"/>
                </a:cubicBezTo>
                <a:cubicBezTo>
                  <a:pt x="16565" y="9848"/>
                  <a:pt x="16497" y="9929"/>
                  <a:pt x="16447" y="9988"/>
                </a:cubicBezTo>
                <a:cubicBezTo>
                  <a:pt x="16023" y="10488"/>
                  <a:pt x="15236" y="11419"/>
                  <a:pt x="15236" y="13291"/>
                </a:cubicBezTo>
                <a:cubicBezTo>
                  <a:pt x="15236" y="15520"/>
                  <a:pt x="16851" y="16555"/>
                  <a:pt x="17757" y="16810"/>
                </a:cubicBezTo>
                <a:cubicBezTo>
                  <a:pt x="19050" y="17307"/>
                  <a:pt x="20311" y="17926"/>
                  <a:pt x="20570" y="19440"/>
                </a:cubicBezTo>
                <a:lnTo>
                  <a:pt x="17464" y="19440"/>
                </a:lnTo>
                <a:cubicBezTo>
                  <a:pt x="17553" y="19773"/>
                  <a:pt x="17615" y="20132"/>
                  <a:pt x="17645" y="20520"/>
                </a:cubicBezTo>
                <a:lnTo>
                  <a:pt x="21152" y="20520"/>
                </a:lnTo>
                <a:cubicBezTo>
                  <a:pt x="21600" y="20520"/>
                  <a:pt x="21600" y="20034"/>
                  <a:pt x="21600" y="20034"/>
                </a:cubicBezTo>
                <a:cubicBezTo>
                  <a:pt x="21600" y="17119"/>
                  <a:pt x="19191" y="16215"/>
                  <a:pt x="18035" y="15774"/>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50" name="Google Shape;950;p24"/>
          <p:cNvSpPr/>
          <p:nvPr/>
        </p:nvSpPr>
        <p:spPr>
          <a:xfrm>
            <a:off x="7341645" y="3670280"/>
            <a:ext cx="279328" cy="228566"/>
          </a:xfrm>
          <a:custGeom>
            <a:rect b="b" l="l" r="r" t="t"/>
            <a:pathLst>
              <a:path extrusionOk="0" h="21600" w="21600">
                <a:moveTo>
                  <a:pt x="4457" y="20400"/>
                </a:moveTo>
                <a:cubicBezTo>
                  <a:pt x="4686" y="18711"/>
                  <a:pt x="5897" y="18036"/>
                  <a:pt x="7134" y="17493"/>
                </a:cubicBezTo>
                <a:lnTo>
                  <a:pt x="7173" y="17477"/>
                </a:lnTo>
                <a:cubicBezTo>
                  <a:pt x="8055" y="17190"/>
                  <a:pt x="9626" y="16039"/>
                  <a:pt x="9626" y="13569"/>
                </a:cubicBezTo>
                <a:cubicBezTo>
                  <a:pt x="9626" y="11474"/>
                  <a:pt x="8932" y="10452"/>
                  <a:pt x="8558" y="9902"/>
                </a:cubicBezTo>
                <a:cubicBezTo>
                  <a:pt x="8484" y="9791"/>
                  <a:pt x="8394" y="9649"/>
                  <a:pt x="8414" y="9680"/>
                </a:cubicBezTo>
                <a:cubicBezTo>
                  <a:pt x="8384" y="9599"/>
                  <a:pt x="8237" y="9129"/>
                  <a:pt x="8449" y="8035"/>
                </a:cubicBezTo>
                <a:cubicBezTo>
                  <a:pt x="8549" y="7522"/>
                  <a:pt x="8380" y="7241"/>
                  <a:pt x="8380" y="7241"/>
                </a:cubicBezTo>
                <a:cubicBezTo>
                  <a:pt x="8112" y="6505"/>
                  <a:pt x="7614" y="5133"/>
                  <a:pt x="7988" y="4025"/>
                </a:cubicBezTo>
                <a:cubicBezTo>
                  <a:pt x="8490" y="2492"/>
                  <a:pt x="8935" y="2190"/>
                  <a:pt x="9741" y="1747"/>
                </a:cubicBezTo>
                <a:cubicBezTo>
                  <a:pt x="9788" y="1721"/>
                  <a:pt x="9834" y="1691"/>
                  <a:pt x="9877" y="1657"/>
                </a:cubicBezTo>
                <a:cubicBezTo>
                  <a:pt x="10029" y="1535"/>
                  <a:pt x="10674" y="1200"/>
                  <a:pt x="11403" y="1200"/>
                </a:cubicBezTo>
                <a:cubicBezTo>
                  <a:pt x="11768" y="1200"/>
                  <a:pt x="12075" y="1285"/>
                  <a:pt x="12318" y="1454"/>
                </a:cubicBezTo>
                <a:cubicBezTo>
                  <a:pt x="12610" y="1655"/>
                  <a:pt x="12890" y="2039"/>
                  <a:pt x="13313" y="3271"/>
                </a:cubicBezTo>
                <a:cubicBezTo>
                  <a:pt x="14101" y="5469"/>
                  <a:pt x="13602" y="6698"/>
                  <a:pt x="13350" y="7124"/>
                </a:cubicBezTo>
                <a:cubicBezTo>
                  <a:pt x="13183" y="7407"/>
                  <a:pt x="13126" y="7764"/>
                  <a:pt x="13191" y="8102"/>
                </a:cubicBezTo>
                <a:cubicBezTo>
                  <a:pt x="13386" y="9109"/>
                  <a:pt x="13260" y="9534"/>
                  <a:pt x="13227" y="9619"/>
                </a:cubicBezTo>
                <a:cubicBezTo>
                  <a:pt x="13219" y="9631"/>
                  <a:pt x="13101" y="9814"/>
                  <a:pt x="13041" y="9902"/>
                </a:cubicBezTo>
                <a:cubicBezTo>
                  <a:pt x="12668" y="10452"/>
                  <a:pt x="11973" y="11474"/>
                  <a:pt x="11973" y="13569"/>
                </a:cubicBezTo>
                <a:cubicBezTo>
                  <a:pt x="11973" y="16039"/>
                  <a:pt x="13545" y="17190"/>
                  <a:pt x="14427" y="17477"/>
                </a:cubicBezTo>
                <a:lnTo>
                  <a:pt x="14466" y="17493"/>
                </a:lnTo>
                <a:cubicBezTo>
                  <a:pt x="15703" y="18036"/>
                  <a:pt x="16914" y="18711"/>
                  <a:pt x="17143" y="20400"/>
                </a:cubicBezTo>
                <a:cubicBezTo>
                  <a:pt x="17143" y="20400"/>
                  <a:pt x="4457" y="20400"/>
                  <a:pt x="4457" y="20400"/>
                </a:cubicBezTo>
                <a:close/>
                <a:moveTo>
                  <a:pt x="14715" y="16328"/>
                </a:moveTo>
                <a:cubicBezTo>
                  <a:pt x="14715" y="16328"/>
                  <a:pt x="12955" y="15815"/>
                  <a:pt x="12955" y="13569"/>
                </a:cubicBezTo>
                <a:cubicBezTo>
                  <a:pt x="12955" y="11596"/>
                  <a:pt x="13678" y="10901"/>
                  <a:pt x="13957" y="10421"/>
                </a:cubicBezTo>
                <a:cubicBezTo>
                  <a:pt x="13957" y="10421"/>
                  <a:pt x="14531" y="9807"/>
                  <a:pt x="14146" y="7826"/>
                </a:cubicBezTo>
                <a:cubicBezTo>
                  <a:pt x="14787" y="6740"/>
                  <a:pt x="14995" y="4972"/>
                  <a:pt x="14211" y="2789"/>
                </a:cubicBezTo>
                <a:cubicBezTo>
                  <a:pt x="13774" y="1514"/>
                  <a:pt x="13389" y="815"/>
                  <a:pt x="12801" y="409"/>
                </a:cubicBezTo>
                <a:cubicBezTo>
                  <a:pt x="12370" y="110"/>
                  <a:pt x="11880" y="0"/>
                  <a:pt x="11403" y="0"/>
                </a:cubicBezTo>
                <a:cubicBezTo>
                  <a:pt x="10516" y="0"/>
                  <a:pt x="9675" y="384"/>
                  <a:pt x="9339" y="653"/>
                </a:cubicBezTo>
                <a:cubicBezTo>
                  <a:pt x="8357" y="1192"/>
                  <a:pt x="7697" y="1688"/>
                  <a:pt x="7077" y="3579"/>
                </a:cubicBezTo>
                <a:cubicBezTo>
                  <a:pt x="6540" y="5168"/>
                  <a:pt x="7179" y="6892"/>
                  <a:pt x="7494" y="7758"/>
                </a:cubicBezTo>
                <a:cubicBezTo>
                  <a:pt x="7110" y="9740"/>
                  <a:pt x="7642" y="10421"/>
                  <a:pt x="7642" y="10421"/>
                </a:cubicBezTo>
                <a:cubicBezTo>
                  <a:pt x="7922" y="10901"/>
                  <a:pt x="8644" y="11596"/>
                  <a:pt x="8644" y="13569"/>
                </a:cubicBezTo>
                <a:cubicBezTo>
                  <a:pt x="8644" y="15815"/>
                  <a:pt x="6885" y="16328"/>
                  <a:pt x="6885" y="16328"/>
                </a:cubicBezTo>
                <a:cubicBezTo>
                  <a:pt x="5768" y="16819"/>
                  <a:pt x="3436" y="17760"/>
                  <a:pt x="3436" y="21000"/>
                </a:cubicBezTo>
                <a:cubicBezTo>
                  <a:pt x="3436" y="21000"/>
                  <a:pt x="3436" y="21600"/>
                  <a:pt x="3927" y="21600"/>
                </a:cubicBezTo>
                <a:lnTo>
                  <a:pt x="17673" y="21600"/>
                </a:lnTo>
                <a:cubicBezTo>
                  <a:pt x="18164" y="21600"/>
                  <a:pt x="18164" y="21000"/>
                  <a:pt x="18164" y="21000"/>
                </a:cubicBezTo>
                <a:cubicBezTo>
                  <a:pt x="18164" y="17760"/>
                  <a:pt x="15832" y="16819"/>
                  <a:pt x="14715" y="16328"/>
                </a:cubicBezTo>
                <a:moveTo>
                  <a:pt x="19516" y="15006"/>
                </a:moveTo>
                <a:cubicBezTo>
                  <a:pt x="19516" y="15006"/>
                  <a:pt x="18416" y="14701"/>
                  <a:pt x="18416" y="12954"/>
                </a:cubicBezTo>
                <a:cubicBezTo>
                  <a:pt x="18416" y="11419"/>
                  <a:pt x="18794" y="10879"/>
                  <a:pt x="19017" y="10506"/>
                </a:cubicBezTo>
                <a:cubicBezTo>
                  <a:pt x="19017" y="10506"/>
                  <a:pt x="19443" y="9975"/>
                  <a:pt x="19136" y="8435"/>
                </a:cubicBezTo>
                <a:cubicBezTo>
                  <a:pt x="19388" y="7760"/>
                  <a:pt x="19900" y="6419"/>
                  <a:pt x="19470" y="5184"/>
                </a:cubicBezTo>
                <a:cubicBezTo>
                  <a:pt x="18974" y="3714"/>
                  <a:pt x="18645" y="3327"/>
                  <a:pt x="17860" y="2908"/>
                </a:cubicBezTo>
                <a:cubicBezTo>
                  <a:pt x="17591" y="2699"/>
                  <a:pt x="16918" y="2400"/>
                  <a:pt x="16208" y="2400"/>
                </a:cubicBezTo>
                <a:cubicBezTo>
                  <a:pt x="15873" y="2400"/>
                  <a:pt x="15531" y="2473"/>
                  <a:pt x="15218" y="2647"/>
                </a:cubicBezTo>
                <a:cubicBezTo>
                  <a:pt x="15343" y="3035"/>
                  <a:pt x="15449" y="3420"/>
                  <a:pt x="15525" y="3799"/>
                </a:cubicBezTo>
                <a:cubicBezTo>
                  <a:pt x="15537" y="3790"/>
                  <a:pt x="15550" y="3779"/>
                  <a:pt x="15563" y="3770"/>
                </a:cubicBezTo>
                <a:cubicBezTo>
                  <a:pt x="15730" y="3657"/>
                  <a:pt x="15948" y="3600"/>
                  <a:pt x="16208" y="3600"/>
                </a:cubicBezTo>
                <a:cubicBezTo>
                  <a:pt x="16716" y="3600"/>
                  <a:pt x="17211" y="3825"/>
                  <a:pt x="17332" y="3919"/>
                </a:cubicBezTo>
                <a:cubicBezTo>
                  <a:pt x="17375" y="3953"/>
                  <a:pt x="17421" y="3983"/>
                  <a:pt x="17467" y="4008"/>
                </a:cubicBezTo>
                <a:cubicBezTo>
                  <a:pt x="17950" y="4265"/>
                  <a:pt x="18131" y="4362"/>
                  <a:pt x="18562" y="5641"/>
                </a:cubicBezTo>
                <a:cubicBezTo>
                  <a:pt x="18822" y="6387"/>
                  <a:pt x="18452" y="7378"/>
                  <a:pt x="18253" y="7911"/>
                </a:cubicBezTo>
                <a:cubicBezTo>
                  <a:pt x="18161" y="8156"/>
                  <a:pt x="18130" y="8457"/>
                  <a:pt x="18182" y="8718"/>
                </a:cubicBezTo>
                <a:cubicBezTo>
                  <a:pt x="18316" y="9392"/>
                  <a:pt x="18254" y="9706"/>
                  <a:pt x="18232" y="9784"/>
                </a:cubicBezTo>
                <a:cubicBezTo>
                  <a:pt x="18230" y="9788"/>
                  <a:pt x="18227" y="9793"/>
                  <a:pt x="18224" y="9798"/>
                </a:cubicBezTo>
                <a:lnTo>
                  <a:pt x="18191" y="9853"/>
                </a:lnTo>
                <a:cubicBezTo>
                  <a:pt x="17926" y="10290"/>
                  <a:pt x="17434" y="11106"/>
                  <a:pt x="17434" y="12954"/>
                </a:cubicBezTo>
                <a:cubicBezTo>
                  <a:pt x="17434" y="15019"/>
                  <a:pt x="18570" y="15933"/>
                  <a:pt x="19229" y="16155"/>
                </a:cubicBezTo>
                <a:cubicBezTo>
                  <a:pt x="19856" y="16429"/>
                  <a:pt x="20435" y="16859"/>
                  <a:pt x="20582" y="17999"/>
                </a:cubicBezTo>
                <a:lnTo>
                  <a:pt x="18459" y="18000"/>
                </a:lnTo>
                <a:cubicBezTo>
                  <a:pt x="18647" y="18353"/>
                  <a:pt x="18802" y="18755"/>
                  <a:pt x="18920" y="19200"/>
                </a:cubicBezTo>
                <a:lnTo>
                  <a:pt x="21109" y="19199"/>
                </a:lnTo>
                <a:cubicBezTo>
                  <a:pt x="21600" y="19199"/>
                  <a:pt x="21600" y="18599"/>
                  <a:pt x="21600" y="18599"/>
                </a:cubicBezTo>
                <a:cubicBezTo>
                  <a:pt x="21600" y="16199"/>
                  <a:pt x="20410" y="15388"/>
                  <a:pt x="19516" y="15006"/>
                </a:cubicBezTo>
                <a:moveTo>
                  <a:pt x="2371" y="16155"/>
                </a:moveTo>
                <a:cubicBezTo>
                  <a:pt x="3030" y="15933"/>
                  <a:pt x="4166" y="15019"/>
                  <a:pt x="4166" y="12954"/>
                </a:cubicBezTo>
                <a:cubicBezTo>
                  <a:pt x="4166" y="11106"/>
                  <a:pt x="3673" y="10290"/>
                  <a:pt x="3409" y="9853"/>
                </a:cubicBezTo>
                <a:lnTo>
                  <a:pt x="3376" y="9798"/>
                </a:lnTo>
                <a:cubicBezTo>
                  <a:pt x="3373" y="9793"/>
                  <a:pt x="3370" y="9788"/>
                  <a:pt x="3367" y="9784"/>
                </a:cubicBezTo>
                <a:cubicBezTo>
                  <a:pt x="3346" y="9706"/>
                  <a:pt x="3283" y="9392"/>
                  <a:pt x="3418" y="8718"/>
                </a:cubicBezTo>
                <a:cubicBezTo>
                  <a:pt x="3470" y="8457"/>
                  <a:pt x="3439" y="8156"/>
                  <a:pt x="3347" y="7911"/>
                </a:cubicBezTo>
                <a:cubicBezTo>
                  <a:pt x="3148" y="7378"/>
                  <a:pt x="2778" y="6387"/>
                  <a:pt x="3038" y="5641"/>
                </a:cubicBezTo>
                <a:cubicBezTo>
                  <a:pt x="3469" y="4362"/>
                  <a:pt x="3649" y="4265"/>
                  <a:pt x="4133" y="4008"/>
                </a:cubicBezTo>
                <a:cubicBezTo>
                  <a:pt x="4180" y="3983"/>
                  <a:pt x="4225" y="3953"/>
                  <a:pt x="4268" y="3919"/>
                </a:cubicBezTo>
                <a:cubicBezTo>
                  <a:pt x="4389" y="3825"/>
                  <a:pt x="4884" y="3600"/>
                  <a:pt x="5392" y="3600"/>
                </a:cubicBezTo>
                <a:cubicBezTo>
                  <a:pt x="5636" y="3600"/>
                  <a:pt x="5839" y="3655"/>
                  <a:pt x="6002" y="3755"/>
                </a:cubicBezTo>
                <a:cubicBezTo>
                  <a:pt x="6045" y="3548"/>
                  <a:pt x="6096" y="3341"/>
                  <a:pt x="6165" y="3134"/>
                </a:cubicBezTo>
                <a:cubicBezTo>
                  <a:pt x="6225" y="2950"/>
                  <a:pt x="6289" y="2793"/>
                  <a:pt x="6351" y="2630"/>
                </a:cubicBezTo>
                <a:cubicBezTo>
                  <a:pt x="6046" y="2468"/>
                  <a:pt x="5716" y="2400"/>
                  <a:pt x="5392" y="2400"/>
                </a:cubicBezTo>
                <a:cubicBezTo>
                  <a:pt x="4682" y="2400"/>
                  <a:pt x="4009" y="2699"/>
                  <a:pt x="3740" y="2908"/>
                </a:cubicBezTo>
                <a:cubicBezTo>
                  <a:pt x="2955" y="3327"/>
                  <a:pt x="2625" y="3714"/>
                  <a:pt x="2130" y="5184"/>
                </a:cubicBezTo>
                <a:cubicBezTo>
                  <a:pt x="1700" y="6419"/>
                  <a:pt x="2212" y="7760"/>
                  <a:pt x="2464" y="8435"/>
                </a:cubicBezTo>
                <a:cubicBezTo>
                  <a:pt x="2156" y="9975"/>
                  <a:pt x="2583" y="10506"/>
                  <a:pt x="2583" y="10506"/>
                </a:cubicBezTo>
                <a:cubicBezTo>
                  <a:pt x="2806" y="10879"/>
                  <a:pt x="3185" y="11419"/>
                  <a:pt x="3185" y="12954"/>
                </a:cubicBezTo>
                <a:cubicBezTo>
                  <a:pt x="3185" y="14701"/>
                  <a:pt x="2084" y="15006"/>
                  <a:pt x="2084" y="15006"/>
                </a:cubicBezTo>
                <a:cubicBezTo>
                  <a:pt x="1191" y="15388"/>
                  <a:pt x="0" y="16199"/>
                  <a:pt x="0" y="18599"/>
                </a:cubicBezTo>
                <a:cubicBezTo>
                  <a:pt x="0" y="18599"/>
                  <a:pt x="0" y="19199"/>
                  <a:pt x="491" y="19199"/>
                </a:cubicBezTo>
                <a:lnTo>
                  <a:pt x="2680" y="19200"/>
                </a:lnTo>
                <a:cubicBezTo>
                  <a:pt x="2798" y="18755"/>
                  <a:pt x="2952" y="18353"/>
                  <a:pt x="3141" y="18000"/>
                </a:cubicBezTo>
                <a:lnTo>
                  <a:pt x="1018" y="17999"/>
                </a:lnTo>
                <a:cubicBezTo>
                  <a:pt x="1165" y="16859"/>
                  <a:pt x="1744" y="16429"/>
                  <a:pt x="2371" y="16155"/>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51" name="Google Shape;951;p24"/>
          <p:cNvSpPr/>
          <p:nvPr/>
        </p:nvSpPr>
        <p:spPr>
          <a:xfrm>
            <a:off x="7874906" y="3644887"/>
            <a:ext cx="279301" cy="279341"/>
          </a:xfrm>
          <a:custGeom>
            <a:rect b="b" l="l" r="r" t="t"/>
            <a:pathLst>
              <a:path extrusionOk="0" h="21600" w="21278">
                <a:moveTo>
                  <a:pt x="2560" y="18308"/>
                </a:moveTo>
                <a:cubicBezTo>
                  <a:pt x="2472" y="18397"/>
                  <a:pt x="2418" y="18520"/>
                  <a:pt x="2418" y="18655"/>
                </a:cubicBezTo>
                <a:cubicBezTo>
                  <a:pt x="2418" y="18926"/>
                  <a:pt x="2635" y="19146"/>
                  <a:pt x="2902" y="19146"/>
                </a:cubicBezTo>
                <a:cubicBezTo>
                  <a:pt x="3169" y="19146"/>
                  <a:pt x="3385" y="18926"/>
                  <a:pt x="3385" y="18655"/>
                </a:cubicBezTo>
                <a:cubicBezTo>
                  <a:pt x="3385" y="18384"/>
                  <a:pt x="3169" y="18164"/>
                  <a:pt x="2902" y="18164"/>
                </a:cubicBezTo>
                <a:cubicBezTo>
                  <a:pt x="2768" y="18164"/>
                  <a:pt x="2647" y="18219"/>
                  <a:pt x="2560" y="18308"/>
                </a:cubicBezTo>
                <a:moveTo>
                  <a:pt x="20499" y="4279"/>
                </a:moveTo>
                <a:lnTo>
                  <a:pt x="20091" y="4692"/>
                </a:lnTo>
                <a:lnTo>
                  <a:pt x="20088" y="4688"/>
                </a:lnTo>
                <a:lnTo>
                  <a:pt x="17670" y="7143"/>
                </a:lnTo>
                <a:lnTo>
                  <a:pt x="17664" y="7137"/>
                </a:lnTo>
                <a:cubicBezTo>
                  <a:pt x="17227" y="7580"/>
                  <a:pt x="16624" y="7853"/>
                  <a:pt x="15958" y="7853"/>
                </a:cubicBezTo>
                <a:cubicBezTo>
                  <a:pt x="14624" y="7853"/>
                  <a:pt x="13543" y="6755"/>
                  <a:pt x="13543" y="5401"/>
                </a:cubicBezTo>
                <a:cubicBezTo>
                  <a:pt x="13543" y="4725"/>
                  <a:pt x="13813" y="4113"/>
                  <a:pt x="14248" y="3670"/>
                </a:cubicBezTo>
                <a:lnTo>
                  <a:pt x="13563" y="2975"/>
                </a:lnTo>
                <a:cubicBezTo>
                  <a:pt x="12951" y="3596"/>
                  <a:pt x="12571" y="4452"/>
                  <a:pt x="12571" y="5401"/>
                </a:cubicBezTo>
                <a:cubicBezTo>
                  <a:pt x="12571" y="7300"/>
                  <a:pt x="14087" y="8840"/>
                  <a:pt x="15958" y="8840"/>
                </a:cubicBezTo>
                <a:cubicBezTo>
                  <a:pt x="16893" y="8840"/>
                  <a:pt x="17737" y="8454"/>
                  <a:pt x="18348" y="7832"/>
                </a:cubicBezTo>
                <a:lnTo>
                  <a:pt x="18353" y="7837"/>
                </a:lnTo>
                <a:lnTo>
                  <a:pt x="20152" y="6011"/>
                </a:lnTo>
                <a:cubicBezTo>
                  <a:pt x="20516" y="7368"/>
                  <a:pt x="20343" y="8670"/>
                  <a:pt x="19540" y="9505"/>
                </a:cubicBezTo>
                <a:lnTo>
                  <a:pt x="16947" y="12198"/>
                </a:lnTo>
                <a:cubicBezTo>
                  <a:pt x="16605" y="12553"/>
                  <a:pt x="16104" y="12766"/>
                  <a:pt x="15610" y="12766"/>
                </a:cubicBezTo>
                <a:cubicBezTo>
                  <a:pt x="15590" y="12765"/>
                  <a:pt x="13953" y="12652"/>
                  <a:pt x="12318" y="11611"/>
                </a:cubicBezTo>
                <a:lnTo>
                  <a:pt x="12314" y="11620"/>
                </a:lnTo>
                <a:cubicBezTo>
                  <a:pt x="12239" y="11572"/>
                  <a:pt x="12155" y="11537"/>
                  <a:pt x="12060" y="11537"/>
                </a:cubicBezTo>
                <a:cubicBezTo>
                  <a:pt x="11897" y="11537"/>
                  <a:pt x="11759" y="11625"/>
                  <a:pt x="11671" y="11753"/>
                </a:cubicBezTo>
                <a:lnTo>
                  <a:pt x="11654" y="11742"/>
                </a:lnTo>
                <a:lnTo>
                  <a:pt x="4270" y="20043"/>
                </a:lnTo>
                <a:cubicBezTo>
                  <a:pt x="3919" y="20399"/>
                  <a:pt x="3436" y="20618"/>
                  <a:pt x="2902" y="20618"/>
                </a:cubicBezTo>
                <a:cubicBezTo>
                  <a:pt x="1833" y="20618"/>
                  <a:pt x="967" y="19740"/>
                  <a:pt x="967" y="18655"/>
                </a:cubicBezTo>
                <a:cubicBezTo>
                  <a:pt x="967" y="18113"/>
                  <a:pt x="1184" y="17622"/>
                  <a:pt x="1534" y="17267"/>
                </a:cubicBezTo>
                <a:lnTo>
                  <a:pt x="9684" y="9801"/>
                </a:lnTo>
                <a:lnTo>
                  <a:pt x="9671" y="9786"/>
                </a:lnTo>
                <a:cubicBezTo>
                  <a:pt x="9796" y="9698"/>
                  <a:pt x="9884" y="9557"/>
                  <a:pt x="9884" y="9389"/>
                </a:cubicBezTo>
                <a:cubicBezTo>
                  <a:pt x="9884" y="9283"/>
                  <a:pt x="9844" y="9190"/>
                  <a:pt x="9787" y="9110"/>
                </a:cubicBezTo>
                <a:lnTo>
                  <a:pt x="9790" y="9107"/>
                </a:lnTo>
                <a:cubicBezTo>
                  <a:pt x="8390" y="7219"/>
                  <a:pt x="8340" y="5816"/>
                  <a:pt x="9546" y="4488"/>
                </a:cubicBezTo>
                <a:lnTo>
                  <a:pt x="12130" y="1805"/>
                </a:lnTo>
                <a:cubicBezTo>
                  <a:pt x="12785" y="1125"/>
                  <a:pt x="13641" y="982"/>
                  <a:pt x="14244" y="982"/>
                </a:cubicBezTo>
                <a:lnTo>
                  <a:pt x="14246" y="982"/>
                </a:lnTo>
                <a:cubicBezTo>
                  <a:pt x="14611" y="982"/>
                  <a:pt x="14988" y="1037"/>
                  <a:pt x="15366" y="1136"/>
                </a:cubicBezTo>
                <a:lnTo>
                  <a:pt x="13559" y="2970"/>
                </a:lnTo>
                <a:lnTo>
                  <a:pt x="14243" y="3664"/>
                </a:lnTo>
                <a:lnTo>
                  <a:pt x="16661" y="1210"/>
                </a:lnTo>
                <a:lnTo>
                  <a:pt x="16657" y="1206"/>
                </a:lnTo>
                <a:lnTo>
                  <a:pt x="17082" y="775"/>
                </a:lnTo>
                <a:cubicBezTo>
                  <a:pt x="16139" y="269"/>
                  <a:pt x="15160" y="0"/>
                  <a:pt x="14246" y="0"/>
                </a:cubicBezTo>
                <a:lnTo>
                  <a:pt x="14244" y="0"/>
                </a:lnTo>
                <a:cubicBezTo>
                  <a:pt x="13167" y="0"/>
                  <a:pt x="12182" y="361"/>
                  <a:pt x="11460" y="1111"/>
                </a:cubicBezTo>
                <a:lnTo>
                  <a:pt x="8867" y="3804"/>
                </a:lnTo>
                <a:cubicBezTo>
                  <a:pt x="7163" y="5672"/>
                  <a:pt x="7613" y="7584"/>
                  <a:pt x="8769" y="9315"/>
                </a:cubicBezTo>
                <a:lnTo>
                  <a:pt x="850" y="16572"/>
                </a:lnTo>
                <a:cubicBezTo>
                  <a:pt x="325" y="17106"/>
                  <a:pt x="0" y="17842"/>
                  <a:pt x="0" y="18655"/>
                </a:cubicBezTo>
                <a:cubicBezTo>
                  <a:pt x="0" y="20282"/>
                  <a:pt x="1299" y="21600"/>
                  <a:pt x="2902" y="21600"/>
                </a:cubicBezTo>
                <a:cubicBezTo>
                  <a:pt x="3703" y="21600"/>
                  <a:pt x="4429" y="21271"/>
                  <a:pt x="4954" y="20738"/>
                </a:cubicBezTo>
                <a:lnTo>
                  <a:pt x="12160" y="12652"/>
                </a:lnTo>
                <a:cubicBezTo>
                  <a:pt x="13800" y="13590"/>
                  <a:pt x="15363" y="13747"/>
                  <a:pt x="15606" y="13747"/>
                </a:cubicBezTo>
                <a:cubicBezTo>
                  <a:pt x="16313" y="13747"/>
                  <a:pt x="17067" y="13463"/>
                  <a:pt x="17617" y="12892"/>
                </a:cubicBezTo>
                <a:lnTo>
                  <a:pt x="20209" y="10198"/>
                </a:lnTo>
                <a:cubicBezTo>
                  <a:pt x="21560" y="8795"/>
                  <a:pt x="21600" y="6433"/>
                  <a:pt x="20499" y="427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52" name="Google Shape;952;p24"/>
          <p:cNvSpPr/>
          <p:nvPr/>
        </p:nvSpPr>
        <p:spPr>
          <a:xfrm>
            <a:off x="8408167" y="3644887"/>
            <a:ext cx="279328" cy="279326"/>
          </a:xfrm>
          <a:custGeom>
            <a:rect b="b" l="l" r="r" t="t"/>
            <a:pathLst>
              <a:path extrusionOk="0" h="21583" w="21600">
                <a:moveTo>
                  <a:pt x="12364" y="11941"/>
                </a:moveTo>
                <a:lnTo>
                  <a:pt x="13062" y="14033"/>
                </a:lnTo>
                <a:lnTo>
                  <a:pt x="11365" y="12790"/>
                </a:lnTo>
                <a:lnTo>
                  <a:pt x="10785" y="12365"/>
                </a:lnTo>
                <a:lnTo>
                  <a:pt x="10205" y="12790"/>
                </a:lnTo>
                <a:lnTo>
                  <a:pt x="8508" y="14033"/>
                </a:lnTo>
                <a:lnTo>
                  <a:pt x="9206" y="11941"/>
                </a:lnTo>
                <a:lnTo>
                  <a:pt x="9426" y="11282"/>
                </a:lnTo>
                <a:lnTo>
                  <a:pt x="8877" y="10856"/>
                </a:lnTo>
                <a:lnTo>
                  <a:pt x="7511" y="9794"/>
                </a:lnTo>
                <a:lnTo>
                  <a:pt x="9790" y="9794"/>
                </a:lnTo>
                <a:lnTo>
                  <a:pt x="10030" y="9160"/>
                </a:lnTo>
                <a:lnTo>
                  <a:pt x="10785" y="7162"/>
                </a:lnTo>
                <a:lnTo>
                  <a:pt x="11540" y="9160"/>
                </a:lnTo>
                <a:lnTo>
                  <a:pt x="11779" y="9794"/>
                </a:lnTo>
                <a:lnTo>
                  <a:pt x="14059" y="9794"/>
                </a:lnTo>
                <a:lnTo>
                  <a:pt x="12692" y="10856"/>
                </a:lnTo>
                <a:lnTo>
                  <a:pt x="12144" y="11282"/>
                </a:lnTo>
                <a:cubicBezTo>
                  <a:pt x="12144" y="11282"/>
                  <a:pt x="12364" y="11941"/>
                  <a:pt x="12364" y="11941"/>
                </a:cubicBezTo>
                <a:close/>
                <a:moveTo>
                  <a:pt x="12458" y="8813"/>
                </a:moveTo>
                <a:lnTo>
                  <a:pt x="10785" y="4384"/>
                </a:lnTo>
                <a:lnTo>
                  <a:pt x="9111" y="8813"/>
                </a:lnTo>
                <a:lnTo>
                  <a:pt x="4649" y="8813"/>
                </a:lnTo>
                <a:lnTo>
                  <a:pt x="8275" y="11631"/>
                </a:lnTo>
                <a:lnTo>
                  <a:pt x="6601" y="16647"/>
                </a:lnTo>
                <a:lnTo>
                  <a:pt x="10785" y="13582"/>
                </a:lnTo>
                <a:lnTo>
                  <a:pt x="14969" y="16647"/>
                </a:lnTo>
                <a:lnTo>
                  <a:pt x="13295" y="11631"/>
                </a:lnTo>
                <a:lnTo>
                  <a:pt x="16921" y="8813"/>
                </a:lnTo>
                <a:cubicBezTo>
                  <a:pt x="16921" y="8813"/>
                  <a:pt x="12458" y="8813"/>
                  <a:pt x="12458" y="8813"/>
                </a:cubicBezTo>
                <a:close/>
                <a:moveTo>
                  <a:pt x="10800" y="20592"/>
                </a:moveTo>
                <a:cubicBezTo>
                  <a:pt x="9796" y="20381"/>
                  <a:pt x="982" y="17399"/>
                  <a:pt x="982" y="12263"/>
                </a:cubicBezTo>
                <a:cubicBezTo>
                  <a:pt x="982" y="7469"/>
                  <a:pt x="2322" y="2919"/>
                  <a:pt x="2778" y="1179"/>
                </a:cubicBezTo>
                <a:cubicBezTo>
                  <a:pt x="4022" y="1719"/>
                  <a:pt x="7232" y="2943"/>
                  <a:pt x="10800" y="2943"/>
                </a:cubicBezTo>
                <a:cubicBezTo>
                  <a:pt x="14368" y="2943"/>
                  <a:pt x="17579" y="1719"/>
                  <a:pt x="18823" y="1179"/>
                </a:cubicBezTo>
                <a:cubicBezTo>
                  <a:pt x="19278" y="2918"/>
                  <a:pt x="20618" y="7466"/>
                  <a:pt x="20618" y="12263"/>
                </a:cubicBezTo>
                <a:cubicBezTo>
                  <a:pt x="20618" y="17393"/>
                  <a:pt x="11803" y="20381"/>
                  <a:pt x="10800" y="20592"/>
                </a:cubicBezTo>
                <a:moveTo>
                  <a:pt x="19618" y="356"/>
                </a:moveTo>
                <a:cubicBezTo>
                  <a:pt x="19577" y="216"/>
                  <a:pt x="19477" y="101"/>
                  <a:pt x="19343" y="42"/>
                </a:cubicBezTo>
                <a:cubicBezTo>
                  <a:pt x="19210" y="-17"/>
                  <a:pt x="19057" y="-13"/>
                  <a:pt x="18926" y="52"/>
                </a:cubicBezTo>
                <a:cubicBezTo>
                  <a:pt x="18888" y="71"/>
                  <a:pt x="15053" y="1962"/>
                  <a:pt x="10800" y="1962"/>
                </a:cubicBezTo>
                <a:cubicBezTo>
                  <a:pt x="6556" y="1962"/>
                  <a:pt x="2712" y="71"/>
                  <a:pt x="2674" y="52"/>
                </a:cubicBezTo>
                <a:cubicBezTo>
                  <a:pt x="2543" y="-13"/>
                  <a:pt x="2391" y="-17"/>
                  <a:pt x="2257" y="42"/>
                </a:cubicBezTo>
                <a:cubicBezTo>
                  <a:pt x="2124" y="101"/>
                  <a:pt x="2023" y="216"/>
                  <a:pt x="1983" y="356"/>
                </a:cubicBezTo>
                <a:cubicBezTo>
                  <a:pt x="1963" y="426"/>
                  <a:pt x="0" y="6376"/>
                  <a:pt x="0" y="12263"/>
                </a:cubicBezTo>
                <a:cubicBezTo>
                  <a:pt x="0" y="18484"/>
                  <a:pt x="10271" y="21491"/>
                  <a:pt x="10708" y="21575"/>
                </a:cubicBezTo>
                <a:cubicBezTo>
                  <a:pt x="10739" y="21580"/>
                  <a:pt x="10770" y="21583"/>
                  <a:pt x="10800" y="21583"/>
                </a:cubicBezTo>
                <a:cubicBezTo>
                  <a:pt x="10831" y="21583"/>
                  <a:pt x="10862" y="21580"/>
                  <a:pt x="10892" y="21575"/>
                </a:cubicBezTo>
                <a:cubicBezTo>
                  <a:pt x="11329" y="21491"/>
                  <a:pt x="21600" y="18484"/>
                  <a:pt x="21600" y="12263"/>
                </a:cubicBezTo>
                <a:cubicBezTo>
                  <a:pt x="21600" y="6376"/>
                  <a:pt x="19637" y="426"/>
                  <a:pt x="19618" y="356"/>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53" name="Google Shape;953;p24"/>
          <p:cNvSpPr/>
          <p:nvPr/>
        </p:nvSpPr>
        <p:spPr>
          <a:xfrm>
            <a:off x="8941428" y="3657583"/>
            <a:ext cx="279328" cy="254031"/>
          </a:xfrm>
          <a:custGeom>
            <a:rect b="b" l="l" r="r" t="t"/>
            <a:pathLst>
              <a:path extrusionOk="0" h="21144" w="2160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54" name="Google Shape;954;p24"/>
          <p:cNvSpPr/>
          <p:nvPr/>
        </p:nvSpPr>
        <p:spPr>
          <a:xfrm>
            <a:off x="9474689" y="3695673"/>
            <a:ext cx="279328" cy="177754"/>
          </a:xfrm>
          <a:custGeom>
            <a:rect b="b" l="l" r="r" t="t"/>
            <a:pathLst>
              <a:path extrusionOk="0" h="21600" w="21600">
                <a:moveTo>
                  <a:pt x="10800" y="20057"/>
                </a:moveTo>
                <a:cubicBezTo>
                  <a:pt x="5378" y="20057"/>
                  <a:pt x="982" y="13445"/>
                  <a:pt x="982" y="10800"/>
                </a:cubicBezTo>
                <a:cubicBezTo>
                  <a:pt x="982" y="8155"/>
                  <a:pt x="5378" y="1543"/>
                  <a:pt x="10800" y="1543"/>
                </a:cubicBezTo>
                <a:cubicBezTo>
                  <a:pt x="16223" y="1543"/>
                  <a:pt x="20618" y="8155"/>
                  <a:pt x="20618" y="10800"/>
                </a:cubicBezTo>
                <a:cubicBezTo>
                  <a:pt x="20618" y="13445"/>
                  <a:pt x="16223" y="20057"/>
                  <a:pt x="10800" y="20057"/>
                </a:cubicBezTo>
                <a:moveTo>
                  <a:pt x="10800" y="0"/>
                </a:moveTo>
                <a:cubicBezTo>
                  <a:pt x="4835" y="0"/>
                  <a:pt x="0" y="7714"/>
                  <a:pt x="0" y="10800"/>
                </a:cubicBezTo>
                <a:cubicBezTo>
                  <a:pt x="0" y="13886"/>
                  <a:pt x="4835" y="21600"/>
                  <a:pt x="10800" y="21600"/>
                </a:cubicBezTo>
                <a:cubicBezTo>
                  <a:pt x="16765" y="21600"/>
                  <a:pt x="21600" y="13886"/>
                  <a:pt x="21600" y="10800"/>
                </a:cubicBezTo>
                <a:cubicBezTo>
                  <a:pt x="21600" y="7714"/>
                  <a:pt x="16765" y="0"/>
                  <a:pt x="10800" y="0"/>
                </a:cubicBezTo>
                <a:moveTo>
                  <a:pt x="10800" y="16971"/>
                </a:moveTo>
                <a:cubicBezTo>
                  <a:pt x="8631" y="16971"/>
                  <a:pt x="6873" y="14209"/>
                  <a:pt x="6873" y="10800"/>
                </a:cubicBezTo>
                <a:cubicBezTo>
                  <a:pt x="6873" y="7392"/>
                  <a:pt x="8631" y="4629"/>
                  <a:pt x="10800" y="4629"/>
                </a:cubicBezTo>
                <a:cubicBezTo>
                  <a:pt x="12969" y="4629"/>
                  <a:pt x="14727" y="7392"/>
                  <a:pt x="14727" y="10800"/>
                </a:cubicBezTo>
                <a:cubicBezTo>
                  <a:pt x="14727" y="14209"/>
                  <a:pt x="12969" y="16971"/>
                  <a:pt x="10800" y="16971"/>
                </a:cubicBezTo>
                <a:moveTo>
                  <a:pt x="10800" y="3087"/>
                </a:moveTo>
                <a:cubicBezTo>
                  <a:pt x="8088" y="3087"/>
                  <a:pt x="5891" y="6540"/>
                  <a:pt x="5891" y="10800"/>
                </a:cubicBezTo>
                <a:cubicBezTo>
                  <a:pt x="5891" y="15061"/>
                  <a:pt x="8088" y="18514"/>
                  <a:pt x="10800" y="18514"/>
                </a:cubicBezTo>
                <a:cubicBezTo>
                  <a:pt x="13512" y="18514"/>
                  <a:pt x="15709" y="15061"/>
                  <a:pt x="15709" y="10800"/>
                </a:cubicBezTo>
                <a:cubicBezTo>
                  <a:pt x="15709" y="6540"/>
                  <a:pt x="13512" y="3087"/>
                  <a:pt x="10800" y="3087"/>
                </a:cubicBezTo>
                <a:moveTo>
                  <a:pt x="10800" y="8486"/>
                </a:moveTo>
                <a:cubicBezTo>
                  <a:pt x="9987" y="8486"/>
                  <a:pt x="9327" y="9523"/>
                  <a:pt x="9327" y="10800"/>
                </a:cubicBezTo>
                <a:cubicBezTo>
                  <a:pt x="9327" y="12078"/>
                  <a:pt x="9987" y="13114"/>
                  <a:pt x="10800" y="13114"/>
                </a:cubicBezTo>
                <a:cubicBezTo>
                  <a:pt x="11613" y="13114"/>
                  <a:pt x="12273" y="12078"/>
                  <a:pt x="12273" y="10800"/>
                </a:cubicBezTo>
                <a:cubicBezTo>
                  <a:pt x="12273" y="9523"/>
                  <a:pt x="11613" y="8486"/>
                  <a:pt x="10800" y="8486"/>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55" name="Google Shape;955;p24"/>
          <p:cNvSpPr/>
          <p:nvPr/>
        </p:nvSpPr>
        <p:spPr>
          <a:xfrm>
            <a:off x="10007950" y="3644887"/>
            <a:ext cx="279328" cy="279328"/>
          </a:xfrm>
          <a:custGeom>
            <a:rect b="b" l="l" r="r" t="t"/>
            <a:pathLst>
              <a:path extrusionOk="0" h="21600" w="21600">
                <a:moveTo>
                  <a:pt x="9579" y="17044"/>
                </a:moveTo>
                <a:cubicBezTo>
                  <a:pt x="9428" y="17174"/>
                  <a:pt x="9252" y="17274"/>
                  <a:pt x="9050" y="17344"/>
                </a:cubicBezTo>
                <a:cubicBezTo>
                  <a:pt x="8849" y="17415"/>
                  <a:pt x="8636" y="17450"/>
                  <a:pt x="8413" y="17450"/>
                </a:cubicBezTo>
                <a:cubicBezTo>
                  <a:pt x="7887" y="17450"/>
                  <a:pt x="7488" y="17288"/>
                  <a:pt x="7214" y="16966"/>
                </a:cubicBezTo>
                <a:cubicBezTo>
                  <a:pt x="6941" y="16644"/>
                  <a:pt x="6797" y="16226"/>
                  <a:pt x="6782" y="15715"/>
                </a:cubicBezTo>
                <a:lnTo>
                  <a:pt x="5864" y="15715"/>
                </a:lnTo>
                <a:cubicBezTo>
                  <a:pt x="5857" y="16122"/>
                  <a:pt x="5913" y="16486"/>
                  <a:pt x="6032" y="16805"/>
                </a:cubicBezTo>
                <a:cubicBezTo>
                  <a:pt x="6151" y="17123"/>
                  <a:pt x="6321" y="17393"/>
                  <a:pt x="6545" y="17611"/>
                </a:cubicBezTo>
                <a:cubicBezTo>
                  <a:pt x="6767" y="17830"/>
                  <a:pt x="7038" y="17995"/>
                  <a:pt x="7355" y="18106"/>
                </a:cubicBezTo>
                <a:cubicBezTo>
                  <a:pt x="7671" y="18218"/>
                  <a:pt x="8024" y="18273"/>
                  <a:pt x="8413" y="18273"/>
                </a:cubicBezTo>
                <a:cubicBezTo>
                  <a:pt x="8773" y="18273"/>
                  <a:pt x="9113" y="18223"/>
                  <a:pt x="9434" y="18123"/>
                </a:cubicBezTo>
                <a:cubicBezTo>
                  <a:pt x="9754" y="18023"/>
                  <a:pt x="10033" y="17873"/>
                  <a:pt x="10271" y="17672"/>
                </a:cubicBezTo>
                <a:cubicBezTo>
                  <a:pt x="10509" y="17472"/>
                  <a:pt x="10697" y="17222"/>
                  <a:pt x="10837" y="16922"/>
                </a:cubicBezTo>
                <a:cubicBezTo>
                  <a:pt x="10978" y="16621"/>
                  <a:pt x="11048" y="16275"/>
                  <a:pt x="11048" y="15881"/>
                </a:cubicBezTo>
                <a:cubicBezTo>
                  <a:pt x="11048" y="15407"/>
                  <a:pt x="10935" y="14995"/>
                  <a:pt x="10708" y="14646"/>
                </a:cubicBezTo>
                <a:cubicBezTo>
                  <a:pt x="10481" y="14298"/>
                  <a:pt x="10134" y="14072"/>
                  <a:pt x="9666" y="13968"/>
                </a:cubicBezTo>
                <a:lnTo>
                  <a:pt x="9666" y="13946"/>
                </a:lnTo>
                <a:cubicBezTo>
                  <a:pt x="9968" y="13805"/>
                  <a:pt x="10220" y="13597"/>
                  <a:pt x="10422" y="13323"/>
                </a:cubicBezTo>
                <a:cubicBezTo>
                  <a:pt x="10624" y="13048"/>
                  <a:pt x="10724" y="12734"/>
                  <a:pt x="10724" y="12377"/>
                </a:cubicBezTo>
                <a:cubicBezTo>
                  <a:pt x="10724" y="12014"/>
                  <a:pt x="10665" y="11698"/>
                  <a:pt x="10546" y="11432"/>
                </a:cubicBezTo>
                <a:cubicBezTo>
                  <a:pt x="10427" y="11165"/>
                  <a:pt x="10263" y="10946"/>
                  <a:pt x="10055" y="10776"/>
                </a:cubicBezTo>
                <a:cubicBezTo>
                  <a:pt x="9846" y="10605"/>
                  <a:pt x="9599" y="10477"/>
                  <a:pt x="9315" y="10392"/>
                </a:cubicBezTo>
                <a:cubicBezTo>
                  <a:pt x="9030" y="10306"/>
                  <a:pt x="8722" y="10264"/>
                  <a:pt x="8391" y="10264"/>
                </a:cubicBezTo>
                <a:cubicBezTo>
                  <a:pt x="8010" y="10264"/>
                  <a:pt x="7673" y="10326"/>
                  <a:pt x="7382" y="10453"/>
                </a:cubicBezTo>
                <a:cubicBezTo>
                  <a:pt x="7090" y="10579"/>
                  <a:pt x="6847" y="10753"/>
                  <a:pt x="6653" y="10976"/>
                </a:cubicBezTo>
                <a:cubicBezTo>
                  <a:pt x="6459" y="11198"/>
                  <a:pt x="6309" y="11466"/>
                  <a:pt x="6204" y="11777"/>
                </a:cubicBezTo>
                <a:cubicBezTo>
                  <a:pt x="6100" y="12088"/>
                  <a:pt x="6040" y="12433"/>
                  <a:pt x="6026" y="12811"/>
                </a:cubicBezTo>
                <a:lnTo>
                  <a:pt x="6944" y="12811"/>
                </a:lnTo>
                <a:cubicBezTo>
                  <a:pt x="6944" y="12581"/>
                  <a:pt x="6972" y="12363"/>
                  <a:pt x="7031" y="12155"/>
                </a:cubicBezTo>
                <a:cubicBezTo>
                  <a:pt x="7088" y="11947"/>
                  <a:pt x="7177" y="11766"/>
                  <a:pt x="7296" y="11610"/>
                </a:cubicBezTo>
                <a:cubicBezTo>
                  <a:pt x="7414" y="11454"/>
                  <a:pt x="7565" y="11330"/>
                  <a:pt x="7749" y="11237"/>
                </a:cubicBezTo>
                <a:cubicBezTo>
                  <a:pt x="7932" y="11144"/>
                  <a:pt x="8147" y="11098"/>
                  <a:pt x="8391" y="11098"/>
                </a:cubicBezTo>
                <a:cubicBezTo>
                  <a:pt x="8780" y="11098"/>
                  <a:pt x="9104" y="11204"/>
                  <a:pt x="9364" y="11415"/>
                </a:cubicBezTo>
                <a:cubicBezTo>
                  <a:pt x="9623" y="11627"/>
                  <a:pt x="9752" y="11943"/>
                  <a:pt x="9752" y="12366"/>
                </a:cubicBezTo>
                <a:cubicBezTo>
                  <a:pt x="9752" y="12574"/>
                  <a:pt x="9713" y="12759"/>
                  <a:pt x="9634" y="12922"/>
                </a:cubicBezTo>
                <a:cubicBezTo>
                  <a:pt x="9554" y="13086"/>
                  <a:pt x="9448" y="13221"/>
                  <a:pt x="9315" y="13329"/>
                </a:cubicBezTo>
                <a:cubicBezTo>
                  <a:pt x="9182" y="13436"/>
                  <a:pt x="9027" y="13517"/>
                  <a:pt x="8851" y="13574"/>
                </a:cubicBezTo>
                <a:cubicBezTo>
                  <a:pt x="8674" y="13629"/>
                  <a:pt x="8488" y="13657"/>
                  <a:pt x="8294" y="13657"/>
                </a:cubicBezTo>
                <a:lnTo>
                  <a:pt x="7992" y="13657"/>
                </a:lnTo>
                <a:cubicBezTo>
                  <a:pt x="7963" y="13657"/>
                  <a:pt x="7930" y="13653"/>
                  <a:pt x="7895" y="13645"/>
                </a:cubicBezTo>
                <a:lnTo>
                  <a:pt x="7895" y="14447"/>
                </a:lnTo>
                <a:cubicBezTo>
                  <a:pt x="8067" y="14424"/>
                  <a:pt x="8251" y="14413"/>
                  <a:pt x="8445" y="14413"/>
                </a:cubicBezTo>
                <a:cubicBezTo>
                  <a:pt x="8676" y="14413"/>
                  <a:pt x="8890" y="14444"/>
                  <a:pt x="9088" y="14507"/>
                </a:cubicBezTo>
                <a:cubicBezTo>
                  <a:pt x="9286" y="14571"/>
                  <a:pt x="9457" y="14667"/>
                  <a:pt x="9601" y="14797"/>
                </a:cubicBezTo>
                <a:cubicBezTo>
                  <a:pt x="9745" y="14927"/>
                  <a:pt x="9860" y="15086"/>
                  <a:pt x="9947" y="15275"/>
                </a:cubicBezTo>
                <a:cubicBezTo>
                  <a:pt x="10033" y="15464"/>
                  <a:pt x="10076" y="15682"/>
                  <a:pt x="10076" y="15926"/>
                </a:cubicBezTo>
                <a:cubicBezTo>
                  <a:pt x="10076" y="16163"/>
                  <a:pt x="10031" y="16377"/>
                  <a:pt x="9941" y="16565"/>
                </a:cubicBezTo>
                <a:cubicBezTo>
                  <a:pt x="9851" y="16754"/>
                  <a:pt x="9731" y="16914"/>
                  <a:pt x="9579" y="17044"/>
                </a:cubicBezTo>
                <a:moveTo>
                  <a:pt x="14257" y="18151"/>
                </a:moveTo>
                <a:lnTo>
                  <a:pt x="15175" y="18151"/>
                </a:lnTo>
                <a:lnTo>
                  <a:pt x="15175" y="10264"/>
                </a:lnTo>
                <a:lnTo>
                  <a:pt x="14473" y="10264"/>
                </a:lnTo>
                <a:cubicBezTo>
                  <a:pt x="14422" y="10561"/>
                  <a:pt x="14329" y="10805"/>
                  <a:pt x="14192" y="10998"/>
                </a:cubicBezTo>
                <a:cubicBezTo>
                  <a:pt x="14055" y="11191"/>
                  <a:pt x="13888" y="11343"/>
                  <a:pt x="13690" y="11454"/>
                </a:cubicBezTo>
                <a:cubicBezTo>
                  <a:pt x="13492" y="11565"/>
                  <a:pt x="13271" y="11641"/>
                  <a:pt x="13026" y="11682"/>
                </a:cubicBezTo>
                <a:cubicBezTo>
                  <a:pt x="12781" y="11723"/>
                  <a:pt x="12529" y="11743"/>
                  <a:pt x="12270" y="11743"/>
                </a:cubicBezTo>
                <a:lnTo>
                  <a:pt x="12270" y="12499"/>
                </a:lnTo>
                <a:lnTo>
                  <a:pt x="14257" y="12499"/>
                </a:lnTo>
                <a:cubicBezTo>
                  <a:pt x="14257" y="12499"/>
                  <a:pt x="14257" y="18151"/>
                  <a:pt x="14257" y="18151"/>
                </a:cubicBezTo>
                <a:close/>
                <a:moveTo>
                  <a:pt x="20618" y="6873"/>
                </a:moveTo>
                <a:lnTo>
                  <a:pt x="982" y="6873"/>
                </a:lnTo>
                <a:lnTo>
                  <a:pt x="982" y="3928"/>
                </a:lnTo>
                <a:cubicBezTo>
                  <a:pt x="982" y="3385"/>
                  <a:pt x="1421"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9" y="2945"/>
                  <a:pt x="20618" y="3385"/>
                  <a:pt x="20618" y="3928"/>
                </a:cubicBezTo>
                <a:cubicBezTo>
                  <a:pt x="20618" y="3928"/>
                  <a:pt x="20618" y="6873"/>
                  <a:pt x="20618" y="6873"/>
                </a:cubicBezTo>
                <a:close/>
                <a:moveTo>
                  <a:pt x="20618" y="19636"/>
                </a:moveTo>
                <a:cubicBezTo>
                  <a:pt x="20618" y="20179"/>
                  <a:pt x="20179" y="20618"/>
                  <a:pt x="19636" y="20618"/>
                </a:cubicBezTo>
                <a:lnTo>
                  <a:pt x="1964" y="20618"/>
                </a:lnTo>
                <a:cubicBezTo>
                  <a:pt x="1421" y="20618"/>
                  <a:pt x="982" y="20179"/>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56" name="Google Shape;956;p24"/>
          <p:cNvSpPr/>
          <p:nvPr/>
        </p:nvSpPr>
        <p:spPr>
          <a:xfrm>
            <a:off x="10541211" y="3644887"/>
            <a:ext cx="279328" cy="279328"/>
          </a:xfrm>
          <a:custGeom>
            <a:rect b="b" l="l" r="r" t="t"/>
            <a:pathLst>
              <a:path extrusionOk="0" h="21600" w="21600">
                <a:moveTo>
                  <a:pt x="7364" y="13255"/>
                </a:moveTo>
                <a:lnTo>
                  <a:pt x="5400" y="13255"/>
                </a:lnTo>
                <a:lnTo>
                  <a:pt x="5400" y="15218"/>
                </a:lnTo>
                <a:lnTo>
                  <a:pt x="7364" y="15218"/>
                </a:lnTo>
                <a:cubicBezTo>
                  <a:pt x="7364" y="15218"/>
                  <a:pt x="7364" y="13255"/>
                  <a:pt x="7364" y="13255"/>
                </a:cubicBezTo>
                <a:close/>
                <a:moveTo>
                  <a:pt x="7364" y="16691"/>
                </a:moveTo>
                <a:lnTo>
                  <a:pt x="5400" y="16691"/>
                </a:lnTo>
                <a:lnTo>
                  <a:pt x="5400" y="18655"/>
                </a:lnTo>
                <a:lnTo>
                  <a:pt x="7364" y="18655"/>
                </a:lnTo>
                <a:cubicBezTo>
                  <a:pt x="7364" y="18655"/>
                  <a:pt x="7364" y="16691"/>
                  <a:pt x="7364" y="16691"/>
                </a:cubicBezTo>
                <a:close/>
                <a:moveTo>
                  <a:pt x="7364" y="9818"/>
                </a:moveTo>
                <a:lnTo>
                  <a:pt x="5400" y="9818"/>
                </a:lnTo>
                <a:lnTo>
                  <a:pt x="5400" y="11782"/>
                </a:lnTo>
                <a:lnTo>
                  <a:pt x="7364" y="11782"/>
                </a:lnTo>
                <a:cubicBezTo>
                  <a:pt x="7364" y="11782"/>
                  <a:pt x="7364" y="9818"/>
                  <a:pt x="7364" y="9818"/>
                </a:cubicBezTo>
                <a:close/>
                <a:moveTo>
                  <a:pt x="4418" y="16691"/>
                </a:moveTo>
                <a:lnTo>
                  <a:pt x="2455" y="16691"/>
                </a:lnTo>
                <a:lnTo>
                  <a:pt x="2455" y="18655"/>
                </a:lnTo>
                <a:lnTo>
                  <a:pt x="4418" y="18655"/>
                </a:lnTo>
                <a:cubicBezTo>
                  <a:pt x="4418" y="18655"/>
                  <a:pt x="4418" y="16691"/>
                  <a:pt x="4418" y="16691"/>
                </a:cubicBezTo>
                <a:close/>
                <a:moveTo>
                  <a:pt x="20618" y="6873"/>
                </a:moveTo>
                <a:lnTo>
                  <a:pt x="982" y="6873"/>
                </a:lnTo>
                <a:lnTo>
                  <a:pt x="982" y="3928"/>
                </a:lnTo>
                <a:cubicBezTo>
                  <a:pt x="982" y="3385"/>
                  <a:pt x="1422"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8" y="2945"/>
                  <a:pt x="20618" y="3385"/>
                  <a:pt x="20618" y="3928"/>
                </a:cubicBezTo>
                <a:cubicBezTo>
                  <a:pt x="20618" y="3928"/>
                  <a:pt x="20618" y="6873"/>
                  <a:pt x="20618" y="6873"/>
                </a:cubicBezTo>
                <a:close/>
                <a:moveTo>
                  <a:pt x="20618" y="19636"/>
                </a:moveTo>
                <a:cubicBezTo>
                  <a:pt x="20618" y="20178"/>
                  <a:pt x="20178" y="20618"/>
                  <a:pt x="19636" y="20618"/>
                </a:cubicBezTo>
                <a:lnTo>
                  <a:pt x="1964" y="20618"/>
                </a:lnTo>
                <a:cubicBezTo>
                  <a:pt x="1422" y="20618"/>
                  <a:pt x="982" y="20178"/>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moveTo>
                  <a:pt x="4418" y="9818"/>
                </a:moveTo>
                <a:lnTo>
                  <a:pt x="2455" y="9818"/>
                </a:lnTo>
                <a:lnTo>
                  <a:pt x="2455" y="11782"/>
                </a:lnTo>
                <a:lnTo>
                  <a:pt x="4418" y="11782"/>
                </a:lnTo>
                <a:cubicBezTo>
                  <a:pt x="4418" y="11782"/>
                  <a:pt x="4418" y="9818"/>
                  <a:pt x="4418" y="9818"/>
                </a:cubicBezTo>
                <a:close/>
                <a:moveTo>
                  <a:pt x="4418" y="13255"/>
                </a:moveTo>
                <a:lnTo>
                  <a:pt x="2455" y="13255"/>
                </a:lnTo>
                <a:lnTo>
                  <a:pt x="2455" y="15218"/>
                </a:lnTo>
                <a:lnTo>
                  <a:pt x="4418" y="15218"/>
                </a:lnTo>
                <a:cubicBezTo>
                  <a:pt x="4418" y="15218"/>
                  <a:pt x="4418" y="13255"/>
                  <a:pt x="4418" y="13255"/>
                </a:cubicBezTo>
                <a:close/>
                <a:moveTo>
                  <a:pt x="10309" y="16691"/>
                </a:moveTo>
                <a:lnTo>
                  <a:pt x="8345" y="16691"/>
                </a:lnTo>
                <a:lnTo>
                  <a:pt x="8345" y="18655"/>
                </a:lnTo>
                <a:lnTo>
                  <a:pt x="10309" y="18655"/>
                </a:lnTo>
                <a:cubicBezTo>
                  <a:pt x="10309" y="18655"/>
                  <a:pt x="10309" y="16691"/>
                  <a:pt x="10309" y="16691"/>
                </a:cubicBezTo>
                <a:close/>
                <a:moveTo>
                  <a:pt x="10309" y="9818"/>
                </a:moveTo>
                <a:lnTo>
                  <a:pt x="8345" y="9818"/>
                </a:lnTo>
                <a:lnTo>
                  <a:pt x="8345" y="11782"/>
                </a:lnTo>
                <a:lnTo>
                  <a:pt x="10309" y="11782"/>
                </a:lnTo>
                <a:cubicBezTo>
                  <a:pt x="10309" y="11782"/>
                  <a:pt x="10309" y="9818"/>
                  <a:pt x="10309" y="9818"/>
                </a:cubicBezTo>
                <a:close/>
                <a:moveTo>
                  <a:pt x="10309" y="13255"/>
                </a:moveTo>
                <a:lnTo>
                  <a:pt x="8345" y="13255"/>
                </a:lnTo>
                <a:lnTo>
                  <a:pt x="8345" y="15218"/>
                </a:lnTo>
                <a:lnTo>
                  <a:pt x="10309" y="15218"/>
                </a:lnTo>
                <a:cubicBezTo>
                  <a:pt x="10309" y="15218"/>
                  <a:pt x="10309" y="13255"/>
                  <a:pt x="10309" y="13255"/>
                </a:cubicBezTo>
                <a:close/>
                <a:moveTo>
                  <a:pt x="19145" y="13255"/>
                </a:moveTo>
                <a:lnTo>
                  <a:pt x="17182" y="13255"/>
                </a:lnTo>
                <a:lnTo>
                  <a:pt x="17182" y="15218"/>
                </a:lnTo>
                <a:lnTo>
                  <a:pt x="19145" y="15218"/>
                </a:lnTo>
                <a:cubicBezTo>
                  <a:pt x="19145" y="15218"/>
                  <a:pt x="19145" y="13255"/>
                  <a:pt x="19145" y="13255"/>
                </a:cubicBezTo>
                <a:close/>
                <a:moveTo>
                  <a:pt x="16200" y="13255"/>
                </a:moveTo>
                <a:lnTo>
                  <a:pt x="14236" y="13255"/>
                </a:lnTo>
                <a:lnTo>
                  <a:pt x="14236" y="15218"/>
                </a:lnTo>
                <a:lnTo>
                  <a:pt x="16200" y="15218"/>
                </a:lnTo>
                <a:cubicBezTo>
                  <a:pt x="16200" y="15218"/>
                  <a:pt x="16200" y="13255"/>
                  <a:pt x="16200" y="13255"/>
                </a:cubicBezTo>
                <a:close/>
                <a:moveTo>
                  <a:pt x="19145" y="9818"/>
                </a:moveTo>
                <a:lnTo>
                  <a:pt x="17182" y="9818"/>
                </a:lnTo>
                <a:lnTo>
                  <a:pt x="17182" y="11782"/>
                </a:lnTo>
                <a:lnTo>
                  <a:pt x="19145" y="11782"/>
                </a:lnTo>
                <a:cubicBezTo>
                  <a:pt x="19145" y="11782"/>
                  <a:pt x="19145" y="9818"/>
                  <a:pt x="19145" y="9818"/>
                </a:cubicBezTo>
                <a:close/>
                <a:moveTo>
                  <a:pt x="16200" y="9818"/>
                </a:moveTo>
                <a:lnTo>
                  <a:pt x="14236" y="9818"/>
                </a:lnTo>
                <a:lnTo>
                  <a:pt x="14236" y="11782"/>
                </a:lnTo>
                <a:lnTo>
                  <a:pt x="16200" y="11782"/>
                </a:lnTo>
                <a:cubicBezTo>
                  <a:pt x="16200" y="11782"/>
                  <a:pt x="16200" y="9818"/>
                  <a:pt x="16200" y="9818"/>
                </a:cubicBezTo>
                <a:close/>
                <a:moveTo>
                  <a:pt x="13255" y="16691"/>
                </a:moveTo>
                <a:lnTo>
                  <a:pt x="11291" y="16691"/>
                </a:lnTo>
                <a:lnTo>
                  <a:pt x="11291" y="18655"/>
                </a:lnTo>
                <a:lnTo>
                  <a:pt x="13255" y="18655"/>
                </a:lnTo>
                <a:cubicBezTo>
                  <a:pt x="13255" y="18655"/>
                  <a:pt x="13255" y="16691"/>
                  <a:pt x="13255" y="16691"/>
                </a:cubicBezTo>
                <a:close/>
                <a:moveTo>
                  <a:pt x="13255" y="9818"/>
                </a:moveTo>
                <a:lnTo>
                  <a:pt x="11291" y="9818"/>
                </a:lnTo>
                <a:lnTo>
                  <a:pt x="11291" y="11782"/>
                </a:lnTo>
                <a:lnTo>
                  <a:pt x="13255" y="11782"/>
                </a:lnTo>
                <a:cubicBezTo>
                  <a:pt x="13255" y="11782"/>
                  <a:pt x="13255" y="9818"/>
                  <a:pt x="13255" y="9818"/>
                </a:cubicBezTo>
                <a:close/>
                <a:moveTo>
                  <a:pt x="13255" y="13255"/>
                </a:moveTo>
                <a:lnTo>
                  <a:pt x="11291" y="13255"/>
                </a:lnTo>
                <a:lnTo>
                  <a:pt x="11291" y="15218"/>
                </a:lnTo>
                <a:lnTo>
                  <a:pt x="13255" y="15218"/>
                </a:lnTo>
                <a:cubicBezTo>
                  <a:pt x="13255" y="15218"/>
                  <a:pt x="13255" y="13255"/>
                  <a:pt x="13255" y="13255"/>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57" name="Google Shape;957;p24"/>
          <p:cNvSpPr/>
          <p:nvPr/>
        </p:nvSpPr>
        <p:spPr>
          <a:xfrm>
            <a:off x="11074472" y="3644887"/>
            <a:ext cx="279328" cy="279328"/>
          </a:xfrm>
          <a:custGeom>
            <a:rect b="b" l="l" r="r" t="t"/>
            <a:pathLst>
              <a:path extrusionOk="0" h="21600" w="21600">
                <a:moveTo>
                  <a:pt x="982" y="6873"/>
                </a:moveTo>
                <a:lnTo>
                  <a:pt x="20618" y="6873"/>
                </a:lnTo>
                <a:lnTo>
                  <a:pt x="20618" y="7855"/>
                </a:lnTo>
                <a:lnTo>
                  <a:pt x="982" y="7855"/>
                </a:lnTo>
                <a:cubicBezTo>
                  <a:pt x="982" y="7855"/>
                  <a:pt x="982" y="6873"/>
                  <a:pt x="982" y="6873"/>
                </a:cubicBezTo>
                <a:close/>
                <a:moveTo>
                  <a:pt x="16691" y="8836"/>
                </a:moveTo>
                <a:lnTo>
                  <a:pt x="18655" y="8836"/>
                </a:lnTo>
                <a:lnTo>
                  <a:pt x="18655" y="17673"/>
                </a:lnTo>
                <a:lnTo>
                  <a:pt x="16691" y="17673"/>
                </a:lnTo>
                <a:cubicBezTo>
                  <a:pt x="16691" y="17673"/>
                  <a:pt x="16691" y="8836"/>
                  <a:pt x="16691" y="8836"/>
                </a:cubicBezTo>
                <a:close/>
                <a:moveTo>
                  <a:pt x="13745" y="8836"/>
                </a:moveTo>
                <a:lnTo>
                  <a:pt x="15709" y="8836"/>
                </a:lnTo>
                <a:lnTo>
                  <a:pt x="15709" y="17673"/>
                </a:lnTo>
                <a:lnTo>
                  <a:pt x="13745" y="17673"/>
                </a:lnTo>
                <a:cubicBezTo>
                  <a:pt x="13745" y="17673"/>
                  <a:pt x="13745" y="8836"/>
                  <a:pt x="13745" y="8836"/>
                </a:cubicBezTo>
                <a:close/>
                <a:moveTo>
                  <a:pt x="8836" y="8836"/>
                </a:moveTo>
                <a:lnTo>
                  <a:pt x="12764" y="8836"/>
                </a:lnTo>
                <a:lnTo>
                  <a:pt x="12764" y="17673"/>
                </a:lnTo>
                <a:lnTo>
                  <a:pt x="8836" y="17673"/>
                </a:lnTo>
                <a:cubicBezTo>
                  <a:pt x="8836" y="17673"/>
                  <a:pt x="8836" y="8836"/>
                  <a:pt x="8836" y="8836"/>
                </a:cubicBezTo>
                <a:close/>
                <a:moveTo>
                  <a:pt x="5891" y="8836"/>
                </a:moveTo>
                <a:lnTo>
                  <a:pt x="7855" y="8836"/>
                </a:lnTo>
                <a:lnTo>
                  <a:pt x="7855" y="17673"/>
                </a:lnTo>
                <a:lnTo>
                  <a:pt x="5891" y="17673"/>
                </a:lnTo>
                <a:cubicBezTo>
                  <a:pt x="5891" y="17673"/>
                  <a:pt x="5891" y="8836"/>
                  <a:pt x="5891" y="8836"/>
                </a:cubicBezTo>
                <a:close/>
                <a:moveTo>
                  <a:pt x="2945" y="8836"/>
                </a:moveTo>
                <a:lnTo>
                  <a:pt x="4909" y="8836"/>
                </a:lnTo>
                <a:lnTo>
                  <a:pt x="4909" y="17673"/>
                </a:lnTo>
                <a:lnTo>
                  <a:pt x="2945" y="17673"/>
                </a:lnTo>
                <a:cubicBezTo>
                  <a:pt x="2945" y="17673"/>
                  <a:pt x="2945" y="8836"/>
                  <a:pt x="2945" y="8836"/>
                </a:cubicBezTo>
                <a:close/>
                <a:moveTo>
                  <a:pt x="19773" y="18655"/>
                </a:moveTo>
                <a:lnTo>
                  <a:pt x="20428" y="20618"/>
                </a:lnTo>
                <a:lnTo>
                  <a:pt x="1172" y="20618"/>
                </a:lnTo>
                <a:lnTo>
                  <a:pt x="1827" y="18655"/>
                </a:lnTo>
                <a:cubicBezTo>
                  <a:pt x="1827" y="18655"/>
                  <a:pt x="19773" y="18655"/>
                  <a:pt x="19773" y="18655"/>
                </a:cubicBezTo>
                <a:close/>
                <a:moveTo>
                  <a:pt x="10800" y="1056"/>
                </a:moveTo>
                <a:lnTo>
                  <a:pt x="19261" y="5891"/>
                </a:lnTo>
                <a:lnTo>
                  <a:pt x="2339" y="5891"/>
                </a:lnTo>
                <a:cubicBezTo>
                  <a:pt x="2339" y="5891"/>
                  <a:pt x="10800" y="1056"/>
                  <a:pt x="10800" y="1056"/>
                </a:cubicBezTo>
                <a:close/>
                <a:moveTo>
                  <a:pt x="21109" y="8836"/>
                </a:moveTo>
                <a:cubicBezTo>
                  <a:pt x="21380" y="8836"/>
                  <a:pt x="21600" y="8617"/>
                  <a:pt x="21600" y="8345"/>
                </a:cubicBezTo>
                <a:lnTo>
                  <a:pt x="21600" y="6382"/>
                </a:lnTo>
                <a:cubicBezTo>
                  <a:pt x="21600" y="6200"/>
                  <a:pt x="21496" y="6047"/>
                  <a:pt x="21349" y="5963"/>
                </a:cubicBezTo>
                <a:lnTo>
                  <a:pt x="21353" y="5956"/>
                </a:lnTo>
                <a:lnTo>
                  <a:pt x="11044" y="65"/>
                </a:lnTo>
                <a:lnTo>
                  <a:pt x="11040" y="72"/>
                </a:lnTo>
                <a:cubicBezTo>
                  <a:pt x="10968" y="30"/>
                  <a:pt x="10889" y="0"/>
                  <a:pt x="10800" y="0"/>
                </a:cubicBezTo>
                <a:cubicBezTo>
                  <a:pt x="10711" y="0"/>
                  <a:pt x="10632" y="30"/>
                  <a:pt x="10560" y="72"/>
                </a:cubicBezTo>
                <a:lnTo>
                  <a:pt x="10556" y="65"/>
                </a:lnTo>
                <a:lnTo>
                  <a:pt x="247" y="5956"/>
                </a:lnTo>
                <a:lnTo>
                  <a:pt x="251" y="5963"/>
                </a:lnTo>
                <a:cubicBezTo>
                  <a:pt x="104" y="6047"/>
                  <a:pt x="0" y="6200"/>
                  <a:pt x="0" y="6382"/>
                </a:cubicBezTo>
                <a:lnTo>
                  <a:pt x="0" y="8345"/>
                </a:lnTo>
                <a:cubicBezTo>
                  <a:pt x="0" y="8617"/>
                  <a:pt x="220" y="8836"/>
                  <a:pt x="491" y="8836"/>
                </a:cubicBezTo>
                <a:lnTo>
                  <a:pt x="1964" y="8836"/>
                </a:lnTo>
                <a:lnTo>
                  <a:pt x="1964" y="17673"/>
                </a:lnTo>
                <a:lnTo>
                  <a:pt x="1473" y="17673"/>
                </a:lnTo>
                <a:cubicBezTo>
                  <a:pt x="1256" y="17673"/>
                  <a:pt x="1078" y="17816"/>
                  <a:pt x="1013" y="18010"/>
                </a:cubicBezTo>
                <a:lnTo>
                  <a:pt x="1007" y="18009"/>
                </a:lnTo>
                <a:lnTo>
                  <a:pt x="25" y="20954"/>
                </a:lnTo>
                <a:lnTo>
                  <a:pt x="31" y="20955"/>
                </a:lnTo>
                <a:cubicBezTo>
                  <a:pt x="14" y="21005"/>
                  <a:pt x="0" y="21055"/>
                  <a:pt x="0" y="21109"/>
                </a:cubicBezTo>
                <a:cubicBezTo>
                  <a:pt x="0" y="21381"/>
                  <a:pt x="220" y="21600"/>
                  <a:pt x="491" y="21600"/>
                </a:cubicBezTo>
                <a:lnTo>
                  <a:pt x="21109" y="21600"/>
                </a:lnTo>
                <a:cubicBezTo>
                  <a:pt x="21380" y="21600"/>
                  <a:pt x="21600" y="21381"/>
                  <a:pt x="21600" y="21109"/>
                </a:cubicBezTo>
                <a:cubicBezTo>
                  <a:pt x="21600" y="21055"/>
                  <a:pt x="21586" y="21005"/>
                  <a:pt x="21569" y="20955"/>
                </a:cubicBezTo>
                <a:lnTo>
                  <a:pt x="21575" y="20954"/>
                </a:lnTo>
                <a:lnTo>
                  <a:pt x="20593" y="18009"/>
                </a:lnTo>
                <a:lnTo>
                  <a:pt x="20587" y="18010"/>
                </a:lnTo>
                <a:cubicBezTo>
                  <a:pt x="20522" y="17816"/>
                  <a:pt x="20344" y="17673"/>
                  <a:pt x="20127" y="17673"/>
                </a:cubicBezTo>
                <a:lnTo>
                  <a:pt x="19636" y="17673"/>
                </a:lnTo>
                <a:lnTo>
                  <a:pt x="19636" y="8836"/>
                </a:lnTo>
                <a:cubicBezTo>
                  <a:pt x="19636" y="8836"/>
                  <a:pt x="21109" y="8836"/>
                  <a:pt x="21109" y="8836"/>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58" name="Google Shape;958;p24"/>
          <p:cNvSpPr/>
          <p:nvPr/>
        </p:nvSpPr>
        <p:spPr>
          <a:xfrm>
            <a:off x="6275123" y="4203541"/>
            <a:ext cx="279328" cy="228541"/>
          </a:xfrm>
          <a:custGeom>
            <a:rect b="b" l="l" r="r" t="t"/>
            <a:pathLst>
              <a:path extrusionOk="0" h="21600" w="21600">
                <a:moveTo>
                  <a:pt x="19636" y="20400"/>
                </a:moveTo>
                <a:lnTo>
                  <a:pt x="1964" y="20400"/>
                </a:lnTo>
                <a:cubicBezTo>
                  <a:pt x="1422" y="20400"/>
                  <a:pt x="982" y="19862"/>
                  <a:pt x="982" y="19200"/>
                </a:cubicBezTo>
                <a:cubicBezTo>
                  <a:pt x="982" y="18949"/>
                  <a:pt x="1025" y="18796"/>
                  <a:pt x="1048" y="18734"/>
                </a:cubicBezTo>
                <a:cubicBezTo>
                  <a:pt x="1065" y="18712"/>
                  <a:pt x="1048" y="18729"/>
                  <a:pt x="1078" y="18673"/>
                </a:cubicBezTo>
                <a:lnTo>
                  <a:pt x="9914" y="1873"/>
                </a:lnTo>
                <a:cubicBezTo>
                  <a:pt x="9930" y="1843"/>
                  <a:pt x="9944" y="1813"/>
                  <a:pt x="9957" y="1783"/>
                </a:cubicBezTo>
                <a:cubicBezTo>
                  <a:pt x="9960" y="1778"/>
                  <a:pt x="10234" y="1200"/>
                  <a:pt x="10800" y="1200"/>
                </a:cubicBezTo>
                <a:cubicBezTo>
                  <a:pt x="11366" y="1200"/>
                  <a:pt x="11588" y="1654"/>
                  <a:pt x="11617" y="1719"/>
                </a:cubicBezTo>
                <a:cubicBezTo>
                  <a:pt x="11641" y="1792"/>
                  <a:pt x="11650" y="1806"/>
                  <a:pt x="11686" y="1873"/>
                </a:cubicBezTo>
                <a:lnTo>
                  <a:pt x="20522" y="18673"/>
                </a:lnTo>
                <a:cubicBezTo>
                  <a:pt x="20535" y="18697"/>
                  <a:pt x="20548" y="18720"/>
                  <a:pt x="20562" y="18744"/>
                </a:cubicBezTo>
                <a:cubicBezTo>
                  <a:pt x="20576" y="18785"/>
                  <a:pt x="20618" y="18928"/>
                  <a:pt x="20618" y="19200"/>
                </a:cubicBezTo>
                <a:cubicBezTo>
                  <a:pt x="20618" y="19862"/>
                  <a:pt x="20177" y="20400"/>
                  <a:pt x="19636" y="20400"/>
                </a:cubicBezTo>
                <a:moveTo>
                  <a:pt x="21348" y="18023"/>
                </a:moveTo>
                <a:lnTo>
                  <a:pt x="12511" y="1223"/>
                </a:lnTo>
                <a:cubicBezTo>
                  <a:pt x="12511" y="1223"/>
                  <a:pt x="12058" y="0"/>
                  <a:pt x="10800" y="0"/>
                </a:cubicBezTo>
                <a:cubicBezTo>
                  <a:pt x="9616" y="0"/>
                  <a:pt x="9089" y="1223"/>
                  <a:pt x="9089" y="1223"/>
                </a:cubicBezTo>
                <a:lnTo>
                  <a:pt x="252" y="18023"/>
                </a:lnTo>
                <a:cubicBezTo>
                  <a:pt x="252" y="18023"/>
                  <a:pt x="0" y="18421"/>
                  <a:pt x="0" y="19200"/>
                </a:cubicBezTo>
                <a:cubicBezTo>
                  <a:pt x="0" y="20526"/>
                  <a:pt x="879" y="21600"/>
                  <a:pt x="1964" y="21600"/>
                </a:cubicBezTo>
                <a:lnTo>
                  <a:pt x="19636" y="21600"/>
                </a:lnTo>
                <a:cubicBezTo>
                  <a:pt x="20721" y="21600"/>
                  <a:pt x="21600" y="20526"/>
                  <a:pt x="21600" y="19200"/>
                </a:cubicBezTo>
                <a:cubicBezTo>
                  <a:pt x="21600" y="18362"/>
                  <a:pt x="21348" y="18023"/>
                  <a:pt x="21348" y="18023"/>
                </a:cubicBezTo>
                <a:moveTo>
                  <a:pt x="10800" y="15600"/>
                </a:moveTo>
                <a:cubicBezTo>
                  <a:pt x="10258" y="15600"/>
                  <a:pt x="9818" y="16138"/>
                  <a:pt x="9818" y="16800"/>
                </a:cubicBezTo>
                <a:cubicBezTo>
                  <a:pt x="9818" y="17462"/>
                  <a:pt x="10258" y="18000"/>
                  <a:pt x="10800" y="18000"/>
                </a:cubicBezTo>
                <a:cubicBezTo>
                  <a:pt x="11342" y="18000"/>
                  <a:pt x="11782" y="17462"/>
                  <a:pt x="11782" y="16800"/>
                </a:cubicBezTo>
                <a:cubicBezTo>
                  <a:pt x="11782" y="16138"/>
                  <a:pt x="11342" y="15600"/>
                  <a:pt x="10800" y="15600"/>
                </a:cubicBezTo>
                <a:moveTo>
                  <a:pt x="10800" y="6000"/>
                </a:moveTo>
                <a:cubicBezTo>
                  <a:pt x="10258" y="6000"/>
                  <a:pt x="9818" y="6538"/>
                  <a:pt x="9818" y="7200"/>
                </a:cubicBezTo>
                <a:lnTo>
                  <a:pt x="10309" y="13800"/>
                </a:lnTo>
                <a:cubicBezTo>
                  <a:pt x="10309" y="14132"/>
                  <a:pt x="10529" y="14400"/>
                  <a:pt x="10800" y="14400"/>
                </a:cubicBezTo>
                <a:cubicBezTo>
                  <a:pt x="11071" y="14400"/>
                  <a:pt x="11291" y="14132"/>
                  <a:pt x="11291" y="13800"/>
                </a:cubicBezTo>
                <a:lnTo>
                  <a:pt x="11782" y="7200"/>
                </a:lnTo>
                <a:cubicBezTo>
                  <a:pt x="11782" y="6538"/>
                  <a:pt x="11342" y="6000"/>
                  <a:pt x="10800" y="60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59" name="Google Shape;959;p24"/>
          <p:cNvSpPr/>
          <p:nvPr/>
        </p:nvSpPr>
        <p:spPr>
          <a:xfrm>
            <a:off x="6833777" y="4178148"/>
            <a:ext cx="228541" cy="279328"/>
          </a:xfrm>
          <a:custGeom>
            <a:rect b="b" l="l" r="r" t="t"/>
            <a:pathLst>
              <a:path extrusionOk="0" h="21600" w="21600">
                <a:moveTo>
                  <a:pt x="7222" y="18655"/>
                </a:moveTo>
                <a:cubicBezTo>
                  <a:pt x="7553" y="18644"/>
                  <a:pt x="7811" y="18417"/>
                  <a:pt x="7799" y="18146"/>
                </a:cubicBezTo>
                <a:lnTo>
                  <a:pt x="6916" y="6377"/>
                </a:lnTo>
                <a:cubicBezTo>
                  <a:pt x="6904" y="6106"/>
                  <a:pt x="6626" y="5895"/>
                  <a:pt x="6295" y="5904"/>
                </a:cubicBezTo>
                <a:cubicBezTo>
                  <a:pt x="5963" y="5915"/>
                  <a:pt x="5705" y="6142"/>
                  <a:pt x="5717" y="6413"/>
                </a:cubicBezTo>
                <a:lnTo>
                  <a:pt x="6601" y="18182"/>
                </a:lnTo>
                <a:cubicBezTo>
                  <a:pt x="6613" y="18453"/>
                  <a:pt x="6891" y="18664"/>
                  <a:pt x="7222" y="18655"/>
                </a:cubicBezTo>
                <a:moveTo>
                  <a:pt x="17400" y="19636"/>
                </a:moveTo>
                <a:cubicBezTo>
                  <a:pt x="17319" y="20154"/>
                  <a:pt x="16862" y="20618"/>
                  <a:pt x="16200" y="20618"/>
                </a:cubicBezTo>
                <a:lnTo>
                  <a:pt x="5400" y="20618"/>
                </a:lnTo>
                <a:cubicBezTo>
                  <a:pt x="4737" y="20618"/>
                  <a:pt x="4291" y="20160"/>
                  <a:pt x="4200" y="19636"/>
                </a:cubicBezTo>
                <a:lnTo>
                  <a:pt x="3000" y="3927"/>
                </a:lnTo>
                <a:lnTo>
                  <a:pt x="18600" y="3927"/>
                </a:lnTo>
                <a:cubicBezTo>
                  <a:pt x="18600" y="3927"/>
                  <a:pt x="17400" y="19636"/>
                  <a:pt x="17400" y="19636"/>
                </a:cubicBezTo>
                <a:close/>
                <a:moveTo>
                  <a:pt x="7800" y="983"/>
                </a:moveTo>
                <a:lnTo>
                  <a:pt x="13800" y="983"/>
                </a:lnTo>
                <a:lnTo>
                  <a:pt x="13800" y="2945"/>
                </a:lnTo>
                <a:lnTo>
                  <a:pt x="7800" y="2945"/>
                </a:lnTo>
                <a:cubicBezTo>
                  <a:pt x="7800" y="2945"/>
                  <a:pt x="7800" y="983"/>
                  <a:pt x="7800" y="983"/>
                </a:cubicBezTo>
                <a:close/>
                <a:moveTo>
                  <a:pt x="21000" y="2945"/>
                </a:moveTo>
                <a:lnTo>
                  <a:pt x="15000" y="2945"/>
                </a:lnTo>
                <a:lnTo>
                  <a:pt x="15000" y="983"/>
                </a:lnTo>
                <a:cubicBezTo>
                  <a:pt x="15000" y="440"/>
                  <a:pt x="14462" y="0"/>
                  <a:pt x="13800" y="0"/>
                </a:cubicBezTo>
                <a:lnTo>
                  <a:pt x="7800" y="0"/>
                </a:lnTo>
                <a:cubicBezTo>
                  <a:pt x="7137" y="0"/>
                  <a:pt x="6600" y="440"/>
                  <a:pt x="6600" y="983"/>
                </a:cubicBezTo>
                <a:lnTo>
                  <a:pt x="6600" y="2945"/>
                </a:lnTo>
                <a:lnTo>
                  <a:pt x="600" y="2945"/>
                </a:lnTo>
                <a:cubicBezTo>
                  <a:pt x="269" y="2945"/>
                  <a:pt x="0" y="3166"/>
                  <a:pt x="0" y="3437"/>
                </a:cubicBezTo>
                <a:cubicBezTo>
                  <a:pt x="0" y="3708"/>
                  <a:pt x="269" y="3927"/>
                  <a:pt x="600" y="3927"/>
                </a:cubicBezTo>
                <a:lnTo>
                  <a:pt x="1800" y="3927"/>
                </a:lnTo>
                <a:lnTo>
                  <a:pt x="3000" y="19636"/>
                </a:lnTo>
                <a:cubicBezTo>
                  <a:pt x="3193" y="20711"/>
                  <a:pt x="4075" y="21600"/>
                  <a:pt x="5400" y="21600"/>
                </a:cubicBezTo>
                <a:lnTo>
                  <a:pt x="16200" y="21600"/>
                </a:lnTo>
                <a:cubicBezTo>
                  <a:pt x="17525" y="21600"/>
                  <a:pt x="18374" y="20700"/>
                  <a:pt x="18600" y="19636"/>
                </a:cubicBezTo>
                <a:lnTo>
                  <a:pt x="19800" y="3927"/>
                </a:lnTo>
                <a:lnTo>
                  <a:pt x="21000" y="3927"/>
                </a:lnTo>
                <a:cubicBezTo>
                  <a:pt x="21331" y="3927"/>
                  <a:pt x="21600" y="3708"/>
                  <a:pt x="21600" y="3437"/>
                </a:cubicBezTo>
                <a:cubicBezTo>
                  <a:pt x="21600" y="3166"/>
                  <a:pt x="21331" y="2945"/>
                  <a:pt x="21000" y="2945"/>
                </a:cubicBezTo>
                <a:moveTo>
                  <a:pt x="14380" y="18654"/>
                </a:moveTo>
                <a:cubicBezTo>
                  <a:pt x="14711" y="18664"/>
                  <a:pt x="14989" y="18452"/>
                  <a:pt x="15001" y="18181"/>
                </a:cubicBezTo>
                <a:lnTo>
                  <a:pt x="15871" y="6413"/>
                </a:lnTo>
                <a:cubicBezTo>
                  <a:pt x="15883" y="6142"/>
                  <a:pt x="15625" y="5914"/>
                  <a:pt x="15294" y="5904"/>
                </a:cubicBezTo>
                <a:cubicBezTo>
                  <a:pt x="14962" y="5895"/>
                  <a:pt x="14684" y="6106"/>
                  <a:pt x="14672" y="6377"/>
                </a:cubicBezTo>
                <a:lnTo>
                  <a:pt x="13802" y="18146"/>
                </a:lnTo>
                <a:cubicBezTo>
                  <a:pt x="13790" y="18417"/>
                  <a:pt x="14049" y="18644"/>
                  <a:pt x="14380" y="18654"/>
                </a:cubicBezTo>
                <a:moveTo>
                  <a:pt x="10800" y="18655"/>
                </a:moveTo>
                <a:cubicBezTo>
                  <a:pt x="11131" y="18655"/>
                  <a:pt x="11400" y="18435"/>
                  <a:pt x="11400" y="18164"/>
                </a:cubicBezTo>
                <a:lnTo>
                  <a:pt x="11400" y="6382"/>
                </a:lnTo>
                <a:cubicBezTo>
                  <a:pt x="11400" y="6110"/>
                  <a:pt x="11131" y="5891"/>
                  <a:pt x="10800" y="5891"/>
                </a:cubicBezTo>
                <a:cubicBezTo>
                  <a:pt x="10469" y="5891"/>
                  <a:pt x="10200" y="6110"/>
                  <a:pt x="10200" y="6382"/>
                </a:cubicBezTo>
                <a:lnTo>
                  <a:pt x="10200" y="18164"/>
                </a:lnTo>
                <a:cubicBezTo>
                  <a:pt x="10200" y="18435"/>
                  <a:pt x="10469" y="18655"/>
                  <a:pt x="10800" y="18655"/>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60" name="Google Shape;960;p24"/>
          <p:cNvSpPr/>
          <p:nvPr/>
        </p:nvSpPr>
        <p:spPr>
          <a:xfrm>
            <a:off x="7386083" y="4178148"/>
            <a:ext cx="190451" cy="279328"/>
          </a:xfrm>
          <a:custGeom>
            <a:rect b="b" l="l" r="r" t="t"/>
            <a:pathLst>
              <a:path extrusionOk="0" h="21600" w="21600">
                <a:moveTo>
                  <a:pt x="18720" y="19636"/>
                </a:moveTo>
                <a:cubicBezTo>
                  <a:pt x="18623" y="20154"/>
                  <a:pt x="18075" y="20618"/>
                  <a:pt x="17280" y="20618"/>
                </a:cubicBezTo>
                <a:lnTo>
                  <a:pt x="4320" y="20618"/>
                </a:lnTo>
                <a:cubicBezTo>
                  <a:pt x="3525" y="20618"/>
                  <a:pt x="2989" y="20160"/>
                  <a:pt x="2880" y="19636"/>
                </a:cubicBezTo>
                <a:lnTo>
                  <a:pt x="1483" y="3927"/>
                </a:lnTo>
                <a:lnTo>
                  <a:pt x="20117" y="3927"/>
                </a:lnTo>
                <a:cubicBezTo>
                  <a:pt x="20117" y="3927"/>
                  <a:pt x="18720" y="19636"/>
                  <a:pt x="18720" y="19636"/>
                </a:cubicBezTo>
                <a:close/>
                <a:moveTo>
                  <a:pt x="4529" y="2227"/>
                </a:moveTo>
                <a:cubicBezTo>
                  <a:pt x="4971" y="2122"/>
                  <a:pt x="5311" y="1878"/>
                  <a:pt x="5440" y="1571"/>
                </a:cubicBezTo>
                <a:cubicBezTo>
                  <a:pt x="5563" y="1278"/>
                  <a:pt x="6084" y="982"/>
                  <a:pt x="6840" y="982"/>
                </a:cubicBezTo>
                <a:cubicBezTo>
                  <a:pt x="7596" y="982"/>
                  <a:pt x="8117" y="1094"/>
                  <a:pt x="8240" y="1387"/>
                </a:cubicBezTo>
                <a:cubicBezTo>
                  <a:pt x="8286" y="1495"/>
                  <a:pt x="8358" y="1598"/>
                  <a:pt x="8454" y="1688"/>
                </a:cubicBezTo>
                <a:cubicBezTo>
                  <a:pt x="8957" y="2167"/>
                  <a:pt x="9732" y="2442"/>
                  <a:pt x="10577" y="2442"/>
                </a:cubicBezTo>
                <a:cubicBezTo>
                  <a:pt x="11235" y="2442"/>
                  <a:pt x="11854" y="2268"/>
                  <a:pt x="12300" y="1947"/>
                </a:cubicBezTo>
                <a:cubicBezTo>
                  <a:pt x="12697" y="1647"/>
                  <a:pt x="13446" y="1473"/>
                  <a:pt x="14760" y="1473"/>
                </a:cubicBezTo>
                <a:cubicBezTo>
                  <a:pt x="16059" y="1473"/>
                  <a:pt x="16752" y="1940"/>
                  <a:pt x="16920" y="2209"/>
                </a:cubicBezTo>
                <a:cubicBezTo>
                  <a:pt x="17107" y="2509"/>
                  <a:pt x="17391" y="2750"/>
                  <a:pt x="17688" y="2945"/>
                </a:cubicBezTo>
                <a:lnTo>
                  <a:pt x="2830" y="2945"/>
                </a:lnTo>
                <a:cubicBezTo>
                  <a:pt x="3170" y="2668"/>
                  <a:pt x="3770" y="2408"/>
                  <a:pt x="4529" y="2227"/>
                </a:cubicBezTo>
                <a:moveTo>
                  <a:pt x="20880" y="2945"/>
                </a:moveTo>
                <a:lnTo>
                  <a:pt x="19676" y="2945"/>
                </a:lnTo>
                <a:cubicBezTo>
                  <a:pt x="19217" y="2693"/>
                  <a:pt x="18780" y="2403"/>
                  <a:pt x="18405" y="1964"/>
                </a:cubicBezTo>
                <a:cubicBezTo>
                  <a:pt x="17787" y="1241"/>
                  <a:pt x="16749" y="491"/>
                  <a:pt x="14760" y="491"/>
                </a:cubicBezTo>
                <a:cubicBezTo>
                  <a:pt x="13012" y="491"/>
                  <a:pt x="11880" y="798"/>
                  <a:pt x="11231" y="1289"/>
                </a:cubicBezTo>
                <a:cubicBezTo>
                  <a:pt x="11081" y="1397"/>
                  <a:pt x="10839" y="1461"/>
                  <a:pt x="10577" y="1461"/>
                </a:cubicBezTo>
                <a:cubicBezTo>
                  <a:pt x="10245" y="1461"/>
                  <a:pt x="9879" y="1359"/>
                  <a:pt x="9624" y="1116"/>
                </a:cubicBezTo>
                <a:cubicBezTo>
                  <a:pt x="9310" y="370"/>
                  <a:pt x="8188" y="0"/>
                  <a:pt x="6840" y="0"/>
                </a:cubicBezTo>
                <a:cubicBezTo>
                  <a:pt x="5492" y="0"/>
                  <a:pt x="4370" y="554"/>
                  <a:pt x="4056" y="1300"/>
                </a:cubicBezTo>
                <a:cubicBezTo>
                  <a:pt x="2613" y="1643"/>
                  <a:pt x="1555" y="2238"/>
                  <a:pt x="1211" y="2945"/>
                </a:cubicBezTo>
                <a:lnTo>
                  <a:pt x="720" y="2945"/>
                </a:lnTo>
                <a:cubicBezTo>
                  <a:pt x="323" y="2945"/>
                  <a:pt x="0" y="3165"/>
                  <a:pt x="0" y="3436"/>
                </a:cubicBezTo>
                <a:lnTo>
                  <a:pt x="0" y="3437"/>
                </a:lnTo>
                <a:lnTo>
                  <a:pt x="1440" y="19636"/>
                </a:lnTo>
                <a:cubicBezTo>
                  <a:pt x="1672" y="20711"/>
                  <a:pt x="2730" y="21600"/>
                  <a:pt x="4320" y="21600"/>
                </a:cubicBezTo>
                <a:lnTo>
                  <a:pt x="17280" y="21600"/>
                </a:lnTo>
                <a:cubicBezTo>
                  <a:pt x="18870" y="21600"/>
                  <a:pt x="19890" y="20700"/>
                  <a:pt x="20160" y="19636"/>
                </a:cubicBezTo>
                <a:lnTo>
                  <a:pt x="21600" y="3437"/>
                </a:lnTo>
                <a:lnTo>
                  <a:pt x="21600" y="3436"/>
                </a:lnTo>
                <a:cubicBezTo>
                  <a:pt x="21600" y="3165"/>
                  <a:pt x="21277" y="2945"/>
                  <a:pt x="20880" y="2945"/>
                </a:cubicBezTo>
                <a:moveTo>
                  <a:pt x="6507" y="18655"/>
                </a:moveTo>
                <a:cubicBezTo>
                  <a:pt x="6904" y="18644"/>
                  <a:pt x="7214" y="18417"/>
                  <a:pt x="7200" y="18146"/>
                </a:cubicBezTo>
                <a:lnTo>
                  <a:pt x="6139" y="6377"/>
                </a:lnTo>
                <a:cubicBezTo>
                  <a:pt x="6125" y="6106"/>
                  <a:pt x="5791" y="5895"/>
                  <a:pt x="5394" y="5904"/>
                </a:cubicBezTo>
                <a:cubicBezTo>
                  <a:pt x="4996" y="5915"/>
                  <a:pt x="4686" y="6142"/>
                  <a:pt x="4700" y="6413"/>
                </a:cubicBezTo>
                <a:lnTo>
                  <a:pt x="5761" y="18182"/>
                </a:lnTo>
                <a:cubicBezTo>
                  <a:pt x="5775" y="18453"/>
                  <a:pt x="6109" y="18664"/>
                  <a:pt x="6507" y="18655"/>
                </a:cubicBezTo>
                <a:moveTo>
                  <a:pt x="10800" y="18655"/>
                </a:moveTo>
                <a:cubicBezTo>
                  <a:pt x="11197" y="18655"/>
                  <a:pt x="11520" y="18435"/>
                  <a:pt x="11520" y="18164"/>
                </a:cubicBezTo>
                <a:lnTo>
                  <a:pt x="11520" y="6382"/>
                </a:lnTo>
                <a:cubicBezTo>
                  <a:pt x="11520" y="6110"/>
                  <a:pt x="11197" y="5891"/>
                  <a:pt x="10800" y="5891"/>
                </a:cubicBezTo>
                <a:cubicBezTo>
                  <a:pt x="10403" y="5891"/>
                  <a:pt x="10080" y="6110"/>
                  <a:pt x="10080" y="6382"/>
                </a:cubicBezTo>
                <a:lnTo>
                  <a:pt x="10080" y="18164"/>
                </a:lnTo>
                <a:cubicBezTo>
                  <a:pt x="10080" y="18435"/>
                  <a:pt x="10403" y="18655"/>
                  <a:pt x="10800" y="18655"/>
                </a:cubicBezTo>
                <a:moveTo>
                  <a:pt x="15095" y="18654"/>
                </a:moveTo>
                <a:cubicBezTo>
                  <a:pt x="15494" y="18664"/>
                  <a:pt x="15827" y="18452"/>
                  <a:pt x="15841" y="18181"/>
                </a:cubicBezTo>
                <a:lnTo>
                  <a:pt x="16886" y="6413"/>
                </a:lnTo>
                <a:cubicBezTo>
                  <a:pt x="16900" y="6142"/>
                  <a:pt x="16590" y="5914"/>
                  <a:pt x="16192" y="5904"/>
                </a:cubicBezTo>
                <a:cubicBezTo>
                  <a:pt x="15795" y="5895"/>
                  <a:pt x="15461" y="6106"/>
                  <a:pt x="15447" y="6377"/>
                </a:cubicBezTo>
                <a:lnTo>
                  <a:pt x="14402" y="18146"/>
                </a:lnTo>
                <a:cubicBezTo>
                  <a:pt x="14388" y="18417"/>
                  <a:pt x="14699" y="18644"/>
                  <a:pt x="15095" y="18654"/>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61" name="Google Shape;961;p24"/>
          <p:cNvSpPr/>
          <p:nvPr/>
        </p:nvSpPr>
        <p:spPr>
          <a:xfrm>
            <a:off x="7874906" y="4178148"/>
            <a:ext cx="279328" cy="279328"/>
          </a:xfrm>
          <a:custGeom>
            <a:rect b="b" l="l" r="r" t="t"/>
            <a:pathLst>
              <a:path extrusionOk="0" h="21600" w="21600">
                <a:moveTo>
                  <a:pt x="16445" y="20618"/>
                </a:moveTo>
                <a:cubicBezTo>
                  <a:pt x="15830" y="20618"/>
                  <a:pt x="15230" y="20482"/>
                  <a:pt x="14664" y="20214"/>
                </a:cubicBezTo>
                <a:cubicBezTo>
                  <a:pt x="14611" y="20189"/>
                  <a:pt x="14556" y="20170"/>
                  <a:pt x="14501" y="20155"/>
                </a:cubicBezTo>
                <a:cubicBezTo>
                  <a:pt x="8920" y="17308"/>
                  <a:pt x="4296" y="12685"/>
                  <a:pt x="1448" y="7105"/>
                </a:cubicBezTo>
                <a:cubicBezTo>
                  <a:pt x="1432" y="7048"/>
                  <a:pt x="1412" y="6991"/>
                  <a:pt x="1386" y="6936"/>
                </a:cubicBezTo>
                <a:cubicBezTo>
                  <a:pt x="1118" y="6369"/>
                  <a:pt x="982" y="5770"/>
                  <a:pt x="982" y="5155"/>
                </a:cubicBezTo>
                <a:cubicBezTo>
                  <a:pt x="982" y="2774"/>
                  <a:pt x="3067" y="982"/>
                  <a:pt x="4418" y="982"/>
                </a:cubicBezTo>
                <a:cubicBezTo>
                  <a:pt x="4595" y="982"/>
                  <a:pt x="4712" y="1072"/>
                  <a:pt x="4765" y="1126"/>
                </a:cubicBezTo>
                <a:cubicBezTo>
                  <a:pt x="4777" y="1139"/>
                  <a:pt x="4800" y="1164"/>
                  <a:pt x="4832" y="1216"/>
                </a:cubicBezTo>
                <a:cubicBezTo>
                  <a:pt x="4849" y="1244"/>
                  <a:pt x="4868" y="1271"/>
                  <a:pt x="4888" y="1297"/>
                </a:cubicBezTo>
                <a:lnTo>
                  <a:pt x="8121" y="5453"/>
                </a:lnTo>
                <a:cubicBezTo>
                  <a:pt x="8146" y="5485"/>
                  <a:pt x="8173" y="5515"/>
                  <a:pt x="8202" y="5544"/>
                </a:cubicBezTo>
                <a:cubicBezTo>
                  <a:pt x="8255" y="5598"/>
                  <a:pt x="8345" y="5715"/>
                  <a:pt x="8345" y="5891"/>
                </a:cubicBezTo>
                <a:cubicBezTo>
                  <a:pt x="8345" y="5978"/>
                  <a:pt x="8321" y="6060"/>
                  <a:pt x="8274" y="6135"/>
                </a:cubicBezTo>
                <a:lnTo>
                  <a:pt x="7180" y="7221"/>
                </a:lnTo>
                <a:cubicBezTo>
                  <a:pt x="7175" y="7226"/>
                  <a:pt x="7170" y="7231"/>
                  <a:pt x="7165" y="7236"/>
                </a:cubicBezTo>
                <a:cubicBezTo>
                  <a:pt x="6769" y="7609"/>
                  <a:pt x="6543" y="8126"/>
                  <a:pt x="6543" y="8668"/>
                </a:cubicBezTo>
                <a:cubicBezTo>
                  <a:pt x="6543" y="9175"/>
                  <a:pt x="6740" y="9658"/>
                  <a:pt x="7082" y="10020"/>
                </a:cubicBezTo>
                <a:cubicBezTo>
                  <a:pt x="7094" y="10040"/>
                  <a:pt x="7107" y="10059"/>
                  <a:pt x="7121" y="10078"/>
                </a:cubicBezTo>
                <a:cubicBezTo>
                  <a:pt x="8327" y="11745"/>
                  <a:pt x="9810" y="13222"/>
                  <a:pt x="11528" y="14469"/>
                </a:cubicBezTo>
                <a:cubicBezTo>
                  <a:pt x="11541" y="14478"/>
                  <a:pt x="11555" y="14487"/>
                  <a:pt x="11568" y="14496"/>
                </a:cubicBezTo>
                <a:cubicBezTo>
                  <a:pt x="11931" y="14844"/>
                  <a:pt x="12418" y="15045"/>
                  <a:pt x="12928" y="15045"/>
                </a:cubicBezTo>
                <a:cubicBezTo>
                  <a:pt x="13440" y="15045"/>
                  <a:pt x="13934" y="14840"/>
                  <a:pt x="14301" y="14479"/>
                </a:cubicBezTo>
                <a:cubicBezTo>
                  <a:pt x="14320" y="14463"/>
                  <a:pt x="14338" y="14446"/>
                  <a:pt x="14356" y="14427"/>
                </a:cubicBezTo>
                <a:lnTo>
                  <a:pt x="15456" y="13320"/>
                </a:lnTo>
                <a:cubicBezTo>
                  <a:pt x="15533" y="13271"/>
                  <a:pt x="15615" y="13247"/>
                  <a:pt x="15701" y="13247"/>
                </a:cubicBezTo>
                <a:cubicBezTo>
                  <a:pt x="15878" y="13247"/>
                  <a:pt x="15995" y="13337"/>
                  <a:pt x="16048" y="13391"/>
                </a:cubicBezTo>
                <a:cubicBezTo>
                  <a:pt x="16077" y="13420"/>
                  <a:pt x="16108" y="13447"/>
                  <a:pt x="16140" y="13472"/>
                </a:cubicBezTo>
                <a:lnTo>
                  <a:pt x="20296" y="16704"/>
                </a:lnTo>
                <a:cubicBezTo>
                  <a:pt x="20323" y="16725"/>
                  <a:pt x="20351" y="16744"/>
                  <a:pt x="20379" y="16762"/>
                </a:cubicBezTo>
                <a:cubicBezTo>
                  <a:pt x="20431" y="16795"/>
                  <a:pt x="20455" y="16816"/>
                  <a:pt x="20466" y="16827"/>
                </a:cubicBezTo>
                <a:cubicBezTo>
                  <a:pt x="20520" y="16881"/>
                  <a:pt x="20610" y="16997"/>
                  <a:pt x="20610" y="17174"/>
                </a:cubicBezTo>
                <a:cubicBezTo>
                  <a:pt x="20610" y="17207"/>
                  <a:pt x="20612" y="17240"/>
                  <a:pt x="20616" y="17273"/>
                </a:cubicBezTo>
                <a:cubicBezTo>
                  <a:pt x="20539" y="18625"/>
                  <a:pt x="18774" y="20618"/>
                  <a:pt x="16445" y="20618"/>
                </a:cubicBezTo>
                <a:moveTo>
                  <a:pt x="21600" y="17174"/>
                </a:moveTo>
                <a:lnTo>
                  <a:pt x="21592" y="17174"/>
                </a:lnTo>
                <a:cubicBezTo>
                  <a:pt x="21592" y="16768"/>
                  <a:pt x="21427" y="16399"/>
                  <a:pt x="21161" y="16133"/>
                </a:cubicBezTo>
                <a:cubicBezTo>
                  <a:pt x="21082" y="16054"/>
                  <a:pt x="20994" y="15988"/>
                  <a:pt x="20899" y="15929"/>
                </a:cubicBezTo>
                <a:lnTo>
                  <a:pt x="16743" y="12697"/>
                </a:lnTo>
                <a:cubicBezTo>
                  <a:pt x="16476" y="12430"/>
                  <a:pt x="16108" y="12265"/>
                  <a:pt x="15701" y="12265"/>
                </a:cubicBezTo>
                <a:cubicBezTo>
                  <a:pt x="15368" y="12265"/>
                  <a:pt x="15065" y="12380"/>
                  <a:pt x="14819" y="12567"/>
                </a:cubicBezTo>
                <a:lnTo>
                  <a:pt x="13659" y="13736"/>
                </a:lnTo>
                <a:lnTo>
                  <a:pt x="13656" y="13733"/>
                </a:lnTo>
                <a:cubicBezTo>
                  <a:pt x="13477" y="13934"/>
                  <a:pt x="13218" y="14063"/>
                  <a:pt x="12928" y="14063"/>
                </a:cubicBezTo>
                <a:cubicBezTo>
                  <a:pt x="12595" y="14063"/>
                  <a:pt x="12303" y="13897"/>
                  <a:pt x="12125" y="13645"/>
                </a:cubicBezTo>
                <a:cubicBezTo>
                  <a:pt x="12119" y="13654"/>
                  <a:pt x="12111" y="13663"/>
                  <a:pt x="12104" y="13674"/>
                </a:cubicBezTo>
                <a:cubicBezTo>
                  <a:pt x="10500" y="12510"/>
                  <a:pt x="9078" y="11108"/>
                  <a:pt x="7916" y="9502"/>
                </a:cubicBezTo>
                <a:cubicBezTo>
                  <a:pt x="7927" y="9495"/>
                  <a:pt x="7937" y="9486"/>
                  <a:pt x="7949" y="9479"/>
                </a:cubicBezTo>
                <a:cubicBezTo>
                  <a:pt x="7693" y="9299"/>
                  <a:pt x="7525" y="9004"/>
                  <a:pt x="7525" y="8668"/>
                </a:cubicBezTo>
                <a:cubicBezTo>
                  <a:pt x="7525" y="8367"/>
                  <a:pt x="7662" y="8101"/>
                  <a:pt x="7873" y="7920"/>
                </a:cubicBezTo>
                <a:lnTo>
                  <a:pt x="7872" y="7918"/>
                </a:lnTo>
                <a:lnTo>
                  <a:pt x="9026" y="6773"/>
                </a:lnTo>
                <a:cubicBezTo>
                  <a:pt x="9213" y="6528"/>
                  <a:pt x="9327" y="6224"/>
                  <a:pt x="9327" y="5891"/>
                </a:cubicBezTo>
                <a:cubicBezTo>
                  <a:pt x="9327" y="5485"/>
                  <a:pt x="9162" y="5116"/>
                  <a:pt x="8896" y="4850"/>
                </a:cubicBezTo>
                <a:lnTo>
                  <a:pt x="5663" y="693"/>
                </a:lnTo>
                <a:cubicBezTo>
                  <a:pt x="5604" y="599"/>
                  <a:pt x="5538" y="510"/>
                  <a:pt x="5459" y="432"/>
                </a:cubicBezTo>
                <a:cubicBezTo>
                  <a:pt x="5193" y="165"/>
                  <a:pt x="4825" y="0"/>
                  <a:pt x="4418" y="0"/>
                </a:cubicBezTo>
                <a:cubicBezTo>
                  <a:pt x="2455" y="0"/>
                  <a:pt x="0" y="2308"/>
                  <a:pt x="0" y="5155"/>
                </a:cubicBezTo>
                <a:cubicBezTo>
                  <a:pt x="0" y="5943"/>
                  <a:pt x="183" y="6688"/>
                  <a:pt x="499" y="7356"/>
                </a:cubicBezTo>
                <a:lnTo>
                  <a:pt x="483" y="7373"/>
                </a:lnTo>
                <a:cubicBezTo>
                  <a:pt x="3436" y="13255"/>
                  <a:pt x="8345" y="18164"/>
                  <a:pt x="14228" y="21117"/>
                </a:cubicBezTo>
                <a:lnTo>
                  <a:pt x="14244" y="21101"/>
                </a:lnTo>
                <a:cubicBezTo>
                  <a:pt x="14912" y="21418"/>
                  <a:pt x="15657" y="21600"/>
                  <a:pt x="16445" y="21600"/>
                </a:cubicBezTo>
                <a:cubicBezTo>
                  <a:pt x="19292" y="21600"/>
                  <a:pt x="21600" y="19145"/>
                  <a:pt x="21600" y="17182"/>
                </a:cubicBezTo>
                <a:cubicBezTo>
                  <a:pt x="21600" y="17179"/>
                  <a:pt x="21600" y="17177"/>
                  <a:pt x="21600" y="17174"/>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62" name="Google Shape;962;p24"/>
          <p:cNvSpPr/>
          <p:nvPr/>
        </p:nvSpPr>
        <p:spPr>
          <a:xfrm>
            <a:off x="8408167" y="4178148"/>
            <a:ext cx="279405" cy="279328"/>
          </a:xfrm>
          <a:custGeom>
            <a:rect b="b" l="l" r="r" t="t"/>
            <a:pathLst>
              <a:path extrusionOk="0" h="21600" w="21600">
                <a:moveTo>
                  <a:pt x="16441" y="20618"/>
                </a:moveTo>
                <a:cubicBezTo>
                  <a:pt x="15826" y="20618"/>
                  <a:pt x="15226" y="20482"/>
                  <a:pt x="14660" y="20214"/>
                </a:cubicBezTo>
                <a:cubicBezTo>
                  <a:pt x="14607" y="20189"/>
                  <a:pt x="14552" y="20170"/>
                  <a:pt x="14497" y="20155"/>
                </a:cubicBezTo>
                <a:cubicBezTo>
                  <a:pt x="8918" y="17308"/>
                  <a:pt x="4295" y="12685"/>
                  <a:pt x="1448" y="7105"/>
                </a:cubicBezTo>
                <a:cubicBezTo>
                  <a:pt x="1432" y="7048"/>
                  <a:pt x="1412" y="6991"/>
                  <a:pt x="1386" y="6936"/>
                </a:cubicBezTo>
                <a:cubicBezTo>
                  <a:pt x="1117" y="6369"/>
                  <a:pt x="982" y="5770"/>
                  <a:pt x="982" y="5155"/>
                </a:cubicBezTo>
                <a:cubicBezTo>
                  <a:pt x="982" y="2774"/>
                  <a:pt x="3066" y="982"/>
                  <a:pt x="4417" y="982"/>
                </a:cubicBezTo>
                <a:cubicBezTo>
                  <a:pt x="4594" y="982"/>
                  <a:pt x="4711" y="1072"/>
                  <a:pt x="4764" y="1126"/>
                </a:cubicBezTo>
                <a:cubicBezTo>
                  <a:pt x="4776" y="1139"/>
                  <a:pt x="4798" y="1164"/>
                  <a:pt x="4831" y="1216"/>
                </a:cubicBezTo>
                <a:cubicBezTo>
                  <a:pt x="4848" y="1244"/>
                  <a:pt x="4867" y="1271"/>
                  <a:pt x="4887" y="1297"/>
                </a:cubicBezTo>
                <a:lnTo>
                  <a:pt x="8118" y="5453"/>
                </a:lnTo>
                <a:cubicBezTo>
                  <a:pt x="8143" y="5485"/>
                  <a:pt x="8170" y="5515"/>
                  <a:pt x="8199" y="5544"/>
                </a:cubicBezTo>
                <a:cubicBezTo>
                  <a:pt x="8253" y="5598"/>
                  <a:pt x="8343" y="5715"/>
                  <a:pt x="8343" y="5891"/>
                </a:cubicBezTo>
                <a:cubicBezTo>
                  <a:pt x="8343" y="5978"/>
                  <a:pt x="8319" y="6060"/>
                  <a:pt x="8272" y="6135"/>
                </a:cubicBezTo>
                <a:lnTo>
                  <a:pt x="7178" y="7221"/>
                </a:lnTo>
                <a:cubicBezTo>
                  <a:pt x="7173" y="7226"/>
                  <a:pt x="7168" y="7231"/>
                  <a:pt x="7163" y="7236"/>
                </a:cubicBezTo>
                <a:cubicBezTo>
                  <a:pt x="6767" y="7609"/>
                  <a:pt x="6541" y="8126"/>
                  <a:pt x="6541" y="8668"/>
                </a:cubicBezTo>
                <a:cubicBezTo>
                  <a:pt x="6541" y="9175"/>
                  <a:pt x="6738" y="9658"/>
                  <a:pt x="7080" y="10020"/>
                </a:cubicBezTo>
                <a:cubicBezTo>
                  <a:pt x="7092" y="10040"/>
                  <a:pt x="7105" y="10059"/>
                  <a:pt x="7119" y="10078"/>
                </a:cubicBezTo>
                <a:cubicBezTo>
                  <a:pt x="8325" y="11745"/>
                  <a:pt x="9807" y="13222"/>
                  <a:pt x="11525" y="14469"/>
                </a:cubicBezTo>
                <a:cubicBezTo>
                  <a:pt x="11538" y="14478"/>
                  <a:pt x="11551" y="14487"/>
                  <a:pt x="11565" y="14496"/>
                </a:cubicBezTo>
                <a:cubicBezTo>
                  <a:pt x="11928" y="14844"/>
                  <a:pt x="12414" y="15045"/>
                  <a:pt x="12924" y="15045"/>
                </a:cubicBezTo>
                <a:cubicBezTo>
                  <a:pt x="13436" y="15045"/>
                  <a:pt x="13930" y="14840"/>
                  <a:pt x="14297" y="14479"/>
                </a:cubicBezTo>
                <a:cubicBezTo>
                  <a:pt x="14316" y="14463"/>
                  <a:pt x="14335" y="14446"/>
                  <a:pt x="14352" y="14427"/>
                </a:cubicBezTo>
                <a:lnTo>
                  <a:pt x="15451" y="13320"/>
                </a:lnTo>
                <a:cubicBezTo>
                  <a:pt x="15529" y="13271"/>
                  <a:pt x="15611" y="13247"/>
                  <a:pt x="15697" y="13247"/>
                </a:cubicBezTo>
                <a:cubicBezTo>
                  <a:pt x="15874" y="13247"/>
                  <a:pt x="15990" y="13337"/>
                  <a:pt x="16044" y="13391"/>
                </a:cubicBezTo>
                <a:cubicBezTo>
                  <a:pt x="16073" y="13420"/>
                  <a:pt x="16103" y="13447"/>
                  <a:pt x="16135" y="13472"/>
                </a:cubicBezTo>
                <a:lnTo>
                  <a:pt x="20291" y="16704"/>
                </a:lnTo>
                <a:cubicBezTo>
                  <a:pt x="20317" y="16725"/>
                  <a:pt x="20345" y="16744"/>
                  <a:pt x="20374" y="16762"/>
                </a:cubicBezTo>
                <a:cubicBezTo>
                  <a:pt x="20426" y="16795"/>
                  <a:pt x="20449" y="16816"/>
                  <a:pt x="20461" y="16827"/>
                </a:cubicBezTo>
                <a:cubicBezTo>
                  <a:pt x="20515" y="16881"/>
                  <a:pt x="20605" y="16997"/>
                  <a:pt x="20605" y="17174"/>
                </a:cubicBezTo>
                <a:cubicBezTo>
                  <a:pt x="20605" y="17207"/>
                  <a:pt x="20606" y="17240"/>
                  <a:pt x="20610" y="17273"/>
                </a:cubicBezTo>
                <a:cubicBezTo>
                  <a:pt x="20533" y="18625"/>
                  <a:pt x="18769" y="20618"/>
                  <a:pt x="16441" y="20618"/>
                </a:cubicBezTo>
                <a:moveTo>
                  <a:pt x="21586" y="17174"/>
                </a:moveTo>
                <a:cubicBezTo>
                  <a:pt x="21586" y="16768"/>
                  <a:pt x="21421" y="16399"/>
                  <a:pt x="21155" y="16133"/>
                </a:cubicBezTo>
                <a:cubicBezTo>
                  <a:pt x="21077" y="16054"/>
                  <a:pt x="20988" y="15988"/>
                  <a:pt x="20893" y="15929"/>
                </a:cubicBezTo>
                <a:lnTo>
                  <a:pt x="16738" y="12697"/>
                </a:lnTo>
                <a:cubicBezTo>
                  <a:pt x="16471" y="12430"/>
                  <a:pt x="16104" y="12265"/>
                  <a:pt x="15697" y="12265"/>
                </a:cubicBezTo>
                <a:cubicBezTo>
                  <a:pt x="15364" y="12265"/>
                  <a:pt x="15060" y="12380"/>
                  <a:pt x="14815" y="12567"/>
                </a:cubicBezTo>
                <a:lnTo>
                  <a:pt x="13655" y="13736"/>
                </a:lnTo>
                <a:lnTo>
                  <a:pt x="13652" y="13733"/>
                </a:lnTo>
                <a:cubicBezTo>
                  <a:pt x="13473" y="13934"/>
                  <a:pt x="13214" y="14063"/>
                  <a:pt x="12924" y="14063"/>
                </a:cubicBezTo>
                <a:cubicBezTo>
                  <a:pt x="12592" y="14063"/>
                  <a:pt x="12300" y="13897"/>
                  <a:pt x="12122" y="13645"/>
                </a:cubicBezTo>
                <a:cubicBezTo>
                  <a:pt x="12116" y="13654"/>
                  <a:pt x="12107" y="13663"/>
                  <a:pt x="12101" y="13674"/>
                </a:cubicBezTo>
                <a:cubicBezTo>
                  <a:pt x="10497" y="12510"/>
                  <a:pt x="9076" y="11108"/>
                  <a:pt x="7914" y="9502"/>
                </a:cubicBezTo>
                <a:cubicBezTo>
                  <a:pt x="7925" y="9495"/>
                  <a:pt x="7935" y="9486"/>
                  <a:pt x="7947" y="9479"/>
                </a:cubicBezTo>
                <a:cubicBezTo>
                  <a:pt x="7691" y="9299"/>
                  <a:pt x="7523" y="9004"/>
                  <a:pt x="7523" y="8668"/>
                </a:cubicBezTo>
                <a:cubicBezTo>
                  <a:pt x="7523" y="8367"/>
                  <a:pt x="7659" y="8101"/>
                  <a:pt x="7871" y="7920"/>
                </a:cubicBezTo>
                <a:lnTo>
                  <a:pt x="7870" y="7918"/>
                </a:lnTo>
                <a:lnTo>
                  <a:pt x="9023" y="6773"/>
                </a:lnTo>
                <a:cubicBezTo>
                  <a:pt x="9211" y="6528"/>
                  <a:pt x="9325" y="6224"/>
                  <a:pt x="9325" y="5891"/>
                </a:cubicBezTo>
                <a:cubicBezTo>
                  <a:pt x="9325" y="5485"/>
                  <a:pt x="9160" y="5116"/>
                  <a:pt x="8893" y="4850"/>
                </a:cubicBezTo>
                <a:lnTo>
                  <a:pt x="5662" y="693"/>
                </a:lnTo>
                <a:cubicBezTo>
                  <a:pt x="5603" y="599"/>
                  <a:pt x="5537" y="510"/>
                  <a:pt x="5458" y="432"/>
                </a:cubicBezTo>
                <a:cubicBezTo>
                  <a:pt x="5191" y="165"/>
                  <a:pt x="4823" y="0"/>
                  <a:pt x="4417" y="0"/>
                </a:cubicBezTo>
                <a:cubicBezTo>
                  <a:pt x="2454" y="0"/>
                  <a:pt x="0" y="2308"/>
                  <a:pt x="0" y="5155"/>
                </a:cubicBezTo>
                <a:cubicBezTo>
                  <a:pt x="0" y="5943"/>
                  <a:pt x="183" y="6688"/>
                  <a:pt x="499" y="7356"/>
                </a:cubicBezTo>
                <a:lnTo>
                  <a:pt x="482" y="7373"/>
                </a:lnTo>
                <a:cubicBezTo>
                  <a:pt x="3435" y="13255"/>
                  <a:pt x="8343" y="18164"/>
                  <a:pt x="14224" y="21117"/>
                </a:cubicBezTo>
                <a:lnTo>
                  <a:pt x="14240" y="21101"/>
                </a:lnTo>
                <a:cubicBezTo>
                  <a:pt x="14908" y="21418"/>
                  <a:pt x="15652" y="21600"/>
                  <a:pt x="16441" y="21600"/>
                </a:cubicBezTo>
                <a:cubicBezTo>
                  <a:pt x="19287" y="21600"/>
                  <a:pt x="21594" y="19145"/>
                  <a:pt x="21594" y="17182"/>
                </a:cubicBezTo>
                <a:cubicBezTo>
                  <a:pt x="21594" y="17179"/>
                  <a:pt x="21594" y="17177"/>
                  <a:pt x="21594" y="17174"/>
                </a:cubicBezTo>
                <a:cubicBezTo>
                  <a:pt x="21594" y="17174"/>
                  <a:pt x="21586" y="17174"/>
                  <a:pt x="21586" y="17174"/>
                </a:cubicBezTo>
                <a:close/>
                <a:moveTo>
                  <a:pt x="11785" y="10800"/>
                </a:moveTo>
                <a:cubicBezTo>
                  <a:pt x="12326" y="10800"/>
                  <a:pt x="12766" y="10360"/>
                  <a:pt x="12766" y="9819"/>
                </a:cubicBezTo>
                <a:cubicBezTo>
                  <a:pt x="12766" y="9276"/>
                  <a:pt x="12326" y="8836"/>
                  <a:pt x="11785" y="8836"/>
                </a:cubicBezTo>
                <a:cubicBezTo>
                  <a:pt x="11242" y="8836"/>
                  <a:pt x="10803" y="9276"/>
                  <a:pt x="10803" y="9819"/>
                </a:cubicBezTo>
                <a:cubicBezTo>
                  <a:pt x="10803" y="10360"/>
                  <a:pt x="11242" y="10800"/>
                  <a:pt x="11785" y="10800"/>
                </a:cubicBezTo>
                <a:moveTo>
                  <a:pt x="11785" y="5891"/>
                </a:moveTo>
                <a:cubicBezTo>
                  <a:pt x="13953" y="5891"/>
                  <a:pt x="15711" y="7649"/>
                  <a:pt x="15711" y="9819"/>
                </a:cubicBezTo>
                <a:cubicBezTo>
                  <a:pt x="15711" y="10090"/>
                  <a:pt x="15930" y="10309"/>
                  <a:pt x="16201" y="10309"/>
                </a:cubicBezTo>
                <a:cubicBezTo>
                  <a:pt x="16472" y="10309"/>
                  <a:pt x="16692" y="10090"/>
                  <a:pt x="16692" y="9819"/>
                </a:cubicBezTo>
                <a:cubicBezTo>
                  <a:pt x="16692" y="7107"/>
                  <a:pt x="14495" y="4909"/>
                  <a:pt x="11785" y="4909"/>
                </a:cubicBezTo>
                <a:cubicBezTo>
                  <a:pt x="11513" y="4909"/>
                  <a:pt x="11294" y="5129"/>
                  <a:pt x="11294" y="5400"/>
                </a:cubicBezTo>
                <a:cubicBezTo>
                  <a:pt x="11294" y="5672"/>
                  <a:pt x="11513" y="5891"/>
                  <a:pt x="11785" y="5891"/>
                </a:cubicBezTo>
                <a:moveTo>
                  <a:pt x="11785" y="982"/>
                </a:moveTo>
                <a:cubicBezTo>
                  <a:pt x="16663" y="982"/>
                  <a:pt x="20618" y="4939"/>
                  <a:pt x="20618" y="9819"/>
                </a:cubicBezTo>
                <a:cubicBezTo>
                  <a:pt x="20618" y="10090"/>
                  <a:pt x="20838" y="10309"/>
                  <a:pt x="21109" y="10309"/>
                </a:cubicBezTo>
                <a:cubicBezTo>
                  <a:pt x="21380" y="10309"/>
                  <a:pt x="21600" y="10090"/>
                  <a:pt x="21600" y="9819"/>
                </a:cubicBezTo>
                <a:cubicBezTo>
                  <a:pt x="21600" y="4396"/>
                  <a:pt x="17206" y="0"/>
                  <a:pt x="11785" y="0"/>
                </a:cubicBezTo>
                <a:cubicBezTo>
                  <a:pt x="11513" y="0"/>
                  <a:pt x="11294" y="220"/>
                  <a:pt x="11294" y="491"/>
                </a:cubicBezTo>
                <a:cubicBezTo>
                  <a:pt x="11294" y="762"/>
                  <a:pt x="11513" y="982"/>
                  <a:pt x="11785" y="982"/>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63" name="Google Shape;963;p24"/>
          <p:cNvSpPr/>
          <p:nvPr/>
        </p:nvSpPr>
        <p:spPr>
          <a:xfrm>
            <a:off x="9004911" y="4178148"/>
            <a:ext cx="152368" cy="279328"/>
          </a:xfrm>
          <a:custGeom>
            <a:rect b="b" l="l" r="r" t="t"/>
            <a:pathLst>
              <a:path extrusionOk="0" h="21600" w="21600">
                <a:moveTo>
                  <a:pt x="9507" y="18651"/>
                </a:moveTo>
                <a:lnTo>
                  <a:pt x="10795" y="12327"/>
                </a:lnTo>
                <a:lnTo>
                  <a:pt x="10781" y="12326"/>
                </a:lnTo>
                <a:cubicBezTo>
                  <a:pt x="10785" y="12307"/>
                  <a:pt x="10800" y="12292"/>
                  <a:pt x="10800" y="12273"/>
                </a:cubicBezTo>
                <a:cubicBezTo>
                  <a:pt x="10800" y="12001"/>
                  <a:pt x="10398" y="11782"/>
                  <a:pt x="9900" y="11782"/>
                </a:cubicBezTo>
                <a:lnTo>
                  <a:pt x="2149" y="11782"/>
                </a:lnTo>
                <a:lnTo>
                  <a:pt x="8749" y="982"/>
                </a:lnTo>
                <a:lnTo>
                  <a:pt x="15850" y="982"/>
                </a:lnTo>
                <a:lnTo>
                  <a:pt x="11436" y="8190"/>
                </a:lnTo>
                <a:lnTo>
                  <a:pt x="11447" y="8192"/>
                </a:lnTo>
                <a:cubicBezTo>
                  <a:pt x="11417" y="8241"/>
                  <a:pt x="11391" y="8291"/>
                  <a:pt x="11391" y="8345"/>
                </a:cubicBezTo>
                <a:cubicBezTo>
                  <a:pt x="11391" y="8617"/>
                  <a:pt x="11794" y="8836"/>
                  <a:pt x="12291" y="8836"/>
                </a:cubicBezTo>
                <a:lnTo>
                  <a:pt x="19195" y="8836"/>
                </a:lnTo>
                <a:cubicBezTo>
                  <a:pt x="19195" y="8836"/>
                  <a:pt x="9507" y="18651"/>
                  <a:pt x="9507" y="18651"/>
                </a:cubicBezTo>
                <a:close/>
                <a:moveTo>
                  <a:pt x="21600" y="8345"/>
                </a:moveTo>
                <a:cubicBezTo>
                  <a:pt x="21600" y="8074"/>
                  <a:pt x="21197" y="7855"/>
                  <a:pt x="20700" y="7855"/>
                </a:cubicBezTo>
                <a:lnTo>
                  <a:pt x="13541" y="7855"/>
                </a:lnTo>
                <a:lnTo>
                  <a:pt x="17954" y="646"/>
                </a:lnTo>
                <a:lnTo>
                  <a:pt x="17944" y="644"/>
                </a:lnTo>
                <a:cubicBezTo>
                  <a:pt x="17974" y="595"/>
                  <a:pt x="18000" y="545"/>
                  <a:pt x="18000" y="491"/>
                </a:cubicBezTo>
                <a:cubicBezTo>
                  <a:pt x="18000" y="220"/>
                  <a:pt x="17598" y="0"/>
                  <a:pt x="17100" y="0"/>
                </a:cubicBezTo>
                <a:lnTo>
                  <a:pt x="8101" y="0"/>
                </a:lnTo>
                <a:cubicBezTo>
                  <a:pt x="7703" y="0"/>
                  <a:pt x="7376" y="143"/>
                  <a:pt x="7257" y="337"/>
                </a:cubicBezTo>
                <a:lnTo>
                  <a:pt x="7246" y="335"/>
                </a:lnTo>
                <a:lnTo>
                  <a:pt x="47" y="12117"/>
                </a:lnTo>
                <a:lnTo>
                  <a:pt x="57" y="12120"/>
                </a:lnTo>
                <a:cubicBezTo>
                  <a:pt x="27" y="12168"/>
                  <a:pt x="0" y="12218"/>
                  <a:pt x="0" y="12273"/>
                </a:cubicBezTo>
                <a:cubicBezTo>
                  <a:pt x="0" y="12544"/>
                  <a:pt x="403" y="12764"/>
                  <a:pt x="900" y="12764"/>
                </a:cubicBezTo>
                <a:lnTo>
                  <a:pt x="8895" y="12764"/>
                </a:lnTo>
                <a:lnTo>
                  <a:pt x="7206" y="21055"/>
                </a:lnTo>
                <a:lnTo>
                  <a:pt x="7220" y="21056"/>
                </a:lnTo>
                <a:cubicBezTo>
                  <a:pt x="7216" y="21074"/>
                  <a:pt x="7200" y="21090"/>
                  <a:pt x="7200" y="21109"/>
                </a:cubicBezTo>
                <a:cubicBezTo>
                  <a:pt x="7200" y="21380"/>
                  <a:pt x="7603" y="21600"/>
                  <a:pt x="8101" y="21600"/>
                </a:cubicBezTo>
                <a:cubicBezTo>
                  <a:pt x="8464" y="21600"/>
                  <a:pt x="8761" y="21480"/>
                  <a:pt x="8900" y="21310"/>
                </a:cubicBezTo>
                <a:lnTo>
                  <a:pt x="8918" y="21315"/>
                </a:lnTo>
                <a:lnTo>
                  <a:pt x="21517" y="8551"/>
                </a:lnTo>
                <a:lnTo>
                  <a:pt x="21513" y="8550"/>
                </a:lnTo>
                <a:cubicBezTo>
                  <a:pt x="21567" y="8487"/>
                  <a:pt x="21600" y="8419"/>
                  <a:pt x="21600" y="8345"/>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64" name="Google Shape;964;p24"/>
          <p:cNvSpPr/>
          <p:nvPr/>
        </p:nvSpPr>
        <p:spPr>
          <a:xfrm>
            <a:off x="9474689" y="4203541"/>
            <a:ext cx="279328" cy="228541"/>
          </a:xfrm>
          <a:custGeom>
            <a:rect b="b" l="l" r="r" t="t"/>
            <a:pathLst>
              <a:path extrusionOk="0" h="21600" w="21600">
                <a:moveTo>
                  <a:pt x="19636" y="3600"/>
                </a:moveTo>
                <a:lnTo>
                  <a:pt x="1964" y="3600"/>
                </a:lnTo>
                <a:lnTo>
                  <a:pt x="1964" y="1200"/>
                </a:lnTo>
                <a:lnTo>
                  <a:pt x="19636" y="1200"/>
                </a:lnTo>
                <a:cubicBezTo>
                  <a:pt x="19636" y="1200"/>
                  <a:pt x="19636" y="3600"/>
                  <a:pt x="19636" y="3600"/>
                </a:cubicBezTo>
                <a:close/>
                <a:moveTo>
                  <a:pt x="17182" y="6000"/>
                </a:moveTo>
                <a:lnTo>
                  <a:pt x="17182" y="4800"/>
                </a:lnTo>
                <a:lnTo>
                  <a:pt x="19145" y="4800"/>
                </a:lnTo>
                <a:lnTo>
                  <a:pt x="19145" y="6000"/>
                </a:lnTo>
                <a:cubicBezTo>
                  <a:pt x="19145" y="6662"/>
                  <a:pt x="18705" y="7200"/>
                  <a:pt x="18164" y="7200"/>
                </a:cubicBezTo>
                <a:cubicBezTo>
                  <a:pt x="17621" y="7200"/>
                  <a:pt x="17182" y="6662"/>
                  <a:pt x="17182" y="6000"/>
                </a:cubicBezTo>
                <a:moveTo>
                  <a:pt x="14236" y="6000"/>
                </a:moveTo>
                <a:lnTo>
                  <a:pt x="14236" y="4800"/>
                </a:lnTo>
                <a:lnTo>
                  <a:pt x="16200" y="4800"/>
                </a:lnTo>
                <a:lnTo>
                  <a:pt x="16200" y="6000"/>
                </a:lnTo>
                <a:cubicBezTo>
                  <a:pt x="16200" y="6662"/>
                  <a:pt x="15760" y="7200"/>
                  <a:pt x="15218" y="7200"/>
                </a:cubicBezTo>
                <a:cubicBezTo>
                  <a:pt x="14675" y="7200"/>
                  <a:pt x="14236" y="6662"/>
                  <a:pt x="14236" y="6000"/>
                </a:cubicBezTo>
                <a:moveTo>
                  <a:pt x="11291" y="6000"/>
                </a:moveTo>
                <a:lnTo>
                  <a:pt x="11291" y="4800"/>
                </a:lnTo>
                <a:lnTo>
                  <a:pt x="13255" y="4800"/>
                </a:lnTo>
                <a:lnTo>
                  <a:pt x="13255" y="6000"/>
                </a:lnTo>
                <a:cubicBezTo>
                  <a:pt x="13255" y="6662"/>
                  <a:pt x="12814" y="7200"/>
                  <a:pt x="12273" y="7200"/>
                </a:cubicBezTo>
                <a:cubicBezTo>
                  <a:pt x="11730" y="7200"/>
                  <a:pt x="11291" y="6662"/>
                  <a:pt x="11291" y="6000"/>
                </a:cubicBezTo>
                <a:moveTo>
                  <a:pt x="8345" y="6000"/>
                </a:moveTo>
                <a:lnTo>
                  <a:pt x="8345" y="4800"/>
                </a:lnTo>
                <a:lnTo>
                  <a:pt x="10309" y="4800"/>
                </a:lnTo>
                <a:lnTo>
                  <a:pt x="10309" y="6000"/>
                </a:lnTo>
                <a:cubicBezTo>
                  <a:pt x="10309" y="6662"/>
                  <a:pt x="9869" y="7200"/>
                  <a:pt x="9327" y="7200"/>
                </a:cubicBezTo>
                <a:cubicBezTo>
                  <a:pt x="8785" y="7200"/>
                  <a:pt x="8345" y="6662"/>
                  <a:pt x="8345" y="6000"/>
                </a:cubicBezTo>
                <a:moveTo>
                  <a:pt x="5400" y="6000"/>
                </a:moveTo>
                <a:lnTo>
                  <a:pt x="5400" y="4800"/>
                </a:lnTo>
                <a:lnTo>
                  <a:pt x="7364" y="4800"/>
                </a:lnTo>
                <a:lnTo>
                  <a:pt x="7364" y="6000"/>
                </a:lnTo>
                <a:cubicBezTo>
                  <a:pt x="7364" y="6662"/>
                  <a:pt x="6924" y="7200"/>
                  <a:pt x="6382" y="7200"/>
                </a:cubicBezTo>
                <a:cubicBezTo>
                  <a:pt x="5839" y="7200"/>
                  <a:pt x="5400" y="6662"/>
                  <a:pt x="5400" y="6000"/>
                </a:cubicBezTo>
                <a:moveTo>
                  <a:pt x="2455" y="6000"/>
                </a:moveTo>
                <a:lnTo>
                  <a:pt x="2455" y="4800"/>
                </a:lnTo>
                <a:lnTo>
                  <a:pt x="4418" y="4800"/>
                </a:lnTo>
                <a:lnTo>
                  <a:pt x="4418" y="6000"/>
                </a:lnTo>
                <a:cubicBezTo>
                  <a:pt x="4418" y="6662"/>
                  <a:pt x="3978" y="7200"/>
                  <a:pt x="3436" y="7200"/>
                </a:cubicBezTo>
                <a:cubicBezTo>
                  <a:pt x="2894" y="7200"/>
                  <a:pt x="2455" y="6662"/>
                  <a:pt x="2455" y="6000"/>
                </a:cubicBezTo>
                <a:moveTo>
                  <a:pt x="19636" y="20400"/>
                </a:moveTo>
                <a:lnTo>
                  <a:pt x="12764" y="20400"/>
                </a:lnTo>
                <a:lnTo>
                  <a:pt x="12764" y="13800"/>
                </a:lnTo>
                <a:cubicBezTo>
                  <a:pt x="12764" y="13469"/>
                  <a:pt x="12544" y="13200"/>
                  <a:pt x="12273" y="13200"/>
                </a:cubicBezTo>
                <a:lnTo>
                  <a:pt x="9327" y="13200"/>
                </a:lnTo>
                <a:cubicBezTo>
                  <a:pt x="9056" y="13200"/>
                  <a:pt x="8836" y="13469"/>
                  <a:pt x="8836" y="13800"/>
                </a:cubicBezTo>
                <a:lnTo>
                  <a:pt x="8836" y="20400"/>
                </a:lnTo>
                <a:lnTo>
                  <a:pt x="1964" y="20400"/>
                </a:lnTo>
                <a:lnTo>
                  <a:pt x="1964" y="7573"/>
                </a:lnTo>
                <a:cubicBezTo>
                  <a:pt x="2324" y="8076"/>
                  <a:pt x="2847" y="8400"/>
                  <a:pt x="3436" y="8400"/>
                </a:cubicBezTo>
                <a:cubicBezTo>
                  <a:pt x="4026" y="8400"/>
                  <a:pt x="4549" y="8076"/>
                  <a:pt x="4909" y="7573"/>
                </a:cubicBezTo>
                <a:cubicBezTo>
                  <a:pt x="5269" y="8076"/>
                  <a:pt x="5792" y="8400"/>
                  <a:pt x="6382" y="8400"/>
                </a:cubicBezTo>
                <a:cubicBezTo>
                  <a:pt x="6971" y="8400"/>
                  <a:pt x="7495" y="8076"/>
                  <a:pt x="7855" y="7573"/>
                </a:cubicBezTo>
                <a:cubicBezTo>
                  <a:pt x="8215" y="8076"/>
                  <a:pt x="8738" y="8400"/>
                  <a:pt x="9327" y="8400"/>
                </a:cubicBezTo>
                <a:cubicBezTo>
                  <a:pt x="9917" y="8400"/>
                  <a:pt x="10440" y="8076"/>
                  <a:pt x="10800" y="7573"/>
                </a:cubicBezTo>
                <a:cubicBezTo>
                  <a:pt x="11160" y="8076"/>
                  <a:pt x="11683" y="8400"/>
                  <a:pt x="12273" y="8400"/>
                </a:cubicBezTo>
                <a:cubicBezTo>
                  <a:pt x="12862" y="8400"/>
                  <a:pt x="13385" y="8076"/>
                  <a:pt x="13745" y="7573"/>
                </a:cubicBezTo>
                <a:cubicBezTo>
                  <a:pt x="14105" y="8076"/>
                  <a:pt x="14629" y="8400"/>
                  <a:pt x="15218" y="8400"/>
                </a:cubicBezTo>
                <a:cubicBezTo>
                  <a:pt x="15808" y="8400"/>
                  <a:pt x="16331" y="8076"/>
                  <a:pt x="16691" y="7573"/>
                </a:cubicBezTo>
                <a:cubicBezTo>
                  <a:pt x="17051" y="8076"/>
                  <a:pt x="17574" y="8400"/>
                  <a:pt x="18164" y="8400"/>
                </a:cubicBezTo>
                <a:cubicBezTo>
                  <a:pt x="18753" y="8400"/>
                  <a:pt x="19276" y="8076"/>
                  <a:pt x="19636" y="7573"/>
                </a:cubicBezTo>
                <a:cubicBezTo>
                  <a:pt x="19636" y="7573"/>
                  <a:pt x="19636" y="20400"/>
                  <a:pt x="19636" y="20400"/>
                </a:cubicBezTo>
                <a:close/>
                <a:moveTo>
                  <a:pt x="11782" y="20400"/>
                </a:moveTo>
                <a:lnTo>
                  <a:pt x="9818" y="20400"/>
                </a:lnTo>
                <a:lnTo>
                  <a:pt x="9818" y="14400"/>
                </a:lnTo>
                <a:lnTo>
                  <a:pt x="11782" y="14400"/>
                </a:lnTo>
                <a:cubicBezTo>
                  <a:pt x="11782" y="14400"/>
                  <a:pt x="11782" y="20400"/>
                  <a:pt x="11782" y="20400"/>
                </a:cubicBezTo>
                <a:close/>
                <a:moveTo>
                  <a:pt x="21109" y="20400"/>
                </a:moveTo>
                <a:lnTo>
                  <a:pt x="20618" y="20400"/>
                </a:lnTo>
                <a:lnTo>
                  <a:pt x="20618" y="4800"/>
                </a:lnTo>
                <a:lnTo>
                  <a:pt x="21109" y="4800"/>
                </a:lnTo>
                <a:cubicBezTo>
                  <a:pt x="21380" y="4800"/>
                  <a:pt x="21600" y="4532"/>
                  <a:pt x="21600" y="4200"/>
                </a:cubicBezTo>
                <a:cubicBezTo>
                  <a:pt x="21600" y="3868"/>
                  <a:pt x="21380" y="3600"/>
                  <a:pt x="21109" y="3600"/>
                </a:cubicBezTo>
                <a:lnTo>
                  <a:pt x="20618" y="3600"/>
                </a:lnTo>
                <a:lnTo>
                  <a:pt x="20618" y="1200"/>
                </a:lnTo>
                <a:cubicBezTo>
                  <a:pt x="20618" y="538"/>
                  <a:pt x="20178" y="0"/>
                  <a:pt x="19636" y="0"/>
                </a:cubicBezTo>
                <a:lnTo>
                  <a:pt x="1964" y="0"/>
                </a:lnTo>
                <a:cubicBezTo>
                  <a:pt x="1421" y="0"/>
                  <a:pt x="982" y="538"/>
                  <a:pt x="982" y="1200"/>
                </a:cubicBezTo>
                <a:lnTo>
                  <a:pt x="982" y="3600"/>
                </a:lnTo>
                <a:lnTo>
                  <a:pt x="491" y="3600"/>
                </a:lnTo>
                <a:cubicBezTo>
                  <a:pt x="220" y="3600"/>
                  <a:pt x="0" y="3868"/>
                  <a:pt x="0" y="4200"/>
                </a:cubicBezTo>
                <a:cubicBezTo>
                  <a:pt x="0" y="4532"/>
                  <a:pt x="220" y="4800"/>
                  <a:pt x="491" y="4800"/>
                </a:cubicBezTo>
                <a:lnTo>
                  <a:pt x="982" y="4800"/>
                </a:lnTo>
                <a:lnTo>
                  <a:pt x="982" y="20400"/>
                </a:lnTo>
                <a:lnTo>
                  <a:pt x="491" y="20400"/>
                </a:lnTo>
                <a:cubicBezTo>
                  <a:pt x="220" y="20400"/>
                  <a:pt x="0" y="20669"/>
                  <a:pt x="0" y="21000"/>
                </a:cubicBezTo>
                <a:cubicBezTo>
                  <a:pt x="0" y="21332"/>
                  <a:pt x="220" y="21600"/>
                  <a:pt x="491" y="21600"/>
                </a:cubicBezTo>
                <a:lnTo>
                  <a:pt x="21109" y="21600"/>
                </a:lnTo>
                <a:cubicBezTo>
                  <a:pt x="21380" y="21600"/>
                  <a:pt x="21600" y="21332"/>
                  <a:pt x="21600" y="21000"/>
                </a:cubicBezTo>
                <a:cubicBezTo>
                  <a:pt x="21600" y="20669"/>
                  <a:pt x="21380" y="20400"/>
                  <a:pt x="21109" y="20400"/>
                </a:cubicBezTo>
                <a:moveTo>
                  <a:pt x="16691" y="16800"/>
                </a:moveTo>
                <a:lnTo>
                  <a:pt x="14727" y="16800"/>
                </a:lnTo>
                <a:lnTo>
                  <a:pt x="14727" y="14400"/>
                </a:lnTo>
                <a:lnTo>
                  <a:pt x="16691" y="14400"/>
                </a:lnTo>
                <a:cubicBezTo>
                  <a:pt x="16691" y="14400"/>
                  <a:pt x="16691" y="16800"/>
                  <a:pt x="16691" y="16800"/>
                </a:cubicBezTo>
                <a:close/>
                <a:moveTo>
                  <a:pt x="17182" y="13200"/>
                </a:moveTo>
                <a:lnTo>
                  <a:pt x="14236" y="13200"/>
                </a:lnTo>
                <a:cubicBezTo>
                  <a:pt x="13965" y="13200"/>
                  <a:pt x="13745" y="13469"/>
                  <a:pt x="13745" y="13800"/>
                </a:cubicBezTo>
                <a:lnTo>
                  <a:pt x="13745" y="17400"/>
                </a:lnTo>
                <a:cubicBezTo>
                  <a:pt x="13745" y="17732"/>
                  <a:pt x="13965" y="18000"/>
                  <a:pt x="14236" y="18000"/>
                </a:cubicBezTo>
                <a:lnTo>
                  <a:pt x="17182" y="18000"/>
                </a:lnTo>
                <a:cubicBezTo>
                  <a:pt x="17453" y="18000"/>
                  <a:pt x="17673" y="17732"/>
                  <a:pt x="17673" y="17400"/>
                </a:cubicBezTo>
                <a:lnTo>
                  <a:pt x="17673" y="13800"/>
                </a:lnTo>
                <a:cubicBezTo>
                  <a:pt x="17673" y="13469"/>
                  <a:pt x="17453" y="13200"/>
                  <a:pt x="17182" y="13200"/>
                </a:cubicBezTo>
                <a:moveTo>
                  <a:pt x="6873" y="16800"/>
                </a:moveTo>
                <a:lnTo>
                  <a:pt x="4909" y="16800"/>
                </a:lnTo>
                <a:lnTo>
                  <a:pt x="4909" y="14400"/>
                </a:lnTo>
                <a:lnTo>
                  <a:pt x="6873" y="14400"/>
                </a:lnTo>
                <a:cubicBezTo>
                  <a:pt x="6873" y="14400"/>
                  <a:pt x="6873" y="16800"/>
                  <a:pt x="6873" y="16800"/>
                </a:cubicBezTo>
                <a:close/>
                <a:moveTo>
                  <a:pt x="7364" y="13200"/>
                </a:moveTo>
                <a:lnTo>
                  <a:pt x="4418" y="13200"/>
                </a:lnTo>
                <a:cubicBezTo>
                  <a:pt x="4147" y="13200"/>
                  <a:pt x="3927" y="13469"/>
                  <a:pt x="3927" y="13800"/>
                </a:cubicBezTo>
                <a:lnTo>
                  <a:pt x="3927" y="17400"/>
                </a:lnTo>
                <a:cubicBezTo>
                  <a:pt x="3927" y="17732"/>
                  <a:pt x="4147" y="18000"/>
                  <a:pt x="4418" y="18000"/>
                </a:cubicBezTo>
                <a:lnTo>
                  <a:pt x="7364" y="18000"/>
                </a:lnTo>
                <a:cubicBezTo>
                  <a:pt x="7635" y="18000"/>
                  <a:pt x="7855" y="17732"/>
                  <a:pt x="7855" y="17400"/>
                </a:cubicBezTo>
                <a:lnTo>
                  <a:pt x="7855" y="13800"/>
                </a:lnTo>
                <a:cubicBezTo>
                  <a:pt x="7855" y="13469"/>
                  <a:pt x="7635" y="13200"/>
                  <a:pt x="7364" y="132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65" name="Google Shape;965;p24"/>
          <p:cNvSpPr/>
          <p:nvPr/>
        </p:nvSpPr>
        <p:spPr>
          <a:xfrm>
            <a:off x="10033344" y="4178148"/>
            <a:ext cx="228541" cy="279328"/>
          </a:xfrm>
          <a:custGeom>
            <a:rect b="b" l="l" r="r" t="t"/>
            <a:pathLst>
              <a:path extrusionOk="0" h="21600" w="21600">
                <a:moveTo>
                  <a:pt x="10800" y="17673"/>
                </a:moveTo>
                <a:cubicBezTo>
                  <a:pt x="4588" y="17673"/>
                  <a:pt x="1200" y="16051"/>
                  <a:pt x="1200" y="15218"/>
                </a:cubicBezTo>
                <a:cubicBezTo>
                  <a:pt x="1200" y="14690"/>
                  <a:pt x="1355" y="14275"/>
                  <a:pt x="1611" y="13896"/>
                </a:cubicBezTo>
                <a:cubicBezTo>
                  <a:pt x="3255" y="14967"/>
                  <a:pt x="6746" y="15709"/>
                  <a:pt x="10800" y="15709"/>
                </a:cubicBezTo>
                <a:cubicBezTo>
                  <a:pt x="14856" y="15709"/>
                  <a:pt x="18345" y="14966"/>
                  <a:pt x="19987" y="13894"/>
                </a:cubicBezTo>
                <a:cubicBezTo>
                  <a:pt x="20244" y="14273"/>
                  <a:pt x="20400" y="14689"/>
                  <a:pt x="20400" y="15218"/>
                </a:cubicBezTo>
                <a:cubicBezTo>
                  <a:pt x="20400" y="16051"/>
                  <a:pt x="17011" y="17673"/>
                  <a:pt x="10800" y="17673"/>
                </a:cubicBezTo>
                <a:moveTo>
                  <a:pt x="10800" y="20618"/>
                </a:moveTo>
                <a:cubicBezTo>
                  <a:pt x="9475" y="20618"/>
                  <a:pt x="8400" y="19739"/>
                  <a:pt x="8400" y="18655"/>
                </a:cubicBezTo>
                <a:cubicBezTo>
                  <a:pt x="8400" y="18625"/>
                  <a:pt x="8408" y="18597"/>
                  <a:pt x="8409" y="18567"/>
                </a:cubicBezTo>
                <a:cubicBezTo>
                  <a:pt x="9179" y="18623"/>
                  <a:pt x="9977" y="18655"/>
                  <a:pt x="10800" y="18655"/>
                </a:cubicBezTo>
                <a:cubicBezTo>
                  <a:pt x="11623" y="18655"/>
                  <a:pt x="12421" y="18623"/>
                  <a:pt x="13191" y="18567"/>
                </a:cubicBezTo>
                <a:cubicBezTo>
                  <a:pt x="13192" y="18597"/>
                  <a:pt x="13200" y="18625"/>
                  <a:pt x="13200" y="18655"/>
                </a:cubicBezTo>
                <a:cubicBezTo>
                  <a:pt x="13200" y="19739"/>
                  <a:pt x="12125" y="20618"/>
                  <a:pt x="10800" y="20618"/>
                </a:cubicBezTo>
                <a:moveTo>
                  <a:pt x="2948" y="12551"/>
                </a:moveTo>
                <a:cubicBezTo>
                  <a:pt x="4308" y="11388"/>
                  <a:pt x="6000" y="9939"/>
                  <a:pt x="6000" y="6873"/>
                </a:cubicBezTo>
                <a:cubicBezTo>
                  <a:pt x="6000" y="5232"/>
                  <a:pt x="7238" y="3825"/>
                  <a:pt x="8988" y="3239"/>
                </a:cubicBezTo>
                <a:cubicBezTo>
                  <a:pt x="9428" y="3657"/>
                  <a:pt x="10072" y="3927"/>
                  <a:pt x="10800" y="3927"/>
                </a:cubicBezTo>
                <a:cubicBezTo>
                  <a:pt x="11528" y="3927"/>
                  <a:pt x="12172" y="3657"/>
                  <a:pt x="12611" y="3239"/>
                </a:cubicBezTo>
                <a:cubicBezTo>
                  <a:pt x="14362" y="3825"/>
                  <a:pt x="15600" y="5232"/>
                  <a:pt x="15600" y="6873"/>
                </a:cubicBezTo>
                <a:cubicBezTo>
                  <a:pt x="15600" y="9939"/>
                  <a:pt x="17292" y="11388"/>
                  <a:pt x="18652" y="12551"/>
                </a:cubicBezTo>
                <a:cubicBezTo>
                  <a:pt x="18911" y="12773"/>
                  <a:pt x="19152" y="12979"/>
                  <a:pt x="19366" y="13183"/>
                </a:cubicBezTo>
                <a:cubicBezTo>
                  <a:pt x="18217" y="14077"/>
                  <a:pt x="14825" y="14727"/>
                  <a:pt x="10800" y="14727"/>
                </a:cubicBezTo>
                <a:cubicBezTo>
                  <a:pt x="6779" y="14727"/>
                  <a:pt x="3383" y="14079"/>
                  <a:pt x="2230" y="13186"/>
                </a:cubicBezTo>
                <a:cubicBezTo>
                  <a:pt x="2446" y="12981"/>
                  <a:pt x="2687" y="12774"/>
                  <a:pt x="2948" y="12551"/>
                </a:cubicBezTo>
                <a:moveTo>
                  <a:pt x="10800" y="982"/>
                </a:moveTo>
                <a:cubicBezTo>
                  <a:pt x="11462" y="982"/>
                  <a:pt x="12000" y="1422"/>
                  <a:pt x="12000" y="1964"/>
                </a:cubicBezTo>
                <a:cubicBezTo>
                  <a:pt x="12000" y="2506"/>
                  <a:pt x="11462" y="2945"/>
                  <a:pt x="10800" y="2945"/>
                </a:cubicBezTo>
                <a:cubicBezTo>
                  <a:pt x="10138" y="2945"/>
                  <a:pt x="9600" y="2506"/>
                  <a:pt x="9600" y="1964"/>
                </a:cubicBezTo>
                <a:cubicBezTo>
                  <a:pt x="9600" y="1422"/>
                  <a:pt x="10138" y="982"/>
                  <a:pt x="10800" y="982"/>
                </a:cubicBezTo>
                <a:moveTo>
                  <a:pt x="21600" y="15218"/>
                </a:moveTo>
                <a:cubicBezTo>
                  <a:pt x="21600" y="11782"/>
                  <a:pt x="16800" y="11782"/>
                  <a:pt x="16800" y="6873"/>
                </a:cubicBezTo>
                <a:cubicBezTo>
                  <a:pt x="16800" y="4845"/>
                  <a:pt x="15296" y="3105"/>
                  <a:pt x="13152" y="2356"/>
                </a:cubicBezTo>
                <a:cubicBezTo>
                  <a:pt x="13183" y="2229"/>
                  <a:pt x="13200" y="2098"/>
                  <a:pt x="13200" y="1964"/>
                </a:cubicBezTo>
                <a:cubicBezTo>
                  <a:pt x="13200" y="879"/>
                  <a:pt x="12125" y="0"/>
                  <a:pt x="10800" y="0"/>
                </a:cubicBezTo>
                <a:cubicBezTo>
                  <a:pt x="9475" y="0"/>
                  <a:pt x="8400" y="879"/>
                  <a:pt x="8400" y="1964"/>
                </a:cubicBezTo>
                <a:cubicBezTo>
                  <a:pt x="8400" y="2098"/>
                  <a:pt x="8417" y="2229"/>
                  <a:pt x="8448" y="2356"/>
                </a:cubicBezTo>
                <a:cubicBezTo>
                  <a:pt x="6304" y="3105"/>
                  <a:pt x="4800" y="4845"/>
                  <a:pt x="4800" y="6873"/>
                </a:cubicBezTo>
                <a:cubicBezTo>
                  <a:pt x="4800" y="11782"/>
                  <a:pt x="0" y="11782"/>
                  <a:pt x="0" y="15218"/>
                </a:cubicBezTo>
                <a:cubicBezTo>
                  <a:pt x="0" y="16716"/>
                  <a:pt x="3016" y="17986"/>
                  <a:pt x="7217" y="18457"/>
                </a:cubicBezTo>
                <a:cubicBezTo>
                  <a:pt x="7211" y="18523"/>
                  <a:pt x="7200" y="18587"/>
                  <a:pt x="7200" y="18655"/>
                </a:cubicBezTo>
                <a:cubicBezTo>
                  <a:pt x="7200" y="20282"/>
                  <a:pt x="8812" y="21600"/>
                  <a:pt x="10800" y="21600"/>
                </a:cubicBezTo>
                <a:cubicBezTo>
                  <a:pt x="12788" y="21600"/>
                  <a:pt x="14400" y="20282"/>
                  <a:pt x="14400" y="18655"/>
                </a:cubicBezTo>
                <a:cubicBezTo>
                  <a:pt x="14400" y="18587"/>
                  <a:pt x="14389" y="18523"/>
                  <a:pt x="14383" y="18457"/>
                </a:cubicBezTo>
                <a:cubicBezTo>
                  <a:pt x="18584" y="17986"/>
                  <a:pt x="21600" y="16716"/>
                  <a:pt x="21600" y="15218"/>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66" name="Google Shape;966;p24"/>
          <p:cNvSpPr/>
          <p:nvPr/>
        </p:nvSpPr>
        <p:spPr>
          <a:xfrm>
            <a:off x="10541211" y="4178148"/>
            <a:ext cx="279328" cy="279328"/>
          </a:xfrm>
          <a:custGeom>
            <a:rect b="b" l="l" r="r" t="t"/>
            <a:pathLst>
              <a:path extrusionOk="0" h="21600" w="2160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67" name="Google Shape;967;p24"/>
          <p:cNvSpPr/>
          <p:nvPr/>
        </p:nvSpPr>
        <p:spPr>
          <a:xfrm>
            <a:off x="11074472" y="4178148"/>
            <a:ext cx="279328" cy="279328"/>
          </a:xfrm>
          <a:custGeom>
            <a:rect b="b" l="l" r="r" t="t"/>
            <a:pathLst>
              <a:path extrusionOk="0" h="21600" w="21600">
                <a:moveTo>
                  <a:pt x="20579" y="7008"/>
                </a:moveTo>
                <a:cubicBezTo>
                  <a:pt x="20006" y="12260"/>
                  <a:pt x="12624" y="19436"/>
                  <a:pt x="10800" y="20538"/>
                </a:cubicBezTo>
                <a:cubicBezTo>
                  <a:pt x="8976" y="19436"/>
                  <a:pt x="1594" y="12260"/>
                  <a:pt x="1021" y="7001"/>
                </a:cubicBezTo>
                <a:cubicBezTo>
                  <a:pt x="1021" y="7001"/>
                  <a:pt x="982" y="6718"/>
                  <a:pt x="982" y="6382"/>
                </a:cubicBezTo>
                <a:cubicBezTo>
                  <a:pt x="982" y="3404"/>
                  <a:pt x="3404" y="982"/>
                  <a:pt x="6382" y="982"/>
                </a:cubicBezTo>
                <a:cubicBezTo>
                  <a:pt x="7780" y="982"/>
                  <a:pt x="9107" y="1518"/>
                  <a:pt x="10120" y="2491"/>
                </a:cubicBezTo>
                <a:lnTo>
                  <a:pt x="10800" y="3145"/>
                </a:lnTo>
                <a:lnTo>
                  <a:pt x="11480" y="2491"/>
                </a:lnTo>
                <a:cubicBezTo>
                  <a:pt x="12493" y="1518"/>
                  <a:pt x="13820" y="982"/>
                  <a:pt x="15218" y="982"/>
                </a:cubicBezTo>
                <a:cubicBezTo>
                  <a:pt x="18196" y="982"/>
                  <a:pt x="20618" y="3404"/>
                  <a:pt x="20618" y="6382"/>
                </a:cubicBezTo>
                <a:cubicBezTo>
                  <a:pt x="20618" y="6725"/>
                  <a:pt x="20579" y="7008"/>
                  <a:pt x="20579" y="7008"/>
                </a:cubicBezTo>
                <a:moveTo>
                  <a:pt x="21600" y="6382"/>
                </a:moveTo>
                <a:cubicBezTo>
                  <a:pt x="21600" y="2857"/>
                  <a:pt x="18743" y="0"/>
                  <a:pt x="15218" y="0"/>
                </a:cubicBezTo>
                <a:cubicBezTo>
                  <a:pt x="13502" y="0"/>
                  <a:pt x="11947" y="681"/>
                  <a:pt x="10800" y="1784"/>
                </a:cubicBezTo>
                <a:cubicBezTo>
                  <a:pt x="9653" y="681"/>
                  <a:pt x="8098" y="0"/>
                  <a:pt x="6382" y="0"/>
                </a:cubicBezTo>
                <a:cubicBezTo>
                  <a:pt x="2857" y="0"/>
                  <a:pt x="0" y="2857"/>
                  <a:pt x="0" y="6382"/>
                </a:cubicBezTo>
                <a:cubicBezTo>
                  <a:pt x="0" y="6792"/>
                  <a:pt x="65" y="7282"/>
                  <a:pt x="45" y="7115"/>
                </a:cubicBezTo>
                <a:cubicBezTo>
                  <a:pt x="733" y="13419"/>
                  <a:pt x="9855" y="21600"/>
                  <a:pt x="10800" y="21600"/>
                </a:cubicBezTo>
                <a:cubicBezTo>
                  <a:pt x="11745" y="21600"/>
                  <a:pt x="20867" y="13419"/>
                  <a:pt x="21555" y="7115"/>
                </a:cubicBezTo>
                <a:cubicBezTo>
                  <a:pt x="21536" y="7282"/>
                  <a:pt x="21600" y="6792"/>
                  <a:pt x="21600" y="6382"/>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68" name="Google Shape;96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2" name="Shape 972"/>
        <p:cNvGrpSpPr/>
        <p:nvPr/>
      </p:nvGrpSpPr>
      <p:grpSpPr>
        <a:xfrm>
          <a:off x="0" y="0"/>
          <a:ext cx="0" cy="0"/>
          <a:chOff x="0" y="0"/>
          <a:chExt cx="0" cy="0"/>
        </a:xfrm>
      </p:grpSpPr>
      <p:sp>
        <p:nvSpPr>
          <p:cNvPr id="973" name="Google Shape;973;p25"/>
          <p:cNvSpPr/>
          <p:nvPr/>
        </p:nvSpPr>
        <p:spPr>
          <a:xfrm>
            <a:off x="923467" y="2183263"/>
            <a:ext cx="279328" cy="279328"/>
          </a:xfrm>
          <a:custGeom>
            <a:rect b="b" l="l" r="r" t="t"/>
            <a:pathLst>
              <a:path extrusionOk="0" h="21600" w="21600">
                <a:moveTo>
                  <a:pt x="12907" y="14380"/>
                </a:moveTo>
                <a:cubicBezTo>
                  <a:pt x="12819" y="14469"/>
                  <a:pt x="12764" y="14592"/>
                  <a:pt x="12764" y="14727"/>
                </a:cubicBezTo>
                <a:cubicBezTo>
                  <a:pt x="12764" y="14999"/>
                  <a:pt x="12984" y="15218"/>
                  <a:pt x="13255" y="15218"/>
                </a:cubicBezTo>
                <a:cubicBezTo>
                  <a:pt x="13390" y="15218"/>
                  <a:pt x="13513" y="15164"/>
                  <a:pt x="13602" y="15074"/>
                </a:cubicBezTo>
                <a:lnTo>
                  <a:pt x="17529" y="11147"/>
                </a:lnTo>
                <a:cubicBezTo>
                  <a:pt x="17618" y="11058"/>
                  <a:pt x="17673" y="10936"/>
                  <a:pt x="17673" y="10800"/>
                </a:cubicBezTo>
                <a:cubicBezTo>
                  <a:pt x="17673" y="10665"/>
                  <a:pt x="17618" y="10542"/>
                  <a:pt x="17529" y="10453"/>
                </a:cubicBezTo>
                <a:lnTo>
                  <a:pt x="13602" y="6526"/>
                </a:lnTo>
                <a:cubicBezTo>
                  <a:pt x="13513" y="6437"/>
                  <a:pt x="13390" y="6382"/>
                  <a:pt x="13255" y="6382"/>
                </a:cubicBezTo>
                <a:cubicBezTo>
                  <a:pt x="12984" y="6382"/>
                  <a:pt x="12764" y="6601"/>
                  <a:pt x="12764" y="6873"/>
                </a:cubicBezTo>
                <a:cubicBezTo>
                  <a:pt x="12764" y="7008"/>
                  <a:pt x="12819" y="7131"/>
                  <a:pt x="12907" y="7220"/>
                </a:cubicBezTo>
                <a:lnTo>
                  <a:pt x="15997" y="10309"/>
                </a:lnTo>
                <a:lnTo>
                  <a:pt x="491" y="10309"/>
                </a:lnTo>
                <a:cubicBezTo>
                  <a:pt x="220" y="10309"/>
                  <a:pt x="0" y="10529"/>
                  <a:pt x="0" y="10800"/>
                </a:cubicBezTo>
                <a:cubicBezTo>
                  <a:pt x="0" y="11071"/>
                  <a:pt x="220" y="11291"/>
                  <a:pt x="491" y="11291"/>
                </a:cubicBezTo>
                <a:lnTo>
                  <a:pt x="15997" y="11291"/>
                </a:lnTo>
                <a:cubicBezTo>
                  <a:pt x="15997" y="11291"/>
                  <a:pt x="12907" y="14380"/>
                  <a:pt x="12907" y="14380"/>
                </a:cubicBezTo>
                <a:close/>
                <a:moveTo>
                  <a:pt x="21109" y="0"/>
                </a:moveTo>
                <a:lnTo>
                  <a:pt x="3436" y="0"/>
                </a:lnTo>
                <a:cubicBezTo>
                  <a:pt x="3166" y="0"/>
                  <a:pt x="2945" y="220"/>
                  <a:pt x="2945" y="491"/>
                </a:cubicBezTo>
                <a:lnTo>
                  <a:pt x="2945" y="7855"/>
                </a:lnTo>
                <a:cubicBezTo>
                  <a:pt x="2945" y="8126"/>
                  <a:pt x="3166" y="8345"/>
                  <a:pt x="3436" y="8345"/>
                </a:cubicBezTo>
                <a:cubicBezTo>
                  <a:pt x="3707" y="8345"/>
                  <a:pt x="3927" y="8126"/>
                  <a:pt x="3927" y="7855"/>
                </a:cubicBezTo>
                <a:lnTo>
                  <a:pt x="3927" y="982"/>
                </a:lnTo>
                <a:lnTo>
                  <a:pt x="20618" y="982"/>
                </a:lnTo>
                <a:lnTo>
                  <a:pt x="20618" y="20618"/>
                </a:lnTo>
                <a:lnTo>
                  <a:pt x="3927" y="20618"/>
                </a:lnTo>
                <a:lnTo>
                  <a:pt x="3927" y="13745"/>
                </a:lnTo>
                <a:cubicBezTo>
                  <a:pt x="3927" y="13475"/>
                  <a:pt x="3707" y="13255"/>
                  <a:pt x="3436" y="13255"/>
                </a:cubicBezTo>
                <a:cubicBezTo>
                  <a:pt x="3166" y="13255"/>
                  <a:pt x="2945" y="13475"/>
                  <a:pt x="2945" y="13745"/>
                </a:cubicBezTo>
                <a:lnTo>
                  <a:pt x="2945" y="21109"/>
                </a:lnTo>
                <a:cubicBezTo>
                  <a:pt x="2945" y="21380"/>
                  <a:pt x="3166" y="21600"/>
                  <a:pt x="3436" y="21600"/>
                </a:cubicBezTo>
                <a:lnTo>
                  <a:pt x="21109" y="21600"/>
                </a:lnTo>
                <a:cubicBezTo>
                  <a:pt x="21380" y="21600"/>
                  <a:pt x="21600" y="21380"/>
                  <a:pt x="21600" y="21109"/>
                </a:cubicBezTo>
                <a:lnTo>
                  <a:pt x="21600" y="491"/>
                </a:lnTo>
                <a:cubicBezTo>
                  <a:pt x="21600" y="220"/>
                  <a:pt x="21380" y="0"/>
                  <a:pt x="21109"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74" name="Google Shape;974;p25"/>
          <p:cNvSpPr/>
          <p:nvPr/>
        </p:nvSpPr>
        <p:spPr>
          <a:xfrm>
            <a:off x="1456728" y="2183263"/>
            <a:ext cx="279328" cy="279328"/>
          </a:xfrm>
          <a:custGeom>
            <a:rect b="b" l="l" r="r" t="t"/>
            <a:pathLst>
              <a:path extrusionOk="0" h="21600" w="21600">
                <a:moveTo>
                  <a:pt x="21109" y="10309"/>
                </a:moveTo>
                <a:lnTo>
                  <a:pt x="5604" y="10309"/>
                </a:lnTo>
                <a:lnTo>
                  <a:pt x="8693" y="7220"/>
                </a:lnTo>
                <a:cubicBezTo>
                  <a:pt x="8781" y="7131"/>
                  <a:pt x="8836" y="7008"/>
                  <a:pt x="8836" y="6873"/>
                </a:cubicBezTo>
                <a:cubicBezTo>
                  <a:pt x="8836" y="6601"/>
                  <a:pt x="8616" y="6382"/>
                  <a:pt x="8345" y="6382"/>
                </a:cubicBezTo>
                <a:cubicBezTo>
                  <a:pt x="8210" y="6382"/>
                  <a:pt x="8087" y="6437"/>
                  <a:pt x="7998" y="6526"/>
                </a:cubicBezTo>
                <a:lnTo>
                  <a:pt x="4071" y="10453"/>
                </a:lnTo>
                <a:cubicBezTo>
                  <a:pt x="3982" y="10542"/>
                  <a:pt x="3927" y="10665"/>
                  <a:pt x="3927" y="10800"/>
                </a:cubicBezTo>
                <a:cubicBezTo>
                  <a:pt x="3927" y="10936"/>
                  <a:pt x="3982" y="11058"/>
                  <a:pt x="4071" y="11147"/>
                </a:cubicBezTo>
                <a:lnTo>
                  <a:pt x="7998" y="15074"/>
                </a:lnTo>
                <a:cubicBezTo>
                  <a:pt x="8087" y="15164"/>
                  <a:pt x="8210" y="15218"/>
                  <a:pt x="8345" y="15218"/>
                </a:cubicBezTo>
                <a:cubicBezTo>
                  <a:pt x="8616" y="15218"/>
                  <a:pt x="8836" y="14999"/>
                  <a:pt x="8836" y="14727"/>
                </a:cubicBezTo>
                <a:cubicBezTo>
                  <a:pt x="8836" y="14592"/>
                  <a:pt x="8781" y="14469"/>
                  <a:pt x="8693" y="14380"/>
                </a:cubicBezTo>
                <a:lnTo>
                  <a:pt x="5604" y="11291"/>
                </a:lnTo>
                <a:lnTo>
                  <a:pt x="21109" y="11291"/>
                </a:lnTo>
                <a:cubicBezTo>
                  <a:pt x="21380" y="11291"/>
                  <a:pt x="21600" y="11071"/>
                  <a:pt x="21600" y="10800"/>
                </a:cubicBezTo>
                <a:cubicBezTo>
                  <a:pt x="21600" y="10529"/>
                  <a:pt x="21380" y="10309"/>
                  <a:pt x="21109" y="10309"/>
                </a:cubicBezTo>
                <a:moveTo>
                  <a:pt x="18164" y="13255"/>
                </a:moveTo>
                <a:cubicBezTo>
                  <a:pt x="17893" y="13255"/>
                  <a:pt x="17673" y="13475"/>
                  <a:pt x="17673" y="13745"/>
                </a:cubicBezTo>
                <a:lnTo>
                  <a:pt x="17673" y="20618"/>
                </a:lnTo>
                <a:lnTo>
                  <a:pt x="982" y="20618"/>
                </a:lnTo>
                <a:lnTo>
                  <a:pt x="982" y="982"/>
                </a:lnTo>
                <a:lnTo>
                  <a:pt x="17673" y="982"/>
                </a:lnTo>
                <a:lnTo>
                  <a:pt x="17673" y="7855"/>
                </a:lnTo>
                <a:cubicBezTo>
                  <a:pt x="17673" y="8126"/>
                  <a:pt x="17893" y="8345"/>
                  <a:pt x="18164" y="8345"/>
                </a:cubicBezTo>
                <a:cubicBezTo>
                  <a:pt x="18434" y="8345"/>
                  <a:pt x="18655" y="8126"/>
                  <a:pt x="18655" y="7855"/>
                </a:cubicBezTo>
                <a:lnTo>
                  <a:pt x="18655" y="491"/>
                </a:lnTo>
                <a:cubicBezTo>
                  <a:pt x="18655" y="220"/>
                  <a:pt x="18434" y="0"/>
                  <a:pt x="18164" y="0"/>
                </a:cubicBezTo>
                <a:lnTo>
                  <a:pt x="491" y="0"/>
                </a:lnTo>
                <a:cubicBezTo>
                  <a:pt x="220" y="0"/>
                  <a:pt x="0" y="220"/>
                  <a:pt x="0" y="491"/>
                </a:cubicBezTo>
                <a:lnTo>
                  <a:pt x="0" y="21109"/>
                </a:lnTo>
                <a:cubicBezTo>
                  <a:pt x="0" y="21380"/>
                  <a:pt x="220" y="21600"/>
                  <a:pt x="491" y="21600"/>
                </a:cubicBezTo>
                <a:lnTo>
                  <a:pt x="18164" y="21600"/>
                </a:lnTo>
                <a:cubicBezTo>
                  <a:pt x="18434" y="21600"/>
                  <a:pt x="18655" y="21380"/>
                  <a:pt x="18655" y="21109"/>
                </a:cubicBezTo>
                <a:lnTo>
                  <a:pt x="18655" y="13745"/>
                </a:lnTo>
                <a:cubicBezTo>
                  <a:pt x="18655" y="13475"/>
                  <a:pt x="18434" y="13255"/>
                  <a:pt x="18164" y="13255"/>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75" name="Google Shape;975;p25"/>
          <p:cNvSpPr/>
          <p:nvPr/>
        </p:nvSpPr>
        <p:spPr>
          <a:xfrm>
            <a:off x="2059821" y="2183263"/>
            <a:ext cx="139664" cy="279328"/>
          </a:xfrm>
          <a:custGeom>
            <a:rect b="b" l="l" r="r" t="t"/>
            <a:pathLst>
              <a:path extrusionOk="0" h="21600" w="21600">
                <a:moveTo>
                  <a:pt x="20618" y="15709"/>
                </a:moveTo>
                <a:cubicBezTo>
                  <a:pt x="20347" y="15709"/>
                  <a:pt x="20102" y="15764"/>
                  <a:pt x="19924" y="15853"/>
                </a:cubicBezTo>
                <a:lnTo>
                  <a:pt x="11782" y="19924"/>
                </a:lnTo>
                <a:lnTo>
                  <a:pt x="11782" y="491"/>
                </a:lnTo>
                <a:cubicBezTo>
                  <a:pt x="11782" y="220"/>
                  <a:pt x="11342" y="0"/>
                  <a:pt x="10800" y="0"/>
                </a:cubicBezTo>
                <a:cubicBezTo>
                  <a:pt x="10258" y="0"/>
                  <a:pt x="9818" y="220"/>
                  <a:pt x="9818" y="491"/>
                </a:cubicBezTo>
                <a:lnTo>
                  <a:pt x="9818" y="19924"/>
                </a:lnTo>
                <a:lnTo>
                  <a:pt x="1676" y="15853"/>
                </a:lnTo>
                <a:cubicBezTo>
                  <a:pt x="1498" y="15764"/>
                  <a:pt x="1253" y="15709"/>
                  <a:pt x="982" y="15709"/>
                </a:cubicBezTo>
                <a:cubicBezTo>
                  <a:pt x="440" y="15709"/>
                  <a:pt x="0" y="15929"/>
                  <a:pt x="0" y="16200"/>
                </a:cubicBezTo>
                <a:cubicBezTo>
                  <a:pt x="0" y="16336"/>
                  <a:pt x="110" y="16458"/>
                  <a:pt x="288" y="16547"/>
                </a:cubicBezTo>
                <a:lnTo>
                  <a:pt x="10106" y="21456"/>
                </a:lnTo>
                <a:cubicBezTo>
                  <a:pt x="10284" y="21545"/>
                  <a:pt x="10529" y="21600"/>
                  <a:pt x="10800" y="21600"/>
                </a:cubicBezTo>
                <a:cubicBezTo>
                  <a:pt x="11071" y="21600"/>
                  <a:pt x="11316" y="21545"/>
                  <a:pt x="11494" y="21456"/>
                </a:cubicBezTo>
                <a:lnTo>
                  <a:pt x="21312" y="16547"/>
                </a:lnTo>
                <a:cubicBezTo>
                  <a:pt x="21490" y="16458"/>
                  <a:pt x="21600" y="16336"/>
                  <a:pt x="21600" y="16200"/>
                </a:cubicBezTo>
                <a:cubicBezTo>
                  <a:pt x="21600" y="15929"/>
                  <a:pt x="21160" y="15709"/>
                  <a:pt x="20618" y="1570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76" name="Google Shape;976;p25"/>
          <p:cNvSpPr/>
          <p:nvPr/>
        </p:nvSpPr>
        <p:spPr>
          <a:xfrm>
            <a:off x="2593082" y="2183263"/>
            <a:ext cx="139664" cy="279328"/>
          </a:xfrm>
          <a:custGeom>
            <a:rect b="b" l="l" r="r" t="t"/>
            <a:pathLst>
              <a:path extrusionOk="0" h="21600" w="21600">
                <a:moveTo>
                  <a:pt x="21312" y="5053"/>
                </a:moveTo>
                <a:lnTo>
                  <a:pt x="11494" y="144"/>
                </a:lnTo>
                <a:cubicBezTo>
                  <a:pt x="11316" y="55"/>
                  <a:pt x="11071" y="0"/>
                  <a:pt x="10800" y="0"/>
                </a:cubicBezTo>
                <a:cubicBezTo>
                  <a:pt x="10529" y="0"/>
                  <a:pt x="10284" y="55"/>
                  <a:pt x="10106" y="144"/>
                </a:cubicBezTo>
                <a:lnTo>
                  <a:pt x="288" y="5053"/>
                </a:lnTo>
                <a:cubicBezTo>
                  <a:pt x="110" y="5142"/>
                  <a:pt x="0" y="5264"/>
                  <a:pt x="0" y="5400"/>
                </a:cubicBezTo>
                <a:cubicBezTo>
                  <a:pt x="0" y="5671"/>
                  <a:pt x="440" y="5891"/>
                  <a:pt x="982" y="5891"/>
                </a:cubicBezTo>
                <a:cubicBezTo>
                  <a:pt x="1253" y="5891"/>
                  <a:pt x="1498" y="5836"/>
                  <a:pt x="1676" y="5747"/>
                </a:cubicBezTo>
                <a:lnTo>
                  <a:pt x="9818" y="1676"/>
                </a:lnTo>
                <a:lnTo>
                  <a:pt x="9818" y="21109"/>
                </a:lnTo>
                <a:cubicBezTo>
                  <a:pt x="9818" y="21380"/>
                  <a:pt x="10258" y="21600"/>
                  <a:pt x="10800" y="21600"/>
                </a:cubicBezTo>
                <a:cubicBezTo>
                  <a:pt x="11342" y="21600"/>
                  <a:pt x="11782" y="21380"/>
                  <a:pt x="11782" y="21109"/>
                </a:cubicBezTo>
                <a:lnTo>
                  <a:pt x="11782" y="1676"/>
                </a:lnTo>
                <a:lnTo>
                  <a:pt x="19924" y="5747"/>
                </a:lnTo>
                <a:cubicBezTo>
                  <a:pt x="20102" y="5836"/>
                  <a:pt x="20347" y="5891"/>
                  <a:pt x="20618" y="5891"/>
                </a:cubicBezTo>
                <a:cubicBezTo>
                  <a:pt x="21160" y="5891"/>
                  <a:pt x="21600" y="5671"/>
                  <a:pt x="21600" y="5400"/>
                </a:cubicBezTo>
                <a:cubicBezTo>
                  <a:pt x="21600" y="5264"/>
                  <a:pt x="21490" y="5142"/>
                  <a:pt x="21312" y="505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77" name="Google Shape;977;p25"/>
          <p:cNvSpPr/>
          <p:nvPr/>
        </p:nvSpPr>
        <p:spPr>
          <a:xfrm>
            <a:off x="3056511" y="2253095"/>
            <a:ext cx="279328" cy="139664"/>
          </a:xfrm>
          <a:custGeom>
            <a:rect b="b" l="l" r="r" t="t"/>
            <a:pathLst>
              <a:path extrusionOk="0" h="21600" w="21600">
                <a:moveTo>
                  <a:pt x="21109" y="9818"/>
                </a:moveTo>
                <a:lnTo>
                  <a:pt x="1676" y="9818"/>
                </a:lnTo>
                <a:lnTo>
                  <a:pt x="5747" y="1676"/>
                </a:lnTo>
                <a:cubicBezTo>
                  <a:pt x="5836" y="1499"/>
                  <a:pt x="5891" y="1253"/>
                  <a:pt x="5891" y="982"/>
                </a:cubicBezTo>
                <a:cubicBezTo>
                  <a:pt x="5891" y="439"/>
                  <a:pt x="5671" y="0"/>
                  <a:pt x="5400" y="0"/>
                </a:cubicBezTo>
                <a:cubicBezTo>
                  <a:pt x="5265" y="0"/>
                  <a:pt x="5142" y="110"/>
                  <a:pt x="5053" y="288"/>
                </a:cubicBezTo>
                <a:lnTo>
                  <a:pt x="144" y="10106"/>
                </a:lnTo>
                <a:cubicBezTo>
                  <a:pt x="55" y="10284"/>
                  <a:pt x="0" y="10530"/>
                  <a:pt x="0" y="10800"/>
                </a:cubicBezTo>
                <a:cubicBezTo>
                  <a:pt x="0" y="11071"/>
                  <a:pt x="55" y="11317"/>
                  <a:pt x="144" y="11494"/>
                </a:cubicBezTo>
                <a:lnTo>
                  <a:pt x="5053" y="21312"/>
                </a:lnTo>
                <a:cubicBezTo>
                  <a:pt x="5142" y="21491"/>
                  <a:pt x="5265" y="21600"/>
                  <a:pt x="5400" y="21600"/>
                </a:cubicBezTo>
                <a:cubicBezTo>
                  <a:pt x="5671" y="21600"/>
                  <a:pt x="5891" y="21161"/>
                  <a:pt x="5891" y="20618"/>
                </a:cubicBezTo>
                <a:cubicBezTo>
                  <a:pt x="5891" y="20348"/>
                  <a:pt x="5836" y="20102"/>
                  <a:pt x="5747" y="19924"/>
                </a:cubicBezTo>
                <a:lnTo>
                  <a:pt x="1676" y="11782"/>
                </a:lnTo>
                <a:lnTo>
                  <a:pt x="21109" y="11782"/>
                </a:lnTo>
                <a:cubicBezTo>
                  <a:pt x="21380" y="11782"/>
                  <a:pt x="21600" y="11343"/>
                  <a:pt x="21600" y="10800"/>
                </a:cubicBezTo>
                <a:cubicBezTo>
                  <a:pt x="21600" y="10257"/>
                  <a:pt x="21380" y="9818"/>
                  <a:pt x="21109" y="9818"/>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78" name="Google Shape;978;p25"/>
          <p:cNvSpPr/>
          <p:nvPr/>
        </p:nvSpPr>
        <p:spPr>
          <a:xfrm>
            <a:off x="3589772" y="2253095"/>
            <a:ext cx="279328" cy="139664"/>
          </a:xfrm>
          <a:custGeom>
            <a:rect b="b" l="l" r="r" t="t"/>
            <a:pathLst>
              <a:path extrusionOk="0" h="21600" w="21600">
                <a:moveTo>
                  <a:pt x="21456" y="10106"/>
                </a:moveTo>
                <a:lnTo>
                  <a:pt x="16547" y="288"/>
                </a:lnTo>
                <a:cubicBezTo>
                  <a:pt x="16458" y="110"/>
                  <a:pt x="16336" y="0"/>
                  <a:pt x="16200" y="0"/>
                </a:cubicBezTo>
                <a:cubicBezTo>
                  <a:pt x="15929" y="0"/>
                  <a:pt x="15709" y="439"/>
                  <a:pt x="15709" y="982"/>
                </a:cubicBezTo>
                <a:cubicBezTo>
                  <a:pt x="15709" y="1253"/>
                  <a:pt x="15764" y="1499"/>
                  <a:pt x="15853" y="1676"/>
                </a:cubicBezTo>
                <a:lnTo>
                  <a:pt x="19924" y="9818"/>
                </a:lnTo>
                <a:lnTo>
                  <a:pt x="491" y="9818"/>
                </a:lnTo>
                <a:cubicBezTo>
                  <a:pt x="220" y="9818"/>
                  <a:pt x="0" y="10257"/>
                  <a:pt x="0" y="10800"/>
                </a:cubicBezTo>
                <a:cubicBezTo>
                  <a:pt x="0" y="11343"/>
                  <a:pt x="220" y="11782"/>
                  <a:pt x="491" y="11782"/>
                </a:cubicBezTo>
                <a:lnTo>
                  <a:pt x="19924" y="11782"/>
                </a:lnTo>
                <a:lnTo>
                  <a:pt x="15853" y="19924"/>
                </a:lnTo>
                <a:cubicBezTo>
                  <a:pt x="15764" y="20102"/>
                  <a:pt x="15709" y="20347"/>
                  <a:pt x="15709" y="20618"/>
                </a:cubicBezTo>
                <a:cubicBezTo>
                  <a:pt x="15709" y="21161"/>
                  <a:pt x="15929" y="21600"/>
                  <a:pt x="16200" y="21600"/>
                </a:cubicBezTo>
                <a:cubicBezTo>
                  <a:pt x="16336" y="21600"/>
                  <a:pt x="16458" y="21491"/>
                  <a:pt x="16547" y="21312"/>
                </a:cubicBezTo>
                <a:lnTo>
                  <a:pt x="21456" y="11494"/>
                </a:lnTo>
                <a:cubicBezTo>
                  <a:pt x="21545" y="11317"/>
                  <a:pt x="21600" y="11071"/>
                  <a:pt x="21600" y="10800"/>
                </a:cubicBezTo>
                <a:cubicBezTo>
                  <a:pt x="21600" y="10529"/>
                  <a:pt x="21545" y="10284"/>
                  <a:pt x="21456" y="10106"/>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79" name="Google Shape;979;p25"/>
          <p:cNvSpPr/>
          <p:nvPr/>
        </p:nvSpPr>
        <p:spPr>
          <a:xfrm>
            <a:off x="4135730" y="2259443"/>
            <a:ext cx="253935" cy="126968"/>
          </a:xfrm>
          <a:custGeom>
            <a:rect b="b" l="l" r="r" t="t"/>
            <a:pathLst>
              <a:path extrusionOk="0" h="21600" w="21600">
                <a:moveTo>
                  <a:pt x="21060" y="0"/>
                </a:moveTo>
                <a:cubicBezTo>
                  <a:pt x="20911" y="0"/>
                  <a:pt x="20776" y="121"/>
                  <a:pt x="20678" y="316"/>
                </a:cubicBezTo>
                <a:lnTo>
                  <a:pt x="10800" y="19033"/>
                </a:lnTo>
                <a:lnTo>
                  <a:pt x="922" y="316"/>
                </a:lnTo>
                <a:cubicBezTo>
                  <a:pt x="824" y="121"/>
                  <a:pt x="689" y="0"/>
                  <a:pt x="540" y="0"/>
                </a:cubicBezTo>
                <a:cubicBezTo>
                  <a:pt x="242" y="0"/>
                  <a:pt x="0" y="483"/>
                  <a:pt x="0" y="1080"/>
                </a:cubicBezTo>
                <a:cubicBezTo>
                  <a:pt x="0" y="1378"/>
                  <a:pt x="60" y="1648"/>
                  <a:pt x="158" y="1844"/>
                </a:cubicBezTo>
                <a:lnTo>
                  <a:pt x="10418" y="21284"/>
                </a:lnTo>
                <a:cubicBezTo>
                  <a:pt x="10516" y="21480"/>
                  <a:pt x="10651" y="21600"/>
                  <a:pt x="10800" y="21600"/>
                </a:cubicBezTo>
                <a:cubicBezTo>
                  <a:pt x="10949" y="21600"/>
                  <a:pt x="11084" y="21480"/>
                  <a:pt x="11182" y="21284"/>
                </a:cubicBezTo>
                <a:lnTo>
                  <a:pt x="21442" y="1844"/>
                </a:lnTo>
                <a:cubicBezTo>
                  <a:pt x="21540" y="1648"/>
                  <a:pt x="21600" y="1378"/>
                  <a:pt x="21600" y="1080"/>
                </a:cubicBezTo>
                <a:cubicBezTo>
                  <a:pt x="21600" y="483"/>
                  <a:pt x="21358" y="0"/>
                  <a:pt x="2106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80" name="Google Shape;980;p25"/>
          <p:cNvSpPr/>
          <p:nvPr/>
        </p:nvSpPr>
        <p:spPr>
          <a:xfrm>
            <a:off x="4668991" y="2259443"/>
            <a:ext cx="253935" cy="126968"/>
          </a:xfrm>
          <a:custGeom>
            <a:rect b="b" l="l" r="r" t="t"/>
            <a:pathLst>
              <a:path extrusionOk="0" h="21600" w="21600">
                <a:moveTo>
                  <a:pt x="21442" y="19756"/>
                </a:moveTo>
                <a:lnTo>
                  <a:pt x="11182" y="316"/>
                </a:lnTo>
                <a:cubicBezTo>
                  <a:pt x="11084" y="121"/>
                  <a:pt x="10949" y="0"/>
                  <a:pt x="10800" y="0"/>
                </a:cubicBezTo>
                <a:cubicBezTo>
                  <a:pt x="10651" y="0"/>
                  <a:pt x="10516" y="121"/>
                  <a:pt x="10418" y="316"/>
                </a:cubicBezTo>
                <a:lnTo>
                  <a:pt x="158" y="19756"/>
                </a:lnTo>
                <a:cubicBezTo>
                  <a:pt x="60" y="19953"/>
                  <a:pt x="0" y="20222"/>
                  <a:pt x="0" y="20520"/>
                </a:cubicBezTo>
                <a:cubicBezTo>
                  <a:pt x="0" y="21117"/>
                  <a:pt x="242" y="21600"/>
                  <a:pt x="540" y="21600"/>
                </a:cubicBezTo>
                <a:cubicBezTo>
                  <a:pt x="689" y="21600"/>
                  <a:pt x="824" y="21480"/>
                  <a:pt x="922" y="21284"/>
                </a:cubicBezTo>
                <a:lnTo>
                  <a:pt x="10800" y="2567"/>
                </a:lnTo>
                <a:lnTo>
                  <a:pt x="20678" y="21284"/>
                </a:lnTo>
                <a:cubicBezTo>
                  <a:pt x="20776" y="21480"/>
                  <a:pt x="20911" y="21600"/>
                  <a:pt x="21060" y="21600"/>
                </a:cubicBezTo>
                <a:cubicBezTo>
                  <a:pt x="21358" y="21600"/>
                  <a:pt x="21600" y="21117"/>
                  <a:pt x="21600" y="20520"/>
                </a:cubicBezTo>
                <a:cubicBezTo>
                  <a:pt x="21600" y="20222"/>
                  <a:pt x="21540" y="19953"/>
                  <a:pt x="21442" y="19756"/>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81" name="Google Shape;981;p25"/>
          <p:cNvSpPr/>
          <p:nvPr/>
        </p:nvSpPr>
        <p:spPr>
          <a:xfrm>
            <a:off x="5265735" y="2195960"/>
            <a:ext cx="126968" cy="253935"/>
          </a:xfrm>
          <a:custGeom>
            <a:rect b="b" l="l" r="r" t="t"/>
            <a:pathLst>
              <a:path extrusionOk="0" h="21600" w="21600">
                <a:moveTo>
                  <a:pt x="2567" y="10800"/>
                </a:moveTo>
                <a:lnTo>
                  <a:pt x="21284" y="922"/>
                </a:lnTo>
                <a:cubicBezTo>
                  <a:pt x="21480" y="824"/>
                  <a:pt x="21600" y="689"/>
                  <a:pt x="21600" y="540"/>
                </a:cubicBezTo>
                <a:cubicBezTo>
                  <a:pt x="21600" y="242"/>
                  <a:pt x="21117" y="0"/>
                  <a:pt x="20520" y="0"/>
                </a:cubicBezTo>
                <a:cubicBezTo>
                  <a:pt x="20222" y="0"/>
                  <a:pt x="19953" y="61"/>
                  <a:pt x="19756" y="158"/>
                </a:cubicBezTo>
                <a:lnTo>
                  <a:pt x="316" y="10418"/>
                </a:lnTo>
                <a:cubicBezTo>
                  <a:pt x="121" y="10516"/>
                  <a:pt x="0" y="10651"/>
                  <a:pt x="0" y="10800"/>
                </a:cubicBezTo>
                <a:cubicBezTo>
                  <a:pt x="0" y="10949"/>
                  <a:pt x="120" y="11084"/>
                  <a:pt x="316" y="11182"/>
                </a:cubicBezTo>
                <a:lnTo>
                  <a:pt x="19756" y="21442"/>
                </a:lnTo>
                <a:cubicBezTo>
                  <a:pt x="19953" y="21540"/>
                  <a:pt x="20222" y="21600"/>
                  <a:pt x="20520" y="21600"/>
                </a:cubicBezTo>
                <a:cubicBezTo>
                  <a:pt x="21117" y="21600"/>
                  <a:pt x="21600" y="21358"/>
                  <a:pt x="21600" y="21060"/>
                </a:cubicBezTo>
                <a:cubicBezTo>
                  <a:pt x="21600" y="20911"/>
                  <a:pt x="21480" y="20776"/>
                  <a:pt x="21284" y="20678"/>
                </a:cubicBezTo>
                <a:cubicBezTo>
                  <a:pt x="21284" y="20678"/>
                  <a:pt x="2567" y="10800"/>
                  <a:pt x="2567" y="10800"/>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82" name="Google Shape;982;p25"/>
          <p:cNvSpPr/>
          <p:nvPr/>
        </p:nvSpPr>
        <p:spPr>
          <a:xfrm>
            <a:off x="5798996" y="2195960"/>
            <a:ext cx="126968" cy="253935"/>
          </a:xfrm>
          <a:custGeom>
            <a:rect b="b" l="l" r="r" t="t"/>
            <a:pathLst>
              <a:path extrusionOk="0" h="21600" w="21600">
                <a:moveTo>
                  <a:pt x="21284" y="10418"/>
                </a:moveTo>
                <a:lnTo>
                  <a:pt x="1844" y="158"/>
                </a:lnTo>
                <a:cubicBezTo>
                  <a:pt x="1648" y="61"/>
                  <a:pt x="1378" y="0"/>
                  <a:pt x="1080" y="0"/>
                </a:cubicBezTo>
                <a:cubicBezTo>
                  <a:pt x="483" y="0"/>
                  <a:pt x="0" y="242"/>
                  <a:pt x="0" y="540"/>
                </a:cubicBezTo>
                <a:cubicBezTo>
                  <a:pt x="0" y="689"/>
                  <a:pt x="121" y="824"/>
                  <a:pt x="316" y="922"/>
                </a:cubicBezTo>
                <a:lnTo>
                  <a:pt x="19033" y="10800"/>
                </a:lnTo>
                <a:lnTo>
                  <a:pt x="316" y="20678"/>
                </a:lnTo>
                <a:cubicBezTo>
                  <a:pt x="121" y="20776"/>
                  <a:pt x="0" y="20911"/>
                  <a:pt x="0" y="21060"/>
                </a:cubicBezTo>
                <a:cubicBezTo>
                  <a:pt x="0" y="21358"/>
                  <a:pt x="483" y="21600"/>
                  <a:pt x="1080" y="21600"/>
                </a:cubicBezTo>
                <a:cubicBezTo>
                  <a:pt x="1378" y="21600"/>
                  <a:pt x="1648" y="21540"/>
                  <a:pt x="1844" y="21442"/>
                </a:cubicBezTo>
                <a:lnTo>
                  <a:pt x="21284" y="11182"/>
                </a:lnTo>
                <a:cubicBezTo>
                  <a:pt x="21479" y="11084"/>
                  <a:pt x="21600" y="10949"/>
                  <a:pt x="21600" y="10800"/>
                </a:cubicBezTo>
                <a:cubicBezTo>
                  <a:pt x="21600" y="10651"/>
                  <a:pt x="21479" y="10516"/>
                  <a:pt x="21284" y="10418"/>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83" name="Google Shape;983;p25"/>
          <p:cNvSpPr/>
          <p:nvPr/>
        </p:nvSpPr>
        <p:spPr>
          <a:xfrm>
            <a:off x="923467" y="2716524"/>
            <a:ext cx="279328" cy="279328"/>
          </a:xfrm>
          <a:custGeom>
            <a:rect b="b" l="l" r="r" t="t"/>
            <a:pathLst>
              <a:path extrusionOk="0" h="21600" w="21600">
                <a:moveTo>
                  <a:pt x="10800" y="20618"/>
                </a:moveTo>
                <a:cubicBezTo>
                  <a:pt x="5377" y="20618"/>
                  <a:pt x="982" y="16223"/>
                  <a:pt x="982" y="10800"/>
                </a:cubicBezTo>
                <a:cubicBezTo>
                  <a:pt x="982" y="5377"/>
                  <a:pt x="5377" y="982"/>
                  <a:pt x="10800" y="982"/>
                </a:cubicBezTo>
                <a:cubicBezTo>
                  <a:pt x="16222" y="982"/>
                  <a:pt x="20618" y="5377"/>
                  <a:pt x="20618" y="10800"/>
                </a:cubicBezTo>
                <a:cubicBezTo>
                  <a:pt x="20618" y="16223"/>
                  <a:pt x="16222"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6200" y="8836"/>
                </a:moveTo>
                <a:cubicBezTo>
                  <a:pt x="16065" y="8836"/>
                  <a:pt x="15942" y="8891"/>
                  <a:pt x="15852" y="8980"/>
                </a:cubicBezTo>
                <a:lnTo>
                  <a:pt x="10800" y="13574"/>
                </a:lnTo>
                <a:lnTo>
                  <a:pt x="5747" y="8980"/>
                </a:lnTo>
                <a:cubicBezTo>
                  <a:pt x="5658" y="8891"/>
                  <a:pt x="5535" y="8836"/>
                  <a:pt x="5400" y="8836"/>
                </a:cubicBezTo>
                <a:cubicBezTo>
                  <a:pt x="5129" y="8836"/>
                  <a:pt x="4909" y="9056"/>
                  <a:pt x="4909" y="9327"/>
                </a:cubicBezTo>
                <a:cubicBezTo>
                  <a:pt x="4909" y="9463"/>
                  <a:pt x="4964" y="9586"/>
                  <a:pt x="5053" y="9674"/>
                </a:cubicBezTo>
                <a:lnTo>
                  <a:pt x="10453" y="14583"/>
                </a:lnTo>
                <a:cubicBezTo>
                  <a:pt x="10542" y="14673"/>
                  <a:pt x="10665" y="14727"/>
                  <a:pt x="10800" y="14727"/>
                </a:cubicBezTo>
                <a:cubicBezTo>
                  <a:pt x="10935" y="14727"/>
                  <a:pt x="11058" y="14673"/>
                  <a:pt x="11147" y="14583"/>
                </a:cubicBezTo>
                <a:lnTo>
                  <a:pt x="16547" y="9674"/>
                </a:lnTo>
                <a:cubicBezTo>
                  <a:pt x="16636" y="9586"/>
                  <a:pt x="16691" y="9463"/>
                  <a:pt x="16691" y="9327"/>
                </a:cubicBezTo>
                <a:cubicBezTo>
                  <a:pt x="16691" y="9056"/>
                  <a:pt x="16471" y="8836"/>
                  <a:pt x="16200" y="8836"/>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84" name="Google Shape;984;p25"/>
          <p:cNvSpPr/>
          <p:nvPr/>
        </p:nvSpPr>
        <p:spPr>
          <a:xfrm>
            <a:off x="1456728" y="2716524"/>
            <a:ext cx="279328" cy="279328"/>
          </a:xfrm>
          <a:custGeom>
            <a:rect b="b" l="l" r="r" t="t"/>
            <a:pathLst>
              <a:path extrusionOk="0" h="21600" w="21600">
                <a:moveTo>
                  <a:pt x="11147" y="7017"/>
                </a:moveTo>
                <a:cubicBezTo>
                  <a:pt x="11058" y="6927"/>
                  <a:pt x="10935" y="6873"/>
                  <a:pt x="10800" y="6873"/>
                </a:cubicBezTo>
                <a:cubicBezTo>
                  <a:pt x="10665" y="6873"/>
                  <a:pt x="10542" y="6927"/>
                  <a:pt x="10453" y="7017"/>
                </a:cubicBezTo>
                <a:lnTo>
                  <a:pt x="5053" y="11926"/>
                </a:lnTo>
                <a:cubicBezTo>
                  <a:pt x="4964" y="12015"/>
                  <a:pt x="4909" y="12138"/>
                  <a:pt x="4909" y="12273"/>
                </a:cubicBezTo>
                <a:cubicBezTo>
                  <a:pt x="4909" y="12544"/>
                  <a:pt x="5129" y="12764"/>
                  <a:pt x="5400" y="12764"/>
                </a:cubicBezTo>
                <a:cubicBezTo>
                  <a:pt x="5535" y="12764"/>
                  <a:pt x="5658" y="12709"/>
                  <a:pt x="5747" y="12620"/>
                </a:cubicBezTo>
                <a:lnTo>
                  <a:pt x="10800" y="8026"/>
                </a:lnTo>
                <a:lnTo>
                  <a:pt x="15853" y="12620"/>
                </a:lnTo>
                <a:cubicBezTo>
                  <a:pt x="15942" y="12709"/>
                  <a:pt x="16065" y="12764"/>
                  <a:pt x="16200" y="12764"/>
                </a:cubicBezTo>
                <a:cubicBezTo>
                  <a:pt x="16471" y="12764"/>
                  <a:pt x="16691" y="12544"/>
                  <a:pt x="16691" y="12273"/>
                </a:cubicBezTo>
                <a:cubicBezTo>
                  <a:pt x="16691" y="12138"/>
                  <a:pt x="16636" y="12015"/>
                  <a:pt x="16547" y="11926"/>
                </a:cubicBezTo>
                <a:cubicBezTo>
                  <a:pt x="16547" y="11926"/>
                  <a:pt x="11147" y="7017"/>
                  <a:pt x="11147" y="7017"/>
                </a:cubicBezTo>
                <a:close/>
                <a:moveTo>
                  <a:pt x="10800" y="20618"/>
                </a:moveTo>
                <a:cubicBezTo>
                  <a:pt x="5377" y="20618"/>
                  <a:pt x="982" y="16223"/>
                  <a:pt x="982" y="10800"/>
                </a:cubicBezTo>
                <a:cubicBezTo>
                  <a:pt x="982" y="5377"/>
                  <a:pt x="5377" y="982"/>
                  <a:pt x="10800" y="982"/>
                </a:cubicBezTo>
                <a:cubicBezTo>
                  <a:pt x="16222" y="982"/>
                  <a:pt x="20618" y="5377"/>
                  <a:pt x="20618" y="10800"/>
                </a:cubicBezTo>
                <a:cubicBezTo>
                  <a:pt x="20618" y="16223"/>
                  <a:pt x="16222"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85" name="Google Shape;985;p25"/>
          <p:cNvSpPr/>
          <p:nvPr/>
        </p:nvSpPr>
        <p:spPr>
          <a:xfrm>
            <a:off x="1989989" y="2716524"/>
            <a:ext cx="279328" cy="279328"/>
          </a:xfrm>
          <a:custGeom>
            <a:rect b="b" l="l" r="r" t="t"/>
            <a:pathLst>
              <a:path extrusionOk="0" h="21600" w="2160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2764" y="5400"/>
                </a:moveTo>
                <a:cubicBezTo>
                  <a:pt x="12764" y="5129"/>
                  <a:pt x="12544" y="4909"/>
                  <a:pt x="12273" y="4909"/>
                </a:cubicBezTo>
                <a:cubicBezTo>
                  <a:pt x="12137" y="4909"/>
                  <a:pt x="12015" y="4964"/>
                  <a:pt x="11926" y="5053"/>
                </a:cubicBezTo>
                <a:lnTo>
                  <a:pt x="7017" y="10453"/>
                </a:lnTo>
                <a:cubicBezTo>
                  <a:pt x="6928" y="10542"/>
                  <a:pt x="6873" y="10665"/>
                  <a:pt x="6873" y="10800"/>
                </a:cubicBezTo>
                <a:cubicBezTo>
                  <a:pt x="6873" y="10936"/>
                  <a:pt x="6928" y="11058"/>
                  <a:pt x="7017" y="11147"/>
                </a:cubicBezTo>
                <a:lnTo>
                  <a:pt x="11926" y="16547"/>
                </a:lnTo>
                <a:cubicBezTo>
                  <a:pt x="12015" y="16636"/>
                  <a:pt x="12137" y="16691"/>
                  <a:pt x="12273" y="16691"/>
                </a:cubicBezTo>
                <a:cubicBezTo>
                  <a:pt x="12544" y="16691"/>
                  <a:pt x="12764" y="16471"/>
                  <a:pt x="12764" y="16200"/>
                </a:cubicBezTo>
                <a:cubicBezTo>
                  <a:pt x="12764" y="16065"/>
                  <a:pt x="12709" y="15942"/>
                  <a:pt x="12620" y="15853"/>
                </a:cubicBezTo>
                <a:lnTo>
                  <a:pt x="8026" y="10800"/>
                </a:lnTo>
                <a:lnTo>
                  <a:pt x="12620" y="5747"/>
                </a:lnTo>
                <a:cubicBezTo>
                  <a:pt x="12709" y="5658"/>
                  <a:pt x="12764" y="5536"/>
                  <a:pt x="12764" y="54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86" name="Google Shape;986;p25"/>
          <p:cNvSpPr/>
          <p:nvPr/>
        </p:nvSpPr>
        <p:spPr>
          <a:xfrm>
            <a:off x="2523250" y="2716524"/>
            <a:ext cx="279328" cy="279328"/>
          </a:xfrm>
          <a:custGeom>
            <a:rect b="b" l="l" r="r" t="t"/>
            <a:pathLst>
              <a:path extrusionOk="0" h="21600" w="2160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9674" y="5053"/>
                </a:moveTo>
                <a:cubicBezTo>
                  <a:pt x="9585" y="4964"/>
                  <a:pt x="9463" y="4909"/>
                  <a:pt x="9327" y="4909"/>
                </a:cubicBezTo>
                <a:cubicBezTo>
                  <a:pt x="9056" y="4909"/>
                  <a:pt x="8836" y="5129"/>
                  <a:pt x="8836" y="5400"/>
                </a:cubicBezTo>
                <a:cubicBezTo>
                  <a:pt x="8836" y="5536"/>
                  <a:pt x="8891" y="5658"/>
                  <a:pt x="8980" y="5747"/>
                </a:cubicBezTo>
                <a:lnTo>
                  <a:pt x="13574" y="10800"/>
                </a:lnTo>
                <a:lnTo>
                  <a:pt x="8980" y="15853"/>
                </a:lnTo>
                <a:cubicBezTo>
                  <a:pt x="8891" y="15942"/>
                  <a:pt x="8836" y="16065"/>
                  <a:pt x="8836" y="16200"/>
                </a:cubicBezTo>
                <a:cubicBezTo>
                  <a:pt x="8836" y="16471"/>
                  <a:pt x="9056" y="16691"/>
                  <a:pt x="9327" y="16691"/>
                </a:cubicBezTo>
                <a:cubicBezTo>
                  <a:pt x="9463" y="16691"/>
                  <a:pt x="9585" y="16636"/>
                  <a:pt x="9674" y="16547"/>
                </a:cubicBezTo>
                <a:lnTo>
                  <a:pt x="14583" y="11147"/>
                </a:lnTo>
                <a:cubicBezTo>
                  <a:pt x="14672" y="11058"/>
                  <a:pt x="14727" y="10936"/>
                  <a:pt x="14727" y="10800"/>
                </a:cubicBezTo>
                <a:cubicBezTo>
                  <a:pt x="14727" y="10665"/>
                  <a:pt x="14672" y="10542"/>
                  <a:pt x="14583" y="10453"/>
                </a:cubicBezTo>
                <a:cubicBezTo>
                  <a:pt x="14583" y="10453"/>
                  <a:pt x="9674" y="5053"/>
                  <a:pt x="9674" y="5053"/>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87" name="Google Shape;987;p25"/>
          <p:cNvSpPr/>
          <p:nvPr/>
        </p:nvSpPr>
        <p:spPr>
          <a:xfrm>
            <a:off x="3056511" y="2716524"/>
            <a:ext cx="279328" cy="279328"/>
          </a:xfrm>
          <a:custGeom>
            <a:rect b="b" l="l" r="r" t="t"/>
            <a:pathLst>
              <a:path extrusionOk="0" h="21600" w="21600">
                <a:moveTo>
                  <a:pt x="12973" y="235"/>
                </a:moveTo>
                <a:cubicBezTo>
                  <a:pt x="12909" y="205"/>
                  <a:pt x="12840" y="184"/>
                  <a:pt x="12764" y="184"/>
                </a:cubicBezTo>
                <a:cubicBezTo>
                  <a:pt x="12493" y="184"/>
                  <a:pt x="12273" y="404"/>
                  <a:pt x="12273" y="675"/>
                </a:cubicBezTo>
                <a:cubicBezTo>
                  <a:pt x="12273" y="946"/>
                  <a:pt x="12493" y="1166"/>
                  <a:pt x="12764" y="1166"/>
                </a:cubicBezTo>
                <a:lnTo>
                  <a:pt x="12764" y="1179"/>
                </a:lnTo>
                <a:cubicBezTo>
                  <a:pt x="17245" y="2089"/>
                  <a:pt x="20618" y="6050"/>
                  <a:pt x="20618" y="10800"/>
                </a:cubicBezTo>
                <a:cubicBezTo>
                  <a:pt x="20618" y="16223"/>
                  <a:pt x="16223" y="20618"/>
                  <a:pt x="10800" y="20618"/>
                </a:cubicBezTo>
                <a:cubicBezTo>
                  <a:pt x="5377" y="20618"/>
                  <a:pt x="982" y="16223"/>
                  <a:pt x="982" y="10800"/>
                </a:cubicBezTo>
                <a:cubicBezTo>
                  <a:pt x="982" y="6050"/>
                  <a:pt x="4355" y="2089"/>
                  <a:pt x="8836" y="1179"/>
                </a:cubicBezTo>
                <a:lnTo>
                  <a:pt x="8836" y="1166"/>
                </a:lnTo>
                <a:cubicBezTo>
                  <a:pt x="9107" y="1166"/>
                  <a:pt x="9327" y="946"/>
                  <a:pt x="9327" y="675"/>
                </a:cubicBezTo>
                <a:cubicBezTo>
                  <a:pt x="9327" y="404"/>
                  <a:pt x="9107" y="184"/>
                  <a:pt x="8836" y="184"/>
                </a:cubicBezTo>
                <a:cubicBezTo>
                  <a:pt x="8761" y="184"/>
                  <a:pt x="8691" y="205"/>
                  <a:pt x="8627" y="235"/>
                </a:cubicBezTo>
                <a:cubicBezTo>
                  <a:pt x="3706" y="1243"/>
                  <a:pt x="0" y="5582"/>
                  <a:pt x="0" y="10800"/>
                </a:cubicBezTo>
                <a:cubicBezTo>
                  <a:pt x="0" y="16765"/>
                  <a:pt x="4835" y="21600"/>
                  <a:pt x="10800" y="21600"/>
                </a:cubicBezTo>
                <a:cubicBezTo>
                  <a:pt x="16765" y="21600"/>
                  <a:pt x="21600" y="16765"/>
                  <a:pt x="21600" y="10800"/>
                </a:cubicBezTo>
                <a:cubicBezTo>
                  <a:pt x="21600" y="5582"/>
                  <a:pt x="17893" y="1243"/>
                  <a:pt x="12973" y="235"/>
                </a:cubicBezTo>
                <a:moveTo>
                  <a:pt x="6873" y="9818"/>
                </a:moveTo>
                <a:cubicBezTo>
                  <a:pt x="6602" y="9818"/>
                  <a:pt x="6382" y="10038"/>
                  <a:pt x="6382" y="10309"/>
                </a:cubicBezTo>
                <a:cubicBezTo>
                  <a:pt x="6382" y="10445"/>
                  <a:pt x="6437" y="10567"/>
                  <a:pt x="6526" y="10656"/>
                </a:cubicBezTo>
                <a:lnTo>
                  <a:pt x="10453" y="14583"/>
                </a:lnTo>
                <a:cubicBezTo>
                  <a:pt x="10542" y="14673"/>
                  <a:pt x="10664" y="14727"/>
                  <a:pt x="10800" y="14727"/>
                </a:cubicBezTo>
                <a:cubicBezTo>
                  <a:pt x="10936" y="14727"/>
                  <a:pt x="11059" y="14673"/>
                  <a:pt x="11147" y="14583"/>
                </a:cubicBezTo>
                <a:lnTo>
                  <a:pt x="15074" y="10656"/>
                </a:lnTo>
                <a:cubicBezTo>
                  <a:pt x="15163" y="10567"/>
                  <a:pt x="15218" y="10445"/>
                  <a:pt x="15218" y="10309"/>
                </a:cubicBezTo>
                <a:cubicBezTo>
                  <a:pt x="15218" y="10038"/>
                  <a:pt x="14998" y="9818"/>
                  <a:pt x="14727" y="9818"/>
                </a:cubicBezTo>
                <a:cubicBezTo>
                  <a:pt x="14592" y="9818"/>
                  <a:pt x="14469" y="9873"/>
                  <a:pt x="14380" y="9962"/>
                </a:cubicBezTo>
                <a:lnTo>
                  <a:pt x="11291" y="13051"/>
                </a:lnTo>
                <a:lnTo>
                  <a:pt x="11291" y="491"/>
                </a:lnTo>
                <a:cubicBezTo>
                  <a:pt x="11291" y="220"/>
                  <a:pt x="11071" y="0"/>
                  <a:pt x="10800" y="0"/>
                </a:cubicBezTo>
                <a:cubicBezTo>
                  <a:pt x="10529" y="0"/>
                  <a:pt x="10309" y="220"/>
                  <a:pt x="10309" y="491"/>
                </a:cubicBezTo>
                <a:lnTo>
                  <a:pt x="10309" y="13051"/>
                </a:lnTo>
                <a:lnTo>
                  <a:pt x="7220" y="9962"/>
                </a:lnTo>
                <a:cubicBezTo>
                  <a:pt x="7131" y="9873"/>
                  <a:pt x="7009" y="9818"/>
                  <a:pt x="6873" y="9818"/>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88" name="Google Shape;988;p25"/>
          <p:cNvSpPr/>
          <p:nvPr/>
        </p:nvSpPr>
        <p:spPr>
          <a:xfrm>
            <a:off x="3589772" y="2780007"/>
            <a:ext cx="279328" cy="152361"/>
          </a:xfrm>
          <a:custGeom>
            <a:rect b="b" l="l" r="r" t="t"/>
            <a:pathLst>
              <a:path extrusionOk="0" h="21600" w="21600">
                <a:moveTo>
                  <a:pt x="10800" y="19397"/>
                </a:moveTo>
                <a:lnTo>
                  <a:pt x="1638" y="1800"/>
                </a:lnTo>
                <a:lnTo>
                  <a:pt x="19962" y="1800"/>
                </a:lnTo>
                <a:cubicBezTo>
                  <a:pt x="19962" y="1800"/>
                  <a:pt x="10800" y="19397"/>
                  <a:pt x="10800" y="19397"/>
                </a:cubicBezTo>
                <a:close/>
                <a:moveTo>
                  <a:pt x="21600" y="900"/>
                </a:moveTo>
                <a:cubicBezTo>
                  <a:pt x="21600" y="403"/>
                  <a:pt x="21380" y="0"/>
                  <a:pt x="21109" y="0"/>
                </a:cubicBezTo>
                <a:lnTo>
                  <a:pt x="491" y="0"/>
                </a:lnTo>
                <a:cubicBezTo>
                  <a:pt x="220" y="0"/>
                  <a:pt x="0" y="403"/>
                  <a:pt x="0" y="900"/>
                </a:cubicBezTo>
                <a:cubicBezTo>
                  <a:pt x="0" y="1141"/>
                  <a:pt x="53" y="1357"/>
                  <a:pt x="137" y="1519"/>
                </a:cubicBezTo>
                <a:lnTo>
                  <a:pt x="136" y="1521"/>
                </a:lnTo>
                <a:lnTo>
                  <a:pt x="10445" y="21321"/>
                </a:lnTo>
                <a:lnTo>
                  <a:pt x="10446" y="21319"/>
                </a:lnTo>
                <a:cubicBezTo>
                  <a:pt x="10536" y="21491"/>
                  <a:pt x="10660" y="21600"/>
                  <a:pt x="10800" y="21600"/>
                </a:cubicBezTo>
                <a:cubicBezTo>
                  <a:pt x="10940" y="21600"/>
                  <a:pt x="11064" y="21491"/>
                  <a:pt x="11154" y="21319"/>
                </a:cubicBezTo>
                <a:lnTo>
                  <a:pt x="11155" y="21321"/>
                </a:lnTo>
                <a:lnTo>
                  <a:pt x="21464" y="1521"/>
                </a:lnTo>
                <a:lnTo>
                  <a:pt x="21463" y="1519"/>
                </a:lnTo>
                <a:cubicBezTo>
                  <a:pt x="21547" y="1357"/>
                  <a:pt x="21600" y="1141"/>
                  <a:pt x="21600" y="9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89" name="Google Shape;989;p25"/>
          <p:cNvSpPr/>
          <p:nvPr/>
        </p:nvSpPr>
        <p:spPr>
          <a:xfrm>
            <a:off x="4123033" y="2780007"/>
            <a:ext cx="279328" cy="152361"/>
          </a:xfrm>
          <a:custGeom>
            <a:rect b="b" l="l" r="r" t="t"/>
            <a:pathLst>
              <a:path extrusionOk="0" h="21600" w="21600">
                <a:moveTo>
                  <a:pt x="1638" y="19800"/>
                </a:moveTo>
                <a:lnTo>
                  <a:pt x="10800" y="2203"/>
                </a:lnTo>
                <a:lnTo>
                  <a:pt x="19962" y="19800"/>
                </a:lnTo>
                <a:cubicBezTo>
                  <a:pt x="19962" y="19800"/>
                  <a:pt x="1638" y="19800"/>
                  <a:pt x="1638" y="19800"/>
                </a:cubicBezTo>
                <a:close/>
                <a:moveTo>
                  <a:pt x="21463" y="20081"/>
                </a:moveTo>
                <a:lnTo>
                  <a:pt x="21464" y="20079"/>
                </a:lnTo>
                <a:lnTo>
                  <a:pt x="11155" y="279"/>
                </a:lnTo>
                <a:lnTo>
                  <a:pt x="11154" y="282"/>
                </a:lnTo>
                <a:cubicBezTo>
                  <a:pt x="11064" y="109"/>
                  <a:pt x="10940" y="0"/>
                  <a:pt x="10800" y="0"/>
                </a:cubicBezTo>
                <a:cubicBezTo>
                  <a:pt x="10660" y="0"/>
                  <a:pt x="10536" y="109"/>
                  <a:pt x="10446" y="282"/>
                </a:cubicBezTo>
                <a:lnTo>
                  <a:pt x="10445" y="279"/>
                </a:lnTo>
                <a:lnTo>
                  <a:pt x="136" y="20079"/>
                </a:lnTo>
                <a:lnTo>
                  <a:pt x="137" y="20081"/>
                </a:lnTo>
                <a:cubicBezTo>
                  <a:pt x="54" y="20243"/>
                  <a:pt x="0" y="20459"/>
                  <a:pt x="0" y="20700"/>
                </a:cubicBezTo>
                <a:cubicBezTo>
                  <a:pt x="0" y="21197"/>
                  <a:pt x="220" y="21600"/>
                  <a:pt x="491" y="21600"/>
                </a:cubicBezTo>
                <a:lnTo>
                  <a:pt x="21109" y="21600"/>
                </a:lnTo>
                <a:cubicBezTo>
                  <a:pt x="21380" y="21600"/>
                  <a:pt x="21600" y="21197"/>
                  <a:pt x="21600" y="20700"/>
                </a:cubicBezTo>
                <a:cubicBezTo>
                  <a:pt x="21600" y="20459"/>
                  <a:pt x="21547" y="20243"/>
                  <a:pt x="21463" y="20081"/>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90" name="Google Shape;990;p25"/>
          <p:cNvSpPr/>
          <p:nvPr/>
        </p:nvSpPr>
        <p:spPr>
          <a:xfrm>
            <a:off x="4719777" y="2716524"/>
            <a:ext cx="152361" cy="279328"/>
          </a:xfrm>
          <a:custGeom>
            <a:rect b="b" l="l" r="r" t="t"/>
            <a:pathLst>
              <a:path extrusionOk="0" h="21600" w="21600">
                <a:moveTo>
                  <a:pt x="19800" y="19962"/>
                </a:moveTo>
                <a:lnTo>
                  <a:pt x="2203" y="10800"/>
                </a:lnTo>
                <a:lnTo>
                  <a:pt x="19800" y="1638"/>
                </a:lnTo>
                <a:cubicBezTo>
                  <a:pt x="19800" y="1638"/>
                  <a:pt x="19800" y="19962"/>
                  <a:pt x="19800" y="19962"/>
                </a:cubicBezTo>
                <a:close/>
                <a:moveTo>
                  <a:pt x="20700" y="0"/>
                </a:moveTo>
                <a:cubicBezTo>
                  <a:pt x="20459" y="0"/>
                  <a:pt x="20243" y="53"/>
                  <a:pt x="20080" y="137"/>
                </a:cubicBezTo>
                <a:lnTo>
                  <a:pt x="20079" y="136"/>
                </a:lnTo>
                <a:lnTo>
                  <a:pt x="279" y="10445"/>
                </a:lnTo>
                <a:lnTo>
                  <a:pt x="281" y="10446"/>
                </a:lnTo>
                <a:cubicBezTo>
                  <a:pt x="109" y="10536"/>
                  <a:pt x="0" y="10660"/>
                  <a:pt x="0" y="10800"/>
                </a:cubicBezTo>
                <a:cubicBezTo>
                  <a:pt x="0" y="10940"/>
                  <a:pt x="109" y="11065"/>
                  <a:pt x="281" y="11154"/>
                </a:cubicBezTo>
                <a:lnTo>
                  <a:pt x="279" y="11155"/>
                </a:lnTo>
                <a:lnTo>
                  <a:pt x="20079" y="21465"/>
                </a:lnTo>
                <a:lnTo>
                  <a:pt x="20080" y="21463"/>
                </a:lnTo>
                <a:cubicBezTo>
                  <a:pt x="20243" y="21547"/>
                  <a:pt x="20459" y="21600"/>
                  <a:pt x="20700" y="21600"/>
                </a:cubicBezTo>
                <a:cubicBezTo>
                  <a:pt x="21197" y="21600"/>
                  <a:pt x="21600" y="21380"/>
                  <a:pt x="21600" y="21109"/>
                </a:cubicBezTo>
                <a:lnTo>
                  <a:pt x="21600" y="491"/>
                </a:lnTo>
                <a:cubicBezTo>
                  <a:pt x="21600" y="220"/>
                  <a:pt x="21197" y="0"/>
                  <a:pt x="207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91" name="Google Shape;991;p25"/>
          <p:cNvSpPr/>
          <p:nvPr/>
        </p:nvSpPr>
        <p:spPr>
          <a:xfrm>
            <a:off x="5253039" y="2716524"/>
            <a:ext cx="152361" cy="279328"/>
          </a:xfrm>
          <a:custGeom>
            <a:rect b="b" l="l" r="r" t="t"/>
            <a:pathLst>
              <a:path extrusionOk="0" h="21600" w="21600">
                <a:moveTo>
                  <a:pt x="1800" y="19962"/>
                </a:moveTo>
                <a:lnTo>
                  <a:pt x="1800" y="1638"/>
                </a:lnTo>
                <a:lnTo>
                  <a:pt x="19397" y="10800"/>
                </a:lnTo>
                <a:cubicBezTo>
                  <a:pt x="19397" y="10800"/>
                  <a:pt x="1800" y="19962"/>
                  <a:pt x="1800" y="19962"/>
                </a:cubicBezTo>
                <a:close/>
                <a:moveTo>
                  <a:pt x="21600" y="10800"/>
                </a:moveTo>
                <a:cubicBezTo>
                  <a:pt x="21600" y="10660"/>
                  <a:pt x="21491" y="10536"/>
                  <a:pt x="21318" y="10446"/>
                </a:cubicBezTo>
                <a:lnTo>
                  <a:pt x="21321" y="10445"/>
                </a:lnTo>
                <a:lnTo>
                  <a:pt x="1521" y="136"/>
                </a:lnTo>
                <a:lnTo>
                  <a:pt x="1519" y="137"/>
                </a:lnTo>
                <a:cubicBezTo>
                  <a:pt x="1357" y="53"/>
                  <a:pt x="1141" y="0"/>
                  <a:pt x="900" y="0"/>
                </a:cubicBezTo>
                <a:cubicBezTo>
                  <a:pt x="403" y="0"/>
                  <a:pt x="0" y="220"/>
                  <a:pt x="0" y="491"/>
                </a:cubicBezTo>
                <a:lnTo>
                  <a:pt x="0" y="21109"/>
                </a:lnTo>
                <a:cubicBezTo>
                  <a:pt x="0" y="21380"/>
                  <a:pt x="403" y="21600"/>
                  <a:pt x="900" y="21600"/>
                </a:cubicBezTo>
                <a:cubicBezTo>
                  <a:pt x="1141" y="21600"/>
                  <a:pt x="1357" y="21547"/>
                  <a:pt x="1519" y="21463"/>
                </a:cubicBezTo>
                <a:lnTo>
                  <a:pt x="1521" y="21465"/>
                </a:lnTo>
                <a:lnTo>
                  <a:pt x="21321" y="11155"/>
                </a:lnTo>
                <a:lnTo>
                  <a:pt x="21318" y="11154"/>
                </a:lnTo>
                <a:cubicBezTo>
                  <a:pt x="21491" y="11065"/>
                  <a:pt x="21600" y="10940"/>
                  <a:pt x="21600" y="108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92" name="Google Shape;992;p25"/>
          <p:cNvSpPr/>
          <p:nvPr/>
        </p:nvSpPr>
        <p:spPr>
          <a:xfrm>
            <a:off x="5722816" y="2716524"/>
            <a:ext cx="279328" cy="279328"/>
          </a:xfrm>
          <a:custGeom>
            <a:rect b="b" l="l" r="r" t="t"/>
            <a:pathLst>
              <a:path extrusionOk="0" h="21600" w="21600">
                <a:moveTo>
                  <a:pt x="21456" y="10453"/>
                </a:moveTo>
                <a:lnTo>
                  <a:pt x="18511" y="7507"/>
                </a:lnTo>
                <a:cubicBezTo>
                  <a:pt x="18422" y="7419"/>
                  <a:pt x="18299" y="7364"/>
                  <a:pt x="18164" y="7364"/>
                </a:cubicBezTo>
                <a:cubicBezTo>
                  <a:pt x="17892" y="7364"/>
                  <a:pt x="17673" y="7584"/>
                  <a:pt x="17673" y="7855"/>
                </a:cubicBezTo>
                <a:cubicBezTo>
                  <a:pt x="17673" y="7990"/>
                  <a:pt x="17728" y="8113"/>
                  <a:pt x="17817" y="8202"/>
                </a:cubicBezTo>
                <a:lnTo>
                  <a:pt x="19924" y="10309"/>
                </a:lnTo>
                <a:lnTo>
                  <a:pt x="11291" y="10309"/>
                </a:lnTo>
                <a:lnTo>
                  <a:pt x="11291" y="1676"/>
                </a:lnTo>
                <a:lnTo>
                  <a:pt x="13398" y="3783"/>
                </a:lnTo>
                <a:cubicBezTo>
                  <a:pt x="13487" y="3873"/>
                  <a:pt x="13610" y="3927"/>
                  <a:pt x="13745" y="3927"/>
                </a:cubicBezTo>
                <a:cubicBezTo>
                  <a:pt x="14017" y="3927"/>
                  <a:pt x="14236" y="3708"/>
                  <a:pt x="14236" y="3436"/>
                </a:cubicBezTo>
                <a:cubicBezTo>
                  <a:pt x="14236" y="3301"/>
                  <a:pt x="14181" y="3178"/>
                  <a:pt x="14093" y="3089"/>
                </a:cubicBezTo>
                <a:lnTo>
                  <a:pt x="11147" y="144"/>
                </a:lnTo>
                <a:cubicBezTo>
                  <a:pt x="11058" y="55"/>
                  <a:pt x="10936" y="0"/>
                  <a:pt x="10800" y="0"/>
                </a:cubicBezTo>
                <a:cubicBezTo>
                  <a:pt x="10665" y="0"/>
                  <a:pt x="10542" y="55"/>
                  <a:pt x="10453" y="144"/>
                </a:cubicBezTo>
                <a:lnTo>
                  <a:pt x="7507" y="3089"/>
                </a:lnTo>
                <a:cubicBezTo>
                  <a:pt x="7418" y="3178"/>
                  <a:pt x="7364" y="3301"/>
                  <a:pt x="7364" y="3436"/>
                </a:cubicBezTo>
                <a:cubicBezTo>
                  <a:pt x="7364" y="3708"/>
                  <a:pt x="7583" y="3927"/>
                  <a:pt x="7855" y="3927"/>
                </a:cubicBezTo>
                <a:cubicBezTo>
                  <a:pt x="7990" y="3927"/>
                  <a:pt x="8113" y="3873"/>
                  <a:pt x="8202" y="3783"/>
                </a:cubicBezTo>
                <a:lnTo>
                  <a:pt x="10309" y="1676"/>
                </a:lnTo>
                <a:lnTo>
                  <a:pt x="10309" y="10309"/>
                </a:lnTo>
                <a:lnTo>
                  <a:pt x="1676" y="10309"/>
                </a:lnTo>
                <a:lnTo>
                  <a:pt x="3783" y="8202"/>
                </a:lnTo>
                <a:cubicBezTo>
                  <a:pt x="3873" y="8113"/>
                  <a:pt x="3927" y="7990"/>
                  <a:pt x="3927" y="7855"/>
                </a:cubicBezTo>
                <a:cubicBezTo>
                  <a:pt x="3927" y="7584"/>
                  <a:pt x="3708" y="7364"/>
                  <a:pt x="3436" y="7364"/>
                </a:cubicBezTo>
                <a:cubicBezTo>
                  <a:pt x="3301" y="7364"/>
                  <a:pt x="3178" y="7419"/>
                  <a:pt x="3089" y="7507"/>
                </a:cubicBezTo>
                <a:lnTo>
                  <a:pt x="144" y="10453"/>
                </a:lnTo>
                <a:cubicBezTo>
                  <a:pt x="55" y="10542"/>
                  <a:pt x="0" y="10665"/>
                  <a:pt x="0" y="10800"/>
                </a:cubicBezTo>
                <a:cubicBezTo>
                  <a:pt x="0" y="10936"/>
                  <a:pt x="55" y="11058"/>
                  <a:pt x="144" y="11148"/>
                </a:cubicBezTo>
                <a:lnTo>
                  <a:pt x="3089" y="14093"/>
                </a:lnTo>
                <a:cubicBezTo>
                  <a:pt x="3178" y="14182"/>
                  <a:pt x="3301" y="14236"/>
                  <a:pt x="3436" y="14236"/>
                </a:cubicBezTo>
                <a:cubicBezTo>
                  <a:pt x="3708" y="14236"/>
                  <a:pt x="3927" y="14017"/>
                  <a:pt x="3927" y="13745"/>
                </a:cubicBezTo>
                <a:cubicBezTo>
                  <a:pt x="3927" y="13610"/>
                  <a:pt x="3873" y="13488"/>
                  <a:pt x="3783" y="13398"/>
                </a:cubicBezTo>
                <a:lnTo>
                  <a:pt x="1676" y="11291"/>
                </a:lnTo>
                <a:lnTo>
                  <a:pt x="10309" y="11291"/>
                </a:lnTo>
                <a:lnTo>
                  <a:pt x="10309" y="19924"/>
                </a:lnTo>
                <a:lnTo>
                  <a:pt x="8202" y="17817"/>
                </a:lnTo>
                <a:cubicBezTo>
                  <a:pt x="8113" y="17728"/>
                  <a:pt x="7990" y="17673"/>
                  <a:pt x="7855" y="17673"/>
                </a:cubicBezTo>
                <a:cubicBezTo>
                  <a:pt x="7583" y="17673"/>
                  <a:pt x="7364" y="17893"/>
                  <a:pt x="7364" y="18164"/>
                </a:cubicBezTo>
                <a:cubicBezTo>
                  <a:pt x="7364" y="18300"/>
                  <a:pt x="7418" y="18422"/>
                  <a:pt x="7507" y="18511"/>
                </a:cubicBezTo>
                <a:lnTo>
                  <a:pt x="10453" y="21456"/>
                </a:lnTo>
                <a:cubicBezTo>
                  <a:pt x="10542" y="21545"/>
                  <a:pt x="10665" y="21600"/>
                  <a:pt x="10800" y="21600"/>
                </a:cubicBezTo>
                <a:cubicBezTo>
                  <a:pt x="10936" y="21600"/>
                  <a:pt x="11058" y="21545"/>
                  <a:pt x="11147" y="21456"/>
                </a:cubicBezTo>
                <a:lnTo>
                  <a:pt x="14093" y="18511"/>
                </a:lnTo>
                <a:cubicBezTo>
                  <a:pt x="14182" y="18422"/>
                  <a:pt x="14236" y="18300"/>
                  <a:pt x="14236" y="18164"/>
                </a:cubicBezTo>
                <a:cubicBezTo>
                  <a:pt x="14236" y="17893"/>
                  <a:pt x="14017" y="17673"/>
                  <a:pt x="13745" y="17673"/>
                </a:cubicBezTo>
                <a:cubicBezTo>
                  <a:pt x="13610" y="17673"/>
                  <a:pt x="13487" y="17728"/>
                  <a:pt x="13398" y="17817"/>
                </a:cubicBezTo>
                <a:lnTo>
                  <a:pt x="11291" y="19924"/>
                </a:lnTo>
                <a:lnTo>
                  <a:pt x="11291" y="11291"/>
                </a:lnTo>
                <a:lnTo>
                  <a:pt x="19924" y="11291"/>
                </a:lnTo>
                <a:lnTo>
                  <a:pt x="17817" y="13398"/>
                </a:lnTo>
                <a:cubicBezTo>
                  <a:pt x="17728" y="13488"/>
                  <a:pt x="17673" y="13610"/>
                  <a:pt x="17673" y="13745"/>
                </a:cubicBezTo>
                <a:cubicBezTo>
                  <a:pt x="17673" y="14017"/>
                  <a:pt x="17892" y="14236"/>
                  <a:pt x="18164" y="14236"/>
                </a:cubicBezTo>
                <a:cubicBezTo>
                  <a:pt x="18299" y="14236"/>
                  <a:pt x="18422" y="14182"/>
                  <a:pt x="18511" y="14093"/>
                </a:cubicBezTo>
                <a:lnTo>
                  <a:pt x="21456" y="11148"/>
                </a:lnTo>
                <a:cubicBezTo>
                  <a:pt x="21545" y="11058"/>
                  <a:pt x="21600" y="10936"/>
                  <a:pt x="21600" y="10800"/>
                </a:cubicBezTo>
                <a:cubicBezTo>
                  <a:pt x="21600" y="10665"/>
                  <a:pt x="21545" y="10542"/>
                  <a:pt x="21456" y="1045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93" name="Google Shape;993;p25"/>
          <p:cNvSpPr/>
          <p:nvPr/>
        </p:nvSpPr>
        <p:spPr>
          <a:xfrm>
            <a:off x="6256078" y="2183263"/>
            <a:ext cx="279328" cy="279328"/>
          </a:xfrm>
          <a:custGeom>
            <a:rect b="b" l="l" r="r" t="t"/>
            <a:pathLst>
              <a:path extrusionOk="0" h="21600" w="21600">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6200" y="7855"/>
                </a:moveTo>
                <a:cubicBezTo>
                  <a:pt x="16073" y="7855"/>
                  <a:pt x="15959" y="7905"/>
                  <a:pt x="15873" y="7985"/>
                </a:cubicBezTo>
                <a:lnTo>
                  <a:pt x="15870" y="7982"/>
                </a:lnTo>
                <a:lnTo>
                  <a:pt x="10800" y="12591"/>
                </a:lnTo>
                <a:lnTo>
                  <a:pt x="5730" y="7982"/>
                </a:lnTo>
                <a:lnTo>
                  <a:pt x="5727" y="7985"/>
                </a:lnTo>
                <a:cubicBezTo>
                  <a:pt x="5641" y="7905"/>
                  <a:pt x="5527" y="7855"/>
                  <a:pt x="5400" y="7855"/>
                </a:cubicBezTo>
                <a:cubicBezTo>
                  <a:pt x="5129" y="7855"/>
                  <a:pt x="4909" y="8074"/>
                  <a:pt x="4909" y="8345"/>
                </a:cubicBezTo>
                <a:cubicBezTo>
                  <a:pt x="4909" y="8489"/>
                  <a:pt x="4973" y="8616"/>
                  <a:pt x="5073" y="8706"/>
                </a:cubicBezTo>
                <a:lnTo>
                  <a:pt x="5070" y="8709"/>
                </a:lnTo>
                <a:lnTo>
                  <a:pt x="10470" y="13618"/>
                </a:lnTo>
                <a:lnTo>
                  <a:pt x="10473" y="13615"/>
                </a:lnTo>
                <a:cubicBezTo>
                  <a:pt x="10559" y="13695"/>
                  <a:pt x="10673" y="13745"/>
                  <a:pt x="10800" y="13745"/>
                </a:cubicBezTo>
                <a:cubicBezTo>
                  <a:pt x="10927" y="13745"/>
                  <a:pt x="11041" y="13695"/>
                  <a:pt x="11127" y="13615"/>
                </a:cubicBezTo>
                <a:lnTo>
                  <a:pt x="11130" y="13618"/>
                </a:lnTo>
                <a:lnTo>
                  <a:pt x="16530" y="8709"/>
                </a:lnTo>
                <a:lnTo>
                  <a:pt x="16527" y="8706"/>
                </a:lnTo>
                <a:cubicBezTo>
                  <a:pt x="16627" y="8616"/>
                  <a:pt x="16691" y="8489"/>
                  <a:pt x="16691" y="8345"/>
                </a:cubicBezTo>
                <a:cubicBezTo>
                  <a:pt x="16691" y="8074"/>
                  <a:pt x="16471" y="7855"/>
                  <a:pt x="16200" y="7855"/>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94" name="Google Shape;994;p25"/>
          <p:cNvSpPr/>
          <p:nvPr/>
        </p:nvSpPr>
        <p:spPr>
          <a:xfrm>
            <a:off x="6789339" y="2183263"/>
            <a:ext cx="279328" cy="279328"/>
          </a:xfrm>
          <a:custGeom>
            <a:rect b="b" l="l" r="r" t="t"/>
            <a:pathLst>
              <a:path extrusionOk="0" h="21600" w="21600">
                <a:moveTo>
                  <a:pt x="16530" y="12891"/>
                </a:moveTo>
                <a:lnTo>
                  <a:pt x="11130" y="7982"/>
                </a:lnTo>
                <a:lnTo>
                  <a:pt x="11128" y="7985"/>
                </a:lnTo>
                <a:cubicBezTo>
                  <a:pt x="11040" y="7906"/>
                  <a:pt x="10927" y="7855"/>
                  <a:pt x="10800" y="7855"/>
                </a:cubicBezTo>
                <a:cubicBezTo>
                  <a:pt x="10673" y="7855"/>
                  <a:pt x="10559" y="7906"/>
                  <a:pt x="10473" y="7985"/>
                </a:cubicBezTo>
                <a:lnTo>
                  <a:pt x="10469" y="7982"/>
                </a:lnTo>
                <a:lnTo>
                  <a:pt x="5069" y="12891"/>
                </a:lnTo>
                <a:lnTo>
                  <a:pt x="5073" y="12895"/>
                </a:lnTo>
                <a:cubicBezTo>
                  <a:pt x="4973" y="12984"/>
                  <a:pt x="4909" y="13111"/>
                  <a:pt x="4909" y="13255"/>
                </a:cubicBezTo>
                <a:cubicBezTo>
                  <a:pt x="4909" y="13526"/>
                  <a:pt x="5129" y="13745"/>
                  <a:pt x="5400" y="13745"/>
                </a:cubicBezTo>
                <a:cubicBezTo>
                  <a:pt x="5527" y="13745"/>
                  <a:pt x="5640" y="13694"/>
                  <a:pt x="5728" y="13615"/>
                </a:cubicBezTo>
                <a:lnTo>
                  <a:pt x="5730" y="13618"/>
                </a:lnTo>
                <a:lnTo>
                  <a:pt x="10800" y="9009"/>
                </a:lnTo>
                <a:lnTo>
                  <a:pt x="15869" y="13618"/>
                </a:lnTo>
                <a:lnTo>
                  <a:pt x="15873" y="13615"/>
                </a:lnTo>
                <a:cubicBezTo>
                  <a:pt x="15959" y="13694"/>
                  <a:pt x="16073" y="13745"/>
                  <a:pt x="16200" y="13745"/>
                </a:cubicBezTo>
                <a:cubicBezTo>
                  <a:pt x="16471" y="13745"/>
                  <a:pt x="16691" y="13526"/>
                  <a:pt x="16691" y="13255"/>
                </a:cubicBezTo>
                <a:cubicBezTo>
                  <a:pt x="16691" y="13111"/>
                  <a:pt x="16627" y="12984"/>
                  <a:pt x="16527" y="12895"/>
                </a:cubicBezTo>
                <a:cubicBezTo>
                  <a:pt x="16527" y="12895"/>
                  <a:pt x="16530" y="12891"/>
                  <a:pt x="16530" y="12891"/>
                </a:cubicBezTo>
                <a:close/>
                <a:moveTo>
                  <a:pt x="20618" y="19636"/>
                </a:moveTo>
                <a:cubicBezTo>
                  <a:pt x="20618" y="20179"/>
                  <a:pt x="20179" y="20618"/>
                  <a:pt x="19636" y="20618"/>
                </a:cubicBezTo>
                <a:lnTo>
                  <a:pt x="1964" y="20618"/>
                </a:lnTo>
                <a:cubicBezTo>
                  <a:pt x="1422" y="20618"/>
                  <a:pt x="982" y="20179"/>
                  <a:pt x="982" y="19636"/>
                </a:cubicBezTo>
                <a:lnTo>
                  <a:pt x="982" y="1964"/>
                </a:lnTo>
                <a:cubicBezTo>
                  <a:pt x="982" y="1421"/>
                  <a:pt x="1422"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95" name="Google Shape;995;p25"/>
          <p:cNvSpPr/>
          <p:nvPr/>
        </p:nvSpPr>
        <p:spPr>
          <a:xfrm>
            <a:off x="7322600" y="2183263"/>
            <a:ext cx="279328" cy="279328"/>
          </a:xfrm>
          <a:custGeom>
            <a:rect b="b" l="l" r="r" t="t"/>
            <a:pathLst>
              <a:path extrusionOk="0" h="21600" w="21600">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2273" y="4909"/>
                </a:moveTo>
                <a:cubicBezTo>
                  <a:pt x="12128" y="4909"/>
                  <a:pt x="12002" y="4974"/>
                  <a:pt x="11912" y="5073"/>
                </a:cubicBezTo>
                <a:lnTo>
                  <a:pt x="11909" y="5070"/>
                </a:lnTo>
                <a:lnTo>
                  <a:pt x="7000" y="10470"/>
                </a:lnTo>
                <a:lnTo>
                  <a:pt x="7003" y="10473"/>
                </a:lnTo>
                <a:cubicBezTo>
                  <a:pt x="6924" y="10559"/>
                  <a:pt x="6873" y="10673"/>
                  <a:pt x="6873" y="10800"/>
                </a:cubicBezTo>
                <a:cubicBezTo>
                  <a:pt x="6873" y="10927"/>
                  <a:pt x="6924" y="11041"/>
                  <a:pt x="7003" y="11127"/>
                </a:cubicBezTo>
                <a:lnTo>
                  <a:pt x="7000" y="11130"/>
                </a:lnTo>
                <a:lnTo>
                  <a:pt x="11909" y="16530"/>
                </a:lnTo>
                <a:lnTo>
                  <a:pt x="11912" y="16527"/>
                </a:lnTo>
                <a:cubicBezTo>
                  <a:pt x="12002" y="16627"/>
                  <a:pt x="12128" y="16691"/>
                  <a:pt x="12273" y="16691"/>
                </a:cubicBezTo>
                <a:cubicBezTo>
                  <a:pt x="12544" y="16691"/>
                  <a:pt x="12764" y="16471"/>
                  <a:pt x="12764" y="16200"/>
                </a:cubicBezTo>
                <a:cubicBezTo>
                  <a:pt x="12764" y="16073"/>
                  <a:pt x="12713" y="15960"/>
                  <a:pt x="12633" y="15873"/>
                </a:cubicBezTo>
                <a:lnTo>
                  <a:pt x="12636" y="15870"/>
                </a:lnTo>
                <a:lnTo>
                  <a:pt x="8027" y="10800"/>
                </a:lnTo>
                <a:lnTo>
                  <a:pt x="12636" y="5730"/>
                </a:lnTo>
                <a:lnTo>
                  <a:pt x="12633" y="5728"/>
                </a:lnTo>
                <a:cubicBezTo>
                  <a:pt x="12713" y="5641"/>
                  <a:pt x="12764" y="5527"/>
                  <a:pt x="12764" y="5400"/>
                </a:cubicBezTo>
                <a:cubicBezTo>
                  <a:pt x="12764" y="5129"/>
                  <a:pt x="12544" y="4909"/>
                  <a:pt x="12273" y="490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96" name="Google Shape;996;p25"/>
          <p:cNvSpPr/>
          <p:nvPr/>
        </p:nvSpPr>
        <p:spPr>
          <a:xfrm>
            <a:off x="7855861" y="2183263"/>
            <a:ext cx="279328" cy="279328"/>
          </a:xfrm>
          <a:custGeom>
            <a:rect b="b" l="l" r="r" t="t"/>
            <a:pathLst>
              <a:path extrusionOk="0" h="21600" w="21600">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4597" y="10473"/>
                </a:moveTo>
                <a:lnTo>
                  <a:pt x="14600" y="10470"/>
                </a:lnTo>
                <a:lnTo>
                  <a:pt x="9691" y="5070"/>
                </a:lnTo>
                <a:lnTo>
                  <a:pt x="9688" y="5073"/>
                </a:lnTo>
                <a:cubicBezTo>
                  <a:pt x="9598" y="4974"/>
                  <a:pt x="9471" y="4909"/>
                  <a:pt x="9327" y="4909"/>
                </a:cubicBezTo>
                <a:cubicBezTo>
                  <a:pt x="9056" y="4909"/>
                  <a:pt x="8836" y="5129"/>
                  <a:pt x="8836" y="5400"/>
                </a:cubicBezTo>
                <a:cubicBezTo>
                  <a:pt x="8836" y="5527"/>
                  <a:pt x="8887" y="5641"/>
                  <a:pt x="8967" y="5728"/>
                </a:cubicBezTo>
                <a:lnTo>
                  <a:pt x="8964" y="5730"/>
                </a:lnTo>
                <a:lnTo>
                  <a:pt x="13573" y="10800"/>
                </a:lnTo>
                <a:lnTo>
                  <a:pt x="8964" y="15870"/>
                </a:lnTo>
                <a:lnTo>
                  <a:pt x="8967" y="15873"/>
                </a:lnTo>
                <a:cubicBezTo>
                  <a:pt x="8887" y="15960"/>
                  <a:pt x="8836" y="16073"/>
                  <a:pt x="8836" y="16200"/>
                </a:cubicBezTo>
                <a:cubicBezTo>
                  <a:pt x="8836" y="16471"/>
                  <a:pt x="9056" y="16691"/>
                  <a:pt x="9327" y="16691"/>
                </a:cubicBezTo>
                <a:cubicBezTo>
                  <a:pt x="9471" y="16691"/>
                  <a:pt x="9598" y="16627"/>
                  <a:pt x="9688" y="16527"/>
                </a:cubicBezTo>
                <a:lnTo>
                  <a:pt x="9691" y="16530"/>
                </a:lnTo>
                <a:lnTo>
                  <a:pt x="14600" y="11130"/>
                </a:lnTo>
                <a:lnTo>
                  <a:pt x="14597" y="11127"/>
                </a:lnTo>
                <a:cubicBezTo>
                  <a:pt x="14676" y="11041"/>
                  <a:pt x="14727" y="10927"/>
                  <a:pt x="14727" y="10800"/>
                </a:cubicBezTo>
                <a:cubicBezTo>
                  <a:pt x="14727" y="10673"/>
                  <a:pt x="14676" y="10559"/>
                  <a:pt x="14597" y="1047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97" name="Google Shape;997;p25"/>
          <p:cNvSpPr/>
          <p:nvPr/>
        </p:nvSpPr>
        <p:spPr>
          <a:xfrm>
            <a:off x="8433560" y="2183263"/>
            <a:ext cx="190451" cy="279328"/>
          </a:xfrm>
          <a:custGeom>
            <a:rect b="b" l="l" r="r" t="t"/>
            <a:pathLst>
              <a:path extrusionOk="0" h="21600" w="21600">
                <a:moveTo>
                  <a:pt x="10800" y="20415"/>
                </a:moveTo>
                <a:lnTo>
                  <a:pt x="2459" y="14727"/>
                </a:lnTo>
                <a:lnTo>
                  <a:pt x="8640" y="14727"/>
                </a:lnTo>
                <a:lnTo>
                  <a:pt x="8640" y="1964"/>
                </a:lnTo>
                <a:cubicBezTo>
                  <a:pt x="8640" y="1422"/>
                  <a:pt x="9285" y="982"/>
                  <a:pt x="10080" y="982"/>
                </a:cubicBezTo>
                <a:lnTo>
                  <a:pt x="11520" y="982"/>
                </a:lnTo>
                <a:cubicBezTo>
                  <a:pt x="12315" y="982"/>
                  <a:pt x="12960" y="1422"/>
                  <a:pt x="12960" y="1964"/>
                </a:cubicBezTo>
                <a:lnTo>
                  <a:pt x="12960" y="14727"/>
                </a:lnTo>
                <a:lnTo>
                  <a:pt x="19142" y="14727"/>
                </a:lnTo>
                <a:cubicBezTo>
                  <a:pt x="19142" y="14727"/>
                  <a:pt x="10800" y="20415"/>
                  <a:pt x="10800" y="20415"/>
                </a:cubicBezTo>
                <a:close/>
                <a:moveTo>
                  <a:pt x="20880" y="13745"/>
                </a:moveTo>
                <a:lnTo>
                  <a:pt x="14400" y="13745"/>
                </a:lnTo>
                <a:lnTo>
                  <a:pt x="14400" y="1964"/>
                </a:lnTo>
                <a:cubicBezTo>
                  <a:pt x="14400" y="879"/>
                  <a:pt x="13110" y="0"/>
                  <a:pt x="11520" y="0"/>
                </a:cubicBezTo>
                <a:lnTo>
                  <a:pt x="10080" y="0"/>
                </a:lnTo>
                <a:cubicBezTo>
                  <a:pt x="8490" y="0"/>
                  <a:pt x="7200" y="879"/>
                  <a:pt x="7200" y="1964"/>
                </a:cubicBezTo>
                <a:lnTo>
                  <a:pt x="7200" y="13745"/>
                </a:lnTo>
                <a:lnTo>
                  <a:pt x="720" y="13745"/>
                </a:lnTo>
                <a:cubicBezTo>
                  <a:pt x="323" y="13745"/>
                  <a:pt x="0" y="13966"/>
                  <a:pt x="0" y="14236"/>
                </a:cubicBezTo>
                <a:cubicBezTo>
                  <a:pt x="0" y="14373"/>
                  <a:pt x="81" y="14495"/>
                  <a:pt x="212" y="14584"/>
                </a:cubicBezTo>
                <a:lnTo>
                  <a:pt x="10290" y="21456"/>
                </a:lnTo>
                <a:cubicBezTo>
                  <a:pt x="10421" y="21545"/>
                  <a:pt x="10601" y="21600"/>
                  <a:pt x="10800" y="21600"/>
                </a:cubicBezTo>
                <a:cubicBezTo>
                  <a:pt x="10999" y="21600"/>
                  <a:pt x="11179" y="21545"/>
                  <a:pt x="11310" y="21456"/>
                </a:cubicBezTo>
                <a:lnTo>
                  <a:pt x="21388" y="14584"/>
                </a:lnTo>
                <a:cubicBezTo>
                  <a:pt x="21519" y="14495"/>
                  <a:pt x="21600" y="14373"/>
                  <a:pt x="21600" y="14236"/>
                </a:cubicBezTo>
                <a:cubicBezTo>
                  <a:pt x="21600" y="13966"/>
                  <a:pt x="21277" y="13745"/>
                  <a:pt x="20880" y="13745"/>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98" name="Google Shape;998;p25"/>
          <p:cNvSpPr/>
          <p:nvPr/>
        </p:nvSpPr>
        <p:spPr>
          <a:xfrm>
            <a:off x="8966821" y="2183263"/>
            <a:ext cx="190451" cy="279328"/>
          </a:xfrm>
          <a:custGeom>
            <a:rect b="b" l="l" r="r" t="t"/>
            <a:pathLst>
              <a:path extrusionOk="0" h="21600" w="21600">
                <a:moveTo>
                  <a:pt x="12960" y="6873"/>
                </a:moveTo>
                <a:lnTo>
                  <a:pt x="12960" y="19636"/>
                </a:lnTo>
                <a:cubicBezTo>
                  <a:pt x="12960" y="20178"/>
                  <a:pt x="12315" y="20618"/>
                  <a:pt x="11520" y="20618"/>
                </a:cubicBezTo>
                <a:lnTo>
                  <a:pt x="10080" y="20618"/>
                </a:lnTo>
                <a:cubicBezTo>
                  <a:pt x="9285" y="20618"/>
                  <a:pt x="8640" y="20178"/>
                  <a:pt x="8640" y="19636"/>
                </a:cubicBezTo>
                <a:lnTo>
                  <a:pt x="8640" y="6873"/>
                </a:lnTo>
                <a:lnTo>
                  <a:pt x="2458" y="6873"/>
                </a:lnTo>
                <a:lnTo>
                  <a:pt x="10800" y="1185"/>
                </a:lnTo>
                <a:lnTo>
                  <a:pt x="19142" y="6873"/>
                </a:lnTo>
                <a:cubicBezTo>
                  <a:pt x="19142" y="6873"/>
                  <a:pt x="12960" y="6873"/>
                  <a:pt x="12960" y="6873"/>
                </a:cubicBezTo>
                <a:close/>
                <a:moveTo>
                  <a:pt x="21389" y="7017"/>
                </a:moveTo>
                <a:lnTo>
                  <a:pt x="11309" y="144"/>
                </a:lnTo>
                <a:cubicBezTo>
                  <a:pt x="11179" y="55"/>
                  <a:pt x="10999" y="0"/>
                  <a:pt x="10800" y="0"/>
                </a:cubicBezTo>
                <a:cubicBezTo>
                  <a:pt x="10601" y="0"/>
                  <a:pt x="10422" y="55"/>
                  <a:pt x="10291" y="144"/>
                </a:cubicBezTo>
                <a:lnTo>
                  <a:pt x="211" y="7017"/>
                </a:lnTo>
                <a:cubicBezTo>
                  <a:pt x="81" y="7106"/>
                  <a:pt x="0" y="7228"/>
                  <a:pt x="0" y="7364"/>
                </a:cubicBezTo>
                <a:cubicBezTo>
                  <a:pt x="0" y="7635"/>
                  <a:pt x="322" y="7855"/>
                  <a:pt x="720" y="7855"/>
                </a:cubicBezTo>
                <a:lnTo>
                  <a:pt x="7200" y="7855"/>
                </a:lnTo>
                <a:lnTo>
                  <a:pt x="7200" y="19636"/>
                </a:lnTo>
                <a:cubicBezTo>
                  <a:pt x="7200" y="20721"/>
                  <a:pt x="8490" y="21600"/>
                  <a:pt x="10080" y="21600"/>
                </a:cubicBezTo>
                <a:lnTo>
                  <a:pt x="11520" y="21600"/>
                </a:lnTo>
                <a:cubicBezTo>
                  <a:pt x="13110" y="21600"/>
                  <a:pt x="14400" y="20721"/>
                  <a:pt x="14400" y="19636"/>
                </a:cubicBezTo>
                <a:lnTo>
                  <a:pt x="14400" y="7855"/>
                </a:lnTo>
                <a:lnTo>
                  <a:pt x="20880" y="7855"/>
                </a:lnTo>
                <a:cubicBezTo>
                  <a:pt x="21278" y="7855"/>
                  <a:pt x="21600" y="7635"/>
                  <a:pt x="21600" y="7364"/>
                </a:cubicBezTo>
                <a:cubicBezTo>
                  <a:pt x="21600" y="7228"/>
                  <a:pt x="21519" y="7106"/>
                  <a:pt x="21389" y="7017"/>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999" name="Google Shape;999;p25"/>
          <p:cNvSpPr/>
          <p:nvPr/>
        </p:nvSpPr>
        <p:spPr>
          <a:xfrm>
            <a:off x="9455644" y="2227701"/>
            <a:ext cx="279328" cy="190451"/>
          </a:xfrm>
          <a:custGeom>
            <a:rect b="b" l="l" r="r" t="t"/>
            <a:pathLst>
              <a:path extrusionOk="0" h="21600" w="21600">
                <a:moveTo>
                  <a:pt x="20618" y="11520"/>
                </a:moveTo>
                <a:cubicBezTo>
                  <a:pt x="20618" y="12315"/>
                  <a:pt x="20178" y="12960"/>
                  <a:pt x="19636" y="12960"/>
                </a:cubicBezTo>
                <a:lnTo>
                  <a:pt x="6873" y="12960"/>
                </a:lnTo>
                <a:lnTo>
                  <a:pt x="6873" y="19142"/>
                </a:lnTo>
                <a:lnTo>
                  <a:pt x="1185" y="10800"/>
                </a:lnTo>
                <a:lnTo>
                  <a:pt x="6873" y="2458"/>
                </a:lnTo>
                <a:lnTo>
                  <a:pt x="6873" y="8640"/>
                </a:lnTo>
                <a:lnTo>
                  <a:pt x="19636" y="8640"/>
                </a:lnTo>
                <a:cubicBezTo>
                  <a:pt x="20178" y="8640"/>
                  <a:pt x="20618" y="9285"/>
                  <a:pt x="20618" y="10080"/>
                </a:cubicBezTo>
                <a:cubicBezTo>
                  <a:pt x="20618" y="10080"/>
                  <a:pt x="20618" y="11520"/>
                  <a:pt x="20618" y="11520"/>
                </a:cubicBezTo>
                <a:close/>
                <a:moveTo>
                  <a:pt x="19636" y="7200"/>
                </a:moveTo>
                <a:lnTo>
                  <a:pt x="7855" y="7200"/>
                </a:lnTo>
                <a:lnTo>
                  <a:pt x="7855" y="720"/>
                </a:lnTo>
                <a:cubicBezTo>
                  <a:pt x="7855" y="322"/>
                  <a:pt x="7635" y="0"/>
                  <a:pt x="7364" y="0"/>
                </a:cubicBezTo>
                <a:cubicBezTo>
                  <a:pt x="7228" y="0"/>
                  <a:pt x="7105" y="81"/>
                  <a:pt x="7017" y="212"/>
                </a:cubicBezTo>
                <a:lnTo>
                  <a:pt x="144" y="10291"/>
                </a:lnTo>
                <a:cubicBezTo>
                  <a:pt x="55" y="10422"/>
                  <a:pt x="0" y="10602"/>
                  <a:pt x="0" y="10800"/>
                </a:cubicBezTo>
                <a:cubicBezTo>
                  <a:pt x="0" y="11000"/>
                  <a:pt x="55" y="11180"/>
                  <a:pt x="144" y="11310"/>
                </a:cubicBezTo>
                <a:lnTo>
                  <a:pt x="7017" y="21389"/>
                </a:lnTo>
                <a:cubicBezTo>
                  <a:pt x="7105" y="21520"/>
                  <a:pt x="7228" y="21600"/>
                  <a:pt x="7364" y="21600"/>
                </a:cubicBezTo>
                <a:cubicBezTo>
                  <a:pt x="7635" y="21600"/>
                  <a:pt x="7855" y="21278"/>
                  <a:pt x="7855" y="20880"/>
                </a:cubicBezTo>
                <a:lnTo>
                  <a:pt x="7855" y="14400"/>
                </a:lnTo>
                <a:lnTo>
                  <a:pt x="19636" y="14400"/>
                </a:lnTo>
                <a:cubicBezTo>
                  <a:pt x="20721" y="14400"/>
                  <a:pt x="21600" y="13110"/>
                  <a:pt x="21600" y="11520"/>
                </a:cubicBezTo>
                <a:lnTo>
                  <a:pt x="21600" y="10080"/>
                </a:lnTo>
                <a:cubicBezTo>
                  <a:pt x="21600" y="8490"/>
                  <a:pt x="20721" y="7200"/>
                  <a:pt x="19636" y="72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00" name="Google Shape;1000;p25"/>
          <p:cNvSpPr/>
          <p:nvPr/>
        </p:nvSpPr>
        <p:spPr>
          <a:xfrm>
            <a:off x="9988905" y="2227701"/>
            <a:ext cx="279328" cy="190451"/>
          </a:xfrm>
          <a:custGeom>
            <a:rect b="b" l="l" r="r" t="t"/>
            <a:pathLst>
              <a:path extrusionOk="0" h="21600" w="21600">
                <a:moveTo>
                  <a:pt x="14727" y="19142"/>
                </a:moveTo>
                <a:lnTo>
                  <a:pt x="14727" y="12960"/>
                </a:lnTo>
                <a:lnTo>
                  <a:pt x="1964" y="12960"/>
                </a:lnTo>
                <a:cubicBezTo>
                  <a:pt x="1421" y="12960"/>
                  <a:pt x="982" y="12316"/>
                  <a:pt x="982" y="11520"/>
                </a:cubicBezTo>
                <a:lnTo>
                  <a:pt x="982" y="10080"/>
                </a:lnTo>
                <a:cubicBezTo>
                  <a:pt x="982" y="9285"/>
                  <a:pt x="1421" y="8640"/>
                  <a:pt x="1964" y="8640"/>
                </a:cubicBezTo>
                <a:lnTo>
                  <a:pt x="14727" y="8640"/>
                </a:lnTo>
                <a:lnTo>
                  <a:pt x="14727" y="2458"/>
                </a:lnTo>
                <a:lnTo>
                  <a:pt x="20415" y="10800"/>
                </a:lnTo>
                <a:cubicBezTo>
                  <a:pt x="20415" y="10800"/>
                  <a:pt x="14727" y="19142"/>
                  <a:pt x="14727" y="19142"/>
                </a:cubicBezTo>
                <a:close/>
                <a:moveTo>
                  <a:pt x="21456" y="10291"/>
                </a:moveTo>
                <a:lnTo>
                  <a:pt x="14584" y="212"/>
                </a:lnTo>
                <a:cubicBezTo>
                  <a:pt x="14495" y="81"/>
                  <a:pt x="14372" y="0"/>
                  <a:pt x="14236" y="0"/>
                </a:cubicBezTo>
                <a:cubicBezTo>
                  <a:pt x="13965" y="0"/>
                  <a:pt x="13745" y="322"/>
                  <a:pt x="13745" y="720"/>
                </a:cubicBezTo>
                <a:lnTo>
                  <a:pt x="13745" y="7200"/>
                </a:lnTo>
                <a:lnTo>
                  <a:pt x="1964" y="7200"/>
                </a:lnTo>
                <a:cubicBezTo>
                  <a:pt x="879" y="7200"/>
                  <a:pt x="0" y="8490"/>
                  <a:pt x="0" y="10080"/>
                </a:cubicBezTo>
                <a:lnTo>
                  <a:pt x="0" y="11520"/>
                </a:lnTo>
                <a:cubicBezTo>
                  <a:pt x="0" y="13110"/>
                  <a:pt x="879" y="14400"/>
                  <a:pt x="1964" y="14400"/>
                </a:cubicBezTo>
                <a:lnTo>
                  <a:pt x="13745" y="14400"/>
                </a:lnTo>
                <a:lnTo>
                  <a:pt x="13745" y="20880"/>
                </a:lnTo>
                <a:cubicBezTo>
                  <a:pt x="13745" y="21278"/>
                  <a:pt x="13965" y="21600"/>
                  <a:pt x="14236" y="21600"/>
                </a:cubicBezTo>
                <a:cubicBezTo>
                  <a:pt x="14372" y="21600"/>
                  <a:pt x="14495" y="21520"/>
                  <a:pt x="14583" y="21389"/>
                </a:cubicBezTo>
                <a:lnTo>
                  <a:pt x="21456" y="11310"/>
                </a:lnTo>
                <a:cubicBezTo>
                  <a:pt x="21545" y="11180"/>
                  <a:pt x="21600" y="11000"/>
                  <a:pt x="21600" y="10800"/>
                </a:cubicBezTo>
                <a:cubicBezTo>
                  <a:pt x="21600" y="10601"/>
                  <a:pt x="21545" y="10421"/>
                  <a:pt x="21456" y="10291"/>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01" name="Google Shape;1001;p25"/>
          <p:cNvSpPr/>
          <p:nvPr/>
        </p:nvSpPr>
        <p:spPr>
          <a:xfrm>
            <a:off x="10560256" y="2183263"/>
            <a:ext cx="203148" cy="279328"/>
          </a:xfrm>
          <a:custGeom>
            <a:rect b="b" l="l" r="r" t="t"/>
            <a:pathLst>
              <a:path extrusionOk="0" h="21600" w="21600">
                <a:moveTo>
                  <a:pt x="21402" y="5052"/>
                </a:moveTo>
                <a:lnTo>
                  <a:pt x="14652" y="144"/>
                </a:lnTo>
                <a:cubicBezTo>
                  <a:pt x="14530" y="55"/>
                  <a:pt x="14362" y="0"/>
                  <a:pt x="14175" y="0"/>
                </a:cubicBezTo>
                <a:cubicBezTo>
                  <a:pt x="13802" y="0"/>
                  <a:pt x="13500" y="220"/>
                  <a:pt x="13500" y="491"/>
                </a:cubicBezTo>
                <a:cubicBezTo>
                  <a:pt x="13500" y="627"/>
                  <a:pt x="13576" y="749"/>
                  <a:pt x="13698" y="838"/>
                </a:cubicBezTo>
                <a:lnTo>
                  <a:pt x="19296" y="4909"/>
                </a:lnTo>
                <a:lnTo>
                  <a:pt x="675" y="4909"/>
                </a:lnTo>
                <a:cubicBezTo>
                  <a:pt x="302" y="4909"/>
                  <a:pt x="0" y="5129"/>
                  <a:pt x="0" y="5400"/>
                </a:cubicBezTo>
                <a:lnTo>
                  <a:pt x="0" y="21109"/>
                </a:lnTo>
                <a:cubicBezTo>
                  <a:pt x="0" y="21380"/>
                  <a:pt x="302" y="21600"/>
                  <a:pt x="675" y="21600"/>
                </a:cubicBezTo>
                <a:cubicBezTo>
                  <a:pt x="1048" y="21600"/>
                  <a:pt x="1350" y="21380"/>
                  <a:pt x="1350" y="21109"/>
                </a:cubicBezTo>
                <a:lnTo>
                  <a:pt x="1350" y="5891"/>
                </a:lnTo>
                <a:lnTo>
                  <a:pt x="19296" y="5891"/>
                </a:lnTo>
                <a:lnTo>
                  <a:pt x="13698" y="9962"/>
                </a:lnTo>
                <a:cubicBezTo>
                  <a:pt x="13575" y="10051"/>
                  <a:pt x="13500" y="10173"/>
                  <a:pt x="13500" y="10309"/>
                </a:cubicBezTo>
                <a:cubicBezTo>
                  <a:pt x="13500" y="10580"/>
                  <a:pt x="13802" y="10800"/>
                  <a:pt x="14175" y="10800"/>
                </a:cubicBezTo>
                <a:cubicBezTo>
                  <a:pt x="14362" y="10800"/>
                  <a:pt x="14531" y="10745"/>
                  <a:pt x="14653" y="10656"/>
                </a:cubicBezTo>
                <a:lnTo>
                  <a:pt x="21402" y="5747"/>
                </a:lnTo>
                <a:cubicBezTo>
                  <a:pt x="21525" y="5658"/>
                  <a:pt x="21600" y="5536"/>
                  <a:pt x="21600" y="5400"/>
                </a:cubicBezTo>
                <a:cubicBezTo>
                  <a:pt x="21600" y="5264"/>
                  <a:pt x="21524" y="5142"/>
                  <a:pt x="21402" y="5052"/>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02" name="Google Shape;1002;p25"/>
          <p:cNvSpPr/>
          <p:nvPr/>
        </p:nvSpPr>
        <p:spPr>
          <a:xfrm>
            <a:off x="11055427" y="2221353"/>
            <a:ext cx="279328" cy="203148"/>
          </a:xfrm>
          <a:custGeom>
            <a:rect b="b" l="l" r="r" t="t"/>
            <a:pathLst>
              <a:path extrusionOk="0" h="21600" w="21600">
                <a:moveTo>
                  <a:pt x="16691" y="12546"/>
                </a:moveTo>
                <a:lnTo>
                  <a:pt x="16691" y="2304"/>
                </a:lnTo>
                <a:lnTo>
                  <a:pt x="20415" y="7425"/>
                </a:lnTo>
                <a:cubicBezTo>
                  <a:pt x="20415" y="7425"/>
                  <a:pt x="16691" y="12546"/>
                  <a:pt x="16691" y="12546"/>
                </a:cubicBezTo>
                <a:close/>
                <a:moveTo>
                  <a:pt x="21456" y="6948"/>
                </a:moveTo>
                <a:lnTo>
                  <a:pt x="16548" y="198"/>
                </a:lnTo>
                <a:cubicBezTo>
                  <a:pt x="16458" y="76"/>
                  <a:pt x="16336" y="0"/>
                  <a:pt x="16200" y="0"/>
                </a:cubicBezTo>
                <a:cubicBezTo>
                  <a:pt x="15929" y="0"/>
                  <a:pt x="15709" y="302"/>
                  <a:pt x="15709" y="675"/>
                </a:cubicBezTo>
                <a:lnTo>
                  <a:pt x="15709" y="6750"/>
                </a:lnTo>
                <a:lnTo>
                  <a:pt x="491" y="6750"/>
                </a:lnTo>
                <a:cubicBezTo>
                  <a:pt x="220" y="6750"/>
                  <a:pt x="0" y="7052"/>
                  <a:pt x="0" y="7425"/>
                </a:cubicBezTo>
                <a:lnTo>
                  <a:pt x="0" y="20925"/>
                </a:lnTo>
                <a:cubicBezTo>
                  <a:pt x="0" y="21298"/>
                  <a:pt x="220" y="21600"/>
                  <a:pt x="491" y="21600"/>
                </a:cubicBezTo>
                <a:cubicBezTo>
                  <a:pt x="762" y="21600"/>
                  <a:pt x="982" y="21298"/>
                  <a:pt x="982" y="20925"/>
                </a:cubicBezTo>
                <a:lnTo>
                  <a:pt x="982" y="8100"/>
                </a:lnTo>
                <a:lnTo>
                  <a:pt x="15709" y="8100"/>
                </a:lnTo>
                <a:lnTo>
                  <a:pt x="15709" y="14175"/>
                </a:lnTo>
                <a:cubicBezTo>
                  <a:pt x="15709" y="14548"/>
                  <a:pt x="15929" y="14850"/>
                  <a:pt x="16200" y="14850"/>
                </a:cubicBezTo>
                <a:cubicBezTo>
                  <a:pt x="16336" y="14850"/>
                  <a:pt x="16458" y="14775"/>
                  <a:pt x="16547" y="14652"/>
                </a:cubicBezTo>
                <a:lnTo>
                  <a:pt x="21456" y="7903"/>
                </a:lnTo>
                <a:cubicBezTo>
                  <a:pt x="21545" y="7781"/>
                  <a:pt x="21600" y="7612"/>
                  <a:pt x="21600" y="7425"/>
                </a:cubicBezTo>
                <a:cubicBezTo>
                  <a:pt x="21600" y="7238"/>
                  <a:pt x="21545" y="7070"/>
                  <a:pt x="21456" y="6948"/>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03" name="Google Shape;1003;p25"/>
          <p:cNvSpPr/>
          <p:nvPr/>
        </p:nvSpPr>
        <p:spPr>
          <a:xfrm>
            <a:off x="6256078" y="2716524"/>
            <a:ext cx="279328" cy="279328"/>
          </a:xfrm>
          <a:custGeom>
            <a:rect b="b" l="l" r="r" t="t"/>
            <a:pathLst>
              <a:path extrusionOk="0" h="21600" w="21600">
                <a:moveTo>
                  <a:pt x="21109" y="0"/>
                </a:moveTo>
                <a:lnTo>
                  <a:pt x="14236" y="0"/>
                </a:lnTo>
                <a:cubicBezTo>
                  <a:pt x="13966" y="0"/>
                  <a:pt x="13745" y="220"/>
                  <a:pt x="13745" y="491"/>
                </a:cubicBezTo>
                <a:cubicBezTo>
                  <a:pt x="13745" y="762"/>
                  <a:pt x="13966" y="982"/>
                  <a:pt x="14236" y="982"/>
                </a:cubicBezTo>
                <a:lnTo>
                  <a:pt x="19924" y="982"/>
                </a:lnTo>
                <a:lnTo>
                  <a:pt x="11926" y="8980"/>
                </a:lnTo>
                <a:cubicBezTo>
                  <a:pt x="11837" y="9069"/>
                  <a:pt x="11782" y="9192"/>
                  <a:pt x="11782" y="9327"/>
                </a:cubicBezTo>
                <a:cubicBezTo>
                  <a:pt x="11782" y="9599"/>
                  <a:pt x="12002" y="9818"/>
                  <a:pt x="12273" y="9818"/>
                </a:cubicBezTo>
                <a:cubicBezTo>
                  <a:pt x="12408" y="9818"/>
                  <a:pt x="12531" y="9764"/>
                  <a:pt x="12620" y="9674"/>
                </a:cubicBezTo>
                <a:lnTo>
                  <a:pt x="20618" y="1676"/>
                </a:lnTo>
                <a:lnTo>
                  <a:pt x="20618" y="7364"/>
                </a:lnTo>
                <a:cubicBezTo>
                  <a:pt x="20618" y="7635"/>
                  <a:pt x="20838" y="7855"/>
                  <a:pt x="21109" y="7855"/>
                </a:cubicBezTo>
                <a:cubicBezTo>
                  <a:pt x="21380" y="7855"/>
                  <a:pt x="21600" y="7635"/>
                  <a:pt x="21600" y="7364"/>
                </a:cubicBezTo>
                <a:lnTo>
                  <a:pt x="21600" y="491"/>
                </a:lnTo>
                <a:cubicBezTo>
                  <a:pt x="21600" y="220"/>
                  <a:pt x="21380" y="0"/>
                  <a:pt x="21109" y="0"/>
                </a:cubicBezTo>
                <a:moveTo>
                  <a:pt x="9327" y="11782"/>
                </a:moveTo>
                <a:cubicBezTo>
                  <a:pt x="9192" y="11782"/>
                  <a:pt x="9069" y="11837"/>
                  <a:pt x="8980" y="11926"/>
                </a:cubicBezTo>
                <a:lnTo>
                  <a:pt x="982" y="19924"/>
                </a:lnTo>
                <a:lnTo>
                  <a:pt x="982" y="14236"/>
                </a:lnTo>
                <a:cubicBezTo>
                  <a:pt x="982" y="13966"/>
                  <a:pt x="762" y="13745"/>
                  <a:pt x="491" y="13745"/>
                </a:cubicBezTo>
                <a:cubicBezTo>
                  <a:pt x="220" y="13745"/>
                  <a:pt x="0" y="13966"/>
                  <a:pt x="0" y="14236"/>
                </a:cubicBezTo>
                <a:lnTo>
                  <a:pt x="0" y="21109"/>
                </a:lnTo>
                <a:cubicBezTo>
                  <a:pt x="0" y="21380"/>
                  <a:pt x="220" y="21600"/>
                  <a:pt x="491" y="21600"/>
                </a:cubicBezTo>
                <a:lnTo>
                  <a:pt x="7364" y="21600"/>
                </a:lnTo>
                <a:cubicBezTo>
                  <a:pt x="7634" y="21600"/>
                  <a:pt x="7855" y="21380"/>
                  <a:pt x="7855" y="21109"/>
                </a:cubicBezTo>
                <a:cubicBezTo>
                  <a:pt x="7855" y="20838"/>
                  <a:pt x="7634" y="20618"/>
                  <a:pt x="7364" y="20618"/>
                </a:cubicBezTo>
                <a:lnTo>
                  <a:pt x="1676" y="20618"/>
                </a:lnTo>
                <a:lnTo>
                  <a:pt x="9674" y="12620"/>
                </a:lnTo>
                <a:cubicBezTo>
                  <a:pt x="9763" y="12531"/>
                  <a:pt x="9818" y="12408"/>
                  <a:pt x="9818" y="12273"/>
                </a:cubicBezTo>
                <a:cubicBezTo>
                  <a:pt x="9818" y="12002"/>
                  <a:pt x="9598" y="11782"/>
                  <a:pt x="9327" y="11782"/>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04" name="Google Shape;1004;p25"/>
          <p:cNvSpPr/>
          <p:nvPr/>
        </p:nvSpPr>
        <p:spPr>
          <a:xfrm>
            <a:off x="6789339" y="2716524"/>
            <a:ext cx="279328" cy="279328"/>
          </a:xfrm>
          <a:custGeom>
            <a:rect b="b" l="l" r="r" t="t"/>
            <a:pathLst>
              <a:path extrusionOk="0" h="21600" w="21600">
                <a:moveTo>
                  <a:pt x="21600" y="491"/>
                </a:moveTo>
                <a:cubicBezTo>
                  <a:pt x="21600" y="220"/>
                  <a:pt x="21380" y="0"/>
                  <a:pt x="21109" y="0"/>
                </a:cubicBezTo>
                <a:cubicBezTo>
                  <a:pt x="20974" y="0"/>
                  <a:pt x="20851" y="55"/>
                  <a:pt x="20762" y="144"/>
                </a:cubicBezTo>
                <a:lnTo>
                  <a:pt x="12764" y="8142"/>
                </a:lnTo>
                <a:lnTo>
                  <a:pt x="12764" y="2455"/>
                </a:lnTo>
                <a:cubicBezTo>
                  <a:pt x="12764" y="2184"/>
                  <a:pt x="12544" y="1964"/>
                  <a:pt x="12273" y="1964"/>
                </a:cubicBezTo>
                <a:cubicBezTo>
                  <a:pt x="12002" y="1964"/>
                  <a:pt x="11782" y="2184"/>
                  <a:pt x="11782" y="2455"/>
                </a:cubicBezTo>
                <a:lnTo>
                  <a:pt x="11782" y="9327"/>
                </a:lnTo>
                <a:cubicBezTo>
                  <a:pt x="11782" y="9599"/>
                  <a:pt x="12002" y="9818"/>
                  <a:pt x="12273" y="9818"/>
                </a:cubicBezTo>
                <a:lnTo>
                  <a:pt x="19145" y="9818"/>
                </a:lnTo>
                <a:cubicBezTo>
                  <a:pt x="19416" y="9818"/>
                  <a:pt x="19636" y="9599"/>
                  <a:pt x="19636" y="9327"/>
                </a:cubicBezTo>
                <a:cubicBezTo>
                  <a:pt x="19636" y="9056"/>
                  <a:pt x="19416" y="8836"/>
                  <a:pt x="19145" y="8836"/>
                </a:cubicBezTo>
                <a:lnTo>
                  <a:pt x="13458" y="8836"/>
                </a:lnTo>
                <a:lnTo>
                  <a:pt x="21456" y="838"/>
                </a:lnTo>
                <a:cubicBezTo>
                  <a:pt x="21545" y="750"/>
                  <a:pt x="21600" y="627"/>
                  <a:pt x="21600" y="491"/>
                </a:cubicBezTo>
                <a:moveTo>
                  <a:pt x="9327" y="11782"/>
                </a:moveTo>
                <a:lnTo>
                  <a:pt x="2455" y="11782"/>
                </a:lnTo>
                <a:cubicBezTo>
                  <a:pt x="2184" y="11782"/>
                  <a:pt x="1964" y="12002"/>
                  <a:pt x="1964" y="12273"/>
                </a:cubicBezTo>
                <a:cubicBezTo>
                  <a:pt x="1964" y="12544"/>
                  <a:pt x="2184" y="12764"/>
                  <a:pt x="2455" y="12764"/>
                </a:cubicBezTo>
                <a:lnTo>
                  <a:pt x="8142" y="12764"/>
                </a:lnTo>
                <a:lnTo>
                  <a:pt x="144" y="20762"/>
                </a:lnTo>
                <a:cubicBezTo>
                  <a:pt x="55" y="20851"/>
                  <a:pt x="0" y="20973"/>
                  <a:pt x="0" y="21109"/>
                </a:cubicBezTo>
                <a:cubicBezTo>
                  <a:pt x="0" y="21380"/>
                  <a:pt x="220" y="21600"/>
                  <a:pt x="491" y="21600"/>
                </a:cubicBezTo>
                <a:cubicBezTo>
                  <a:pt x="626" y="21600"/>
                  <a:pt x="749" y="21545"/>
                  <a:pt x="838" y="21456"/>
                </a:cubicBezTo>
                <a:lnTo>
                  <a:pt x="8836" y="13458"/>
                </a:lnTo>
                <a:lnTo>
                  <a:pt x="8836" y="19145"/>
                </a:lnTo>
                <a:cubicBezTo>
                  <a:pt x="8836" y="19417"/>
                  <a:pt x="9056" y="19636"/>
                  <a:pt x="9327" y="19636"/>
                </a:cubicBezTo>
                <a:cubicBezTo>
                  <a:pt x="9598" y="19636"/>
                  <a:pt x="9818" y="19417"/>
                  <a:pt x="9818" y="19145"/>
                </a:cubicBezTo>
                <a:lnTo>
                  <a:pt x="9818" y="12273"/>
                </a:lnTo>
                <a:cubicBezTo>
                  <a:pt x="9818" y="12002"/>
                  <a:pt x="9598" y="11782"/>
                  <a:pt x="9327" y="11782"/>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05" name="Google Shape;1005;p25"/>
          <p:cNvSpPr/>
          <p:nvPr/>
        </p:nvSpPr>
        <p:spPr>
          <a:xfrm>
            <a:off x="7322600" y="2716524"/>
            <a:ext cx="279328" cy="279328"/>
          </a:xfrm>
          <a:custGeom>
            <a:rect b="b" l="l" r="r" t="t"/>
            <a:pathLst>
              <a:path extrusionOk="0" h="21600" w="21600">
                <a:moveTo>
                  <a:pt x="21109" y="0"/>
                </a:moveTo>
                <a:lnTo>
                  <a:pt x="16200" y="0"/>
                </a:lnTo>
                <a:cubicBezTo>
                  <a:pt x="15929" y="0"/>
                  <a:pt x="15709" y="220"/>
                  <a:pt x="15709" y="491"/>
                </a:cubicBezTo>
                <a:cubicBezTo>
                  <a:pt x="15709" y="762"/>
                  <a:pt x="15929" y="982"/>
                  <a:pt x="16200" y="982"/>
                </a:cubicBezTo>
                <a:lnTo>
                  <a:pt x="19924" y="982"/>
                </a:lnTo>
                <a:lnTo>
                  <a:pt x="6035" y="14871"/>
                </a:lnTo>
                <a:cubicBezTo>
                  <a:pt x="5946" y="14960"/>
                  <a:pt x="5891" y="15083"/>
                  <a:pt x="5891" y="15218"/>
                </a:cubicBezTo>
                <a:cubicBezTo>
                  <a:pt x="5891" y="15489"/>
                  <a:pt x="6111" y="15709"/>
                  <a:pt x="6382" y="15709"/>
                </a:cubicBezTo>
                <a:cubicBezTo>
                  <a:pt x="6517" y="15709"/>
                  <a:pt x="6640" y="15654"/>
                  <a:pt x="6729" y="15565"/>
                </a:cubicBezTo>
                <a:lnTo>
                  <a:pt x="20618" y="1676"/>
                </a:lnTo>
                <a:lnTo>
                  <a:pt x="20618" y="5400"/>
                </a:lnTo>
                <a:cubicBezTo>
                  <a:pt x="20618" y="5671"/>
                  <a:pt x="20838" y="5890"/>
                  <a:pt x="21109" y="5890"/>
                </a:cubicBezTo>
                <a:cubicBezTo>
                  <a:pt x="21380" y="5890"/>
                  <a:pt x="21600" y="5671"/>
                  <a:pt x="21600" y="5400"/>
                </a:cubicBezTo>
                <a:lnTo>
                  <a:pt x="21600" y="491"/>
                </a:lnTo>
                <a:cubicBezTo>
                  <a:pt x="21600" y="220"/>
                  <a:pt x="21380" y="0"/>
                  <a:pt x="21109" y="0"/>
                </a:cubicBezTo>
                <a:moveTo>
                  <a:pt x="17182" y="6873"/>
                </a:moveTo>
                <a:cubicBezTo>
                  <a:pt x="16911" y="6873"/>
                  <a:pt x="16691" y="7092"/>
                  <a:pt x="16691" y="7364"/>
                </a:cubicBezTo>
                <a:lnTo>
                  <a:pt x="16691" y="20618"/>
                </a:lnTo>
                <a:lnTo>
                  <a:pt x="982" y="20618"/>
                </a:lnTo>
                <a:lnTo>
                  <a:pt x="982" y="4909"/>
                </a:lnTo>
                <a:lnTo>
                  <a:pt x="14236" y="4909"/>
                </a:lnTo>
                <a:cubicBezTo>
                  <a:pt x="14507" y="4909"/>
                  <a:pt x="14727" y="4689"/>
                  <a:pt x="14727" y="4418"/>
                </a:cubicBezTo>
                <a:cubicBezTo>
                  <a:pt x="14727" y="4147"/>
                  <a:pt x="14507" y="3927"/>
                  <a:pt x="14236" y="3927"/>
                </a:cubicBezTo>
                <a:lnTo>
                  <a:pt x="491" y="3927"/>
                </a:lnTo>
                <a:cubicBezTo>
                  <a:pt x="220" y="3927"/>
                  <a:pt x="0" y="4147"/>
                  <a:pt x="0" y="4418"/>
                </a:cubicBezTo>
                <a:lnTo>
                  <a:pt x="0" y="21109"/>
                </a:lnTo>
                <a:cubicBezTo>
                  <a:pt x="0" y="21380"/>
                  <a:pt x="220" y="21600"/>
                  <a:pt x="491" y="21600"/>
                </a:cubicBezTo>
                <a:lnTo>
                  <a:pt x="17182" y="21600"/>
                </a:lnTo>
                <a:cubicBezTo>
                  <a:pt x="17453" y="21600"/>
                  <a:pt x="17673" y="21380"/>
                  <a:pt x="17673" y="21109"/>
                </a:cubicBezTo>
                <a:lnTo>
                  <a:pt x="17673" y="7364"/>
                </a:lnTo>
                <a:cubicBezTo>
                  <a:pt x="17673" y="7092"/>
                  <a:pt x="17453" y="6873"/>
                  <a:pt x="17182" y="687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06" name="Google Shape;1006;p25"/>
          <p:cNvSpPr/>
          <p:nvPr/>
        </p:nvSpPr>
        <p:spPr>
          <a:xfrm>
            <a:off x="7855861" y="2716524"/>
            <a:ext cx="279328" cy="279328"/>
          </a:xfrm>
          <a:custGeom>
            <a:rect b="b" l="l" r="r" t="t"/>
            <a:pathLst>
              <a:path extrusionOk="0" h="21600" w="21600">
                <a:moveTo>
                  <a:pt x="15709" y="20383"/>
                </a:moveTo>
                <a:lnTo>
                  <a:pt x="11424" y="15709"/>
                </a:lnTo>
                <a:lnTo>
                  <a:pt x="13255" y="15709"/>
                </a:lnTo>
                <a:cubicBezTo>
                  <a:pt x="13525" y="15709"/>
                  <a:pt x="13745" y="15490"/>
                  <a:pt x="13745" y="15218"/>
                </a:cubicBezTo>
                <a:lnTo>
                  <a:pt x="13745" y="14727"/>
                </a:lnTo>
                <a:cubicBezTo>
                  <a:pt x="13635" y="12724"/>
                  <a:pt x="12844" y="5590"/>
                  <a:pt x="7448" y="1949"/>
                </a:cubicBezTo>
                <a:cubicBezTo>
                  <a:pt x="16407" y="4809"/>
                  <a:pt x="17536" y="12588"/>
                  <a:pt x="17673" y="14727"/>
                </a:cubicBezTo>
                <a:lnTo>
                  <a:pt x="17673" y="15218"/>
                </a:lnTo>
                <a:cubicBezTo>
                  <a:pt x="17673" y="15490"/>
                  <a:pt x="17893" y="15709"/>
                  <a:pt x="18164" y="15709"/>
                </a:cubicBezTo>
                <a:lnTo>
                  <a:pt x="19994" y="15709"/>
                </a:lnTo>
                <a:cubicBezTo>
                  <a:pt x="19994" y="15709"/>
                  <a:pt x="15709" y="20383"/>
                  <a:pt x="15709" y="20383"/>
                </a:cubicBezTo>
                <a:close/>
                <a:moveTo>
                  <a:pt x="21109" y="14727"/>
                </a:moveTo>
                <a:lnTo>
                  <a:pt x="18658" y="14727"/>
                </a:lnTo>
                <a:cubicBezTo>
                  <a:pt x="18450" y="12130"/>
                  <a:pt x="16610" y="0"/>
                  <a:pt x="491" y="0"/>
                </a:cubicBezTo>
                <a:cubicBezTo>
                  <a:pt x="219" y="0"/>
                  <a:pt x="0" y="220"/>
                  <a:pt x="0" y="491"/>
                </a:cubicBezTo>
                <a:cubicBezTo>
                  <a:pt x="0" y="762"/>
                  <a:pt x="219" y="982"/>
                  <a:pt x="491" y="982"/>
                </a:cubicBezTo>
                <a:cubicBezTo>
                  <a:pt x="5558" y="982"/>
                  <a:pt x="9160" y="3417"/>
                  <a:pt x="11196" y="8250"/>
                </a:cubicBezTo>
                <a:cubicBezTo>
                  <a:pt x="12394" y="11093"/>
                  <a:pt x="12657" y="13684"/>
                  <a:pt x="12715" y="14727"/>
                </a:cubicBezTo>
                <a:lnTo>
                  <a:pt x="10309" y="14727"/>
                </a:lnTo>
                <a:cubicBezTo>
                  <a:pt x="10038" y="14727"/>
                  <a:pt x="9818" y="14947"/>
                  <a:pt x="9818" y="15218"/>
                </a:cubicBezTo>
                <a:cubicBezTo>
                  <a:pt x="9818" y="15354"/>
                  <a:pt x="9873" y="15477"/>
                  <a:pt x="9962" y="15566"/>
                </a:cubicBezTo>
                <a:lnTo>
                  <a:pt x="15362" y="21456"/>
                </a:lnTo>
                <a:cubicBezTo>
                  <a:pt x="15450" y="21545"/>
                  <a:pt x="15574" y="21600"/>
                  <a:pt x="15709" y="21600"/>
                </a:cubicBezTo>
                <a:cubicBezTo>
                  <a:pt x="15845" y="21600"/>
                  <a:pt x="15967" y="21545"/>
                  <a:pt x="16056" y="21456"/>
                </a:cubicBezTo>
                <a:lnTo>
                  <a:pt x="21456" y="15566"/>
                </a:lnTo>
                <a:cubicBezTo>
                  <a:pt x="21545" y="15477"/>
                  <a:pt x="21600" y="15354"/>
                  <a:pt x="21600" y="15218"/>
                </a:cubicBezTo>
                <a:cubicBezTo>
                  <a:pt x="21600" y="14947"/>
                  <a:pt x="21380" y="14727"/>
                  <a:pt x="21109" y="14727"/>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07" name="Google Shape;1007;p25"/>
          <p:cNvSpPr/>
          <p:nvPr/>
        </p:nvSpPr>
        <p:spPr>
          <a:xfrm>
            <a:off x="8389122" y="2716524"/>
            <a:ext cx="279328" cy="279328"/>
          </a:xfrm>
          <a:custGeom>
            <a:rect b="b" l="l" r="r" t="t"/>
            <a:pathLst>
              <a:path extrusionOk="0" h="21600" w="21600">
                <a:moveTo>
                  <a:pt x="18164" y="5891"/>
                </a:moveTo>
                <a:cubicBezTo>
                  <a:pt x="17893" y="5891"/>
                  <a:pt x="17673" y="6111"/>
                  <a:pt x="17673" y="6382"/>
                </a:cubicBezTo>
                <a:lnTo>
                  <a:pt x="17673" y="6873"/>
                </a:lnTo>
                <a:cubicBezTo>
                  <a:pt x="17536" y="9012"/>
                  <a:pt x="16407" y="16791"/>
                  <a:pt x="7448" y="19651"/>
                </a:cubicBezTo>
                <a:cubicBezTo>
                  <a:pt x="12844" y="16010"/>
                  <a:pt x="13635" y="8876"/>
                  <a:pt x="13745" y="6873"/>
                </a:cubicBezTo>
                <a:lnTo>
                  <a:pt x="13745" y="6382"/>
                </a:lnTo>
                <a:cubicBezTo>
                  <a:pt x="13745" y="6111"/>
                  <a:pt x="13525" y="5891"/>
                  <a:pt x="13255" y="5891"/>
                </a:cubicBezTo>
                <a:lnTo>
                  <a:pt x="11424" y="5891"/>
                </a:lnTo>
                <a:lnTo>
                  <a:pt x="15709" y="1217"/>
                </a:lnTo>
                <a:lnTo>
                  <a:pt x="19994" y="5891"/>
                </a:lnTo>
                <a:cubicBezTo>
                  <a:pt x="19994" y="5891"/>
                  <a:pt x="18164" y="5891"/>
                  <a:pt x="18164" y="5891"/>
                </a:cubicBezTo>
                <a:close/>
                <a:moveTo>
                  <a:pt x="21456" y="6035"/>
                </a:moveTo>
                <a:lnTo>
                  <a:pt x="16056" y="144"/>
                </a:lnTo>
                <a:cubicBezTo>
                  <a:pt x="15967" y="55"/>
                  <a:pt x="15845" y="0"/>
                  <a:pt x="15709" y="0"/>
                </a:cubicBezTo>
                <a:cubicBezTo>
                  <a:pt x="15573" y="0"/>
                  <a:pt x="15450" y="55"/>
                  <a:pt x="15362" y="144"/>
                </a:cubicBezTo>
                <a:lnTo>
                  <a:pt x="9962" y="6035"/>
                </a:lnTo>
                <a:cubicBezTo>
                  <a:pt x="9873" y="6124"/>
                  <a:pt x="9818" y="6247"/>
                  <a:pt x="9818" y="6382"/>
                </a:cubicBezTo>
                <a:cubicBezTo>
                  <a:pt x="9818" y="6653"/>
                  <a:pt x="10038" y="6873"/>
                  <a:pt x="10309" y="6873"/>
                </a:cubicBezTo>
                <a:lnTo>
                  <a:pt x="12715" y="6873"/>
                </a:lnTo>
                <a:cubicBezTo>
                  <a:pt x="12657" y="7916"/>
                  <a:pt x="12394" y="10507"/>
                  <a:pt x="11196" y="13351"/>
                </a:cubicBezTo>
                <a:cubicBezTo>
                  <a:pt x="9160" y="18184"/>
                  <a:pt x="5558" y="20618"/>
                  <a:pt x="491" y="20618"/>
                </a:cubicBezTo>
                <a:cubicBezTo>
                  <a:pt x="219" y="20618"/>
                  <a:pt x="0" y="20838"/>
                  <a:pt x="0" y="21109"/>
                </a:cubicBezTo>
                <a:cubicBezTo>
                  <a:pt x="0" y="21380"/>
                  <a:pt x="219" y="21600"/>
                  <a:pt x="491" y="21600"/>
                </a:cubicBezTo>
                <a:cubicBezTo>
                  <a:pt x="16610" y="21600"/>
                  <a:pt x="18450" y="9470"/>
                  <a:pt x="18658" y="6873"/>
                </a:cubicBezTo>
                <a:lnTo>
                  <a:pt x="21109" y="6873"/>
                </a:lnTo>
                <a:cubicBezTo>
                  <a:pt x="21380" y="6873"/>
                  <a:pt x="21600" y="6653"/>
                  <a:pt x="21600" y="6382"/>
                </a:cubicBezTo>
                <a:cubicBezTo>
                  <a:pt x="21600" y="6247"/>
                  <a:pt x="21545" y="6124"/>
                  <a:pt x="21456" y="6035"/>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08" name="Google Shape;1008;p25"/>
          <p:cNvSpPr/>
          <p:nvPr/>
        </p:nvSpPr>
        <p:spPr>
          <a:xfrm>
            <a:off x="8922383" y="2716524"/>
            <a:ext cx="279328" cy="279328"/>
          </a:xfrm>
          <a:custGeom>
            <a:rect b="b" l="l" r="r" t="t"/>
            <a:pathLst>
              <a:path extrusionOk="0" h="21600" w="21600">
                <a:moveTo>
                  <a:pt x="6873" y="7855"/>
                </a:moveTo>
                <a:lnTo>
                  <a:pt x="6382" y="7855"/>
                </a:lnTo>
                <a:cubicBezTo>
                  <a:pt x="6110" y="7855"/>
                  <a:pt x="5891" y="8075"/>
                  <a:pt x="5891" y="8345"/>
                </a:cubicBezTo>
                <a:lnTo>
                  <a:pt x="5891" y="10176"/>
                </a:lnTo>
                <a:lnTo>
                  <a:pt x="1216" y="5891"/>
                </a:lnTo>
                <a:lnTo>
                  <a:pt x="5891" y="1606"/>
                </a:lnTo>
                <a:lnTo>
                  <a:pt x="5891" y="3436"/>
                </a:lnTo>
                <a:cubicBezTo>
                  <a:pt x="5891" y="3708"/>
                  <a:pt x="6110" y="3927"/>
                  <a:pt x="6382" y="3927"/>
                </a:cubicBezTo>
                <a:lnTo>
                  <a:pt x="6873" y="3927"/>
                </a:lnTo>
                <a:cubicBezTo>
                  <a:pt x="9012" y="4064"/>
                  <a:pt x="16791" y="5193"/>
                  <a:pt x="19651" y="14152"/>
                </a:cubicBezTo>
                <a:cubicBezTo>
                  <a:pt x="16010" y="8756"/>
                  <a:pt x="8876" y="7965"/>
                  <a:pt x="6873" y="7855"/>
                </a:cubicBezTo>
                <a:moveTo>
                  <a:pt x="6873" y="2942"/>
                </a:moveTo>
                <a:lnTo>
                  <a:pt x="6873" y="491"/>
                </a:lnTo>
                <a:cubicBezTo>
                  <a:pt x="6873" y="220"/>
                  <a:pt x="6653" y="0"/>
                  <a:pt x="6382" y="0"/>
                </a:cubicBezTo>
                <a:cubicBezTo>
                  <a:pt x="6246" y="0"/>
                  <a:pt x="6123" y="55"/>
                  <a:pt x="6035" y="144"/>
                </a:cubicBezTo>
                <a:lnTo>
                  <a:pt x="144" y="5544"/>
                </a:lnTo>
                <a:cubicBezTo>
                  <a:pt x="55" y="5633"/>
                  <a:pt x="0" y="5756"/>
                  <a:pt x="0" y="5891"/>
                </a:cubicBezTo>
                <a:cubicBezTo>
                  <a:pt x="0" y="6027"/>
                  <a:pt x="55" y="6150"/>
                  <a:pt x="144" y="6238"/>
                </a:cubicBezTo>
                <a:lnTo>
                  <a:pt x="6035" y="11638"/>
                </a:lnTo>
                <a:cubicBezTo>
                  <a:pt x="6123" y="11727"/>
                  <a:pt x="6246" y="11782"/>
                  <a:pt x="6382" y="11782"/>
                </a:cubicBezTo>
                <a:cubicBezTo>
                  <a:pt x="6653" y="11782"/>
                  <a:pt x="6873" y="11562"/>
                  <a:pt x="6873" y="11291"/>
                </a:cubicBezTo>
                <a:lnTo>
                  <a:pt x="6873" y="8884"/>
                </a:lnTo>
                <a:cubicBezTo>
                  <a:pt x="7916" y="8943"/>
                  <a:pt x="10507" y="9206"/>
                  <a:pt x="13350" y="10404"/>
                </a:cubicBezTo>
                <a:cubicBezTo>
                  <a:pt x="18183" y="12440"/>
                  <a:pt x="20618" y="16042"/>
                  <a:pt x="20618" y="21109"/>
                </a:cubicBezTo>
                <a:cubicBezTo>
                  <a:pt x="20618" y="21380"/>
                  <a:pt x="20838" y="21600"/>
                  <a:pt x="21109" y="21600"/>
                </a:cubicBezTo>
                <a:cubicBezTo>
                  <a:pt x="21380" y="21600"/>
                  <a:pt x="21600" y="21380"/>
                  <a:pt x="21600" y="21109"/>
                </a:cubicBezTo>
                <a:cubicBezTo>
                  <a:pt x="21600" y="4990"/>
                  <a:pt x="9470" y="3150"/>
                  <a:pt x="6873" y="2942"/>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09" name="Google Shape;1009;p25"/>
          <p:cNvSpPr/>
          <p:nvPr/>
        </p:nvSpPr>
        <p:spPr>
          <a:xfrm>
            <a:off x="9455644" y="2716524"/>
            <a:ext cx="279328" cy="279328"/>
          </a:xfrm>
          <a:custGeom>
            <a:rect b="b" l="l" r="r" t="t"/>
            <a:pathLst>
              <a:path extrusionOk="0" h="21600" w="21600">
                <a:moveTo>
                  <a:pt x="15709" y="10176"/>
                </a:moveTo>
                <a:lnTo>
                  <a:pt x="15709" y="8345"/>
                </a:lnTo>
                <a:cubicBezTo>
                  <a:pt x="15709" y="8075"/>
                  <a:pt x="15490" y="7855"/>
                  <a:pt x="15218" y="7855"/>
                </a:cubicBezTo>
                <a:lnTo>
                  <a:pt x="14727" y="7855"/>
                </a:lnTo>
                <a:cubicBezTo>
                  <a:pt x="12724" y="7965"/>
                  <a:pt x="5590" y="8756"/>
                  <a:pt x="1949" y="14152"/>
                </a:cubicBezTo>
                <a:cubicBezTo>
                  <a:pt x="4809" y="5193"/>
                  <a:pt x="12588" y="4064"/>
                  <a:pt x="14727" y="3927"/>
                </a:cubicBezTo>
                <a:lnTo>
                  <a:pt x="15218" y="3927"/>
                </a:lnTo>
                <a:cubicBezTo>
                  <a:pt x="15490" y="3927"/>
                  <a:pt x="15709" y="3708"/>
                  <a:pt x="15709" y="3436"/>
                </a:cubicBezTo>
                <a:lnTo>
                  <a:pt x="15709" y="1606"/>
                </a:lnTo>
                <a:lnTo>
                  <a:pt x="20383" y="5891"/>
                </a:lnTo>
                <a:cubicBezTo>
                  <a:pt x="20383" y="5891"/>
                  <a:pt x="15709" y="10176"/>
                  <a:pt x="15709" y="10176"/>
                </a:cubicBezTo>
                <a:close/>
                <a:moveTo>
                  <a:pt x="21456" y="5544"/>
                </a:moveTo>
                <a:lnTo>
                  <a:pt x="15565" y="144"/>
                </a:lnTo>
                <a:cubicBezTo>
                  <a:pt x="15477" y="55"/>
                  <a:pt x="15354" y="0"/>
                  <a:pt x="15218" y="0"/>
                </a:cubicBezTo>
                <a:cubicBezTo>
                  <a:pt x="14947" y="0"/>
                  <a:pt x="14727" y="220"/>
                  <a:pt x="14727" y="491"/>
                </a:cubicBezTo>
                <a:lnTo>
                  <a:pt x="14727" y="2942"/>
                </a:lnTo>
                <a:cubicBezTo>
                  <a:pt x="12130" y="3150"/>
                  <a:pt x="0" y="4991"/>
                  <a:pt x="0" y="21109"/>
                </a:cubicBezTo>
                <a:cubicBezTo>
                  <a:pt x="0" y="21380"/>
                  <a:pt x="220" y="21600"/>
                  <a:pt x="491" y="21600"/>
                </a:cubicBezTo>
                <a:cubicBezTo>
                  <a:pt x="762" y="21600"/>
                  <a:pt x="982" y="21380"/>
                  <a:pt x="982" y="21109"/>
                </a:cubicBezTo>
                <a:cubicBezTo>
                  <a:pt x="982" y="16042"/>
                  <a:pt x="3417" y="12440"/>
                  <a:pt x="8250" y="10404"/>
                </a:cubicBezTo>
                <a:cubicBezTo>
                  <a:pt x="11093" y="9206"/>
                  <a:pt x="13684" y="8943"/>
                  <a:pt x="14727" y="8884"/>
                </a:cubicBezTo>
                <a:lnTo>
                  <a:pt x="14727" y="11291"/>
                </a:lnTo>
                <a:cubicBezTo>
                  <a:pt x="14727" y="11562"/>
                  <a:pt x="14947" y="11782"/>
                  <a:pt x="15218" y="11782"/>
                </a:cubicBezTo>
                <a:cubicBezTo>
                  <a:pt x="15354" y="11782"/>
                  <a:pt x="15477" y="11727"/>
                  <a:pt x="15565" y="11638"/>
                </a:cubicBezTo>
                <a:lnTo>
                  <a:pt x="21456" y="6238"/>
                </a:lnTo>
                <a:cubicBezTo>
                  <a:pt x="21545" y="6150"/>
                  <a:pt x="21600" y="6027"/>
                  <a:pt x="21600" y="5891"/>
                </a:cubicBezTo>
                <a:cubicBezTo>
                  <a:pt x="21600" y="5756"/>
                  <a:pt x="21545" y="5633"/>
                  <a:pt x="21456" y="5544"/>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10" name="Google Shape;1010;p25"/>
          <p:cNvSpPr/>
          <p:nvPr/>
        </p:nvSpPr>
        <p:spPr>
          <a:xfrm>
            <a:off x="9988905" y="2767311"/>
            <a:ext cx="279328" cy="177754"/>
          </a:xfrm>
          <a:custGeom>
            <a:rect b="b" l="l" r="r" t="t"/>
            <a:pathLst>
              <a:path extrusionOk="0" h="21600" w="21600">
                <a:moveTo>
                  <a:pt x="15955" y="1543"/>
                </a:moveTo>
                <a:cubicBezTo>
                  <a:pt x="12837" y="1543"/>
                  <a:pt x="10309" y="5515"/>
                  <a:pt x="10309" y="10414"/>
                </a:cubicBezTo>
                <a:lnTo>
                  <a:pt x="10309" y="11186"/>
                </a:lnTo>
                <a:cubicBezTo>
                  <a:pt x="10309" y="15233"/>
                  <a:pt x="8221" y="18514"/>
                  <a:pt x="5645" y="18514"/>
                </a:cubicBezTo>
                <a:cubicBezTo>
                  <a:pt x="3070" y="18514"/>
                  <a:pt x="982" y="15233"/>
                  <a:pt x="982" y="11186"/>
                </a:cubicBezTo>
                <a:lnTo>
                  <a:pt x="982" y="10414"/>
                </a:lnTo>
                <a:cubicBezTo>
                  <a:pt x="982" y="6367"/>
                  <a:pt x="3070" y="3086"/>
                  <a:pt x="5645" y="3086"/>
                </a:cubicBezTo>
                <a:cubicBezTo>
                  <a:pt x="6670" y="3086"/>
                  <a:pt x="7575" y="3630"/>
                  <a:pt x="8321" y="4629"/>
                </a:cubicBezTo>
                <a:lnTo>
                  <a:pt x="6382" y="4629"/>
                </a:lnTo>
                <a:cubicBezTo>
                  <a:pt x="6110" y="4629"/>
                  <a:pt x="5891" y="4974"/>
                  <a:pt x="5891" y="5400"/>
                </a:cubicBezTo>
                <a:cubicBezTo>
                  <a:pt x="5891" y="5826"/>
                  <a:pt x="6110" y="6171"/>
                  <a:pt x="6382" y="6171"/>
                </a:cubicBezTo>
                <a:lnTo>
                  <a:pt x="9327" y="6171"/>
                </a:lnTo>
                <a:cubicBezTo>
                  <a:pt x="9599" y="6171"/>
                  <a:pt x="9818" y="5826"/>
                  <a:pt x="9818" y="5400"/>
                </a:cubicBezTo>
                <a:lnTo>
                  <a:pt x="9818" y="771"/>
                </a:lnTo>
                <a:cubicBezTo>
                  <a:pt x="9818" y="346"/>
                  <a:pt x="9599" y="0"/>
                  <a:pt x="9327" y="0"/>
                </a:cubicBezTo>
                <a:cubicBezTo>
                  <a:pt x="9056" y="0"/>
                  <a:pt x="8836" y="346"/>
                  <a:pt x="8836" y="771"/>
                </a:cubicBezTo>
                <a:lnTo>
                  <a:pt x="8836" y="3321"/>
                </a:lnTo>
                <a:cubicBezTo>
                  <a:pt x="7879" y="2160"/>
                  <a:pt x="6706" y="1543"/>
                  <a:pt x="5645" y="1543"/>
                </a:cubicBezTo>
                <a:cubicBezTo>
                  <a:pt x="2527" y="1543"/>
                  <a:pt x="0" y="5515"/>
                  <a:pt x="0" y="10414"/>
                </a:cubicBezTo>
                <a:lnTo>
                  <a:pt x="0" y="11186"/>
                </a:lnTo>
                <a:cubicBezTo>
                  <a:pt x="0" y="16085"/>
                  <a:pt x="2527" y="20057"/>
                  <a:pt x="5645" y="20057"/>
                </a:cubicBezTo>
                <a:cubicBezTo>
                  <a:pt x="8763" y="20057"/>
                  <a:pt x="11291" y="16085"/>
                  <a:pt x="11291" y="11186"/>
                </a:cubicBezTo>
                <a:lnTo>
                  <a:pt x="11291" y="10414"/>
                </a:lnTo>
                <a:cubicBezTo>
                  <a:pt x="11291" y="6367"/>
                  <a:pt x="13379" y="3086"/>
                  <a:pt x="15955" y="3086"/>
                </a:cubicBezTo>
                <a:cubicBezTo>
                  <a:pt x="18530" y="3086"/>
                  <a:pt x="20618" y="6367"/>
                  <a:pt x="20618" y="10414"/>
                </a:cubicBezTo>
                <a:lnTo>
                  <a:pt x="20618" y="11186"/>
                </a:lnTo>
                <a:cubicBezTo>
                  <a:pt x="20618" y="15233"/>
                  <a:pt x="18530" y="18514"/>
                  <a:pt x="15955" y="18514"/>
                </a:cubicBezTo>
                <a:cubicBezTo>
                  <a:pt x="14930" y="18514"/>
                  <a:pt x="14025" y="17970"/>
                  <a:pt x="13279" y="16971"/>
                </a:cubicBezTo>
                <a:lnTo>
                  <a:pt x="15218" y="16971"/>
                </a:lnTo>
                <a:cubicBezTo>
                  <a:pt x="15490" y="16971"/>
                  <a:pt x="15709" y="16626"/>
                  <a:pt x="15709" y="16200"/>
                </a:cubicBezTo>
                <a:cubicBezTo>
                  <a:pt x="15709" y="15774"/>
                  <a:pt x="15490" y="15429"/>
                  <a:pt x="15218" y="15429"/>
                </a:cubicBezTo>
                <a:lnTo>
                  <a:pt x="12273" y="15429"/>
                </a:lnTo>
                <a:cubicBezTo>
                  <a:pt x="12001" y="15429"/>
                  <a:pt x="11782" y="15774"/>
                  <a:pt x="11782" y="16200"/>
                </a:cubicBezTo>
                <a:lnTo>
                  <a:pt x="11782" y="20829"/>
                </a:lnTo>
                <a:cubicBezTo>
                  <a:pt x="11782" y="21255"/>
                  <a:pt x="12001" y="21600"/>
                  <a:pt x="12273" y="21600"/>
                </a:cubicBezTo>
                <a:cubicBezTo>
                  <a:pt x="12544" y="21600"/>
                  <a:pt x="12764" y="21255"/>
                  <a:pt x="12764" y="20829"/>
                </a:cubicBezTo>
                <a:lnTo>
                  <a:pt x="12764" y="18279"/>
                </a:lnTo>
                <a:cubicBezTo>
                  <a:pt x="13721" y="19441"/>
                  <a:pt x="14894" y="20057"/>
                  <a:pt x="15955" y="20057"/>
                </a:cubicBezTo>
                <a:cubicBezTo>
                  <a:pt x="19073" y="20057"/>
                  <a:pt x="21600" y="16085"/>
                  <a:pt x="21600" y="11186"/>
                </a:cubicBezTo>
                <a:lnTo>
                  <a:pt x="21600" y="10414"/>
                </a:lnTo>
                <a:cubicBezTo>
                  <a:pt x="21600" y="5515"/>
                  <a:pt x="19073" y="1543"/>
                  <a:pt x="15955" y="154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11" name="Google Shape;1011;p25"/>
          <p:cNvSpPr/>
          <p:nvPr/>
        </p:nvSpPr>
        <p:spPr>
          <a:xfrm>
            <a:off x="10522166" y="2754614"/>
            <a:ext cx="279328" cy="203148"/>
          </a:xfrm>
          <a:custGeom>
            <a:rect b="b" l="l" r="r" t="t"/>
            <a:pathLst>
              <a:path extrusionOk="0" h="21600" w="21600">
                <a:moveTo>
                  <a:pt x="19924" y="4050"/>
                </a:moveTo>
                <a:lnTo>
                  <a:pt x="18798" y="5598"/>
                </a:lnTo>
                <a:cubicBezTo>
                  <a:pt x="18709" y="5720"/>
                  <a:pt x="18655" y="5889"/>
                  <a:pt x="18655" y="6075"/>
                </a:cubicBezTo>
                <a:cubicBezTo>
                  <a:pt x="18655" y="6448"/>
                  <a:pt x="18874" y="6750"/>
                  <a:pt x="19145" y="6750"/>
                </a:cubicBezTo>
                <a:cubicBezTo>
                  <a:pt x="19281" y="6750"/>
                  <a:pt x="19404" y="6674"/>
                  <a:pt x="19493" y="6552"/>
                </a:cubicBezTo>
                <a:lnTo>
                  <a:pt x="21456" y="3853"/>
                </a:lnTo>
                <a:cubicBezTo>
                  <a:pt x="21545" y="3731"/>
                  <a:pt x="21600" y="3562"/>
                  <a:pt x="21600" y="3375"/>
                </a:cubicBezTo>
                <a:cubicBezTo>
                  <a:pt x="21600" y="3189"/>
                  <a:pt x="21545" y="3020"/>
                  <a:pt x="21456" y="2898"/>
                </a:cubicBezTo>
                <a:lnTo>
                  <a:pt x="19493" y="198"/>
                </a:lnTo>
                <a:cubicBezTo>
                  <a:pt x="19403" y="76"/>
                  <a:pt x="19281" y="0"/>
                  <a:pt x="19145" y="0"/>
                </a:cubicBezTo>
                <a:cubicBezTo>
                  <a:pt x="18874" y="0"/>
                  <a:pt x="18655" y="303"/>
                  <a:pt x="18655" y="675"/>
                </a:cubicBezTo>
                <a:cubicBezTo>
                  <a:pt x="18655" y="862"/>
                  <a:pt x="18709" y="1031"/>
                  <a:pt x="18799" y="1153"/>
                </a:cubicBezTo>
                <a:lnTo>
                  <a:pt x="19924" y="2700"/>
                </a:lnTo>
                <a:lnTo>
                  <a:pt x="15218" y="2700"/>
                </a:lnTo>
                <a:cubicBezTo>
                  <a:pt x="15065" y="2700"/>
                  <a:pt x="14933" y="2803"/>
                  <a:pt x="14843" y="2954"/>
                </a:cubicBezTo>
                <a:lnTo>
                  <a:pt x="14838" y="2948"/>
                </a:lnTo>
                <a:lnTo>
                  <a:pt x="6149" y="17550"/>
                </a:lnTo>
                <a:lnTo>
                  <a:pt x="491" y="17550"/>
                </a:lnTo>
                <a:cubicBezTo>
                  <a:pt x="220" y="17550"/>
                  <a:pt x="0" y="17853"/>
                  <a:pt x="0" y="18225"/>
                </a:cubicBezTo>
                <a:cubicBezTo>
                  <a:pt x="0" y="18598"/>
                  <a:pt x="220" y="18900"/>
                  <a:pt x="491" y="18900"/>
                </a:cubicBezTo>
                <a:lnTo>
                  <a:pt x="6382" y="18900"/>
                </a:lnTo>
                <a:cubicBezTo>
                  <a:pt x="6535" y="18900"/>
                  <a:pt x="6667" y="18798"/>
                  <a:pt x="6757" y="18647"/>
                </a:cubicBezTo>
                <a:lnTo>
                  <a:pt x="6762" y="18652"/>
                </a:lnTo>
                <a:lnTo>
                  <a:pt x="15451" y="4050"/>
                </a:lnTo>
                <a:cubicBezTo>
                  <a:pt x="15451" y="4050"/>
                  <a:pt x="19924" y="4050"/>
                  <a:pt x="19924" y="4050"/>
                </a:cubicBezTo>
                <a:close/>
                <a:moveTo>
                  <a:pt x="19493" y="15048"/>
                </a:moveTo>
                <a:cubicBezTo>
                  <a:pt x="19403" y="14926"/>
                  <a:pt x="19281" y="14850"/>
                  <a:pt x="19145" y="14850"/>
                </a:cubicBezTo>
                <a:cubicBezTo>
                  <a:pt x="18874" y="14850"/>
                  <a:pt x="18655" y="15153"/>
                  <a:pt x="18655" y="15525"/>
                </a:cubicBezTo>
                <a:cubicBezTo>
                  <a:pt x="18655" y="15712"/>
                  <a:pt x="18709" y="15880"/>
                  <a:pt x="18798" y="16002"/>
                </a:cubicBezTo>
                <a:lnTo>
                  <a:pt x="19924" y="17550"/>
                </a:lnTo>
                <a:lnTo>
                  <a:pt x="15451" y="17550"/>
                </a:lnTo>
                <a:lnTo>
                  <a:pt x="12386" y="12399"/>
                </a:lnTo>
                <a:lnTo>
                  <a:pt x="11751" y="13465"/>
                </a:lnTo>
                <a:lnTo>
                  <a:pt x="14838" y="18652"/>
                </a:lnTo>
                <a:lnTo>
                  <a:pt x="14843" y="18647"/>
                </a:lnTo>
                <a:cubicBezTo>
                  <a:pt x="14933" y="18798"/>
                  <a:pt x="15065" y="18900"/>
                  <a:pt x="15218" y="18900"/>
                </a:cubicBezTo>
                <a:lnTo>
                  <a:pt x="19924" y="18900"/>
                </a:lnTo>
                <a:lnTo>
                  <a:pt x="18798" y="20448"/>
                </a:lnTo>
                <a:cubicBezTo>
                  <a:pt x="18709" y="20570"/>
                  <a:pt x="18655" y="20739"/>
                  <a:pt x="18655" y="20925"/>
                </a:cubicBezTo>
                <a:cubicBezTo>
                  <a:pt x="18655" y="21298"/>
                  <a:pt x="18874" y="21600"/>
                  <a:pt x="19145" y="21600"/>
                </a:cubicBezTo>
                <a:cubicBezTo>
                  <a:pt x="19281" y="21600"/>
                  <a:pt x="19403" y="21525"/>
                  <a:pt x="19493" y="21402"/>
                </a:cubicBezTo>
                <a:lnTo>
                  <a:pt x="21456" y="18702"/>
                </a:lnTo>
                <a:cubicBezTo>
                  <a:pt x="21545" y="18580"/>
                  <a:pt x="21600" y="18412"/>
                  <a:pt x="21600" y="18225"/>
                </a:cubicBezTo>
                <a:cubicBezTo>
                  <a:pt x="21600" y="18039"/>
                  <a:pt x="21545" y="17870"/>
                  <a:pt x="21456" y="17748"/>
                </a:cubicBezTo>
                <a:cubicBezTo>
                  <a:pt x="21456" y="17748"/>
                  <a:pt x="19493" y="15048"/>
                  <a:pt x="19493" y="15048"/>
                </a:cubicBezTo>
                <a:close/>
                <a:moveTo>
                  <a:pt x="491" y="4050"/>
                </a:moveTo>
                <a:lnTo>
                  <a:pt x="6148" y="4050"/>
                </a:lnTo>
                <a:lnTo>
                  <a:pt x="9214" y="9201"/>
                </a:lnTo>
                <a:lnTo>
                  <a:pt x="9849" y="8136"/>
                </a:lnTo>
                <a:lnTo>
                  <a:pt x="6762" y="2948"/>
                </a:lnTo>
                <a:lnTo>
                  <a:pt x="6756" y="2954"/>
                </a:lnTo>
                <a:cubicBezTo>
                  <a:pt x="6667" y="2803"/>
                  <a:pt x="6535" y="2700"/>
                  <a:pt x="6382" y="2700"/>
                </a:cubicBezTo>
                <a:lnTo>
                  <a:pt x="491" y="2700"/>
                </a:lnTo>
                <a:cubicBezTo>
                  <a:pt x="220" y="2700"/>
                  <a:pt x="0" y="3003"/>
                  <a:pt x="0" y="3375"/>
                </a:cubicBezTo>
                <a:cubicBezTo>
                  <a:pt x="0" y="3748"/>
                  <a:pt x="220" y="4050"/>
                  <a:pt x="491" y="405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12" name="Google Shape;1012;p25"/>
          <p:cNvSpPr/>
          <p:nvPr/>
        </p:nvSpPr>
        <p:spPr>
          <a:xfrm>
            <a:off x="11055427" y="2741917"/>
            <a:ext cx="279328" cy="228541"/>
          </a:xfrm>
          <a:custGeom>
            <a:rect b="b" l="l" r="r" t="t"/>
            <a:pathLst>
              <a:path extrusionOk="0" h="21600" w="21600">
                <a:moveTo>
                  <a:pt x="1964" y="12000"/>
                </a:moveTo>
                <a:cubicBezTo>
                  <a:pt x="1421" y="12000"/>
                  <a:pt x="982" y="11462"/>
                  <a:pt x="982" y="10800"/>
                </a:cubicBezTo>
                <a:cubicBezTo>
                  <a:pt x="982" y="10138"/>
                  <a:pt x="1421" y="9600"/>
                  <a:pt x="1964" y="9600"/>
                </a:cubicBezTo>
                <a:cubicBezTo>
                  <a:pt x="2505" y="9600"/>
                  <a:pt x="2945" y="10138"/>
                  <a:pt x="2945" y="10800"/>
                </a:cubicBezTo>
                <a:cubicBezTo>
                  <a:pt x="2945" y="11462"/>
                  <a:pt x="2505" y="12000"/>
                  <a:pt x="1964" y="12000"/>
                </a:cubicBezTo>
                <a:moveTo>
                  <a:pt x="21456" y="10376"/>
                </a:moveTo>
                <a:lnTo>
                  <a:pt x="18511" y="6776"/>
                </a:lnTo>
                <a:cubicBezTo>
                  <a:pt x="18422" y="6667"/>
                  <a:pt x="18299" y="6600"/>
                  <a:pt x="18164" y="6600"/>
                </a:cubicBezTo>
                <a:cubicBezTo>
                  <a:pt x="17892" y="6600"/>
                  <a:pt x="17673" y="6869"/>
                  <a:pt x="17673" y="7200"/>
                </a:cubicBezTo>
                <a:cubicBezTo>
                  <a:pt x="17673" y="7366"/>
                  <a:pt x="17728" y="7516"/>
                  <a:pt x="17817" y="7624"/>
                </a:cubicBezTo>
                <a:lnTo>
                  <a:pt x="19924" y="10200"/>
                </a:lnTo>
                <a:lnTo>
                  <a:pt x="8058" y="10200"/>
                </a:lnTo>
                <a:lnTo>
                  <a:pt x="14727" y="2048"/>
                </a:lnTo>
                <a:lnTo>
                  <a:pt x="14727" y="5400"/>
                </a:lnTo>
                <a:cubicBezTo>
                  <a:pt x="14727" y="5732"/>
                  <a:pt x="14947" y="6000"/>
                  <a:pt x="15218" y="6000"/>
                </a:cubicBezTo>
                <a:cubicBezTo>
                  <a:pt x="15489" y="6000"/>
                  <a:pt x="15709" y="5732"/>
                  <a:pt x="15709" y="5400"/>
                </a:cubicBezTo>
                <a:lnTo>
                  <a:pt x="15709" y="600"/>
                </a:lnTo>
                <a:cubicBezTo>
                  <a:pt x="15709" y="269"/>
                  <a:pt x="15489" y="0"/>
                  <a:pt x="15218" y="0"/>
                </a:cubicBezTo>
                <a:lnTo>
                  <a:pt x="11291" y="0"/>
                </a:lnTo>
                <a:cubicBezTo>
                  <a:pt x="11020" y="0"/>
                  <a:pt x="10800" y="269"/>
                  <a:pt x="10800" y="600"/>
                </a:cubicBezTo>
                <a:cubicBezTo>
                  <a:pt x="10800" y="932"/>
                  <a:pt x="11020" y="1200"/>
                  <a:pt x="11291" y="1200"/>
                </a:cubicBezTo>
                <a:lnTo>
                  <a:pt x="14033" y="1200"/>
                </a:lnTo>
                <a:lnTo>
                  <a:pt x="6669" y="10200"/>
                </a:lnTo>
                <a:lnTo>
                  <a:pt x="3858" y="10200"/>
                </a:lnTo>
                <a:cubicBezTo>
                  <a:pt x="3639" y="9167"/>
                  <a:pt x="2877" y="8400"/>
                  <a:pt x="1964" y="8400"/>
                </a:cubicBezTo>
                <a:cubicBezTo>
                  <a:pt x="879" y="8400"/>
                  <a:pt x="0" y="9475"/>
                  <a:pt x="0" y="10800"/>
                </a:cubicBezTo>
                <a:cubicBezTo>
                  <a:pt x="0" y="12125"/>
                  <a:pt x="879" y="13200"/>
                  <a:pt x="1964" y="13200"/>
                </a:cubicBezTo>
                <a:cubicBezTo>
                  <a:pt x="2877" y="13200"/>
                  <a:pt x="3639" y="12434"/>
                  <a:pt x="3858" y="11400"/>
                </a:cubicBezTo>
                <a:lnTo>
                  <a:pt x="6669" y="11400"/>
                </a:lnTo>
                <a:lnTo>
                  <a:pt x="14033" y="20400"/>
                </a:lnTo>
                <a:lnTo>
                  <a:pt x="11291" y="20400"/>
                </a:lnTo>
                <a:cubicBezTo>
                  <a:pt x="11020" y="20400"/>
                  <a:pt x="10800" y="20669"/>
                  <a:pt x="10800" y="21000"/>
                </a:cubicBezTo>
                <a:cubicBezTo>
                  <a:pt x="10800" y="21332"/>
                  <a:pt x="11020" y="21600"/>
                  <a:pt x="11291" y="21600"/>
                </a:cubicBezTo>
                <a:lnTo>
                  <a:pt x="15218" y="21600"/>
                </a:lnTo>
                <a:cubicBezTo>
                  <a:pt x="15489" y="21600"/>
                  <a:pt x="15709" y="21332"/>
                  <a:pt x="15709" y="21000"/>
                </a:cubicBezTo>
                <a:lnTo>
                  <a:pt x="15709" y="16200"/>
                </a:lnTo>
                <a:cubicBezTo>
                  <a:pt x="15709" y="15869"/>
                  <a:pt x="15489" y="15600"/>
                  <a:pt x="15218" y="15600"/>
                </a:cubicBezTo>
                <a:cubicBezTo>
                  <a:pt x="14947" y="15600"/>
                  <a:pt x="14727" y="15869"/>
                  <a:pt x="14727" y="16200"/>
                </a:cubicBezTo>
                <a:lnTo>
                  <a:pt x="14727" y="19552"/>
                </a:lnTo>
                <a:lnTo>
                  <a:pt x="8058" y="11400"/>
                </a:lnTo>
                <a:lnTo>
                  <a:pt x="19924" y="11400"/>
                </a:lnTo>
                <a:lnTo>
                  <a:pt x="17817" y="13976"/>
                </a:lnTo>
                <a:cubicBezTo>
                  <a:pt x="17728" y="14085"/>
                  <a:pt x="17673" y="14235"/>
                  <a:pt x="17673" y="14400"/>
                </a:cubicBezTo>
                <a:cubicBezTo>
                  <a:pt x="17673" y="14732"/>
                  <a:pt x="17892" y="15000"/>
                  <a:pt x="18164" y="15000"/>
                </a:cubicBezTo>
                <a:cubicBezTo>
                  <a:pt x="18299" y="15000"/>
                  <a:pt x="18422" y="14933"/>
                  <a:pt x="18511" y="14824"/>
                </a:cubicBezTo>
                <a:lnTo>
                  <a:pt x="21456" y="11224"/>
                </a:lnTo>
                <a:cubicBezTo>
                  <a:pt x="21545" y="11116"/>
                  <a:pt x="21600" y="10966"/>
                  <a:pt x="21600" y="10800"/>
                </a:cubicBezTo>
                <a:cubicBezTo>
                  <a:pt x="21600" y="10635"/>
                  <a:pt x="21545" y="10485"/>
                  <a:pt x="21456" y="10376"/>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13" name="Google Shape;1013;p25"/>
          <p:cNvSpPr/>
          <p:nvPr/>
        </p:nvSpPr>
        <p:spPr>
          <a:xfrm>
            <a:off x="942512" y="3405784"/>
            <a:ext cx="203148" cy="279328"/>
          </a:xfrm>
          <a:custGeom>
            <a:rect b="b" l="l" r="r" t="t"/>
            <a:pathLst>
              <a:path extrusionOk="0" h="21600" w="21600">
                <a:moveTo>
                  <a:pt x="20925" y="6873"/>
                </a:moveTo>
                <a:lnTo>
                  <a:pt x="13500" y="6873"/>
                </a:lnTo>
                <a:cubicBezTo>
                  <a:pt x="13128" y="6873"/>
                  <a:pt x="12825" y="7093"/>
                  <a:pt x="12825" y="7364"/>
                </a:cubicBezTo>
                <a:cubicBezTo>
                  <a:pt x="12825" y="7635"/>
                  <a:pt x="13128" y="7855"/>
                  <a:pt x="13500" y="7855"/>
                </a:cubicBezTo>
                <a:lnTo>
                  <a:pt x="20250" y="7855"/>
                </a:lnTo>
                <a:lnTo>
                  <a:pt x="20250" y="20618"/>
                </a:lnTo>
                <a:lnTo>
                  <a:pt x="1350" y="20618"/>
                </a:lnTo>
                <a:lnTo>
                  <a:pt x="1350" y="7855"/>
                </a:lnTo>
                <a:lnTo>
                  <a:pt x="8100" y="7855"/>
                </a:lnTo>
                <a:cubicBezTo>
                  <a:pt x="8472" y="7855"/>
                  <a:pt x="8775" y="7635"/>
                  <a:pt x="8775" y="7364"/>
                </a:cubicBezTo>
                <a:cubicBezTo>
                  <a:pt x="8775" y="7093"/>
                  <a:pt x="8472" y="6873"/>
                  <a:pt x="8100" y="6873"/>
                </a:cubicBezTo>
                <a:lnTo>
                  <a:pt x="675" y="6873"/>
                </a:lnTo>
                <a:cubicBezTo>
                  <a:pt x="303" y="6873"/>
                  <a:pt x="0" y="7093"/>
                  <a:pt x="0" y="7364"/>
                </a:cubicBezTo>
                <a:lnTo>
                  <a:pt x="0" y="21109"/>
                </a:lnTo>
                <a:cubicBezTo>
                  <a:pt x="0" y="21381"/>
                  <a:pt x="303" y="21600"/>
                  <a:pt x="675" y="21600"/>
                </a:cubicBezTo>
                <a:lnTo>
                  <a:pt x="20925" y="21600"/>
                </a:lnTo>
                <a:cubicBezTo>
                  <a:pt x="21297" y="21600"/>
                  <a:pt x="21600" y="21381"/>
                  <a:pt x="21600" y="21109"/>
                </a:cubicBezTo>
                <a:lnTo>
                  <a:pt x="21600" y="7364"/>
                </a:lnTo>
                <a:cubicBezTo>
                  <a:pt x="21600" y="7093"/>
                  <a:pt x="21297" y="6873"/>
                  <a:pt x="20925" y="6873"/>
                </a:cubicBezTo>
                <a:moveTo>
                  <a:pt x="5400" y="12764"/>
                </a:moveTo>
                <a:cubicBezTo>
                  <a:pt x="5028" y="12764"/>
                  <a:pt x="4725" y="12983"/>
                  <a:pt x="4725" y="13255"/>
                </a:cubicBezTo>
                <a:cubicBezTo>
                  <a:pt x="4725" y="13390"/>
                  <a:pt x="4800" y="13513"/>
                  <a:pt x="4923" y="13602"/>
                </a:cubicBezTo>
                <a:lnTo>
                  <a:pt x="10323" y="17529"/>
                </a:lnTo>
                <a:cubicBezTo>
                  <a:pt x="10445" y="17618"/>
                  <a:pt x="10614" y="17673"/>
                  <a:pt x="10800" y="17673"/>
                </a:cubicBezTo>
                <a:cubicBezTo>
                  <a:pt x="10986" y="17673"/>
                  <a:pt x="11155" y="17618"/>
                  <a:pt x="11277" y="17529"/>
                </a:cubicBezTo>
                <a:lnTo>
                  <a:pt x="16677" y="13602"/>
                </a:lnTo>
                <a:cubicBezTo>
                  <a:pt x="16800" y="13513"/>
                  <a:pt x="16875" y="13390"/>
                  <a:pt x="16875" y="13255"/>
                </a:cubicBezTo>
                <a:cubicBezTo>
                  <a:pt x="16875" y="12983"/>
                  <a:pt x="16572" y="12764"/>
                  <a:pt x="16200" y="12764"/>
                </a:cubicBezTo>
                <a:cubicBezTo>
                  <a:pt x="16014" y="12764"/>
                  <a:pt x="15845" y="12819"/>
                  <a:pt x="15723" y="12907"/>
                </a:cubicBezTo>
                <a:lnTo>
                  <a:pt x="11475" y="15997"/>
                </a:lnTo>
                <a:lnTo>
                  <a:pt x="11475" y="491"/>
                </a:lnTo>
                <a:cubicBezTo>
                  <a:pt x="11475" y="220"/>
                  <a:pt x="11172" y="0"/>
                  <a:pt x="10800" y="0"/>
                </a:cubicBezTo>
                <a:cubicBezTo>
                  <a:pt x="10428" y="0"/>
                  <a:pt x="10125" y="220"/>
                  <a:pt x="10125" y="491"/>
                </a:cubicBezTo>
                <a:lnTo>
                  <a:pt x="10125" y="15997"/>
                </a:lnTo>
                <a:lnTo>
                  <a:pt x="5877" y="12907"/>
                </a:lnTo>
                <a:cubicBezTo>
                  <a:pt x="5755" y="12819"/>
                  <a:pt x="5586" y="12764"/>
                  <a:pt x="5400" y="12764"/>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14" name="Google Shape;1014;p25"/>
          <p:cNvSpPr/>
          <p:nvPr/>
        </p:nvSpPr>
        <p:spPr>
          <a:xfrm>
            <a:off x="1475773" y="3405784"/>
            <a:ext cx="203148" cy="279328"/>
          </a:xfrm>
          <a:custGeom>
            <a:rect b="b" l="l" r="r" t="t"/>
            <a:pathLst>
              <a:path extrusionOk="0" h="21600" w="21600">
                <a:moveTo>
                  <a:pt x="5400" y="4909"/>
                </a:moveTo>
                <a:cubicBezTo>
                  <a:pt x="5586" y="4909"/>
                  <a:pt x="5755" y="4855"/>
                  <a:pt x="5877" y="4765"/>
                </a:cubicBezTo>
                <a:lnTo>
                  <a:pt x="10125" y="1676"/>
                </a:lnTo>
                <a:lnTo>
                  <a:pt x="10125" y="17182"/>
                </a:lnTo>
                <a:cubicBezTo>
                  <a:pt x="10125" y="17453"/>
                  <a:pt x="10428" y="17673"/>
                  <a:pt x="10800" y="17673"/>
                </a:cubicBezTo>
                <a:cubicBezTo>
                  <a:pt x="11172" y="17673"/>
                  <a:pt x="11475" y="17453"/>
                  <a:pt x="11475" y="17182"/>
                </a:cubicBezTo>
                <a:lnTo>
                  <a:pt x="11475" y="1676"/>
                </a:lnTo>
                <a:lnTo>
                  <a:pt x="15723" y="4765"/>
                </a:lnTo>
                <a:cubicBezTo>
                  <a:pt x="15845" y="4855"/>
                  <a:pt x="16014" y="4909"/>
                  <a:pt x="16200" y="4909"/>
                </a:cubicBezTo>
                <a:cubicBezTo>
                  <a:pt x="16572" y="4909"/>
                  <a:pt x="16875" y="4690"/>
                  <a:pt x="16875" y="4418"/>
                </a:cubicBezTo>
                <a:cubicBezTo>
                  <a:pt x="16875" y="4283"/>
                  <a:pt x="16800" y="4161"/>
                  <a:pt x="16677" y="4071"/>
                </a:cubicBezTo>
                <a:lnTo>
                  <a:pt x="11277" y="144"/>
                </a:lnTo>
                <a:cubicBezTo>
                  <a:pt x="11155" y="55"/>
                  <a:pt x="10986" y="0"/>
                  <a:pt x="10800" y="0"/>
                </a:cubicBezTo>
                <a:cubicBezTo>
                  <a:pt x="10614" y="0"/>
                  <a:pt x="10445" y="55"/>
                  <a:pt x="10323" y="144"/>
                </a:cubicBezTo>
                <a:lnTo>
                  <a:pt x="4923" y="4071"/>
                </a:lnTo>
                <a:cubicBezTo>
                  <a:pt x="4800" y="4161"/>
                  <a:pt x="4725" y="4283"/>
                  <a:pt x="4725" y="4418"/>
                </a:cubicBezTo>
                <a:cubicBezTo>
                  <a:pt x="4725" y="4690"/>
                  <a:pt x="5028" y="4909"/>
                  <a:pt x="5400" y="4909"/>
                </a:cubicBezTo>
                <a:moveTo>
                  <a:pt x="20925" y="6873"/>
                </a:moveTo>
                <a:lnTo>
                  <a:pt x="13500" y="6873"/>
                </a:lnTo>
                <a:cubicBezTo>
                  <a:pt x="13128" y="6873"/>
                  <a:pt x="12825" y="7093"/>
                  <a:pt x="12825" y="7364"/>
                </a:cubicBezTo>
                <a:cubicBezTo>
                  <a:pt x="12825" y="7635"/>
                  <a:pt x="13128" y="7855"/>
                  <a:pt x="13500" y="7855"/>
                </a:cubicBezTo>
                <a:lnTo>
                  <a:pt x="20250" y="7855"/>
                </a:lnTo>
                <a:lnTo>
                  <a:pt x="20250" y="20618"/>
                </a:lnTo>
                <a:lnTo>
                  <a:pt x="1350" y="20618"/>
                </a:lnTo>
                <a:lnTo>
                  <a:pt x="1350" y="7855"/>
                </a:lnTo>
                <a:lnTo>
                  <a:pt x="8100" y="7855"/>
                </a:lnTo>
                <a:cubicBezTo>
                  <a:pt x="8472" y="7855"/>
                  <a:pt x="8775" y="7635"/>
                  <a:pt x="8775" y="7364"/>
                </a:cubicBezTo>
                <a:cubicBezTo>
                  <a:pt x="8775" y="7093"/>
                  <a:pt x="8472" y="6873"/>
                  <a:pt x="8100" y="6873"/>
                </a:cubicBezTo>
                <a:lnTo>
                  <a:pt x="675" y="6873"/>
                </a:lnTo>
                <a:cubicBezTo>
                  <a:pt x="303" y="6873"/>
                  <a:pt x="0" y="7093"/>
                  <a:pt x="0" y="7364"/>
                </a:cubicBezTo>
                <a:lnTo>
                  <a:pt x="0" y="21109"/>
                </a:lnTo>
                <a:cubicBezTo>
                  <a:pt x="0" y="21381"/>
                  <a:pt x="303" y="21600"/>
                  <a:pt x="675" y="21600"/>
                </a:cubicBezTo>
                <a:lnTo>
                  <a:pt x="20925" y="21600"/>
                </a:lnTo>
                <a:cubicBezTo>
                  <a:pt x="21297" y="21600"/>
                  <a:pt x="21600" y="21381"/>
                  <a:pt x="21600" y="21109"/>
                </a:cubicBezTo>
                <a:lnTo>
                  <a:pt x="21600" y="7364"/>
                </a:lnTo>
                <a:cubicBezTo>
                  <a:pt x="21600" y="7093"/>
                  <a:pt x="21297" y="6873"/>
                  <a:pt x="20925" y="687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15" name="Google Shape;1015;p25"/>
          <p:cNvSpPr/>
          <p:nvPr/>
        </p:nvSpPr>
        <p:spPr>
          <a:xfrm>
            <a:off x="1970944" y="3405784"/>
            <a:ext cx="279328" cy="279328"/>
          </a:xfrm>
          <a:custGeom>
            <a:rect b="b" l="l" r="r" t="t"/>
            <a:pathLst>
              <a:path extrusionOk="0" h="21600" w="21600">
                <a:moveTo>
                  <a:pt x="6382" y="1964"/>
                </a:moveTo>
                <a:cubicBezTo>
                  <a:pt x="6111" y="1964"/>
                  <a:pt x="5891" y="2184"/>
                  <a:pt x="5891" y="2455"/>
                </a:cubicBezTo>
                <a:cubicBezTo>
                  <a:pt x="5891" y="2726"/>
                  <a:pt x="6111" y="2945"/>
                  <a:pt x="6382" y="2945"/>
                </a:cubicBezTo>
                <a:cubicBezTo>
                  <a:pt x="6653" y="2945"/>
                  <a:pt x="6873" y="2726"/>
                  <a:pt x="6873" y="2455"/>
                </a:cubicBezTo>
                <a:cubicBezTo>
                  <a:pt x="6873" y="2184"/>
                  <a:pt x="6653" y="1964"/>
                  <a:pt x="6382" y="1964"/>
                </a:cubicBezTo>
                <a:moveTo>
                  <a:pt x="4418" y="1964"/>
                </a:moveTo>
                <a:cubicBezTo>
                  <a:pt x="4147" y="1964"/>
                  <a:pt x="3927" y="2184"/>
                  <a:pt x="3927" y="2455"/>
                </a:cubicBezTo>
                <a:cubicBezTo>
                  <a:pt x="3927" y="2726"/>
                  <a:pt x="4147" y="2945"/>
                  <a:pt x="4418" y="2945"/>
                </a:cubicBezTo>
                <a:cubicBezTo>
                  <a:pt x="4689" y="2945"/>
                  <a:pt x="4909" y="2726"/>
                  <a:pt x="4909" y="2455"/>
                </a:cubicBezTo>
                <a:cubicBezTo>
                  <a:pt x="4909" y="2184"/>
                  <a:pt x="4689" y="1964"/>
                  <a:pt x="4418" y="1964"/>
                </a:cubicBezTo>
                <a:moveTo>
                  <a:pt x="19145" y="1964"/>
                </a:moveTo>
                <a:lnTo>
                  <a:pt x="8345" y="1964"/>
                </a:lnTo>
                <a:cubicBezTo>
                  <a:pt x="8075" y="1964"/>
                  <a:pt x="7855" y="2184"/>
                  <a:pt x="7855" y="2455"/>
                </a:cubicBezTo>
                <a:cubicBezTo>
                  <a:pt x="7855" y="2726"/>
                  <a:pt x="8075" y="2945"/>
                  <a:pt x="8345" y="2945"/>
                </a:cubicBezTo>
                <a:lnTo>
                  <a:pt x="19145" y="2945"/>
                </a:lnTo>
                <a:cubicBezTo>
                  <a:pt x="19416" y="2945"/>
                  <a:pt x="19636" y="2726"/>
                  <a:pt x="19636" y="2455"/>
                </a:cubicBezTo>
                <a:cubicBezTo>
                  <a:pt x="19636" y="2184"/>
                  <a:pt x="19416" y="1964"/>
                  <a:pt x="19145" y="1964"/>
                </a:cubicBezTo>
                <a:moveTo>
                  <a:pt x="20618" y="3927"/>
                </a:moveTo>
                <a:lnTo>
                  <a:pt x="982" y="3927"/>
                </a:lnTo>
                <a:lnTo>
                  <a:pt x="982" y="1964"/>
                </a:lnTo>
                <a:cubicBezTo>
                  <a:pt x="982" y="1422"/>
                  <a:pt x="1422" y="982"/>
                  <a:pt x="1964" y="982"/>
                </a:cubicBezTo>
                <a:lnTo>
                  <a:pt x="19636" y="982"/>
                </a:lnTo>
                <a:cubicBezTo>
                  <a:pt x="20178" y="982"/>
                  <a:pt x="20618" y="1422"/>
                  <a:pt x="20618" y="1964"/>
                </a:cubicBezTo>
                <a:cubicBezTo>
                  <a:pt x="20618" y="1964"/>
                  <a:pt x="20618" y="3927"/>
                  <a:pt x="20618" y="3927"/>
                </a:cubicBezTo>
                <a:close/>
                <a:moveTo>
                  <a:pt x="20618" y="19636"/>
                </a:moveTo>
                <a:cubicBezTo>
                  <a:pt x="20618" y="20178"/>
                  <a:pt x="20178" y="20618"/>
                  <a:pt x="19636" y="20618"/>
                </a:cubicBezTo>
                <a:lnTo>
                  <a:pt x="1964" y="20618"/>
                </a:lnTo>
                <a:cubicBezTo>
                  <a:pt x="1422" y="20618"/>
                  <a:pt x="982" y="20178"/>
                  <a:pt x="982" y="19636"/>
                </a:cubicBezTo>
                <a:lnTo>
                  <a:pt x="982" y="4909"/>
                </a:lnTo>
                <a:lnTo>
                  <a:pt x="20618" y="4909"/>
                </a:lnTo>
                <a:cubicBezTo>
                  <a:pt x="20618" y="4909"/>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2455" y="1964"/>
                </a:moveTo>
                <a:cubicBezTo>
                  <a:pt x="2184" y="1964"/>
                  <a:pt x="1964" y="2184"/>
                  <a:pt x="1964" y="2455"/>
                </a:cubicBezTo>
                <a:cubicBezTo>
                  <a:pt x="1964" y="2726"/>
                  <a:pt x="2184" y="2945"/>
                  <a:pt x="2455" y="2945"/>
                </a:cubicBezTo>
                <a:cubicBezTo>
                  <a:pt x="2725" y="2945"/>
                  <a:pt x="2945" y="2726"/>
                  <a:pt x="2945" y="2455"/>
                </a:cubicBezTo>
                <a:cubicBezTo>
                  <a:pt x="2945" y="2184"/>
                  <a:pt x="2725" y="1964"/>
                  <a:pt x="2455" y="1964"/>
                </a:cubicBezTo>
                <a:moveTo>
                  <a:pt x="7140" y="14181"/>
                </a:moveTo>
                <a:cubicBezTo>
                  <a:pt x="6970" y="13741"/>
                  <a:pt x="6873" y="13264"/>
                  <a:pt x="6873" y="12764"/>
                </a:cubicBezTo>
                <a:cubicBezTo>
                  <a:pt x="6873" y="10595"/>
                  <a:pt x="8631" y="8836"/>
                  <a:pt x="10800" y="8836"/>
                </a:cubicBezTo>
                <a:cubicBezTo>
                  <a:pt x="11300" y="8836"/>
                  <a:pt x="11777" y="8934"/>
                  <a:pt x="12217" y="9104"/>
                </a:cubicBezTo>
                <a:lnTo>
                  <a:pt x="13217" y="8494"/>
                </a:lnTo>
                <a:cubicBezTo>
                  <a:pt x="12503" y="8089"/>
                  <a:pt x="11680" y="7855"/>
                  <a:pt x="10800" y="7855"/>
                </a:cubicBezTo>
                <a:cubicBezTo>
                  <a:pt x="8089" y="7855"/>
                  <a:pt x="5891" y="10053"/>
                  <a:pt x="5891" y="12764"/>
                </a:cubicBezTo>
                <a:cubicBezTo>
                  <a:pt x="5891" y="13643"/>
                  <a:pt x="6125" y="14467"/>
                  <a:pt x="6530" y="15181"/>
                </a:cubicBezTo>
                <a:cubicBezTo>
                  <a:pt x="6530" y="15181"/>
                  <a:pt x="7140" y="14181"/>
                  <a:pt x="7140" y="14181"/>
                </a:cubicBezTo>
                <a:close/>
                <a:moveTo>
                  <a:pt x="14460" y="11347"/>
                </a:moveTo>
                <a:cubicBezTo>
                  <a:pt x="14630" y="11787"/>
                  <a:pt x="14727" y="12263"/>
                  <a:pt x="14727" y="12764"/>
                </a:cubicBezTo>
                <a:cubicBezTo>
                  <a:pt x="14727" y="14932"/>
                  <a:pt x="12969" y="16691"/>
                  <a:pt x="10800" y="16691"/>
                </a:cubicBezTo>
                <a:cubicBezTo>
                  <a:pt x="10300" y="16691"/>
                  <a:pt x="9823" y="16594"/>
                  <a:pt x="9383" y="16423"/>
                </a:cubicBezTo>
                <a:lnTo>
                  <a:pt x="8383" y="17034"/>
                </a:lnTo>
                <a:cubicBezTo>
                  <a:pt x="9097" y="17439"/>
                  <a:pt x="9920" y="17673"/>
                  <a:pt x="10800" y="17673"/>
                </a:cubicBezTo>
                <a:cubicBezTo>
                  <a:pt x="13511" y="17673"/>
                  <a:pt x="15709" y="15475"/>
                  <a:pt x="15709" y="12764"/>
                </a:cubicBezTo>
                <a:cubicBezTo>
                  <a:pt x="15709" y="11884"/>
                  <a:pt x="15475" y="11061"/>
                  <a:pt x="15070" y="10346"/>
                </a:cubicBezTo>
                <a:cubicBezTo>
                  <a:pt x="15070" y="10346"/>
                  <a:pt x="14460" y="11347"/>
                  <a:pt x="14460" y="11347"/>
                </a:cubicBezTo>
                <a:close/>
                <a:moveTo>
                  <a:pt x="10453" y="12417"/>
                </a:moveTo>
                <a:cubicBezTo>
                  <a:pt x="10645" y="12225"/>
                  <a:pt x="10955" y="12225"/>
                  <a:pt x="11147" y="12417"/>
                </a:cubicBezTo>
                <a:cubicBezTo>
                  <a:pt x="11339" y="12609"/>
                  <a:pt x="11339" y="12919"/>
                  <a:pt x="11147" y="13111"/>
                </a:cubicBezTo>
                <a:cubicBezTo>
                  <a:pt x="10955" y="13303"/>
                  <a:pt x="10645" y="13303"/>
                  <a:pt x="10453" y="13111"/>
                </a:cubicBezTo>
                <a:cubicBezTo>
                  <a:pt x="10261" y="12919"/>
                  <a:pt x="10261" y="12609"/>
                  <a:pt x="10453" y="12417"/>
                </a:cubicBezTo>
                <a:moveTo>
                  <a:pt x="6144" y="17420"/>
                </a:moveTo>
                <a:lnTo>
                  <a:pt x="11842" y="13805"/>
                </a:lnTo>
                <a:lnTo>
                  <a:pt x="15456" y="8107"/>
                </a:lnTo>
                <a:lnTo>
                  <a:pt x="9759" y="11722"/>
                </a:lnTo>
                <a:cubicBezTo>
                  <a:pt x="9759" y="11722"/>
                  <a:pt x="6144" y="17420"/>
                  <a:pt x="6144" y="17420"/>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16" name="Google Shape;1016;p25"/>
          <p:cNvSpPr/>
          <p:nvPr/>
        </p:nvSpPr>
        <p:spPr>
          <a:xfrm>
            <a:off x="2504205" y="3405784"/>
            <a:ext cx="279328" cy="279328"/>
          </a:xfrm>
          <a:custGeom>
            <a:rect b="b" l="l" r="r" t="t"/>
            <a:pathLst>
              <a:path extrusionOk="0" h="21600" w="21600">
                <a:moveTo>
                  <a:pt x="19145" y="1964"/>
                </a:moveTo>
                <a:lnTo>
                  <a:pt x="8345" y="1964"/>
                </a:lnTo>
                <a:cubicBezTo>
                  <a:pt x="8075" y="1964"/>
                  <a:pt x="7855" y="2184"/>
                  <a:pt x="7855" y="2455"/>
                </a:cubicBezTo>
                <a:cubicBezTo>
                  <a:pt x="7855" y="2726"/>
                  <a:pt x="8075" y="2945"/>
                  <a:pt x="8345" y="2945"/>
                </a:cubicBezTo>
                <a:lnTo>
                  <a:pt x="19145" y="2945"/>
                </a:lnTo>
                <a:cubicBezTo>
                  <a:pt x="19416" y="2945"/>
                  <a:pt x="19636" y="2726"/>
                  <a:pt x="19636" y="2455"/>
                </a:cubicBezTo>
                <a:cubicBezTo>
                  <a:pt x="19636" y="2184"/>
                  <a:pt x="19416" y="1964"/>
                  <a:pt x="19145" y="1964"/>
                </a:cubicBezTo>
                <a:moveTo>
                  <a:pt x="20618" y="3927"/>
                </a:moveTo>
                <a:lnTo>
                  <a:pt x="982" y="3927"/>
                </a:lnTo>
                <a:lnTo>
                  <a:pt x="982" y="1964"/>
                </a:lnTo>
                <a:cubicBezTo>
                  <a:pt x="982" y="1422"/>
                  <a:pt x="1422" y="982"/>
                  <a:pt x="1964" y="982"/>
                </a:cubicBezTo>
                <a:lnTo>
                  <a:pt x="19636" y="982"/>
                </a:lnTo>
                <a:cubicBezTo>
                  <a:pt x="20178" y="982"/>
                  <a:pt x="20618" y="1422"/>
                  <a:pt x="20618" y="1964"/>
                </a:cubicBezTo>
                <a:cubicBezTo>
                  <a:pt x="20618" y="1964"/>
                  <a:pt x="20618" y="3927"/>
                  <a:pt x="20618" y="3927"/>
                </a:cubicBezTo>
                <a:close/>
                <a:moveTo>
                  <a:pt x="20618" y="19636"/>
                </a:moveTo>
                <a:cubicBezTo>
                  <a:pt x="20618" y="20178"/>
                  <a:pt x="20178" y="20618"/>
                  <a:pt x="19636" y="20618"/>
                </a:cubicBezTo>
                <a:lnTo>
                  <a:pt x="1964" y="20618"/>
                </a:lnTo>
                <a:cubicBezTo>
                  <a:pt x="1422" y="20618"/>
                  <a:pt x="982" y="20178"/>
                  <a:pt x="982" y="19636"/>
                </a:cubicBezTo>
                <a:lnTo>
                  <a:pt x="982" y="4909"/>
                </a:lnTo>
                <a:lnTo>
                  <a:pt x="20618" y="4909"/>
                </a:lnTo>
                <a:cubicBezTo>
                  <a:pt x="20618" y="4909"/>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6382" y="1964"/>
                </a:moveTo>
                <a:cubicBezTo>
                  <a:pt x="6111" y="1964"/>
                  <a:pt x="5891" y="2184"/>
                  <a:pt x="5891" y="2455"/>
                </a:cubicBezTo>
                <a:cubicBezTo>
                  <a:pt x="5891" y="2726"/>
                  <a:pt x="6111" y="2945"/>
                  <a:pt x="6382" y="2945"/>
                </a:cubicBezTo>
                <a:cubicBezTo>
                  <a:pt x="6653" y="2945"/>
                  <a:pt x="6873" y="2726"/>
                  <a:pt x="6873" y="2455"/>
                </a:cubicBezTo>
                <a:cubicBezTo>
                  <a:pt x="6873" y="2184"/>
                  <a:pt x="6653" y="1964"/>
                  <a:pt x="6382" y="1964"/>
                </a:cubicBezTo>
                <a:moveTo>
                  <a:pt x="4418" y="1964"/>
                </a:moveTo>
                <a:cubicBezTo>
                  <a:pt x="4147" y="1964"/>
                  <a:pt x="3927" y="2184"/>
                  <a:pt x="3927" y="2455"/>
                </a:cubicBezTo>
                <a:cubicBezTo>
                  <a:pt x="3927" y="2726"/>
                  <a:pt x="4147" y="2945"/>
                  <a:pt x="4418" y="2945"/>
                </a:cubicBezTo>
                <a:cubicBezTo>
                  <a:pt x="4689" y="2945"/>
                  <a:pt x="4909" y="2726"/>
                  <a:pt x="4909" y="2455"/>
                </a:cubicBezTo>
                <a:cubicBezTo>
                  <a:pt x="4909" y="2184"/>
                  <a:pt x="4689" y="1964"/>
                  <a:pt x="4418" y="1964"/>
                </a:cubicBezTo>
                <a:moveTo>
                  <a:pt x="2455" y="1964"/>
                </a:moveTo>
                <a:cubicBezTo>
                  <a:pt x="2184" y="1964"/>
                  <a:pt x="1964" y="2184"/>
                  <a:pt x="1964" y="2455"/>
                </a:cubicBezTo>
                <a:cubicBezTo>
                  <a:pt x="1964" y="2726"/>
                  <a:pt x="2184" y="2945"/>
                  <a:pt x="2455" y="2945"/>
                </a:cubicBezTo>
                <a:cubicBezTo>
                  <a:pt x="2725" y="2945"/>
                  <a:pt x="2945" y="2726"/>
                  <a:pt x="2945" y="2455"/>
                </a:cubicBezTo>
                <a:cubicBezTo>
                  <a:pt x="2945" y="2184"/>
                  <a:pt x="2725" y="1964"/>
                  <a:pt x="2455" y="1964"/>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17" name="Google Shape;1017;p25"/>
          <p:cNvSpPr/>
          <p:nvPr/>
        </p:nvSpPr>
        <p:spPr>
          <a:xfrm>
            <a:off x="3037466" y="3405784"/>
            <a:ext cx="279328" cy="279328"/>
          </a:xfrm>
          <a:custGeom>
            <a:rect b="b" l="l" r="r" t="t"/>
            <a:pathLst>
              <a:path extrusionOk="0" h="21600" w="21600">
                <a:moveTo>
                  <a:pt x="15218" y="5891"/>
                </a:moveTo>
                <a:lnTo>
                  <a:pt x="8345" y="5891"/>
                </a:lnTo>
                <a:cubicBezTo>
                  <a:pt x="8075" y="5891"/>
                  <a:pt x="7855" y="6111"/>
                  <a:pt x="7855" y="6382"/>
                </a:cubicBezTo>
                <a:cubicBezTo>
                  <a:pt x="7855" y="6653"/>
                  <a:pt x="8075" y="6873"/>
                  <a:pt x="8345" y="6873"/>
                </a:cubicBezTo>
                <a:lnTo>
                  <a:pt x="15218" y="6873"/>
                </a:lnTo>
                <a:cubicBezTo>
                  <a:pt x="15489" y="6873"/>
                  <a:pt x="15709" y="6653"/>
                  <a:pt x="15709" y="6382"/>
                </a:cubicBezTo>
                <a:cubicBezTo>
                  <a:pt x="15709" y="6111"/>
                  <a:pt x="15489" y="5891"/>
                  <a:pt x="15218" y="5891"/>
                </a:cubicBezTo>
                <a:moveTo>
                  <a:pt x="6382" y="5891"/>
                </a:moveTo>
                <a:cubicBezTo>
                  <a:pt x="6111" y="5891"/>
                  <a:pt x="5891" y="6111"/>
                  <a:pt x="5891" y="6382"/>
                </a:cubicBezTo>
                <a:cubicBezTo>
                  <a:pt x="5891" y="6653"/>
                  <a:pt x="6111" y="6873"/>
                  <a:pt x="6382" y="6873"/>
                </a:cubicBezTo>
                <a:cubicBezTo>
                  <a:pt x="6653" y="6873"/>
                  <a:pt x="6873" y="6653"/>
                  <a:pt x="6873" y="6382"/>
                </a:cubicBezTo>
                <a:cubicBezTo>
                  <a:pt x="6873" y="6111"/>
                  <a:pt x="6653" y="5891"/>
                  <a:pt x="6382" y="5891"/>
                </a:cubicBezTo>
                <a:moveTo>
                  <a:pt x="19636" y="0"/>
                </a:moveTo>
                <a:lnTo>
                  <a:pt x="5891" y="0"/>
                </a:lnTo>
                <a:cubicBezTo>
                  <a:pt x="4806" y="0"/>
                  <a:pt x="3927" y="879"/>
                  <a:pt x="3927" y="1964"/>
                </a:cubicBezTo>
                <a:lnTo>
                  <a:pt x="3927" y="2455"/>
                </a:lnTo>
                <a:cubicBezTo>
                  <a:pt x="3927" y="2726"/>
                  <a:pt x="4147" y="2945"/>
                  <a:pt x="4418" y="2945"/>
                </a:cubicBezTo>
                <a:cubicBezTo>
                  <a:pt x="4689" y="2945"/>
                  <a:pt x="4909" y="2726"/>
                  <a:pt x="4909" y="2455"/>
                </a:cubicBezTo>
                <a:lnTo>
                  <a:pt x="4909" y="1964"/>
                </a:lnTo>
                <a:cubicBezTo>
                  <a:pt x="4909" y="1422"/>
                  <a:pt x="5349" y="982"/>
                  <a:pt x="5891" y="982"/>
                </a:cubicBezTo>
                <a:lnTo>
                  <a:pt x="19636" y="982"/>
                </a:lnTo>
                <a:cubicBezTo>
                  <a:pt x="20178" y="982"/>
                  <a:pt x="20618" y="1422"/>
                  <a:pt x="20618" y="1964"/>
                </a:cubicBezTo>
                <a:lnTo>
                  <a:pt x="20618" y="15709"/>
                </a:lnTo>
                <a:cubicBezTo>
                  <a:pt x="20618" y="16252"/>
                  <a:pt x="20178" y="16691"/>
                  <a:pt x="19636" y="16691"/>
                </a:cubicBezTo>
                <a:lnTo>
                  <a:pt x="19145" y="16691"/>
                </a:lnTo>
                <a:cubicBezTo>
                  <a:pt x="18875" y="16691"/>
                  <a:pt x="18655" y="16910"/>
                  <a:pt x="18655" y="17182"/>
                </a:cubicBezTo>
                <a:cubicBezTo>
                  <a:pt x="18655" y="17453"/>
                  <a:pt x="18875" y="17673"/>
                  <a:pt x="19145" y="17673"/>
                </a:cubicBezTo>
                <a:lnTo>
                  <a:pt x="19636" y="17673"/>
                </a:lnTo>
                <a:cubicBezTo>
                  <a:pt x="20721" y="17673"/>
                  <a:pt x="21600" y="16794"/>
                  <a:pt x="21600" y="15709"/>
                </a:cubicBezTo>
                <a:lnTo>
                  <a:pt x="21600" y="1964"/>
                </a:lnTo>
                <a:cubicBezTo>
                  <a:pt x="21600" y="879"/>
                  <a:pt x="20721" y="0"/>
                  <a:pt x="19636" y="0"/>
                </a:cubicBezTo>
                <a:moveTo>
                  <a:pt x="2455" y="5891"/>
                </a:moveTo>
                <a:cubicBezTo>
                  <a:pt x="2184" y="5891"/>
                  <a:pt x="1964" y="6111"/>
                  <a:pt x="1964" y="6382"/>
                </a:cubicBezTo>
                <a:cubicBezTo>
                  <a:pt x="1964" y="6653"/>
                  <a:pt x="2184" y="6873"/>
                  <a:pt x="2455" y="6873"/>
                </a:cubicBezTo>
                <a:cubicBezTo>
                  <a:pt x="2725" y="6873"/>
                  <a:pt x="2945" y="6653"/>
                  <a:pt x="2945" y="6382"/>
                </a:cubicBezTo>
                <a:cubicBezTo>
                  <a:pt x="2945" y="6111"/>
                  <a:pt x="2725" y="5891"/>
                  <a:pt x="2455" y="5891"/>
                </a:cubicBezTo>
                <a:moveTo>
                  <a:pt x="4418" y="5891"/>
                </a:moveTo>
                <a:cubicBezTo>
                  <a:pt x="4147" y="5891"/>
                  <a:pt x="3927" y="6111"/>
                  <a:pt x="3927" y="6382"/>
                </a:cubicBezTo>
                <a:cubicBezTo>
                  <a:pt x="3927" y="6653"/>
                  <a:pt x="4147" y="6873"/>
                  <a:pt x="4418" y="6873"/>
                </a:cubicBezTo>
                <a:cubicBezTo>
                  <a:pt x="4689" y="6873"/>
                  <a:pt x="4909" y="6653"/>
                  <a:pt x="4909" y="6382"/>
                </a:cubicBezTo>
                <a:cubicBezTo>
                  <a:pt x="4909" y="6111"/>
                  <a:pt x="4689" y="5891"/>
                  <a:pt x="4418" y="5891"/>
                </a:cubicBezTo>
                <a:moveTo>
                  <a:pt x="16691" y="7855"/>
                </a:moveTo>
                <a:lnTo>
                  <a:pt x="982" y="7855"/>
                </a:lnTo>
                <a:lnTo>
                  <a:pt x="982" y="5891"/>
                </a:lnTo>
                <a:cubicBezTo>
                  <a:pt x="982" y="5349"/>
                  <a:pt x="1422" y="4909"/>
                  <a:pt x="1964" y="4909"/>
                </a:cubicBezTo>
                <a:lnTo>
                  <a:pt x="15709" y="4909"/>
                </a:lnTo>
                <a:cubicBezTo>
                  <a:pt x="16251" y="4909"/>
                  <a:pt x="16691" y="5349"/>
                  <a:pt x="16691" y="5891"/>
                </a:cubicBezTo>
                <a:cubicBezTo>
                  <a:pt x="16691" y="5891"/>
                  <a:pt x="16691" y="7855"/>
                  <a:pt x="16691" y="7855"/>
                </a:cubicBezTo>
                <a:close/>
                <a:moveTo>
                  <a:pt x="16691" y="19636"/>
                </a:moveTo>
                <a:cubicBezTo>
                  <a:pt x="16691" y="20178"/>
                  <a:pt x="16251" y="20618"/>
                  <a:pt x="15709" y="20618"/>
                </a:cubicBezTo>
                <a:lnTo>
                  <a:pt x="1964" y="20618"/>
                </a:lnTo>
                <a:cubicBezTo>
                  <a:pt x="1422" y="20618"/>
                  <a:pt x="982" y="20178"/>
                  <a:pt x="982" y="19636"/>
                </a:cubicBezTo>
                <a:lnTo>
                  <a:pt x="982" y="8836"/>
                </a:lnTo>
                <a:lnTo>
                  <a:pt x="16691" y="8836"/>
                </a:lnTo>
                <a:cubicBezTo>
                  <a:pt x="16691" y="8836"/>
                  <a:pt x="16691" y="19636"/>
                  <a:pt x="16691" y="19636"/>
                </a:cubicBezTo>
                <a:close/>
                <a:moveTo>
                  <a:pt x="15709" y="3927"/>
                </a:moveTo>
                <a:lnTo>
                  <a:pt x="1964" y="3927"/>
                </a:lnTo>
                <a:cubicBezTo>
                  <a:pt x="879" y="3927"/>
                  <a:pt x="0" y="4806"/>
                  <a:pt x="0" y="5891"/>
                </a:cubicBezTo>
                <a:lnTo>
                  <a:pt x="0" y="19636"/>
                </a:lnTo>
                <a:cubicBezTo>
                  <a:pt x="0" y="20721"/>
                  <a:pt x="879" y="21600"/>
                  <a:pt x="1964" y="21600"/>
                </a:cubicBezTo>
                <a:lnTo>
                  <a:pt x="15709" y="21600"/>
                </a:lnTo>
                <a:cubicBezTo>
                  <a:pt x="16794" y="21600"/>
                  <a:pt x="17673" y="20721"/>
                  <a:pt x="17673" y="19636"/>
                </a:cubicBezTo>
                <a:lnTo>
                  <a:pt x="17673" y="5891"/>
                </a:lnTo>
                <a:cubicBezTo>
                  <a:pt x="17673" y="4806"/>
                  <a:pt x="16794" y="3927"/>
                  <a:pt x="15709" y="3927"/>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18" name="Google Shape;1018;p25"/>
          <p:cNvSpPr/>
          <p:nvPr/>
        </p:nvSpPr>
        <p:spPr>
          <a:xfrm>
            <a:off x="3570727" y="3443874"/>
            <a:ext cx="279328" cy="203148"/>
          </a:xfrm>
          <a:custGeom>
            <a:rect b="b" l="l" r="r" t="t"/>
            <a:pathLst>
              <a:path extrusionOk="0" h="21600" w="2160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19" name="Google Shape;1019;p25"/>
          <p:cNvSpPr/>
          <p:nvPr/>
        </p:nvSpPr>
        <p:spPr>
          <a:xfrm>
            <a:off x="4103988" y="3437526"/>
            <a:ext cx="279328" cy="215845"/>
          </a:xfrm>
          <a:custGeom>
            <a:rect b="b" l="l" r="r" t="t"/>
            <a:pathLst>
              <a:path extrusionOk="0" h="21600" w="21600">
                <a:moveTo>
                  <a:pt x="16691" y="18667"/>
                </a:moveTo>
                <a:lnTo>
                  <a:pt x="12576" y="13341"/>
                </a:lnTo>
                <a:lnTo>
                  <a:pt x="16691" y="8016"/>
                </a:lnTo>
                <a:cubicBezTo>
                  <a:pt x="16691" y="8016"/>
                  <a:pt x="16691" y="18667"/>
                  <a:pt x="16691" y="18667"/>
                </a:cubicBezTo>
                <a:close/>
                <a:moveTo>
                  <a:pt x="15709" y="20329"/>
                </a:moveTo>
                <a:lnTo>
                  <a:pt x="1964" y="20329"/>
                </a:lnTo>
                <a:cubicBezTo>
                  <a:pt x="1719" y="20329"/>
                  <a:pt x="1498" y="20210"/>
                  <a:pt x="1326" y="20018"/>
                </a:cubicBezTo>
                <a:lnTo>
                  <a:pt x="5791" y="14240"/>
                </a:lnTo>
                <a:lnTo>
                  <a:pt x="7477" y="16421"/>
                </a:lnTo>
                <a:cubicBezTo>
                  <a:pt x="7853" y="16907"/>
                  <a:pt x="8344" y="17150"/>
                  <a:pt x="8836" y="17150"/>
                </a:cubicBezTo>
                <a:cubicBezTo>
                  <a:pt x="9329" y="17150"/>
                  <a:pt x="9821" y="16907"/>
                  <a:pt x="10195" y="16421"/>
                </a:cubicBezTo>
                <a:lnTo>
                  <a:pt x="11882" y="14240"/>
                </a:lnTo>
                <a:lnTo>
                  <a:pt x="16347" y="20018"/>
                </a:lnTo>
                <a:cubicBezTo>
                  <a:pt x="16175" y="20210"/>
                  <a:pt x="15954" y="20329"/>
                  <a:pt x="15709" y="20329"/>
                </a:cubicBezTo>
                <a:moveTo>
                  <a:pt x="982" y="8016"/>
                </a:moveTo>
                <a:lnTo>
                  <a:pt x="5097" y="13341"/>
                </a:lnTo>
                <a:lnTo>
                  <a:pt x="982" y="18667"/>
                </a:lnTo>
                <a:cubicBezTo>
                  <a:pt x="982" y="18667"/>
                  <a:pt x="982" y="8016"/>
                  <a:pt x="982" y="8016"/>
                </a:cubicBezTo>
                <a:close/>
                <a:moveTo>
                  <a:pt x="1964" y="6353"/>
                </a:moveTo>
                <a:lnTo>
                  <a:pt x="15709" y="6353"/>
                </a:lnTo>
                <a:cubicBezTo>
                  <a:pt x="15954" y="6353"/>
                  <a:pt x="16175" y="6474"/>
                  <a:pt x="16347" y="6665"/>
                </a:cubicBezTo>
                <a:lnTo>
                  <a:pt x="9502" y="15523"/>
                </a:lnTo>
                <a:cubicBezTo>
                  <a:pt x="9324" y="15752"/>
                  <a:pt x="9088" y="15880"/>
                  <a:pt x="8836" y="15880"/>
                </a:cubicBezTo>
                <a:cubicBezTo>
                  <a:pt x="8585" y="15880"/>
                  <a:pt x="8349" y="15752"/>
                  <a:pt x="8170" y="15523"/>
                </a:cubicBezTo>
                <a:lnTo>
                  <a:pt x="1326" y="6664"/>
                </a:lnTo>
                <a:cubicBezTo>
                  <a:pt x="1498" y="6474"/>
                  <a:pt x="1719" y="6353"/>
                  <a:pt x="1964" y="6353"/>
                </a:cubicBezTo>
                <a:moveTo>
                  <a:pt x="15709" y="5082"/>
                </a:moveTo>
                <a:lnTo>
                  <a:pt x="1964" y="5082"/>
                </a:lnTo>
                <a:cubicBezTo>
                  <a:pt x="879" y="5082"/>
                  <a:pt x="0" y="6220"/>
                  <a:pt x="0" y="7624"/>
                </a:cubicBezTo>
                <a:lnTo>
                  <a:pt x="0" y="19059"/>
                </a:lnTo>
                <a:cubicBezTo>
                  <a:pt x="0" y="20462"/>
                  <a:pt x="879" y="21600"/>
                  <a:pt x="1964" y="21600"/>
                </a:cubicBezTo>
                <a:lnTo>
                  <a:pt x="15709" y="21600"/>
                </a:lnTo>
                <a:cubicBezTo>
                  <a:pt x="16794" y="21600"/>
                  <a:pt x="17673" y="20462"/>
                  <a:pt x="17673" y="19059"/>
                </a:cubicBezTo>
                <a:lnTo>
                  <a:pt x="17673" y="7624"/>
                </a:lnTo>
                <a:cubicBezTo>
                  <a:pt x="17673" y="6220"/>
                  <a:pt x="16794" y="5082"/>
                  <a:pt x="15709" y="5082"/>
                </a:cubicBezTo>
                <a:moveTo>
                  <a:pt x="19636" y="0"/>
                </a:moveTo>
                <a:lnTo>
                  <a:pt x="5891" y="0"/>
                </a:lnTo>
                <a:cubicBezTo>
                  <a:pt x="4806" y="0"/>
                  <a:pt x="3927" y="1138"/>
                  <a:pt x="3927" y="2541"/>
                </a:cubicBezTo>
                <a:lnTo>
                  <a:pt x="3927" y="3176"/>
                </a:lnTo>
                <a:cubicBezTo>
                  <a:pt x="3927" y="3528"/>
                  <a:pt x="4147" y="3812"/>
                  <a:pt x="4418" y="3812"/>
                </a:cubicBezTo>
                <a:cubicBezTo>
                  <a:pt x="4690" y="3812"/>
                  <a:pt x="4909" y="3528"/>
                  <a:pt x="4909" y="3176"/>
                </a:cubicBezTo>
                <a:lnTo>
                  <a:pt x="4909" y="2541"/>
                </a:lnTo>
                <a:cubicBezTo>
                  <a:pt x="4909" y="1840"/>
                  <a:pt x="5348" y="1271"/>
                  <a:pt x="5891" y="1271"/>
                </a:cubicBezTo>
                <a:lnTo>
                  <a:pt x="19636" y="1271"/>
                </a:lnTo>
                <a:cubicBezTo>
                  <a:pt x="20178" y="1271"/>
                  <a:pt x="20618" y="1840"/>
                  <a:pt x="20618" y="2541"/>
                </a:cubicBezTo>
                <a:lnTo>
                  <a:pt x="20618" y="13976"/>
                </a:lnTo>
                <a:cubicBezTo>
                  <a:pt x="20618" y="14678"/>
                  <a:pt x="20178" y="15247"/>
                  <a:pt x="19636" y="15247"/>
                </a:cubicBezTo>
                <a:lnTo>
                  <a:pt x="19145" y="15247"/>
                </a:lnTo>
                <a:cubicBezTo>
                  <a:pt x="18874" y="15247"/>
                  <a:pt x="18655" y="15532"/>
                  <a:pt x="18655" y="15882"/>
                </a:cubicBezTo>
                <a:cubicBezTo>
                  <a:pt x="18655" y="16234"/>
                  <a:pt x="18874" y="16518"/>
                  <a:pt x="19145" y="16518"/>
                </a:cubicBezTo>
                <a:lnTo>
                  <a:pt x="19636" y="16518"/>
                </a:lnTo>
                <a:cubicBezTo>
                  <a:pt x="20721" y="16518"/>
                  <a:pt x="21600" y="15380"/>
                  <a:pt x="21600" y="13976"/>
                </a:cubicBezTo>
                <a:lnTo>
                  <a:pt x="21600" y="2541"/>
                </a:lnTo>
                <a:cubicBezTo>
                  <a:pt x="21600" y="1138"/>
                  <a:pt x="20721" y="0"/>
                  <a:pt x="19636"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20" name="Google Shape;1020;p25"/>
          <p:cNvSpPr/>
          <p:nvPr/>
        </p:nvSpPr>
        <p:spPr>
          <a:xfrm>
            <a:off x="4637249" y="3431177"/>
            <a:ext cx="279328" cy="228541"/>
          </a:xfrm>
          <a:custGeom>
            <a:rect b="b" l="l" r="r" t="t"/>
            <a:pathLst>
              <a:path extrusionOk="0" h="21600" w="21600">
                <a:moveTo>
                  <a:pt x="20618" y="20400"/>
                </a:moveTo>
                <a:lnTo>
                  <a:pt x="982" y="20400"/>
                </a:lnTo>
                <a:lnTo>
                  <a:pt x="982" y="13200"/>
                </a:lnTo>
                <a:lnTo>
                  <a:pt x="6907" y="13200"/>
                </a:lnTo>
                <a:cubicBezTo>
                  <a:pt x="7149" y="15567"/>
                  <a:pt x="8798" y="17400"/>
                  <a:pt x="10800" y="17400"/>
                </a:cubicBezTo>
                <a:cubicBezTo>
                  <a:pt x="12802" y="17400"/>
                  <a:pt x="14451" y="15567"/>
                  <a:pt x="14694" y="13200"/>
                </a:cubicBezTo>
                <a:lnTo>
                  <a:pt x="20618" y="13200"/>
                </a:lnTo>
                <a:cubicBezTo>
                  <a:pt x="20618" y="13200"/>
                  <a:pt x="20618" y="20400"/>
                  <a:pt x="20618" y="20400"/>
                </a:cubicBezTo>
                <a:close/>
                <a:moveTo>
                  <a:pt x="5703" y="1200"/>
                </a:moveTo>
                <a:lnTo>
                  <a:pt x="15897" y="1200"/>
                </a:lnTo>
                <a:lnTo>
                  <a:pt x="20315" y="12000"/>
                </a:lnTo>
                <a:lnTo>
                  <a:pt x="14236" y="12000"/>
                </a:lnTo>
                <a:cubicBezTo>
                  <a:pt x="13965" y="12000"/>
                  <a:pt x="13745" y="12269"/>
                  <a:pt x="13745" y="12600"/>
                </a:cubicBezTo>
                <a:cubicBezTo>
                  <a:pt x="13745" y="14589"/>
                  <a:pt x="12426" y="16200"/>
                  <a:pt x="10800" y="16200"/>
                </a:cubicBezTo>
                <a:cubicBezTo>
                  <a:pt x="9173" y="16200"/>
                  <a:pt x="7855" y="14589"/>
                  <a:pt x="7855" y="12600"/>
                </a:cubicBezTo>
                <a:cubicBezTo>
                  <a:pt x="7855" y="12269"/>
                  <a:pt x="7635" y="12000"/>
                  <a:pt x="7364" y="12000"/>
                </a:cubicBezTo>
                <a:lnTo>
                  <a:pt x="1285" y="12000"/>
                </a:lnTo>
                <a:cubicBezTo>
                  <a:pt x="1285" y="12000"/>
                  <a:pt x="5703" y="1200"/>
                  <a:pt x="5703" y="1200"/>
                </a:cubicBezTo>
                <a:close/>
                <a:moveTo>
                  <a:pt x="21543" y="12335"/>
                </a:moveTo>
                <a:lnTo>
                  <a:pt x="21548" y="12332"/>
                </a:lnTo>
                <a:lnTo>
                  <a:pt x="16639" y="332"/>
                </a:lnTo>
                <a:lnTo>
                  <a:pt x="16634" y="335"/>
                </a:lnTo>
                <a:cubicBezTo>
                  <a:pt x="16554" y="138"/>
                  <a:pt x="16392" y="0"/>
                  <a:pt x="16200" y="0"/>
                </a:cubicBezTo>
                <a:lnTo>
                  <a:pt x="5400" y="0"/>
                </a:lnTo>
                <a:cubicBezTo>
                  <a:pt x="5208" y="0"/>
                  <a:pt x="5046" y="138"/>
                  <a:pt x="4966" y="335"/>
                </a:cubicBezTo>
                <a:lnTo>
                  <a:pt x="4961" y="332"/>
                </a:lnTo>
                <a:lnTo>
                  <a:pt x="52" y="12332"/>
                </a:lnTo>
                <a:lnTo>
                  <a:pt x="57" y="12335"/>
                </a:lnTo>
                <a:cubicBezTo>
                  <a:pt x="23" y="12415"/>
                  <a:pt x="0" y="12503"/>
                  <a:pt x="0" y="12600"/>
                </a:cubicBezTo>
                <a:lnTo>
                  <a:pt x="0" y="21000"/>
                </a:lnTo>
                <a:cubicBezTo>
                  <a:pt x="0" y="21332"/>
                  <a:pt x="220" y="21600"/>
                  <a:pt x="491" y="21600"/>
                </a:cubicBezTo>
                <a:lnTo>
                  <a:pt x="21109" y="21600"/>
                </a:lnTo>
                <a:cubicBezTo>
                  <a:pt x="21380" y="21600"/>
                  <a:pt x="21600" y="21332"/>
                  <a:pt x="21600" y="21000"/>
                </a:cubicBezTo>
                <a:lnTo>
                  <a:pt x="21600" y="12600"/>
                </a:lnTo>
                <a:cubicBezTo>
                  <a:pt x="21600" y="12503"/>
                  <a:pt x="21577" y="12415"/>
                  <a:pt x="21543" y="12335"/>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21" name="Google Shape;1021;p25"/>
          <p:cNvSpPr/>
          <p:nvPr/>
        </p:nvSpPr>
        <p:spPr>
          <a:xfrm>
            <a:off x="5170510" y="3418481"/>
            <a:ext cx="279328" cy="253935"/>
          </a:xfrm>
          <a:custGeom>
            <a:rect b="b" l="l" r="r" t="t"/>
            <a:pathLst>
              <a:path extrusionOk="0" h="21600" w="21600">
                <a:moveTo>
                  <a:pt x="20618" y="20520"/>
                </a:moveTo>
                <a:lnTo>
                  <a:pt x="982" y="20520"/>
                </a:lnTo>
                <a:lnTo>
                  <a:pt x="982" y="14040"/>
                </a:lnTo>
                <a:lnTo>
                  <a:pt x="6907" y="14040"/>
                </a:lnTo>
                <a:cubicBezTo>
                  <a:pt x="7149" y="16170"/>
                  <a:pt x="8798" y="17820"/>
                  <a:pt x="10800" y="17820"/>
                </a:cubicBezTo>
                <a:cubicBezTo>
                  <a:pt x="12802" y="17820"/>
                  <a:pt x="14451" y="16170"/>
                  <a:pt x="14694" y="14040"/>
                </a:cubicBezTo>
                <a:lnTo>
                  <a:pt x="20618" y="14040"/>
                </a:lnTo>
                <a:cubicBezTo>
                  <a:pt x="20618" y="14040"/>
                  <a:pt x="20618" y="20520"/>
                  <a:pt x="20618" y="20520"/>
                </a:cubicBezTo>
                <a:close/>
                <a:moveTo>
                  <a:pt x="21543" y="13261"/>
                </a:moveTo>
                <a:lnTo>
                  <a:pt x="21548" y="13259"/>
                </a:lnTo>
                <a:lnTo>
                  <a:pt x="16639" y="2459"/>
                </a:lnTo>
                <a:lnTo>
                  <a:pt x="16634" y="2461"/>
                </a:lnTo>
                <a:cubicBezTo>
                  <a:pt x="16554" y="2284"/>
                  <a:pt x="16392" y="2160"/>
                  <a:pt x="16200" y="2160"/>
                </a:cubicBezTo>
                <a:lnTo>
                  <a:pt x="12764" y="2160"/>
                </a:lnTo>
                <a:cubicBezTo>
                  <a:pt x="12492" y="2160"/>
                  <a:pt x="12273" y="2402"/>
                  <a:pt x="12273" y="2700"/>
                </a:cubicBezTo>
                <a:cubicBezTo>
                  <a:pt x="12273" y="2999"/>
                  <a:pt x="12492" y="3240"/>
                  <a:pt x="12764" y="3240"/>
                </a:cubicBezTo>
                <a:lnTo>
                  <a:pt x="15897" y="3240"/>
                </a:lnTo>
                <a:lnTo>
                  <a:pt x="20315" y="12960"/>
                </a:lnTo>
                <a:lnTo>
                  <a:pt x="14236" y="12960"/>
                </a:lnTo>
                <a:cubicBezTo>
                  <a:pt x="13965" y="12960"/>
                  <a:pt x="13745" y="13202"/>
                  <a:pt x="13745" y="13500"/>
                </a:cubicBezTo>
                <a:cubicBezTo>
                  <a:pt x="13745" y="15290"/>
                  <a:pt x="12426" y="16740"/>
                  <a:pt x="10800" y="16740"/>
                </a:cubicBezTo>
                <a:cubicBezTo>
                  <a:pt x="9173" y="16740"/>
                  <a:pt x="7855" y="15290"/>
                  <a:pt x="7855" y="13500"/>
                </a:cubicBezTo>
                <a:cubicBezTo>
                  <a:pt x="7855" y="13202"/>
                  <a:pt x="7635" y="12960"/>
                  <a:pt x="7364" y="12960"/>
                </a:cubicBezTo>
                <a:lnTo>
                  <a:pt x="1285" y="12960"/>
                </a:lnTo>
                <a:lnTo>
                  <a:pt x="5703" y="3240"/>
                </a:lnTo>
                <a:lnTo>
                  <a:pt x="8836" y="3240"/>
                </a:lnTo>
                <a:cubicBezTo>
                  <a:pt x="9108" y="3240"/>
                  <a:pt x="9327" y="2999"/>
                  <a:pt x="9327" y="2700"/>
                </a:cubicBezTo>
                <a:cubicBezTo>
                  <a:pt x="9327" y="2402"/>
                  <a:pt x="9108" y="2160"/>
                  <a:pt x="8836" y="2160"/>
                </a:cubicBezTo>
                <a:lnTo>
                  <a:pt x="5400" y="2160"/>
                </a:lnTo>
                <a:cubicBezTo>
                  <a:pt x="5208" y="2160"/>
                  <a:pt x="5046" y="2284"/>
                  <a:pt x="4966" y="2461"/>
                </a:cubicBezTo>
                <a:lnTo>
                  <a:pt x="4961" y="2459"/>
                </a:lnTo>
                <a:lnTo>
                  <a:pt x="52" y="13259"/>
                </a:lnTo>
                <a:lnTo>
                  <a:pt x="57" y="13261"/>
                </a:lnTo>
                <a:cubicBezTo>
                  <a:pt x="23" y="13334"/>
                  <a:pt x="0" y="13413"/>
                  <a:pt x="0" y="13500"/>
                </a:cubicBezTo>
                <a:lnTo>
                  <a:pt x="0" y="21060"/>
                </a:lnTo>
                <a:cubicBezTo>
                  <a:pt x="0" y="21359"/>
                  <a:pt x="220" y="21600"/>
                  <a:pt x="491" y="21600"/>
                </a:cubicBezTo>
                <a:lnTo>
                  <a:pt x="21109" y="21600"/>
                </a:lnTo>
                <a:cubicBezTo>
                  <a:pt x="21380" y="21600"/>
                  <a:pt x="21600" y="21359"/>
                  <a:pt x="21600" y="21060"/>
                </a:cubicBezTo>
                <a:lnTo>
                  <a:pt x="21600" y="13500"/>
                </a:lnTo>
                <a:cubicBezTo>
                  <a:pt x="21600" y="13413"/>
                  <a:pt x="21577" y="13334"/>
                  <a:pt x="21543" y="13261"/>
                </a:cubicBezTo>
                <a:moveTo>
                  <a:pt x="7855" y="8640"/>
                </a:moveTo>
                <a:cubicBezTo>
                  <a:pt x="7583" y="8640"/>
                  <a:pt x="7364" y="8882"/>
                  <a:pt x="7364" y="9180"/>
                </a:cubicBezTo>
                <a:cubicBezTo>
                  <a:pt x="7364" y="9329"/>
                  <a:pt x="7418" y="9464"/>
                  <a:pt x="7507" y="9562"/>
                </a:cubicBezTo>
                <a:lnTo>
                  <a:pt x="10453" y="12802"/>
                </a:lnTo>
                <a:cubicBezTo>
                  <a:pt x="10542" y="12900"/>
                  <a:pt x="10665" y="12960"/>
                  <a:pt x="10800" y="12960"/>
                </a:cubicBezTo>
                <a:cubicBezTo>
                  <a:pt x="10936" y="12960"/>
                  <a:pt x="11058" y="12900"/>
                  <a:pt x="11147" y="12802"/>
                </a:cubicBezTo>
                <a:lnTo>
                  <a:pt x="14093" y="9562"/>
                </a:lnTo>
                <a:cubicBezTo>
                  <a:pt x="14182" y="9464"/>
                  <a:pt x="14236" y="9329"/>
                  <a:pt x="14236" y="9180"/>
                </a:cubicBezTo>
                <a:cubicBezTo>
                  <a:pt x="14236" y="8882"/>
                  <a:pt x="14017" y="8640"/>
                  <a:pt x="13745" y="8640"/>
                </a:cubicBezTo>
                <a:cubicBezTo>
                  <a:pt x="13610" y="8640"/>
                  <a:pt x="13487" y="8701"/>
                  <a:pt x="13398" y="8798"/>
                </a:cubicBezTo>
                <a:lnTo>
                  <a:pt x="11291" y="11116"/>
                </a:lnTo>
                <a:lnTo>
                  <a:pt x="11291" y="540"/>
                </a:lnTo>
                <a:cubicBezTo>
                  <a:pt x="11291" y="242"/>
                  <a:pt x="11071" y="0"/>
                  <a:pt x="10800" y="0"/>
                </a:cubicBezTo>
                <a:cubicBezTo>
                  <a:pt x="10529" y="0"/>
                  <a:pt x="10309" y="242"/>
                  <a:pt x="10309" y="540"/>
                </a:cubicBezTo>
                <a:lnTo>
                  <a:pt x="10309" y="11116"/>
                </a:lnTo>
                <a:lnTo>
                  <a:pt x="8202" y="8798"/>
                </a:lnTo>
                <a:cubicBezTo>
                  <a:pt x="8113" y="8701"/>
                  <a:pt x="7990" y="8640"/>
                  <a:pt x="7855" y="864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22" name="Google Shape;1022;p25"/>
          <p:cNvSpPr/>
          <p:nvPr/>
        </p:nvSpPr>
        <p:spPr>
          <a:xfrm>
            <a:off x="5703771" y="3418481"/>
            <a:ext cx="279328" cy="253935"/>
          </a:xfrm>
          <a:custGeom>
            <a:rect b="b" l="l" r="r" t="t"/>
            <a:pathLst>
              <a:path extrusionOk="0" h="21600" w="21600">
                <a:moveTo>
                  <a:pt x="20618" y="20520"/>
                </a:moveTo>
                <a:lnTo>
                  <a:pt x="982" y="20520"/>
                </a:lnTo>
                <a:lnTo>
                  <a:pt x="982" y="14040"/>
                </a:lnTo>
                <a:lnTo>
                  <a:pt x="6907" y="14040"/>
                </a:lnTo>
                <a:cubicBezTo>
                  <a:pt x="7149" y="16170"/>
                  <a:pt x="8798" y="17820"/>
                  <a:pt x="10800" y="17820"/>
                </a:cubicBezTo>
                <a:cubicBezTo>
                  <a:pt x="12802" y="17820"/>
                  <a:pt x="14451" y="16170"/>
                  <a:pt x="14693" y="14040"/>
                </a:cubicBezTo>
                <a:lnTo>
                  <a:pt x="20618" y="14040"/>
                </a:lnTo>
                <a:cubicBezTo>
                  <a:pt x="20618" y="14040"/>
                  <a:pt x="20618" y="20520"/>
                  <a:pt x="20618" y="20520"/>
                </a:cubicBezTo>
                <a:close/>
                <a:moveTo>
                  <a:pt x="21544" y="13261"/>
                </a:moveTo>
                <a:lnTo>
                  <a:pt x="21548" y="13259"/>
                </a:lnTo>
                <a:lnTo>
                  <a:pt x="16639" y="2459"/>
                </a:lnTo>
                <a:lnTo>
                  <a:pt x="16635" y="2461"/>
                </a:lnTo>
                <a:cubicBezTo>
                  <a:pt x="16554" y="2284"/>
                  <a:pt x="16392" y="2160"/>
                  <a:pt x="16200" y="2160"/>
                </a:cubicBezTo>
                <a:lnTo>
                  <a:pt x="15709" y="2160"/>
                </a:lnTo>
                <a:cubicBezTo>
                  <a:pt x="15438" y="2160"/>
                  <a:pt x="15218" y="2402"/>
                  <a:pt x="15218" y="2700"/>
                </a:cubicBezTo>
                <a:cubicBezTo>
                  <a:pt x="15218" y="2999"/>
                  <a:pt x="15438" y="3240"/>
                  <a:pt x="15709" y="3240"/>
                </a:cubicBezTo>
                <a:lnTo>
                  <a:pt x="15897" y="3240"/>
                </a:lnTo>
                <a:lnTo>
                  <a:pt x="20315" y="12960"/>
                </a:lnTo>
                <a:lnTo>
                  <a:pt x="14236" y="12960"/>
                </a:lnTo>
                <a:cubicBezTo>
                  <a:pt x="13965" y="12960"/>
                  <a:pt x="13745" y="13202"/>
                  <a:pt x="13745" y="13500"/>
                </a:cubicBezTo>
                <a:cubicBezTo>
                  <a:pt x="13745" y="15290"/>
                  <a:pt x="12426" y="16740"/>
                  <a:pt x="10800" y="16740"/>
                </a:cubicBezTo>
                <a:cubicBezTo>
                  <a:pt x="9173" y="16740"/>
                  <a:pt x="7855" y="15290"/>
                  <a:pt x="7855" y="13500"/>
                </a:cubicBezTo>
                <a:cubicBezTo>
                  <a:pt x="7855" y="13202"/>
                  <a:pt x="7635" y="12960"/>
                  <a:pt x="7364" y="12960"/>
                </a:cubicBezTo>
                <a:lnTo>
                  <a:pt x="1285" y="12960"/>
                </a:lnTo>
                <a:lnTo>
                  <a:pt x="5703" y="3240"/>
                </a:lnTo>
                <a:lnTo>
                  <a:pt x="5891" y="3240"/>
                </a:lnTo>
                <a:cubicBezTo>
                  <a:pt x="6162" y="3240"/>
                  <a:pt x="6382" y="2999"/>
                  <a:pt x="6382" y="2700"/>
                </a:cubicBezTo>
                <a:cubicBezTo>
                  <a:pt x="6382" y="2402"/>
                  <a:pt x="6162" y="2160"/>
                  <a:pt x="5891" y="2160"/>
                </a:cubicBezTo>
                <a:lnTo>
                  <a:pt x="5400" y="2160"/>
                </a:lnTo>
                <a:cubicBezTo>
                  <a:pt x="5208" y="2160"/>
                  <a:pt x="5046" y="2284"/>
                  <a:pt x="4966" y="2461"/>
                </a:cubicBezTo>
                <a:lnTo>
                  <a:pt x="4961" y="2459"/>
                </a:lnTo>
                <a:lnTo>
                  <a:pt x="52" y="13259"/>
                </a:lnTo>
                <a:lnTo>
                  <a:pt x="57" y="13261"/>
                </a:lnTo>
                <a:cubicBezTo>
                  <a:pt x="23" y="13334"/>
                  <a:pt x="0" y="13413"/>
                  <a:pt x="0" y="13500"/>
                </a:cubicBezTo>
                <a:lnTo>
                  <a:pt x="0" y="21060"/>
                </a:lnTo>
                <a:cubicBezTo>
                  <a:pt x="0" y="21359"/>
                  <a:pt x="220" y="21600"/>
                  <a:pt x="491" y="21600"/>
                </a:cubicBezTo>
                <a:lnTo>
                  <a:pt x="21109" y="21600"/>
                </a:lnTo>
                <a:cubicBezTo>
                  <a:pt x="21380" y="21600"/>
                  <a:pt x="21600" y="21359"/>
                  <a:pt x="21600" y="21060"/>
                </a:cubicBezTo>
                <a:lnTo>
                  <a:pt x="21600" y="13500"/>
                </a:lnTo>
                <a:cubicBezTo>
                  <a:pt x="21600" y="13413"/>
                  <a:pt x="21577" y="13334"/>
                  <a:pt x="21544" y="13261"/>
                </a:cubicBezTo>
                <a:moveTo>
                  <a:pt x="7855" y="4320"/>
                </a:moveTo>
                <a:cubicBezTo>
                  <a:pt x="7990" y="4320"/>
                  <a:pt x="8113" y="4260"/>
                  <a:pt x="8202" y="4162"/>
                </a:cubicBezTo>
                <a:lnTo>
                  <a:pt x="10309" y="1844"/>
                </a:lnTo>
                <a:lnTo>
                  <a:pt x="10309" y="12420"/>
                </a:lnTo>
                <a:cubicBezTo>
                  <a:pt x="10309" y="12719"/>
                  <a:pt x="10529" y="12960"/>
                  <a:pt x="10800" y="12960"/>
                </a:cubicBezTo>
                <a:cubicBezTo>
                  <a:pt x="11071" y="12960"/>
                  <a:pt x="11291" y="12719"/>
                  <a:pt x="11291" y="12420"/>
                </a:cubicBezTo>
                <a:lnTo>
                  <a:pt x="11291" y="1844"/>
                </a:lnTo>
                <a:lnTo>
                  <a:pt x="13398" y="4162"/>
                </a:lnTo>
                <a:cubicBezTo>
                  <a:pt x="13487" y="4260"/>
                  <a:pt x="13610" y="4320"/>
                  <a:pt x="13745" y="4320"/>
                </a:cubicBezTo>
                <a:cubicBezTo>
                  <a:pt x="14017" y="4320"/>
                  <a:pt x="14236" y="4079"/>
                  <a:pt x="14236" y="3780"/>
                </a:cubicBezTo>
                <a:cubicBezTo>
                  <a:pt x="14236" y="3631"/>
                  <a:pt x="14181" y="3497"/>
                  <a:pt x="14093" y="3398"/>
                </a:cubicBezTo>
                <a:lnTo>
                  <a:pt x="11147" y="158"/>
                </a:lnTo>
                <a:cubicBezTo>
                  <a:pt x="11058" y="61"/>
                  <a:pt x="10936" y="0"/>
                  <a:pt x="10800" y="0"/>
                </a:cubicBezTo>
                <a:cubicBezTo>
                  <a:pt x="10664" y="0"/>
                  <a:pt x="10542" y="61"/>
                  <a:pt x="10453" y="158"/>
                </a:cubicBezTo>
                <a:lnTo>
                  <a:pt x="7507" y="3398"/>
                </a:lnTo>
                <a:cubicBezTo>
                  <a:pt x="7419" y="3497"/>
                  <a:pt x="7364" y="3631"/>
                  <a:pt x="7364" y="3780"/>
                </a:cubicBezTo>
                <a:cubicBezTo>
                  <a:pt x="7364" y="4079"/>
                  <a:pt x="7583" y="4320"/>
                  <a:pt x="7855" y="432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23" name="Google Shape;1023;p25"/>
          <p:cNvSpPr/>
          <p:nvPr/>
        </p:nvSpPr>
        <p:spPr>
          <a:xfrm>
            <a:off x="904422" y="3964438"/>
            <a:ext cx="279328" cy="228541"/>
          </a:xfrm>
          <a:custGeom>
            <a:rect b="b" l="l" r="r" t="t"/>
            <a:pathLst>
              <a:path extrusionOk="0" h="21600" w="21600">
                <a:moveTo>
                  <a:pt x="20618" y="20400"/>
                </a:moveTo>
                <a:lnTo>
                  <a:pt x="982" y="20400"/>
                </a:lnTo>
                <a:lnTo>
                  <a:pt x="982" y="13200"/>
                </a:lnTo>
                <a:lnTo>
                  <a:pt x="6907" y="13200"/>
                </a:lnTo>
                <a:cubicBezTo>
                  <a:pt x="7149" y="15567"/>
                  <a:pt x="8798" y="17400"/>
                  <a:pt x="10800" y="17400"/>
                </a:cubicBezTo>
                <a:cubicBezTo>
                  <a:pt x="12802" y="17400"/>
                  <a:pt x="14451" y="15567"/>
                  <a:pt x="14693" y="13200"/>
                </a:cubicBezTo>
                <a:lnTo>
                  <a:pt x="20618" y="13200"/>
                </a:lnTo>
                <a:cubicBezTo>
                  <a:pt x="20618" y="13200"/>
                  <a:pt x="20618" y="20400"/>
                  <a:pt x="20618" y="20400"/>
                </a:cubicBezTo>
                <a:close/>
                <a:moveTo>
                  <a:pt x="5703" y="1200"/>
                </a:moveTo>
                <a:lnTo>
                  <a:pt x="15897" y="1200"/>
                </a:lnTo>
                <a:lnTo>
                  <a:pt x="20315" y="12000"/>
                </a:lnTo>
                <a:lnTo>
                  <a:pt x="14236" y="12000"/>
                </a:lnTo>
                <a:cubicBezTo>
                  <a:pt x="13966" y="12000"/>
                  <a:pt x="13745" y="12269"/>
                  <a:pt x="13745" y="12600"/>
                </a:cubicBezTo>
                <a:cubicBezTo>
                  <a:pt x="13745" y="14588"/>
                  <a:pt x="12427" y="16200"/>
                  <a:pt x="10800" y="16200"/>
                </a:cubicBezTo>
                <a:cubicBezTo>
                  <a:pt x="9173" y="16200"/>
                  <a:pt x="7855" y="14588"/>
                  <a:pt x="7855" y="12600"/>
                </a:cubicBezTo>
                <a:cubicBezTo>
                  <a:pt x="7855" y="12269"/>
                  <a:pt x="7634" y="12000"/>
                  <a:pt x="7364" y="12000"/>
                </a:cubicBezTo>
                <a:lnTo>
                  <a:pt x="1285" y="12000"/>
                </a:lnTo>
                <a:cubicBezTo>
                  <a:pt x="1285" y="12000"/>
                  <a:pt x="5703" y="1200"/>
                  <a:pt x="5703" y="1200"/>
                </a:cubicBezTo>
                <a:close/>
                <a:moveTo>
                  <a:pt x="21543" y="12334"/>
                </a:moveTo>
                <a:lnTo>
                  <a:pt x="21548" y="12332"/>
                </a:lnTo>
                <a:lnTo>
                  <a:pt x="16639" y="332"/>
                </a:lnTo>
                <a:lnTo>
                  <a:pt x="16634" y="335"/>
                </a:lnTo>
                <a:cubicBezTo>
                  <a:pt x="16554" y="138"/>
                  <a:pt x="16392" y="0"/>
                  <a:pt x="16200" y="0"/>
                </a:cubicBezTo>
                <a:lnTo>
                  <a:pt x="5400" y="0"/>
                </a:lnTo>
                <a:cubicBezTo>
                  <a:pt x="5208" y="0"/>
                  <a:pt x="5046" y="138"/>
                  <a:pt x="4966" y="335"/>
                </a:cubicBezTo>
                <a:lnTo>
                  <a:pt x="4961" y="332"/>
                </a:lnTo>
                <a:lnTo>
                  <a:pt x="52" y="12332"/>
                </a:lnTo>
                <a:lnTo>
                  <a:pt x="57" y="12334"/>
                </a:lnTo>
                <a:cubicBezTo>
                  <a:pt x="23" y="12416"/>
                  <a:pt x="0" y="12503"/>
                  <a:pt x="0" y="12600"/>
                </a:cubicBezTo>
                <a:lnTo>
                  <a:pt x="0" y="21000"/>
                </a:lnTo>
                <a:cubicBezTo>
                  <a:pt x="0" y="21332"/>
                  <a:pt x="220" y="21600"/>
                  <a:pt x="491" y="21600"/>
                </a:cubicBezTo>
                <a:lnTo>
                  <a:pt x="21109" y="21600"/>
                </a:lnTo>
                <a:cubicBezTo>
                  <a:pt x="21380" y="21600"/>
                  <a:pt x="21600" y="21332"/>
                  <a:pt x="21600" y="21000"/>
                </a:cubicBezTo>
                <a:lnTo>
                  <a:pt x="21600" y="12600"/>
                </a:lnTo>
                <a:cubicBezTo>
                  <a:pt x="21600" y="12503"/>
                  <a:pt x="21577" y="12416"/>
                  <a:pt x="21543" y="12334"/>
                </a:cubicBezTo>
                <a:moveTo>
                  <a:pt x="16691" y="9000"/>
                </a:moveTo>
                <a:cubicBezTo>
                  <a:pt x="16691" y="8669"/>
                  <a:pt x="16471" y="8400"/>
                  <a:pt x="16200" y="8400"/>
                </a:cubicBezTo>
                <a:lnTo>
                  <a:pt x="5400" y="8400"/>
                </a:lnTo>
                <a:cubicBezTo>
                  <a:pt x="5129" y="8400"/>
                  <a:pt x="4909" y="8669"/>
                  <a:pt x="4909" y="9000"/>
                </a:cubicBezTo>
                <a:cubicBezTo>
                  <a:pt x="4909" y="9332"/>
                  <a:pt x="5129" y="9600"/>
                  <a:pt x="5400" y="9600"/>
                </a:cubicBezTo>
                <a:lnTo>
                  <a:pt x="16200" y="9600"/>
                </a:lnTo>
                <a:cubicBezTo>
                  <a:pt x="16471" y="9600"/>
                  <a:pt x="16691" y="9332"/>
                  <a:pt x="16691" y="9000"/>
                </a:cubicBezTo>
                <a:moveTo>
                  <a:pt x="6382" y="7200"/>
                </a:moveTo>
                <a:lnTo>
                  <a:pt x="15218" y="7200"/>
                </a:lnTo>
                <a:cubicBezTo>
                  <a:pt x="15489" y="7200"/>
                  <a:pt x="15709" y="6932"/>
                  <a:pt x="15709" y="6600"/>
                </a:cubicBezTo>
                <a:cubicBezTo>
                  <a:pt x="15709" y="6269"/>
                  <a:pt x="15489" y="6000"/>
                  <a:pt x="15218" y="6000"/>
                </a:cubicBezTo>
                <a:lnTo>
                  <a:pt x="6382" y="6000"/>
                </a:lnTo>
                <a:cubicBezTo>
                  <a:pt x="6111" y="6000"/>
                  <a:pt x="5891" y="6269"/>
                  <a:pt x="5891" y="6600"/>
                </a:cubicBezTo>
                <a:cubicBezTo>
                  <a:pt x="5891" y="6932"/>
                  <a:pt x="6111" y="7200"/>
                  <a:pt x="6382" y="7200"/>
                </a:cubicBezTo>
                <a:moveTo>
                  <a:pt x="7364" y="4800"/>
                </a:moveTo>
                <a:lnTo>
                  <a:pt x="14236" y="4800"/>
                </a:lnTo>
                <a:cubicBezTo>
                  <a:pt x="14507" y="4800"/>
                  <a:pt x="14727" y="4532"/>
                  <a:pt x="14727" y="4200"/>
                </a:cubicBezTo>
                <a:cubicBezTo>
                  <a:pt x="14727" y="3869"/>
                  <a:pt x="14507" y="3600"/>
                  <a:pt x="14236" y="3600"/>
                </a:cubicBezTo>
                <a:lnTo>
                  <a:pt x="7364" y="3600"/>
                </a:lnTo>
                <a:cubicBezTo>
                  <a:pt x="7093" y="3600"/>
                  <a:pt x="6873" y="3869"/>
                  <a:pt x="6873" y="4200"/>
                </a:cubicBezTo>
                <a:cubicBezTo>
                  <a:pt x="6873" y="4532"/>
                  <a:pt x="7093" y="4800"/>
                  <a:pt x="7364" y="480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24" name="Google Shape;1024;p25"/>
          <p:cNvSpPr/>
          <p:nvPr/>
        </p:nvSpPr>
        <p:spPr>
          <a:xfrm>
            <a:off x="1437683" y="3939045"/>
            <a:ext cx="279328" cy="279328"/>
          </a:xfrm>
          <a:custGeom>
            <a:rect b="b" l="l" r="r" t="t"/>
            <a:pathLst>
              <a:path extrusionOk="0" h="21600" w="21600">
                <a:moveTo>
                  <a:pt x="20618" y="11782"/>
                </a:moveTo>
                <a:lnTo>
                  <a:pt x="982" y="11782"/>
                </a:lnTo>
                <a:lnTo>
                  <a:pt x="982" y="6873"/>
                </a:lnTo>
                <a:lnTo>
                  <a:pt x="6907" y="6873"/>
                </a:lnTo>
                <a:cubicBezTo>
                  <a:pt x="7149" y="8810"/>
                  <a:pt x="8798" y="10309"/>
                  <a:pt x="10800" y="10309"/>
                </a:cubicBezTo>
                <a:cubicBezTo>
                  <a:pt x="12802" y="10309"/>
                  <a:pt x="14451" y="8810"/>
                  <a:pt x="14693" y="6873"/>
                </a:cubicBezTo>
                <a:lnTo>
                  <a:pt x="20618" y="6873"/>
                </a:lnTo>
                <a:cubicBezTo>
                  <a:pt x="20618" y="6873"/>
                  <a:pt x="20618" y="11782"/>
                  <a:pt x="20618" y="11782"/>
                </a:cubicBezTo>
                <a:close/>
                <a:moveTo>
                  <a:pt x="20264" y="14727"/>
                </a:moveTo>
                <a:lnTo>
                  <a:pt x="14236" y="14727"/>
                </a:lnTo>
                <a:cubicBezTo>
                  <a:pt x="13966" y="14727"/>
                  <a:pt x="13745" y="14947"/>
                  <a:pt x="13745" y="15218"/>
                </a:cubicBezTo>
                <a:cubicBezTo>
                  <a:pt x="13745" y="16845"/>
                  <a:pt x="12427" y="18164"/>
                  <a:pt x="10800" y="18164"/>
                </a:cubicBezTo>
                <a:cubicBezTo>
                  <a:pt x="9173" y="18164"/>
                  <a:pt x="7855" y="16845"/>
                  <a:pt x="7855" y="15218"/>
                </a:cubicBezTo>
                <a:cubicBezTo>
                  <a:pt x="7855" y="14947"/>
                  <a:pt x="7634" y="14727"/>
                  <a:pt x="7364" y="14727"/>
                </a:cubicBezTo>
                <a:lnTo>
                  <a:pt x="1336" y="14727"/>
                </a:lnTo>
                <a:lnTo>
                  <a:pt x="2682" y="12764"/>
                </a:lnTo>
                <a:lnTo>
                  <a:pt x="18918" y="12764"/>
                </a:lnTo>
                <a:cubicBezTo>
                  <a:pt x="18918" y="12764"/>
                  <a:pt x="20264" y="14727"/>
                  <a:pt x="20264" y="14727"/>
                </a:cubicBezTo>
                <a:close/>
                <a:moveTo>
                  <a:pt x="20618" y="20618"/>
                </a:moveTo>
                <a:lnTo>
                  <a:pt x="982" y="20618"/>
                </a:lnTo>
                <a:lnTo>
                  <a:pt x="982" y="15709"/>
                </a:lnTo>
                <a:lnTo>
                  <a:pt x="6907" y="15709"/>
                </a:lnTo>
                <a:cubicBezTo>
                  <a:pt x="7149" y="17646"/>
                  <a:pt x="8798" y="19145"/>
                  <a:pt x="10800" y="19145"/>
                </a:cubicBezTo>
                <a:cubicBezTo>
                  <a:pt x="12802" y="19145"/>
                  <a:pt x="14451" y="17646"/>
                  <a:pt x="14693" y="15709"/>
                </a:cubicBezTo>
                <a:lnTo>
                  <a:pt x="20618" y="15709"/>
                </a:lnTo>
                <a:cubicBezTo>
                  <a:pt x="20618" y="15709"/>
                  <a:pt x="20618" y="20618"/>
                  <a:pt x="20618" y="20618"/>
                </a:cubicBezTo>
                <a:close/>
                <a:moveTo>
                  <a:pt x="4702" y="982"/>
                </a:moveTo>
                <a:lnTo>
                  <a:pt x="16898" y="982"/>
                </a:lnTo>
                <a:lnTo>
                  <a:pt x="20264" y="5891"/>
                </a:lnTo>
                <a:lnTo>
                  <a:pt x="14236" y="5891"/>
                </a:lnTo>
                <a:cubicBezTo>
                  <a:pt x="13966" y="5891"/>
                  <a:pt x="13745" y="6111"/>
                  <a:pt x="13745" y="6382"/>
                </a:cubicBezTo>
                <a:cubicBezTo>
                  <a:pt x="13745" y="8009"/>
                  <a:pt x="12427" y="9327"/>
                  <a:pt x="10800" y="9327"/>
                </a:cubicBezTo>
                <a:cubicBezTo>
                  <a:pt x="9173" y="9327"/>
                  <a:pt x="7855" y="8009"/>
                  <a:pt x="7855" y="6382"/>
                </a:cubicBezTo>
                <a:cubicBezTo>
                  <a:pt x="7855" y="6111"/>
                  <a:pt x="7634" y="5891"/>
                  <a:pt x="7364" y="5891"/>
                </a:cubicBezTo>
                <a:lnTo>
                  <a:pt x="1336" y="5891"/>
                </a:lnTo>
                <a:cubicBezTo>
                  <a:pt x="1336" y="5891"/>
                  <a:pt x="4702" y="982"/>
                  <a:pt x="4702" y="982"/>
                </a:cubicBezTo>
                <a:close/>
                <a:moveTo>
                  <a:pt x="21600" y="12273"/>
                </a:moveTo>
                <a:lnTo>
                  <a:pt x="21600" y="6382"/>
                </a:lnTo>
                <a:cubicBezTo>
                  <a:pt x="21600" y="6303"/>
                  <a:pt x="21577" y="6231"/>
                  <a:pt x="21543" y="6165"/>
                </a:cubicBezTo>
                <a:lnTo>
                  <a:pt x="21548" y="6162"/>
                </a:lnTo>
                <a:lnTo>
                  <a:pt x="17621" y="272"/>
                </a:lnTo>
                <a:lnTo>
                  <a:pt x="17616" y="274"/>
                </a:lnTo>
                <a:cubicBezTo>
                  <a:pt x="17536" y="113"/>
                  <a:pt x="17374" y="0"/>
                  <a:pt x="17182" y="0"/>
                </a:cubicBezTo>
                <a:lnTo>
                  <a:pt x="4418" y="0"/>
                </a:lnTo>
                <a:cubicBezTo>
                  <a:pt x="4226" y="0"/>
                  <a:pt x="4064" y="113"/>
                  <a:pt x="3984" y="274"/>
                </a:cubicBezTo>
                <a:lnTo>
                  <a:pt x="3979" y="272"/>
                </a:lnTo>
                <a:lnTo>
                  <a:pt x="52" y="6162"/>
                </a:lnTo>
                <a:lnTo>
                  <a:pt x="57" y="6165"/>
                </a:lnTo>
                <a:cubicBezTo>
                  <a:pt x="23" y="6231"/>
                  <a:pt x="0" y="6303"/>
                  <a:pt x="0" y="6382"/>
                </a:cubicBezTo>
                <a:lnTo>
                  <a:pt x="0" y="12273"/>
                </a:lnTo>
                <a:cubicBezTo>
                  <a:pt x="0" y="12544"/>
                  <a:pt x="220" y="12764"/>
                  <a:pt x="491" y="12764"/>
                </a:cubicBezTo>
                <a:lnTo>
                  <a:pt x="1542" y="12764"/>
                </a:lnTo>
                <a:lnTo>
                  <a:pt x="52" y="14999"/>
                </a:lnTo>
                <a:lnTo>
                  <a:pt x="57" y="15001"/>
                </a:lnTo>
                <a:cubicBezTo>
                  <a:pt x="23" y="15067"/>
                  <a:pt x="0" y="15139"/>
                  <a:pt x="0" y="15218"/>
                </a:cubicBezTo>
                <a:lnTo>
                  <a:pt x="0" y="21109"/>
                </a:lnTo>
                <a:cubicBezTo>
                  <a:pt x="0" y="21380"/>
                  <a:pt x="220" y="21600"/>
                  <a:pt x="491" y="21600"/>
                </a:cubicBezTo>
                <a:lnTo>
                  <a:pt x="21109" y="21600"/>
                </a:lnTo>
                <a:cubicBezTo>
                  <a:pt x="21380" y="21600"/>
                  <a:pt x="21600" y="21380"/>
                  <a:pt x="21600" y="21109"/>
                </a:cubicBezTo>
                <a:lnTo>
                  <a:pt x="21600" y="15218"/>
                </a:lnTo>
                <a:cubicBezTo>
                  <a:pt x="21600" y="15139"/>
                  <a:pt x="21577" y="15067"/>
                  <a:pt x="21543" y="15001"/>
                </a:cubicBezTo>
                <a:lnTo>
                  <a:pt x="21548" y="14999"/>
                </a:lnTo>
                <a:lnTo>
                  <a:pt x="20058" y="12764"/>
                </a:lnTo>
                <a:lnTo>
                  <a:pt x="21109" y="12764"/>
                </a:lnTo>
                <a:cubicBezTo>
                  <a:pt x="21380" y="12764"/>
                  <a:pt x="21600" y="12544"/>
                  <a:pt x="21600" y="1227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25" name="Google Shape;1025;p25"/>
          <p:cNvSpPr/>
          <p:nvPr/>
        </p:nvSpPr>
        <p:spPr>
          <a:xfrm>
            <a:off x="1970944" y="3939045"/>
            <a:ext cx="279328" cy="279328"/>
          </a:xfrm>
          <a:custGeom>
            <a:rect b="b" l="l" r="r" t="t"/>
            <a:pathLst>
              <a:path extrusionOk="0" h="21600" w="21600">
                <a:moveTo>
                  <a:pt x="21109" y="10309"/>
                </a:moveTo>
                <a:cubicBezTo>
                  <a:pt x="20838" y="10309"/>
                  <a:pt x="20618" y="10529"/>
                  <a:pt x="20618" y="10800"/>
                </a:cubicBezTo>
                <a:cubicBezTo>
                  <a:pt x="20618" y="16223"/>
                  <a:pt x="16223" y="20618"/>
                  <a:pt x="10800" y="20618"/>
                </a:cubicBezTo>
                <a:cubicBezTo>
                  <a:pt x="5377" y="20618"/>
                  <a:pt x="982" y="16223"/>
                  <a:pt x="982" y="10800"/>
                </a:cubicBezTo>
                <a:cubicBezTo>
                  <a:pt x="982" y="5378"/>
                  <a:pt x="5377" y="982"/>
                  <a:pt x="10800" y="982"/>
                </a:cubicBezTo>
                <a:cubicBezTo>
                  <a:pt x="14012" y="982"/>
                  <a:pt x="16860" y="2526"/>
                  <a:pt x="18652" y="4909"/>
                </a:cubicBezTo>
                <a:lnTo>
                  <a:pt x="14727" y="4909"/>
                </a:lnTo>
                <a:cubicBezTo>
                  <a:pt x="14456" y="4909"/>
                  <a:pt x="14236" y="5129"/>
                  <a:pt x="14236" y="5400"/>
                </a:cubicBezTo>
                <a:cubicBezTo>
                  <a:pt x="14236" y="5672"/>
                  <a:pt x="14456" y="5891"/>
                  <a:pt x="14727" y="5891"/>
                </a:cubicBezTo>
                <a:lnTo>
                  <a:pt x="19636" y="5891"/>
                </a:lnTo>
                <a:cubicBezTo>
                  <a:pt x="19907" y="5891"/>
                  <a:pt x="20127" y="5672"/>
                  <a:pt x="20127" y="5400"/>
                </a:cubicBezTo>
                <a:lnTo>
                  <a:pt x="20127" y="491"/>
                </a:lnTo>
                <a:cubicBezTo>
                  <a:pt x="20127" y="220"/>
                  <a:pt x="19907" y="0"/>
                  <a:pt x="19636" y="0"/>
                </a:cubicBezTo>
                <a:cubicBezTo>
                  <a:pt x="19366" y="0"/>
                  <a:pt x="19145" y="220"/>
                  <a:pt x="19145" y="491"/>
                </a:cubicBezTo>
                <a:lnTo>
                  <a:pt x="19145" y="3962"/>
                </a:lnTo>
                <a:cubicBezTo>
                  <a:pt x="17166" y="1546"/>
                  <a:pt x="14167" y="0"/>
                  <a:pt x="10800" y="0"/>
                </a:cubicBezTo>
                <a:cubicBezTo>
                  <a:pt x="4836" y="0"/>
                  <a:pt x="0" y="4836"/>
                  <a:pt x="0" y="10800"/>
                </a:cubicBezTo>
                <a:cubicBezTo>
                  <a:pt x="0" y="16765"/>
                  <a:pt x="4836" y="21600"/>
                  <a:pt x="10800" y="21600"/>
                </a:cubicBezTo>
                <a:cubicBezTo>
                  <a:pt x="16764" y="21600"/>
                  <a:pt x="21600" y="16765"/>
                  <a:pt x="21600" y="10800"/>
                </a:cubicBezTo>
                <a:cubicBezTo>
                  <a:pt x="21600" y="10529"/>
                  <a:pt x="21380" y="10309"/>
                  <a:pt x="21109" y="1030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26" name="Google Shape;1026;p25"/>
          <p:cNvSpPr/>
          <p:nvPr/>
        </p:nvSpPr>
        <p:spPr>
          <a:xfrm>
            <a:off x="2504205" y="3939045"/>
            <a:ext cx="279328" cy="279328"/>
          </a:xfrm>
          <a:custGeom>
            <a:rect b="b" l="l" r="r" t="t"/>
            <a:pathLst>
              <a:path extrusionOk="0" h="21600" w="21600">
                <a:moveTo>
                  <a:pt x="10800" y="982"/>
                </a:moveTo>
                <a:cubicBezTo>
                  <a:pt x="14012" y="982"/>
                  <a:pt x="16860" y="2526"/>
                  <a:pt x="18652" y="4909"/>
                </a:cubicBezTo>
                <a:lnTo>
                  <a:pt x="14727" y="4909"/>
                </a:lnTo>
                <a:cubicBezTo>
                  <a:pt x="14456" y="4909"/>
                  <a:pt x="14236" y="5129"/>
                  <a:pt x="14236" y="5400"/>
                </a:cubicBezTo>
                <a:cubicBezTo>
                  <a:pt x="14236" y="5672"/>
                  <a:pt x="14456" y="5891"/>
                  <a:pt x="14727" y="5891"/>
                </a:cubicBezTo>
                <a:lnTo>
                  <a:pt x="19636" y="5891"/>
                </a:lnTo>
                <a:cubicBezTo>
                  <a:pt x="19907" y="5891"/>
                  <a:pt x="20127" y="5672"/>
                  <a:pt x="20127" y="5400"/>
                </a:cubicBezTo>
                <a:lnTo>
                  <a:pt x="20127" y="491"/>
                </a:lnTo>
                <a:cubicBezTo>
                  <a:pt x="20127" y="220"/>
                  <a:pt x="19907" y="0"/>
                  <a:pt x="19636" y="0"/>
                </a:cubicBezTo>
                <a:cubicBezTo>
                  <a:pt x="19366" y="0"/>
                  <a:pt x="19145" y="220"/>
                  <a:pt x="19145" y="491"/>
                </a:cubicBezTo>
                <a:lnTo>
                  <a:pt x="19145" y="3962"/>
                </a:lnTo>
                <a:cubicBezTo>
                  <a:pt x="17166" y="1546"/>
                  <a:pt x="14167" y="0"/>
                  <a:pt x="10800" y="0"/>
                </a:cubicBezTo>
                <a:cubicBezTo>
                  <a:pt x="4836" y="0"/>
                  <a:pt x="0" y="4836"/>
                  <a:pt x="0" y="10800"/>
                </a:cubicBezTo>
                <a:cubicBezTo>
                  <a:pt x="0" y="11071"/>
                  <a:pt x="220" y="11291"/>
                  <a:pt x="491" y="11291"/>
                </a:cubicBezTo>
                <a:cubicBezTo>
                  <a:pt x="762" y="11291"/>
                  <a:pt x="982" y="11071"/>
                  <a:pt x="982" y="10800"/>
                </a:cubicBezTo>
                <a:cubicBezTo>
                  <a:pt x="982" y="5378"/>
                  <a:pt x="5377" y="982"/>
                  <a:pt x="10800" y="982"/>
                </a:cubicBezTo>
                <a:moveTo>
                  <a:pt x="21109" y="10309"/>
                </a:moveTo>
                <a:cubicBezTo>
                  <a:pt x="20838" y="10309"/>
                  <a:pt x="20618" y="10529"/>
                  <a:pt x="20618" y="10800"/>
                </a:cubicBezTo>
                <a:cubicBezTo>
                  <a:pt x="20618" y="16223"/>
                  <a:pt x="16223" y="20618"/>
                  <a:pt x="10800" y="20618"/>
                </a:cubicBezTo>
                <a:cubicBezTo>
                  <a:pt x="7588" y="20618"/>
                  <a:pt x="4740" y="19075"/>
                  <a:pt x="2948" y="16691"/>
                </a:cubicBezTo>
                <a:lnTo>
                  <a:pt x="6873" y="16691"/>
                </a:lnTo>
                <a:cubicBezTo>
                  <a:pt x="7144" y="16691"/>
                  <a:pt x="7364" y="16471"/>
                  <a:pt x="7364" y="16200"/>
                </a:cubicBezTo>
                <a:cubicBezTo>
                  <a:pt x="7364" y="15929"/>
                  <a:pt x="7144" y="15709"/>
                  <a:pt x="6873" y="15709"/>
                </a:cubicBezTo>
                <a:lnTo>
                  <a:pt x="1964" y="15709"/>
                </a:lnTo>
                <a:cubicBezTo>
                  <a:pt x="1693" y="15709"/>
                  <a:pt x="1473" y="15929"/>
                  <a:pt x="1473" y="16200"/>
                </a:cubicBezTo>
                <a:lnTo>
                  <a:pt x="1473" y="21109"/>
                </a:lnTo>
                <a:cubicBezTo>
                  <a:pt x="1473" y="21380"/>
                  <a:pt x="1693" y="21600"/>
                  <a:pt x="1964" y="21600"/>
                </a:cubicBezTo>
                <a:cubicBezTo>
                  <a:pt x="2234" y="21600"/>
                  <a:pt x="2455" y="21380"/>
                  <a:pt x="2455" y="21109"/>
                </a:cubicBezTo>
                <a:lnTo>
                  <a:pt x="2455" y="17639"/>
                </a:lnTo>
                <a:cubicBezTo>
                  <a:pt x="4434" y="20054"/>
                  <a:pt x="7433" y="21600"/>
                  <a:pt x="10800" y="21600"/>
                </a:cubicBezTo>
                <a:cubicBezTo>
                  <a:pt x="16764" y="21600"/>
                  <a:pt x="21600" y="16765"/>
                  <a:pt x="21600" y="10800"/>
                </a:cubicBezTo>
                <a:cubicBezTo>
                  <a:pt x="21600" y="10529"/>
                  <a:pt x="21380" y="10309"/>
                  <a:pt x="21109" y="1030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27" name="Google Shape;1027;p25"/>
          <p:cNvSpPr/>
          <p:nvPr/>
        </p:nvSpPr>
        <p:spPr>
          <a:xfrm>
            <a:off x="3062859" y="3939045"/>
            <a:ext cx="228541" cy="279328"/>
          </a:xfrm>
          <a:custGeom>
            <a:rect b="b" l="l" r="r" t="t"/>
            <a:pathLst>
              <a:path extrusionOk="0" h="21600" w="21600">
                <a:moveTo>
                  <a:pt x="12000" y="1408"/>
                </a:moveTo>
                <a:lnTo>
                  <a:pt x="17518" y="4418"/>
                </a:lnTo>
                <a:lnTo>
                  <a:pt x="12000" y="7429"/>
                </a:lnTo>
                <a:cubicBezTo>
                  <a:pt x="12000" y="7429"/>
                  <a:pt x="12000" y="1408"/>
                  <a:pt x="12000" y="1408"/>
                </a:cubicBezTo>
                <a:close/>
                <a:moveTo>
                  <a:pt x="21000" y="12273"/>
                </a:moveTo>
                <a:cubicBezTo>
                  <a:pt x="20669" y="12273"/>
                  <a:pt x="20400" y="12492"/>
                  <a:pt x="20400" y="12764"/>
                </a:cubicBezTo>
                <a:cubicBezTo>
                  <a:pt x="20400" y="17102"/>
                  <a:pt x="16102" y="20618"/>
                  <a:pt x="10800" y="20618"/>
                </a:cubicBezTo>
                <a:cubicBezTo>
                  <a:pt x="5498" y="20618"/>
                  <a:pt x="1200" y="17102"/>
                  <a:pt x="1200" y="12764"/>
                </a:cubicBezTo>
                <a:cubicBezTo>
                  <a:pt x="1200" y="8426"/>
                  <a:pt x="5498" y="4909"/>
                  <a:pt x="10800" y="4909"/>
                </a:cubicBezTo>
                <a:lnTo>
                  <a:pt x="10800" y="8345"/>
                </a:lnTo>
                <a:cubicBezTo>
                  <a:pt x="10800" y="8617"/>
                  <a:pt x="11069" y="8836"/>
                  <a:pt x="11400" y="8836"/>
                </a:cubicBezTo>
                <a:cubicBezTo>
                  <a:pt x="11524" y="8836"/>
                  <a:pt x="11631" y="8799"/>
                  <a:pt x="11726" y="8747"/>
                </a:cubicBezTo>
                <a:lnTo>
                  <a:pt x="11733" y="8754"/>
                </a:lnTo>
                <a:lnTo>
                  <a:pt x="18933" y="4827"/>
                </a:lnTo>
                <a:lnTo>
                  <a:pt x="18926" y="4819"/>
                </a:lnTo>
                <a:cubicBezTo>
                  <a:pt x="19087" y="4731"/>
                  <a:pt x="19200" y="4589"/>
                  <a:pt x="19200" y="4418"/>
                </a:cubicBezTo>
                <a:cubicBezTo>
                  <a:pt x="19200" y="4248"/>
                  <a:pt x="19087" y="4106"/>
                  <a:pt x="18926" y="4017"/>
                </a:cubicBezTo>
                <a:lnTo>
                  <a:pt x="18933" y="4010"/>
                </a:lnTo>
                <a:lnTo>
                  <a:pt x="11733" y="82"/>
                </a:lnTo>
                <a:lnTo>
                  <a:pt x="11726" y="90"/>
                </a:lnTo>
                <a:cubicBezTo>
                  <a:pt x="11631" y="38"/>
                  <a:pt x="11524" y="0"/>
                  <a:pt x="11400" y="0"/>
                </a:cubicBezTo>
                <a:cubicBezTo>
                  <a:pt x="11069" y="0"/>
                  <a:pt x="10800" y="220"/>
                  <a:pt x="10800" y="491"/>
                </a:cubicBezTo>
                <a:lnTo>
                  <a:pt x="10800" y="3927"/>
                </a:lnTo>
                <a:cubicBezTo>
                  <a:pt x="4835" y="3927"/>
                  <a:pt x="0" y="7883"/>
                  <a:pt x="0" y="12764"/>
                </a:cubicBezTo>
                <a:cubicBezTo>
                  <a:pt x="0" y="17644"/>
                  <a:pt x="4835" y="21600"/>
                  <a:pt x="10800" y="21600"/>
                </a:cubicBezTo>
                <a:cubicBezTo>
                  <a:pt x="16765" y="21600"/>
                  <a:pt x="21600" y="17644"/>
                  <a:pt x="21600" y="12764"/>
                </a:cubicBezTo>
                <a:cubicBezTo>
                  <a:pt x="21600" y="12492"/>
                  <a:pt x="21331" y="12273"/>
                  <a:pt x="21000" y="1227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28" name="Google Shape;1028;p25"/>
          <p:cNvSpPr/>
          <p:nvPr/>
        </p:nvSpPr>
        <p:spPr>
          <a:xfrm>
            <a:off x="3596120" y="3939045"/>
            <a:ext cx="228541" cy="279328"/>
          </a:xfrm>
          <a:custGeom>
            <a:rect b="b" l="l" r="r" t="t"/>
            <a:pathLst>
              <a:path extrusionOk="0" h="21600" w="21600">
                <a:moveTo>
                  <a:pt x="21000" y="12273"/>
                </a:moveTo>
                <a:cubicBezTo>
                  <a:pt x="20668" y="12273"/>
                  <a:pt x="20400" y="12492"/>
                  <a:pt x="20400" y="12764"/>
                </a:cubicBezTo>
                <a:cubicBezTo>
                  <a:pt x="20400" y="17102"/>
                  <a:pt x="16102" y="20618"/>
                  <a:pt x="10800" y="20618"/>
                </a:cubicBezTo>
                <a:cubicBezTo>
                  <a:pt x="5498" y="20618"/>
                  <a:pt x="1200" y="17102"/>
                  <a:pt x="1200" y="12764"/>
                </a:cubicBezTo>
                <a:cubicBezTo>
                  <a:pt x="1200" y="8426"/>
                  <a:pt x="5498" y="4909"/>
                  <a:pt x="10800" y="4909"/>
                </a:cubicBezTo>
                <a:lnTo>
                  <a:pt x="14768" y="4909"/>
                </a:lnTo>
                <a:lnTo>
                  <a:pt x="11067" y="7937"/>
                </a:lnTo>
                <a:lnTo>
                  <a:pt x="11073" y="7945"/>
                </a:lnTo>
                <a:cubicBezTo>
                  <a:pt x="10912" y="8033"/>
                  <a:pt x="10800" y="8175"/>
                  <a:pt x="10800" y="8345"/>
                </a:cubicBezTo>
                <a:cubicBezTo>
                  <a:pt x="10800" y="8617"/>
                  <a:pt x="11068" y="8836"/>
                  <a:pt x="11400" y="8836"/>
                </a:cubicBezTo>
                <a:cubicBezTo>
                  <a:pt x="11523" y="8836"/>
                  <a:pt x="11631" y="8798"/>
                  <a:pt x="11727" y="8747"/>
                </a:cubicBezTo>
                <a:lnTo>
                  <a:pt x="11733" y="8754"/>
                </a:lnTo>
                <a:lnTo>
                  <a:pt x="11774" y="8721"/>
                </a:lnTo>
                <a:cubicBezTo>
                  <a:pt x="11805" y="8700"/>
                  <a:pt x="11832" y="8677"/>
                  <a:pt x="11858" y="8651"/>
                </a:cubicBezTo>
                <a:lnTo>
                  <a:pt x="16533" y="4827"/>
                </a:lnTo>
                <a:lnTo>
                  <a:pt x="16527" y="4819"/>
                </a:lnTo>
                <a:cubicBezTo>
                  <a:pt x="16688" y="4731"/>
                  <a:pt x="16800" y="4589"/>
                  <a:pt x="16800" y="4418"/>
                </a:cubicBezTo>
                <a:cubicBezTo>
                  <a:pt x="16800" y="4248"/>
                  <a:pt x="16688" y="4106"/>
                  <a:pt x="16527" y="4018"/>
                </a:cubicBezTo>
                <a:lnTo>
                  <a:pt x="16533" y="4010"/>
                </a:lnTo>
                <a:lnTo>
                  <a:pt x="11858" y="185"/>
                </a:lnTo>
                <a:cubicBezTo>
                  <a:pt x="11832" y="159"/>
                  <a:pt x="11805" y="137"/>
                  <a:pt x="11774" y="116"/>
                </a:cubicBezTo>
                <a:lnTo>
                  <a:pt x="11733" y="82"/>
                </a:lnTo>
                <a:lnTo>
                  <a:pt x="11727" y="90"/>
                </a:lnTo>
                <a:cubicBezTo>
                  <a:pt x="11631" y="38"/>
                  <a:pt x="11523" y="0"/>
                  <a:pt x="11400" y="0"/>
                </a:cubicBezTo>
                <a:cubicBezTo>
                  <a:pt x="11068" y="0"/>
                  <a:pt x="10800" y="220"/>
                  <a:pt x="10800" y="491"/>
                </a:cubicBezTo>
                <a:cubicBezTo>
                  <a:pt x="10800" y="662"/>
                  <a:pt x="10912" y="804"/>
                  <a:pt x="11073" y="892"/>
                </a:cubicBezTo>
                <a:lnTo>
                  <a:pt x="11067" y="899"/>
                </a:lnTo>
                <a:lnTo>
                  <a:pt x="14768" y="3927"/>
                </a:lnTo>
                <a:lnTo>
                  <a:pt x="10800" y="3927"/>
                </a:lnTo>
                <a:cubicBezTo>
                  <a:pt x="4835" y="3927"/>
                  <a:pt x="0" y="7884"/>
                  <a:pt x="0" y="12764"/>
                </a:cubicBezTo>
                <a:cubicBezTo>
                  <a:pt x="0" y="17644"/>
                  <a:pt x="4835" y="21600"/>
                  <a:pt x="10800" y="21600"/>
                </a:cubicBezTo>
                <a:cubicBezTo>
                  <a:pt x="16765" y="21600"/>
                  <a:pt x="21600" y="17644"/>
                  <a:pt x="21600" y="12764"/>
                </a:cubicBezTo>
                <a:cubicBezTo>
                  <a:pt x="21600" y="12492"/>
                  <a:pt x="21332" y="12273"/>
                  <a:pt x="21000" y="1227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29" name="Google Shape;1029;p25"/>
          <p:cNvSpPr/>
          <p:nvPr/>
        </p:nvSpPr>
        <p:spPr>
          <a:xfrm>
            <a:off x="4103988" y="3939045"/>
            <a:ext cx="279328" cy="279325"/>
          </a:xfrm>
          <a:custGeom>
            <a:rect b="b" l="l" r="r" t="t"/>
            <a:pathLst>
              <a:path extrusionOk="0" h="21600" w="21600">
                <a:moveTo>
                  <a:pt x="18634" y="6292"/>
                </a:moveTo>
                <a:cubicBezTo>
                  <a:pt x="18643" y="6159"/>
                  <a:pt x="18655" y="6026"/>
                  <a:pt x="18655" y="5891"/>
                </a:cubicBezTo>
                <a:cubicBezTo>
                  <a:pt x="18655" y="2638"/>
                  <a:pt x="16017" y="0"/>
                  <a:pt x="12764" y="0"/>
                </a:cubicBezTo>
                <a:cubicBezTo>
                  <a:pt x="10499" y="0"/>
                  <a:pt x="8536" y="1279"/>
                  <a:pt x="7550" y="3153"/>
                </a:cubicBezTo>
                <a:cubicBezTo>
                  <a:pt x="7185" y="3021"/>
                  <a:pt x="6793" y="2945"/>
                  <a:pt x="6382" y="2945"/>
                </a:cubicBezTo>
                <a:cubicBezTo>
                  <a:pt x="4484" y="2945"/>
                  <a:pt x="2945" y="4484"/>
                  <a:pt x="2945" y="6382"/>
                </a:cubicBezTo>
                <a:cubicBezTo>
                  <a:pt x="2945" y="6629"/>
                  <a:pt x="2973" y="6869"/>
                  <a:pt x="3022" y="7101"/>
                </a:cubicBezTo>
                <a:cubicBezTo>
                  <a:pt x="1267" y="7686"/>
                  <a:pt x="0" y="9339"/>
                  <a:pt x="0" y="11291"/>
                </a:cubicBezTo>
                <a:cubicBezTo>
                  <a:pt x="0" y="13731"/>
                  <a:pt x="1978" y="15709"/>
                  <a:pt x="4418" y="15709"/>
                </a:cubicBezTo>
                <a:lnTo>
                  <a:pt x="8836" y="15709"/>
                </a:lnTo>
                <a:cubicBezTo>
                  <a:pt x="9108" y="15709"/>
                  <a:pt x="9327" y="15489"/>
                  <a:pt x="9327" y="15218"/>
                </a:cubicBezTo>
                <a:cubicBezTo>
                  <a:pt x="9327" y="14947"/>
                  <a:pt x="9108" y="14727"/>
                  <a:pt x="8836" y="14727"/>
                </a:cubicBezTo>
                <a:lnTo>
                  <a:pt x="4418" y="14727"/>
                </a:lnTo>
                <a:cubicBezTo>
                  <a:pt x="2524" y="14727"/>
                  <a:pt x="982" y="13185"/>
                  <a:pt x="982" y="11291"/>
                </a:cubicBezTo>
                <a:cubicBezTo>
                  <a:pt x="982" y="9810"/>
                  <a:pt x="1926" y="8502"/>
                  <a:pt x="3333" y="8033"/>
                </a:cubicBezTo>
                <a:lnTo>
                  <a:pt x="4165" y="7756"/>
                </a:lnTo>
                <a:lnTo>
                  <a:pt x="3982" y="6897"/>
                </a:lnTo>
                <a:cubicBezTo>
                  <a:pt x="3946" y="6725"/>
                  <a:pt x="3927" y="6551"/>
                  <a:pt x="3927" y="6382"/>
                </a:cubicBezTo>
                <a:cubicBezTo>
                  <a:pt x="3927" y="5028"/>
                  <a:pt x="5028" y="3927"/>
                  <a:pt x="6382" y="3927"/>
                </a:cubicBezTo>
                <a:cubicBezTo>
                  <a:pt x="6662" y="3927"/>
                  <a:pt x="6942" y="3977"/>
                  <a:pt x="7215" y="4077"/>
                </a:cubicBezTo>
                <a:lnTo>
                  <a:pt x="8019" y="4368"/>
                </a:lnTo>
                <a:lnTo>
                  <a:pt x="8418" y="3611"/>
                </a:lnTo>
                <a:cubicBezTo>
                  <a:pt x="9272" y="1989"/>
                  <a:pt x="10937" y="982"/>
                  <a:pt x="12764" y="982"/>
                </a:cubicBezTo>
                <a:cubicBezTo>
                  <a:pt x="15470" y="982"/>
                  <a:pt x="17673" y="3184"/>
                  <a:pt x="17673" y="5891"/>
                </a:cubicBezTo>
                <a:cubicBezTo>
                  <a:pt x="17673" y="5977"/>
                  <a:pt x="17666" y="6060"/>
                  <a:pt x="17660" y="6145"/>
                </a:cubicBezTo>
                <a:lnTo>
                  <a:pt x="17655" y="6229"/>
                </a:lnTo>
                <a:lnTo>
                  <a:pt x="17610" y="6920"/>
                </a:lnTo>
                <a:lnTo>
                  <a:pt x="18245" y="7194"/>
                </a:lnTo>
                <a:cubicBezTo>
                  <a:pt x="19686" y="7816"/>
                  <a:pt x="20618" y="9232"/>
                  <a:pt x="20618" y="10800"/>
                </a:cubicBezTo>
                <a:cubicBezTo>
                  <a:pt x="20618" y="12965"/>
                  <a:pt x="18856" y="14727"/>
                  <a:pt x="16691" y="14727"/>
                </a:cubicBezTo>
                <a:lnTo>
                  <a:pt x="12764" y="14727"/>
                </a:lnTo>
                <a:cubicBezTo>
                  <a:pt x="12492" y="14727"/>
                  <a:pt x="12273" y="14947"/>
                  <a:pt x="12273" y="15218"/>
                </a:cubicBezTo>
                <a:cubicBezTo>
                  <a:pt x="12273" y="15489"/>
                  <a:pt x="12492" y="15709"/>
                  <a:pt x="12764" y="15709"/>
                </a:cubicBezTo>
                <a:lnTo>
                  <a:pt x="16691" y="15709"/>
                </a:lnTo>
                <a:cubicBezTo>
                  <a:pt x="19401" y="15709"/>
                  <a:pt x="21600" y="13511"/>
                  <a:pt x="21600" y="10800"/>
                </a:cubicBezTo>
                <a:cubicBezTo>
                  <a:pt x="21600" y="8780"/>
                  <a:pt x="20378" y="7045"/>
                  <a:pt x="18634" y="6292"/>
                </a:cubicBezTo>
                <a:moveTo>
                  <a:pt x="13745" y="17673"/>
                </a:moveTo>
                <a:cubicBezTo>
                  <a:pt x="13610" y="17673"/>
                  <a:pt x="13488" y="17728"/>
                  <a:pt x="13398" y="17817"/>
                </a:cubicBezTo>
                <a:lnTo>
                  <a:pt x="11291" y="19924"/>
                </a:lnTo>
                <a:lnTo>
                  <a:pt x="11291" y="8346"/>
                </a:lnTo>
                <a:cubicBezTo>
                  <a:pt x="11291" y="8074"/>
                  <a:pt x="11071" y="7855"/>
                  <a:pt x="10800" y="7855"/>
                </a:cubicBezTo>
                <a:cubicBezTo>
                  <a:pt x="10529" y="7855"/>
                  <a:pt x="10309" y="8074"/>
                  <a:pt x="10309" y="8346"/>
                </a:cubicBezTo>
                <a:lnTo>
                  <a:pt x="10309" y="19924"/>
                </a:lnTo>
                <a:lnTo>
                  <a:pt x="8202" y="17817"/>
                </a:lnTo>
                <a:cubicBezTo>
                  <a:pt x="8113" y="17728"/>
                  <a:pt x="7990" y="17673"/>
                  <a:pt x="7855" y="17673"/>
                </a:cubicBezTo>
                <a:cubicBezTo>
                  <a:pt x="7583" y="17673"/>
                  <a:pt x="7364" y="17893"/>
                  <a:pt x="7364" y="18164"/>
                </a:cubicBezTo>
                <a:cubicBezTo>
                  <a:pt x="7364" y="18300"/>
                  <a:pt x="7419" y="18422"/>
                  <a:pt x="7507" y="18511"/>
                </a:cubicBezTo>
                <a:lnTo>
                  <a:pt x="10453" y="21456"/>
                </a:lnTo>
                <a:cubicBezTo>
                  <a:pt x="10542" y="21545"/>
                  <a:pt x="10664" y="21600"/>
                  <a:pt x="10800" y="21600"/>
                </a:cubicBezTo>
                <a:cubicBezTo>
                  <a:pt x="10936" y="21600"/>
                  <a:pt x="11058" y="21545"/>
                  <a:pt x="11147" y="21456"/>
                </a:cubicBezTo>
                <a:lnTo>
                  <a:pt x="14093" y="18511"/>
                </a:lnTo>
                <a:cubicBezTo>
                  <a:pt x="14182" y="18422"/>
                  <a:pt x="14236" y="18300"/>
                  <a:pt x="14236" y="18164"/>
                </a:cubicBezTo>
                <a:cubicBezTo>
                  <a:pt x="14236" y="17893"/>
                  <a:pt x="14017" y="17673"/>
                  <a:pt x="13745" y="1767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30" name="Google Shape;1030;p25"/>
          <p:cNvSpPr/>
          <p:nvPr/>
        </p:nvSpPr>
        <p:spPr>
          <a:xfrm>
            <a:off x="4637249" y="3939045"/>
            <a:ext cx="279328" cy="279325"/>
          </a:xfrm>
          <a:custGeom>
            <a:rect b="b" l="l" r="r" t="t"/>
            <a:pathLst>
              <a:path extrusionOk="0" h="21600" w="21600">
                <a:moveTo>
                  <a:pt x="18634" y="6292"/>
                </a:moveTo>
                <a:cubicBezTo>
                  <a:pt x="18643" y="6159"/>
                  <a:pt x="18655" y="6026"/>
                  <a:pt x="18655" y="5891"/>
                </a:cubicBezTo>
                <a:cubicBezTo>
                  <a:pt x="18655" y="2638"/>
                  <a:pt x="16017" y="0"/>
                  <a:pt x="12764" y="0"/>
                </a:cubicBezTo>
                <a:cubicBezTo>
                  <a:pt x="10499" y="0"/>
                  <a:pt x="8536" y="1279"/>
                  <a:pt x="7550" y="3153"/>
                </a:cubicBezTo>
                <a:cubicBezTo>
                  <a:pt x="7185" y="3021"/>
                  <a:pt x="6793" y="2945"/>
                  <a:pt x="6382" y="2945"/>
                </a:cubicBezTo>
                <a:cubicBezTo>
                  <a:pt x="4484" y="2945"/>
                  <a:pt x="2945" y="4484"/>
                  <a:pt x="2945" y="6382"/>
                </a:cubicBezTo>
                <a:cubicBezTo>
                  <a:pt x="2945" y="6629"/>
                  <a:pt x="2973" y="6869"/>
                  <a:pt x="3022" y="7101"/>
                </a:cubicBezTo>
                <a:cubicBezTo>
                  <a:pt x="1267" y="7686"/>
                  <a:pt x="0" y="9339"/>
                  <a:pt x="0" y="11291"/>
                </a:cubicBezTo>
                <a:cubicBezTo>
                  <a:pt x="0" y="13731"/>
                  <a:pt x="1978" y="15709"/>
                  <a:pt x="4418" y="15709"/>
                </a:cubicBezTo>
                <a:lnTo>
                  <a:pt x="8836" y="15709"/>
                </a:lnTo>
                <a:cubicBezTo>
                  <a:pt x="9108" y="15709"/>
                  <a:pt x="9327" y="15489"/>
                  <a:pt x="9327" y="15218"/>
                </a:cubicBezTo>
                <a:cubicBezTo>
                  <a:pt x="9327" y="14947"/>
                  <a:pt x="9108" y="14727"/>
                  <a:pt x="8836" y="14727"/>
                </a:cubicBezTo>
                <a:lnTo>
                  <a:pt x="4418" y="14727"/>
                </a:lnTo>
                <a:cubicBezTo>
                  <a:pt x="2524" y="14727"/>
                  <a:pt x="982" y="13185"/>
                  <a:pt x="982" y="11291"/>
                </a:cubicBezTo>
                <a:cubicBezTo>
                  <a:pt x="982" y="9810"/>
                  <a:pt x="1926" y="8502"/>
                  <a:pt x="3333" y="8033"/>
                </a:cubicBezTo>
                <a:lnTo>
                  <a:pt x="4165" y="7756"/>
                </a:lnTo>
                <a:lnTo>
                  <a:pt x="3982" y="6897"/>
                </a:lnTo>
                <a:cubicBezTo>
                  <a:pt x="3946" y="6725"/>
                  <a:pt x="3927" y="6551"/>
                  <a:pt x="3927" y="6382"/>
                </a:cubicBezTo>
                <a:cubicBezTo>
                  <a:pt x="3927" y="5028"/>
                  <a:pt x="5028" y="3927"/>
                  <a:pt x="6382" y="3927"/>
                </a:cubicBezTo>
                <a:cubicBezTo>
                  <a:pt x="6662" y="3927"/>
                  <a:pt x="6942" y="3977"/>
                  <a:pt x="7215" y="4077"/>
                </a:cubicBezTo>
                <a:lnTo>
                  <a:pt x="8019" y="4368"/>
                </a:lnTo>
                <a:lnTo>
                  <a:pt x="8418" y="3611"/>
                </a:lnTo>
                <a:cubicBezTo>
                  <a:pt x="9272" y="1989"/>
                  <a:pt x="10937" y="982"/>
                  <a:pt x="12764" y="982"/>
                </a:cubicBezTo>
                <a:cubicBezTo>
                  <a:pt x="15470" y="982"/>
                  <a:pt x="17673" y="3184"/>
                  <a:pt x="17673" y="5891"/>
                </a:cubicBezTo>
                <a:cubicBezTo>
                  <a:pt x="17673" y="5977"/>
                  <a:pt x="17666" y="6060"/>
                  <a:pt x="17660" y="6145"/>
                </a:cubicBezTo>
                <a:lnTo>
                  <a:pt x="17655" y="6229"/>
                </a:lnTo>
                <a:lnTo>
                  <a:pt x="17610" y="6920"/>
                </a:lnTo>
                <a:lnTo>
                  <a:pt x="18245" y="7194"/>
                </a:lnTo>
                <a:cubicBezTo>
                  <a:pt x="19687" y="7816"/>
                  <a:pt x="20618" y="9232"/>
                  <a:pt x="20618" y="10800"/>
                </a:cubicBezTo>
                <a:cubicBezTo>
                  <a:pt x="20618" y="12965"/>
                  <a:pt x="18856" y="14727"/>
                  <a:pt x="16691" y="14727"/>
                </a:cubicBezTo>
                <a:lnTo>
                  <a:pt x="12764" y="14727"/>
                </a:lnTo>
                <a:cubicBezTo>
                  <a:pt x="12492" y="14727"/>
                  <a:pt x="12273" y="14947"/>
                  <a:pt x="12273" y="15218"/>
                </a:cubicBezTo>
                <a:cubicBezTo>
                  <a:pt x="12273" y="15489"/>
                  <a:pt x="12492" y="15709"/>
                  <a:pt x="12764" y="15709"/>
                </a:cubicBezTo>
                <a:lnTo>
                  <a:pt x="16691" y="15709"/>
                </a:lnTo>
                <a:cubicBezTo>
                  <a:pt x="19401" y="15709"/>
                  <a:pt x="21600" y="13511"/>
                  <a:pt x="21600" y="10800"/>
                </a:cubicBezTo>
                <a:cubicBezTo>
                  <a:pt x="21600" y="8780"/>
                  <a:pt x="20378" y="7045"/>
                  <a:pt x="18634" y="6292"/>
                </a:cubicBezTo>
                <a:moveTo>
                  <a:pt x="13745" y="11782"/>
                </a:moveTo>
                <a:cubicBezTo>
                  <a:pt x="14017" y="11782"/>
                  <a:pt x="14236" y="11562"/>
                  <a:pt x="14236" y="11291"/>
                </a:cubicBezTo>
                <a:cubicBezTo>
                  <a:pt x="14236" y="11156"/>
                  <a:pt x="14182" y="11033"/>
                  <a:pt x="14093" y="10944"/>
                </a:cubicBezTo>
                <a:lnTo>
                  <a:pt x="11147" y="7998"/>
                </a:lnTo>
                <a:cubicBezTo>
                  <a:pt x="11058" y="7910"/>
                  <a:pt x="10936" y="7855"/>
                  <a:pt x="10800" y="7855"/>
                </a:cubicBezTo>
                <a:cubicBezTo>
                  <a:pt x="10665" y="7855"/>
                  <a:pt x="10542" y="7910"/>
                  <a:pt x="10453" y="7998"/>
                </a:cubicBezTo>
                <a:lnTo>
                  <a:pt x="7507" y="10944"/>
                </a:lnTo>
                <a:cubicBezTo>
                  <a:pt x="7419" y="11033"/>
                  <a:pt x="7364" y="11156"/>
                  <a:pt x="7364" y="11291"/>
                </a:cubicBezTo>
                <a:cubicBezTo>
                  <a:pt x="7364" y="11562"/>
                  <a:pt x="7583" y="11782"/>
                  <a:pt x="7855" y="11782"/>
                </a:cubicBezTo>
                <a:cubicBezTo>
                  <a:pt x="7990" y="11782"/>
                  <a:pt x="8113" y="11727"/>
                  <a:pt x="8202" y="11638"/>
                </a:cubicBezTo>
                <a:lnTo>
                  <a:pt x="10309" y="9531"/>
                </a:lnTo>
                <a:lnTo>
                  <a:pt x="10309" y="21109"/>
                </a:lnTo>
                <a:cubicBezTo>
                  <a:pt x="10309" y="21380"/>
                  <a:pt x="10529" y="21600"/>
                  <a:pt x="10800" y="21600"/>
                </a:cubicBezTo>
                <a:cubicBezTo>
                  <a:pt x="11071" y="21600"/>
                  <a:pt x="11291" y="21380"/>
                  <a:pt x="11291" y="21109"/>
                </a:cubicBezTo>
                <a:lnTo>
                  <a:pt x="11291" y="9531"/>
                </a:lnTo>
                <a:lnTo>
                  <a:pt x="13398" y="11638"/>
                </a:lnTo>
                <a:cubicBezTo>
                  <a:pt x="13488" y="11727"/>
                  <a:pt x="13610" y="11782"/>
                  <a:pt x="13745" y="11782"/>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31" name="Google Shape;1031;p25"/>
          <p:cNvSpPr/>
          <p:nvPr/>
        </p:nvSpPr>
        <p:spPr>
          <a:xfrm>
            <a:off x="5170510" y="3958090"/>
            <a:ext cx="279328" cy="241467"/>
          </a:xfrm>
          <a:custGeom>
            <a:rect b="b" l="l" r="r" t="t"/>
            <a:pathLst>
              <a:path extrusionOk="0" h="21582" w="21600">
                <a:moveTo>
                  <a:pt x="13421" y="20466"/>
                </a:moveTo>
                <a:lnTo>
                  <a:pt x="12630" y="20221"/>
                </a:lnTo>
                <a:cubicBezTo>
                  <a:pt x="13305" y="19604"/>
                  <a:pt x="13745" y="18664"/>
                  <a:pt x="13745" y="17589"/>
                </a:cubicBezTo>
                <a:cubicBezTo>
                  <a:pt x="13745" y="16189"/>
                  <a:pt x="13013" y="14988"/>
                  <a:pt x="11967" y="14465"/>
                </a:cubicBezTo>
                <a:lnTo>
                  <a:pt x="11702" y="15585"/>
                </a:lnTo>
                <a:cubicBezTo>
                  <a:pt x="12330" y="15964"/>
                  <a:pt x="12764" y="16715"/>
                  <a:pt x="12764" y="17589"/>
                </a:cubicBezTo>
                <a:cubicBezTo>
                  <a:pt x="12764" y="18299"/>
                  <a:pt x="12477" y="18923"/>
                  <a:pt x="12035" y="19336"/>
                </a:cubicBezTo>
                <a:lnTo>
                  <a:pt x="12296" y="18213"/>
                </a:lnTo>
                <a:cubicBezTo>
                  <a:pt x="12327" y="18073"/>
                  <a:pt x="12314" y="17918"/>
                  <a:pt x="12246" y="17782"/>
                </a:cubicBezTo>
                <a:cubicBezTo>
                  <a:pt x="12111" y="17511"/>
                  <a:pt x="11811" y="17418"/>
                  <a:pt x="11576" y="17574"/>
                </a:cubicBezTo>
                <a:cubicBezTo>
                  <a:pt x="11459" y="17653"/>
                  <a:pt x="11380" y="17779"/>
                  <a:pt x="11347" y="17920"/>
                </a:cubicBezTo>
                <a:lnTo>
                  <a:pt x="10808" y="20244"/>
                </a:lnTo>
                <a:cubicBezTo>
                  <a:pt x="10776" y="20384"/>
                  <a:pt x="10789" y="20539"/>
                  <a:pt x="10857" y="20675"/>
                </a:cubicBezTo>
                <a:cubicBezTo>
                  <a:pt x="10920" y="20802"/>
                  <a:pt x="11021" y="20885"/>
                  <a:pt x="11133" y="20927"/>
                </a:cubicBezTo>
                <a:lnTo>
                  <a:pt x="11126" y="20956"/>
                </a:lnTo>
                <a:cubicBezTo>
                  <a:pt x="11142" y="20954"/>
                  <a:pt x="11158" y="20948"/>
                  <a:pt x="11173" y="20945"/>
                </a:cubicBezTo>
                <a:lnTo>
                  <a:pt x="13166" y="21562"/>
                </a:lnTo>
                <a:cubicBezTo>
                  <a:pt x="13288" y="21600"/>
                  <a:pt x="13422" y="21584"/>
                  <a:pt x="13539" y="21506"/>
                </a:cubicBezTo>
                <a:cubicBezTo>
                  <a:pt x="13774" y="21350"/>
                  <a:pt x="13855" y="21002"/>
                  <a:pt x="13719" y="20730"/>
                </a:cubicBezTo>
                <a:cubicBezTo>
                  <a:pt x="13651" y="20595"/>
                  <a:pt x="13542" y="20503"/>
                  <a:pt x="13421" y="20466"/>
                </a:cubicBezTo>
                <a:moveTo>
                  <a:pt x="18634" y="7273"/>
                </a:moveTo>
                <a:cubicBezTo>
                  <a:pt x="18643" y="7119"/>
                  <a:pt x="18655" y="6966"/>
                  <a:pt x="18655" y="6809"/>
                </a:cubicBezTo>
                <a:cubicBezTo>
                  <a:pt x="18655" y="3049"/>
                  <a:pt x="16017" y="0"/>
                  <a:pt x="12764" y="0"/>
                </a:cubicBezTo>
                <a:cubicBezTo>
                  <a:pt x="10499" y="0"/>
                  <a:pt x="8536" y="1479"/>
                  <a:pt x="7550" y="3645"/>
                </a:cubicBezTo>
                <a:cubicBezTo>
                  <a:pt x="7185" y="3492"/>
                  <a:pt x="6793" y="3404"/>
                  <a:pt x="6382" y="3404"/>
                </a:cubicBezTo>
                <a:cubicBezTo>
                  <a:pt x="4484" y="3404"/>
                  <a:pt x="2945" y="5183"/>
                  <a:pt x="2945" y="7376"/>
                </a:cubicBezTo>
                <a:cubicBezTo>
                  <a:pt x="2945" y="7662"/>
                  <a:pt x="2973" y="7940"/>
                  <a:pt x="3022" y="8208"/>
                </a:cubicBezTo>
                <a:cubicBezTo>
                  <a:pt x="1267" y="8884"/>
                  <a:pt x="0" y="10794"/>
                  <a:pt x="0" y="13050"/>
                </a:cubicBezTo>
                <a:cubicBezTo>
                  <a:pt x="0" y="15871"/>
                  <a:pt x="1978" y="18157"/>
                  <a:pt x="4418" y="18157"/>
                </a:cubicBezTo>
                <a:lnTo>
                  <a:pt x="6382" y="18157"/>
                </a:lnTo>
                <a:cubicBezTo>
                  <a:pt x="6653" y="18157"/>
                  <a:pt x="6873" y="17903"/>
                  <a:pt x="6873" y="17589"/>
                </a:cubicBezTo>
                <a:cubicBezTo>
                  <a:pt x="6873" y="17276"/>
                  <a:pt x="6653" y="17022"/>
                  <a:pt x="6382" y="17022"/>
                </a:cubicBezTo>
                <a:lnTo>
                  <a:pt x="4418" y="17022"/>
                </a:lnTo>
                <a:cubicBezTo>
                  <a:pt x="2524" y="17022"/>
                  <a:pt x="982" y="15240"/>
                  <a:pt x="982" y="13050"/>
                </a:cubicBezTo>
                <a:cubicBezTo>
                  <a:pt x="982" y="11339"/>
                  <a:pt x="1926" y="9826"/>
                  <a:pt x="3333" y="9284"/>
                </a:cubicBezTo>
                <a:lnTo>
                  <a:pt x="4165" y="8964"/>
                </a:lnTo>
                <a:lnTo>
                  <a:pt x="3982" y="7971"/>
                </a:lnTo>
                <a:cubicBezTo>
                  <a:pt x="3946" y="7773"/>
                  <a:pt x="3927" y="7572"/>
                  <a:pt x="3927" y="7376"/>
                </a:cubicBezTo>
                <a:cubicBezTo>
                  <a:pt x="3927" y="5812"/>
                  <a:pt x="5028" y="4539"/>
                  <a:pt x="6382" y="4539"/>
                </a:cubicBezTo>
                <a:cubicBezTo>
                  <a:pt x="6661" y="4539"/>
                  <a:pt x="6942" y="4597"/>
                  <a:pt x="7215" y="4712"/>
                </a:cubicBezTo>
                <a:lnTo>
                  <a:pt x="8019" y="5049"/>
                </a:lnTo>
                <a:lnTo>
                  <a:pt x="8418" y="4173"/>
                </a:lnTo>
                <a:cubicBezTo>
                  <a:pt x="9272" y="2299"/>
                  <a:pt x="10937" y="1135"/>
                  <a:pt x="12764" y="1135"/>
                </a:cubicBezTo>
                <a:cubicBezTo>
                  <a:pt x="15470" y="1135"/>
                  <a:pt x="17673" y="3680"/>
                  <a:pt x="17673" y="6809"/>
                </a:cubicBezTo>
                <a:cubicBezTo>
                  <a:pt x="17673" y="6908"/>
                  <a:pt x="17666" y="7005"/>
                  <a:pt x="17660" y="7102"/>
                </a:cubicBezTo>
                <a:lnTo>
                  <a:pt x="17655" y="7199"/>
                </a:lnTo>
                <a:lnTo>
                  <a:pt x="17610" y="7998"/>
                </a:lnTo>
                <a:lnTo>
                  <a:pt x="18245" y="8315"/>
                </a:lnTo>
                <a:cubicBezTo>
                  <a:pt x="19687" y="9034"/>
                  <a:pt x="20618" y="10670"/>
                  <a:pt x="20618" y="12483"/>
                </a:cubicBezTo>
                <a:cubicBezTo>
                  <a:pt x="20618" y="14986"/>
                  <a:pt x="18856" y="17022"/>
                  <a:pt x="16691" y="17022"/>
                </a:cubicBezTo>
                <a:lnTo>
                  <a:pt x="15218" y="17022"/>
                </a:lnTo>
                <a:cubicBezTo>
                  <a:pt x="14947" y="17022"/>
                  <a:pt x="14727" y="17276"/>
                  <a:pt x="14727" y="17589"/>
                </a:cubicBezTo>
                <a:cubicBezTo>
                  <a:pt x="14727" y="17903"/>
                  <a:pt x="14947" y="18157"/>
                  <a:pt x="15218" y="18157"/>
                </a:cubicBezTo>
                <a:lnTo>
                  <a:pt x="16691" y="18157"/>
                </a:lnTo>
                <a:cubicBezTo>
                  <a:pt x="19402" y="18157"/>
                  <a:pt x="21600" y="15617"/>
                  <a:pt x="21600" y="12483"/>
                </a:cubicBezTo>
                <a:cubicBezTo>
                  <a:pt x="21600" y="10147"/>
                  <a:pt x="20378" y="8143"/>
                  <a:pt x="18634" y="7273"/>
                </a:cubicBezTo>
                <a:moveTo>
                  <a:pt x="10773" y="14522"/>
                </a:moveTo>
                <a:cubicBezTo>
                  <a:pt x="10711" y="14398"/>
                  <a:pt x="10613" y="14316"/>
                  <a:pt x="10504" y="14274"/>
                </a:cubicBezTo>
                <a:lnTo>
                  <a:pt x="10517" y="14218"/>
                </a:lnTo>
                <a:cubicBezTo>
                  <a:pt x="10484" y="14221"/>
                  <a:pt x="10451" y="14231"/>
                  <a:pt x="10418" y="14240"/>
                </a:cubicBezTo>
                <a:lnTo>
                  <a:pt x="8463" y="13634"/>
                </a:lnTo>
                <a:lnTo>
                  <a:pt x="8463" y="13635"/>
                </a:lnTo>
                <a:cubicBezTo>
                  <a:pt x="8343" y="13598"/>
                  <a:pt x="8209" y="13613"/>
                  <a:pt x="8091" y="13692"/>
                </a:cubicBezTo>
                <a:cubicBezTo>
                  <a:pt x="7856" y="13848"/>
                  <a:pt x="7776" y="14195"/>
                  <a:pt x="7911" y="14466"/>
                </a:cubicBezTo>
                <a:cubicBezTo>
                  <a:pt x="7979" y="14602"/>
                  <a:pt x="8088" y="14693"/>
                  <a:pt x="8210" y="14731"/>
                </a:cubicBezTo>
                <a:lnTo>
                  <a:pt x="8965" y="14964"/>
                </a:lnTo>
                <a:cubicBezTo>
                  <a:pt x="8292" y="15580"/>
                  <a:pt x="7855" y="16518"/>
                  <a:pt x="7855" y="17589"/>
                </a:cubicBezTo>
                <a:cubicBezTo>
                  <a:pt x="7855" y="19007"/>
                  <a:pt x="8604" y="20220"/>
                  <a:pt x="9671" y="20732"/>
                </a:cubicBezTo>
                <a:lnTo>
                  <a:pt x="9934" y="19617"/>
                </a:lnTo>
                <a:cubicBezTo>
                  <a:pt x="9286" y="19246"/>
                  <a:pt x="8836" y="18482"/>
                  <a:pt x="8836" y="17589"/>
                </a:cubicBezTo>
                <a:cubicBezTo>
                  <a:pt x="8836" y="16857"/>
                  <a:pt x="9142" y="16215"/>
                  <a:pt x="9609" y="15802"/>
                </a:cubicBezTo>
                <a:lnTo>
                  <a:pt x="9335" y="16984"/>
                </a:lnTo>
                <a:cubicBezTo>
                  <a:pt x="9303" y="17124"/>
                  <a:pt x="9317" y="17279"/>
                  <a:pt x="9384" y="17415"/>
                </a:cubicBezTo>
                <a:cubicBezTo>
                  <a:pt x="9520" y="17686"/>
                  <a:pt x="9820" y="17779"/>
                  <a:pt x="10055" y="17623"/>
                </a:cubicBezTo>
                <a:cubicBezTo>
                  <a:pt x="10172" y="17544"/>
                  <a:pt x="10251" y="17418"/>
                  <a:pt x="10283" y="17278"/>
                </a:cubicBezTo>
                <a:lnTo>
                  <a:pt x="10823" y="14952"/>
                </a:lnTo>
                <a:cubicBezTo>
                  <a:pt x="10855" y="14812"/>
                  <a:pt x="10841" y="14658"/>
                  <a:pt x="10773" y="14522"/>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32" name="Google Shape;1032;p25"/>
          <p:cNvSpPr/>
          <p:nvPr/>
        </p:nvSpPr>
        <p:spPr>
          <a:xfrm>
            <a:off x="5703771" y="3939045"/>
            <a:ext cx="279328" cy="279328"/>
          </a:xfrm>
          <a:custGeom>
            <a:rect b="b" l="l" r="r" t="t"/>
            <a:pathLst>
              <a:path extrusionOk="0" h="21600" w="21600">
                <a:moveTo>
                  <a:pt x="491" y="0"/>
                </a:moveTo>
                <a:cubicBezTo>
                  <a:pt x="220" y="0"/>
                  <a:pt x="0" y="220"/>
                  <a:pt x="0" y="491"/>
                </a:cubicBezTo>
                <a:cubicBezTo>
                  <a:pt x="0" y="762"/>
                  <a:pt x="220" y="982"/>
                  <a:pt x="491" y="982"/>
                </a:cubicBezTo>
                <a:cubicBezTo>
                  <a:pt x="11607" y="982"/>
                  <a:pt x="20618" y="9993"/>
                  <a:pt x="20618" y="21109"/>
                </a:cubicBezTo>
                <a:cubicBezTo>
                  <a:pt x="20618" y="21380"/>
                  <a:pt x="20838" y="21600"/>
                  <a:pt x="21109" y="21600"/>
                </a:cubicBezTo>
                <a:cubicBezTo>
                  <a:pt x="21380" y="21600"/>
                  <a:pt x="21600" y="21380"/>
                  <a:pt x="21600" y="21109"/>
                </a:cubicBezTo>
                <a:cubicBezTo>
                  <a:pt x="21600" y="9451"/>
                  <a:pt x="12149" y="0"/>
                  <a:pt x="491" y="0"/>
                </a:cubicBezTo>
                <a:moveTo>
                  <a:pt x="491" y="9818"/>
                </a:moveTo>
                <a:cubicBezTo>
                  <a:pt x="220" y="9818"/>
                  <a:pt x="0" y="10038"/>
                  <a:pt x="0" y="10309"/>
                </a:cubicBezTo>
                <a:cubicBezTo>
                  <a:pt x="0" y="10581"/>
                  <a:pt x="220" y="10800"/>
                  <a:pt x="491" y="10800"/>
                </a:cubicBezTo>
                <a:cubicBezTo>
                  <a:pt x="6184" y="10800"/>
                  <a:pt x="10800" y="15416"/>
                  <a:pt x="10800" y="21109"/>
                </a:cubicBezTo>
                <a:cubicBezTo>
                  <a:pt x="10800" y="21380"/>
                  <a:pt x="11020" y="21600"/>
                  <a:pt x="11291" y="21600"/>
                </a:cubicBezTo>
                <a:cubicBezTo>
                  <a:pt x="11562" y="21600"/>
                  <a:pt x="11782" y="21380"/>
                  <a:pt x="11782" y="21109"/>
                </a:cubicBezTo>
                <a:cubicBezTo>
                  <a:pt x="11782" y="14873"/>
                  <a:pt x="6727" y="9818"/>
                  <a:pt x="491" y="9818"/>
                </a:cubicBezTo>
                <a:moveTo>
                  <a:pt x="491" y="4909"/>
                </a:moveTo>
                <a:cubicBezTo>
                  <a:pt x="220" y="4909"/>
                  <a:pt x="0" y="5129"/>
                  <a:pt x="0" y="5400"/>
                </a:cubicBezTo>
                <a:cubicBezTo>
                  <a:pt x="0" y="5672"/>
                  <a:pt x="220" y="5891"/>
                  <a:pt x="491" y="5891"/>
                </a:cubicBezTo>
                <a:cubicBezTo>
                  <a:pt x="8896" y="5891"/>
                  <a:pt x="15709" y="12705"/>
                  <a:pt x="15709" y="21109"/>
                </a:cubicBezTo>
                <a:cubicBezTo>
                  <a:pt x="15709" y="21380"/>
                  <a:pt x="15929" y="21600"/>
                  <a:pt x="16200" y="21600"/>
                </a:cubicBezTo>
                <a:cubicBezTo>
                  <a:pt x="16471" y="21600"/>
                  <a:pt x="16691" y="21380"/>
                  <a:pt x="16691" y="21109"/>
                </a:cubicBezTo>
                <a:cubicBezTo>
                  <a:pt x="16691" y="12162"/>
                  <a:pt x="9438" y="4909"/>
                  <a:pt x="491" y="4909"/>
                </a:cubicBezTo>
                <a:moveTo>
                  <a:pt x="2945" y="20618"/>
                </a:moveTo>
                <a:cubicBezTo>
                  <a:pt x="1861" y="20618"/>
                  <a:pt x="982" y="19739"/>
                  <a:pt x="982" y="18655"/>
                </a:cubicBezTo>
                <a:cubicBezTo>
                  <a:pt x="982" y="17570"/>
                  <a:pt x="1861" y="16691"/>
                  <a:pt x="2945" y="16691"/>
                </a:cubicBezTo>
                <a:cubicBezTo>
                  <a:pt x="4030" y="16691"/>
                  <a:pt x="4909" y="17570"/>
                  <a:pt x="4909" y="18655"/>
                </a:cubicBezTo>
                <a:cubicBezTo>
                  <a:pt x="4909" y="19739"/>
                  <a:pt x="4030" y="20618"/>
                  <a:pt x="2945" y="20618"/>
                </a:cubicBezTo>
                <a:moveTo>
                  <a:pt x="2945" y="15709"/>
                </a:moveTo>
                <a:cubicBezTo>
                  <a:pt x="1319" y="15709"/>
                  <a:pt x="0" y="17028"/>
                  <a:pt x="0" y="18655"/>
                </a:cubicBezTo>
                <a:cubicBezTo>
                  <a:pt x="0" y="20281"/>
                  <a:pt x="1319" y="21600"/>
                  <a:pt x="2945" y="21600"/>
                </a:cubicBezTo>
                <a:cubicBezTo>
                  <a:pt x="4573" y="21600"/>
                  <a:pt x="5891" y="20281"/>
                  <a:pt x="5891" y="18655"/>
                </a:cubicBezTo>
                <a:cubicBezTo>
                  <a:pt x="5891" y="17028"/>
                  <a:pt x="4573" y="15709"/>
                  <a:pt x="2945" y="1570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33" name="Google Shape;1033;p25"/>
          <p:cNvSpPr/>
          <p:nvPr/>
        </p:nvSpPr>
        <p:spPr>
          <a:xfrm>
            <a:off x="904422" y="4472306"/>
            <a:ext cx="279328" cy="279328"/>
          </a:xfrm>
          <a:custGeom>
            <a:rect b="b" l="l" r="r" t="t"/>
            <a:pathLst>
              <a:path extrusionOk="0" h="21600" w="21600">
                <a:moveTo>
                  <a:pt x="5891" y="10309"/>
                </a:moveTo>
                <a:lnTo>
                  <a:pt x="4909" y="10309"/>
                </a:lnTo>
                <a:cubicBezTo>
                  <a:pt x="4638" y="10309"/>
                  <a:pt x="4418" y="10529"/>
                  <a:pt x="4418" y="10800"/>
                </a:cubicBezTo>
                <a:cubicBezTo>
                  <a:pt x="4418" y="11071"/>
                  <a:pt x="4638" y="11291"/>
                  <a:pt x="4909" y="11291"/>
                </a:cubicBezTo>
                <a:lnTo>
                  <a:pt x="5891" y="11291"/>
                </a:lnTo>
                <a:cubicBezTo>
                  <a:pt x="8331" y="11291"/>
                  <a:pt x="10309" y="13269"/>
                  <a:pt x="10309" y="15709"/>
                </a:cubicBezTo>
                <a:lnTo>
                  <a:pt x="10309" y="16691"/>
                </a:lnTo>
                <a:cubicBezTo>
                  <a:pt x="10309" y="16962"/>
                  <a:pt x="10529" y="17182"/>
                  <a:pt x="10800" y="17182"/>
                </a:cubicBezTo>
                <a:cubicBezTo>
                  <a:pt x="11071" y="17182"/>
                  <a:pt x="11291" y="16962"/>
                  <a:pt x="11291" y="16691"/>
                </a:cubicBezTo>
                <a:lnTo>
                  <a:pt x="11291" y="15709"/>
                </a:lnTo>
                <a:cubicBezTo>
                  <a:pt x="11291" y="12727"/>
                  <a:pt x="8873" y="10309"/>
                  <a:pt x="5891" y="10309"/>
                </a:cubicBezTo>
                <a:moveTo>
                  <a:pt x="5891" y="7364"/>
                </a:moveTo>
                <a:lnTo>
                  <a:pt x="4909" y="7364"/>
                </a:lnTo>
                <a:cubicBezTo>
                  <a:pt x="4638" y="7364"/>
                  <a:pt x="4418" y="7583"/>
                  <a:pt x="4418" y="7855"/>
                </a:cubicBezTo>
                <a:cubicBezTo>
                  <a:pt x="4418" y="8126"/>
                  <a:pt x="4638" y="8345"/>
                  <a:pt x="4909" y="8345"/>
                </a:cubicBezTo>
                <a:lnTo>
                  <a:pt x="5891" y="8345"/>
                </a:lnTo>
                <a:cubicBezTo>
                  <a:pt x="9958" y="8345"/>
                  <a:pt x="13255" y="11642"/>
                  <a:pt x="13255" y="15709"/>
                </a:cubicBezTo>
                <a:lnTo>
                  <a:pt x="13255" y="16691"/>
                </a:lnTo>
                <a:cubicBezTo>
                  <a:pt x="13255" y="16962"/>
                  <a:pt x="13475" y="17182"/>
                  <a:pt x="13745" y="17182"/>
                </a:cubicBezTo>
                <a:cubicBezTo>
                  <a:pt x="14016" y="17182"/>
                  <a:pt x="14236" y="16962"/>
                  <a:pt x="14236" y="16691"/>
                </a:cubicBezTo>
                <a:lnTo>
                  <a:pt x="14236" y="15709"/>
                </a:lnTo>
                <a:cubicBezTo>
                  <a:pt x="14236" y="11100"/>
                  <a:pt x="10500" y="7364"/>
                  <a:pt x="5891" y="7364"/>
                </a:cubicBezTo>
                <a:moveTo>
                  <a:pt x="6382" y="16200"/>
                </a:moveTo>
                <a:cubicBezTo>
                  <a:pt x="5840" y="16200"/>
                  <a:pt x="5400" y="15761"/>
                  <a:pt x="5400" y="15218"/>
                </a:cubicBezTo>
                <a:cubicBezTo>
                  <a:pt x="5400" y="14676"/>
                  <a:pt x="5840" y="14236"/>
                  <a:pt x="6382" y="14236"/>
                </a:cubicBezTo>
                <a:cubicBezTo>
                  <a:pt x="6924" y="14236"/>
                  <a:pt x="7364" y="14676"/>
                  <a:pt x="7364" y="15218"/>
                </a:cubicBezTo>
                <a:cubicBezTo>
                  <a:pt x="7364" y="15761"/>
                  <a:pt x="6924" y="16200"/>
                  <a:pt x="6382" y="16200"/>
                </a:cubicBezTo>
                <a:moveTo>
                  <a:pt x="6382" y="13255"/>
                </a:moveTo>
                <a:cubicBezTo>
                  <a:pt x="5297" y="13255"/>
                  <a:pt x="4418" y="14134"/>
                  <a:pt x="4418" y="15218"/>
                </a:cubicBezTo>
                <a:cubicBezTo>
                  <a:pt x="4418" y="16303"/>
                  <a:pt x="5297" y="17182"/>
                  <a:pt x="6382" y="17182"/>
                </a:cubicBezTo>
                <a:cubicBezTo>
                  <a:pt x="7466" y="17182"/>
                  <a:pt x="8345" y="16303"/>
                  <a:pt x="8345" y="15218"/>
                </a:cubicBezTo>
                <a:cubicBezTo>
                  <a:pt x="8345" y="14134"/>
                  <a:pt x="7466" y="13255"/>
                  <a:pt x="6382" y="13255"/>
                </a:cubicBezTo>
                <a:moveTo>
                  <a:pt x="5891" y="4418"/>
                </a:moveTo>
                <a:lnTo>
                  <a:pt x="4909" y="4418"/>
                </a:lnTo>
                <a:cubicBezTo>
                  <a:pt x="4638" y="4418"/>
                  <a:pt x="4418" y="4638"/>
                  <a:pt x="4418" y="4909"/>
                </a:cubicBezTo>
                <a:cubicBezTo>
                  <a:pt x="4418" y="5180"/>
                  <a:pt x="4638" y="5400"/>
                  <a:pt x="4909" y="5400"/>
                </a:cubicBezTo>
                <a:lnTo>
                  <a:pt x="5891" y="5400"/>
                </a:lnTo>
                <a:cubicBezTo>
                  <a:pt x="11585" y="5400"/>
                  <a:pt x="16200" y="10016"/>
                  <a:pt x="16200" y="15709"/>
                </a:cubicBezTo>
                <a:lnTo>
                  <a:pt x="16200" y="16691"/>
                </a:lnTo>
                <a:cubicBezTo>
                  <a:pt x="16200" y="16962"/>
                  <a:pt x="16420" y="17182"/>
                  <a:pt x="16691" y="17182"/>
                </a:cubicBezTo>
                <a:cubicBezTo>
                  <a:pt x="16962" y="17182"/>
                  <a:pt x="17182" y="16962"/>
                  <a:pt x="17182" y="16691"/>
                </a:cubicBezTo>
                <a:lnTo>
                  <a:pt x="17182" y="15709"/>
                </a:lnTo>
                <a:cubicBezTo>
                  <a:pt x="17182" y="9473"/>
                  <a:pt x="12127" y="4418"/>
                  <a:pt x="5891" y="4418"/>
                </a:cubicBezTo>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34" name="Google Shape;1034;p25"/>
          <p:cNvSpPr/>
          <p:nvPr/>
        </p:nvSpPr>
        <p:spPr>
          <a:xfrm>
            <a:off x="1450379" y="4472306"/>
            <a:ext cx="253935" cy="279328"/>
          </a:xfrm>
          <a:custGeom>
            <a:rect b="b" l="l" r="r" t="t"/>
            <a:pathLst>
              <a:path extrusionOk="0" h="21600" w="21600">
                <a:moveTo>
                  <a:pt x="14244" y="12617"/>
                </a:moveTo>
                <a:cubicBezTo>
                  <a:pt x="14459" y="12872"/>
                  <a:pt x="14634" y="13163"/>
                  <a:pt x="14771" y="13485"/>
                </a:cubicBezTo>
                <a:cubicBezTo>
                  <a:pt x="16295" y="12407"/>
                  <a:pt x="17280" y="10728"/>
                  <a:pt x="17280" y="8836"/>
                </a:cubicBezTo>
                <a:cubicBezTo>
                  <a:pt x="17280" y="5583"/>
                  <a:pt x="14379" y="2945"/>
                  <a:pt x="10800" y="2945"/>
                </a:cubicBezTo>
                <a:cubicBezTo>
                  <a:pt x="7221" y="2945"/>
                  <a:pt x="4320" y="5583"/>
                  <a:pt x="4320" y="8836"/>
                </a:cubicBezTo>
                <a:cubicBezTo>
                  <a:pt x="4320" y="10714"/>
                  <a:pt x="5289" y="12382"/>
                  <a:pt x="6794" y="13461"/>
                </a:cubicBezTo>
                <a:cubicBezTo>
                  <a:pt x="6928" y="13135"/>
                  <a:pt x="7106" y="12845"/>
                  <a:pt x="7323" y="12590"/>
                </a:cubicBezTo>
                <a:cubicBezTo>
                  <a:pt x="6148" y="11689"/>
                  <a:pt x="5400" y="10343"/>
                  <a:pt x="5400" y="8836"/>
                </a:cubicBezTo>
                <a:cubicBezTo>
                  <a:pt x="5400" y="6125"/>
                  <a:pt x="7818" y="3927"/>
                  <a:pt x="10800" y="3927"/>
                </a:cubicBezTo>
                <a:cubicBezTo>
                  <a:pt x="13782" y="3927"/>
                  <a:pt x="16200" y="6125"/>
                  <a:pt x="16200" y="8836"/>
                </a:cubicBezTo>
                <a:cubicBezTo>
                  <a:pt x="16200" y="10358"/>
                  <a:pt x="15439" y="11717"/>
                  <a:pt x="14244" y="12617"/>
                </a:cubicBezTo>
                <a:moveTo>
                  <a:pt x="10800" y="0"/>
                </a:moveTo>
                <a:cubicBezTo>
                  <a:pt x="4836" y="0"/>
                  <a:pt x="0" y="4396"/>
                  <a:pt x="0" y="9818"/>
                </a:cubicBezTo>
                <a:cubicBezTo>
                  <a:pt x="0" y="14007"/>
                  <a:pt x="2891" y="17573"/>
                  <a:pt x="6953" y="18983"/>
                </a:cubicBezTo>
                <a:cubicBezTo>
                  <a:pt x="6874" y="18609"/>
                  <a:pt x="6803" y="18223"/>
                  <a:pt x="6741" y="17840"/>
                </a:cubicBezTo>
                <a:cubicBezTo>
                  <a:pt x="3402" y="16441"/>
                  <a:pt x="1080" y="13379"/>
                  <a:pt x="1080" y="9818"/>
                </a:cubicBezTo>
                <a:cubicBezTo>
                  <a:pt x="1080" y="4938"/>
                  <a:pt x="5432" y="982"/>
                  <a:pt x="10800" y="982"/>
                </a:cubicBezTo>
                <a:cubicBezTo>
                  <a:pt x="16168" y="982"/>
                  <a:pt x="20520" y="4938"/>
                  <a:pt x="20520" y="9818"/>
                </a:cubicBezTo>
                <a:cubicBezTo>
                  <a:pt x="20520" y="13374"/>
                  <a:pt x="18204" y="16431"/>
                  <a:pt x="14874" y="17833"/>
                </a:cubicBezTo>
                <a:cubicBezTo>
                  <a:pt x="14812" y="18216"/>
                  <a:pt x="14740" y="18603"/>
                  <a:pt x="14660" y="18979"/>
                </a:cubicBezTo>
                <a:cubicBezTo>
                  <a:pt x="18716" y="17565"/>
                  <a:pt x="21600" y="14002"/>
                  <a:pt x="21600" y="9818"/>
                </a:cubicBezTo>
                <a:cubicBezTo>
                  <a:pt x="21600" y="4396"/>
                  <a:pt x="16765" y="0"/>
                  <a:pt x="10800" y="0"/>
                </a:cubicBezTo>
                <a:moveTo>
                  <a:pt x="10800" y="7364"/>
                </a:moveTo>
                <a:cubicBezTo>
                  <a:pt x="11695" y="7364"/>
                  <a:pt x="12420" y="8023"/>
                  <a:pt x="12420" y="8836"/>
                </a:cubicBezTo>
                <a:cubicBezTo>
                  <a:pt x="12420" y="9649"/>
                  <a:pt x="11695" y="10309"/>
                  <a:pt x="10800" y="10309"/>
                </a:cubicBezTo>
                <a:cubicBezTo>
                  <a:pt x="9905" y="10309"/>
                  <a:pt x="9180" y="9649"/>
                  <a:pt x="9180" y="8836"/>
                </a:cubicBezTo>
                <a:cubicBezTo>
                  <a:pt x="9180" y="8023"/>
                  <a:pt x="9905" y="7364"/>
                  <a:pt x="10800" y="7364"/>
                </a:cubicBezTo>
                <a:moveTo>
                  <a:pt x="10800" y="11291"/>
                </a:moveTo>
                <a:cubicBezTo>
                  <a:pt x="12292" y="11291"/>
                  <a:pt x="13500" y="10192"/>
                  <a:pt x="13500" y="8836"/>
                </a:cubicBezTo>
                <a:cubicBezTo>
                  <a:pt x="13500" y="7481"/>
                  <a:pt x="12292" y="6382"/>
                  <a:pt x="10800" y="6382"/>
                </a:cubicBezTo>
                <a:cubicBezTo>
                  <a:pt x="9309" y="6382"/>
                  <a:pt x="8100" y="7481"/>
                  <a:pt x="8100" y="8836"/>
                </a:cubicBezTo>
                <a:cubicBezTo>
                  <a:pt x="8100" y="10192"/>
                  <a:pt x="9309" y="11291"/>
                  <a:pt x="10800" y="11291"/>
                </a:cubicBezTo>
                <a:moveTo>
                  <a:pt x="11994" y="20179"/>
                </a:moveTo>
                <a:cubicBezTo>
                  <a:pt x="11855" y="20433"/>
                  <a:pt x="11737" y="20560"/>
                  <a:pt x="11673" y="20618"/>
                </a:cubicBezTo>
                <a:lnTo>
                  <a:pt x="9927" y="20618"/>
                </a:lnTo>
                <a:cubicBezTo>
                  <a:pt x="9862" y="20560"/>
                  <a:pt x="9745" y="20433"/>
                  <a:pt x="9606" y="20179"/>
                </a:cubicBezTo>
                <a:cubicBezTo>
                  <a:pt x="9182" y="19408"/>
                  <a:pt x="8640" y="16626"/>
                  <a:pt x="8640" y="15218"/>
                </a:cubicBezTo>
                <a:cubicBezTo>
                  <a:pt x="8640" y="13768"/>
                  <a:pt x="9205" y="13255"/>
                  <a:pt x="10800" y="13255"/>
                </a:cubicBezTo>
                <a:cubicBezTo>
                  <a:pt x="12395" y="13255"/>
                  <a:pt x="12960" y="13768"/>
                  <a:pt x="12960" y="15218"/>
                </a:cubicBezTo>
                <a:cubicBezTo>
                  <a:pt x="12960" y="16626"/>
                  <a:pt x="12418" y="19408"/>
                  <a:pt x="11994" y="20179"/>
                </a:cubicBezTo>
                <a:moveTo>
                  <a:pt x="10800" y="12273"/>
                </a:moveTo>
                <a:cubicBezTo>
                  <a:pt x="8100" y="12273"/>
                  <a:pt x="7560" y="13745"/>
                  <a:pt x="7560" y="15218"/>
                </a:cubicBezTo>
                <a:cubicBezTo>
                  <a:pt x="7560" y="16691"/>
                  <a:pt x="8100" y="19636"/>
                  <a:pt x="8640" y="20618"/>
                </a:cubicBezTo>
                <a:cubicBezTo>
                  <a:pt x="9180" y="21600"/>
                  <a:pt x="9720" y="21600"/>
                  <a:pt x="9720" y="21600"/>
                </a:cubicBezTo>
                <a:lnTo>
                  <a:pt x="11880" y="21600"/>
                </a:lnTo>
                <a:cubicBezTo>
                  <a:pt x="11880" y="21600"/>
                  <a:pt x="12420" y="21600"/>
                  <a:pt x="12960" y="20618"/>
                </a:cubicBezTo>
                <a:cubicBezTo>
                  <a:pt x="13500" y="19636"/>
                  <a:pt x="14040" y="16691"/>
                  <a:pt x="14040" y="15218"/>
                </a:cubicBezTo>
                <a:cubicBezTo>
                  <a:pt x="14040" y="13745"/>
                  <a:pt x="13500" y="12273"/>
                  <a:pt x="10800" y="1227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35" name="Google Shape;1035;p25"/>
          <p:cNvSpPr/>
          <p:nvPr/>
        </p:nvSpPr>
        <p:spPr>
          <a:xfrm>
            <a:off x="1996337" y="4472306"/>
            <a:ext cx="228541" cy="279328"/>
          </a:xfrm>
          <a:custGeom>
            <a:rect b="b" l="l" r="r" t="t"/>
            <a:pathLst>
              <a:path extrusionOk="0" h="21600" w="21600">
                <a:moveTo>
                  <a:pt x="9600" y="8836"/>
                </a:moveTo>
                <a:cubicBezTo>
                  <a:pt x="9600" y="8295"/>
                  <a:pt x="10138" y="7855"/>
                  <a:pt x="10800" y="7855"/>
                </a:cubicBezTo>
                <a:cubicBezTo>
                  <a:pt x="11462" y="7855"/>
                  <a:pt x="12000" y="8295"/>
                  <a:pt x="12000" y="8836"/>
                </a:cubicBezTo>
                <a:cubicBezTo>
                  <a:pt x="12000" y="9378"/>
                  <a:pt x="11462" y="9818"/>
                  <a:pt x="10800" y="9818"/>
                </a:cubicBezTo>
                <a:cubicBezTo>
                  <a:pt x="10138" y="9818"/>
                  <a:pt x="9600" y="9378"/>
                  <a:pt x="9600" y="8836"/>
                </a:cubicBezTo>
                <a:moveTo>
                  <a:pt x="13200" y="8836"/>
                </a:moveTo>
                <a:cubicBezTo>
                  <a:pt x="13200" y="7752"/>
                  <a:pt x="12125" y="6873"/>
                  <a:pt x="10800" y="6873"/>
                </a:cubicBezTo>
                <a:cubicBezTo>
                  <a:pt x="9475" y="6873"/>
                  <a:pt x="8400" y="7752"/>
                  <a:pt x="8400" y="8836"/>
                </a:cubicBezTo>
                <a:cubicBezTo>
                  <a:pt x="8400" y="9921"/>
                  <a:pt x="9475" y="10800"/>
                  <a:pt x="10800" y="10800"/>
                </a:cubicBezTo>
                <a:cubicBezTo>
                  <a:pt x="12125" y="10800"/>
                  <a:pt x="13200" y="9921"/>
                  <a:pt x="13200" y="8836"/>
                </a:cubicBezTo>
                <a:moveTo>
                  <a:pt x="17400" y="8836"/>
                </a:moveTo>
                <a:cubicBezTo>
                  <a:pt x="17400" y="5854"/>
                  <a:pt x="14445" y="3436"/>
                  <a:pt x="10800" y="3436"/>
                </a:cubicBezTo>
                <a:cubicBezTo>
                  <a:pt x="7155" y="3436"/>
                  <a:pt x="4200" y="5854"/>
                  <a:pt x="4200" y="8836"/>
                </a:cubicBezTo>
                <a:cubicBezTo>
                  <a:pt x="4200" y="10437"/>
                  <a:pt x="5056" y="11870"/>
                  <a:pt x="6408" y="12860"/>
                </a:cubicBezTo>
                <a:cubicBezTo>
                  <a:pt x="6570" y="12537"/>
                  <a:pt x="6778" y="12249"/>
                  <a:pt x="7035" y="12000"/>
                </a:cubicBezTo>
                <a:cubicBezTo>
                  <a:pt x="6028" y="11198"/>
                  <a:pt x="5400" y="10078"/>
                  <a:pt x="5400" y="8836"/>
                </a:cubicBezTo>
                <a:cubicBezTo>
                  <a:pt x="5400" y="6396"/>
                  <a:pt x="7818" y="4418"/>
                  <a:pt x="10800" y="4418"/>
                </a:cubicBezTo>
                <a:cubicBezTo>
                  <a:pt x="13783" y="4418"/>
                  <a:pt x="16200" y="6396"/>
                  <a:pt x="16200" y="8836"/>
                </a:cubicBezTo>
                <a:cubicBezTo>
                  <a:pt x="16200" y="10094"/>
                  <a:pt x="15555" y="11226"/>
                  <a:pt x="14524" y="12030"/>
                </a:cubicBezTo>
                <a:cubicBezTo>
                  <a:pt x="14780" y="12280"/>
                  <a:pt x="14989" y="12568"/>
                  <a:pt x="15154" y="12887"/>
                </a:cubicBezTo>
                <a:cubicBezTo>
                  <a:pt x="16528" y="11898"/>
                  <a:pt x="17400" y="10452"/>
                  <a:pt x="17400" y="8836"/>
                </a:cubicBezTo>
                <a:moveTo>
                  <a:pt x="10800" y="0"/>
                </a:moveTo>
                <a:cubicBezTo>
                  <a:pt x="4835" y="0"/>
                  <a:pt x="0" y="3957"/>
                  <a:pt x="0" y="8836"/>
                </a:cubicBezTo>
                <a:cubicBezTo>
                  <a:pt x="0" y="12363"/>
                  <a:pt x="2531" y="15397"/>
                  <a:pt x="6181" y="16815"/>
                </a:cubicBezTo>
                <a:cubicBezTo>
                  <a:pt x="6125" y="16401"/>
                  <a:pt x="6080" y="16009"/>
                  <a:pt x="6049" y="15656"/>
                </a:cubicBezTo>
                <a:cubicBezTo>
                  <a:pt x="3155" y="14303"/>
                  <a:pt x="1200" y="11759"/>
                  <a:pt x="1200" y="8836"/>
                </a:cubicBezTo>
                <a:cubicBezTo>
                  <a:pt x="1200" y="4499"/>
                  <a:pt x="5498" y="982"/>
                  <a:pt x="10800" y="982"/>
                </a:cubicBezTo>
                <a:cubicBezTo>
                  <a:pt x="16102" y="982"/>
                  <a:pt x="20400" y="4499"/>
                  <a:pt x="20400" y="8836"/>
                </a:cubicBezTo>
                <a:cubicBezTo>
                  <a:pt x="20400" y="11756"/>
                  <a:pt x="18449" y="14298"/>
                  <a:pt x="15560" y="15652"/>
                </a:cubicBezTo>
                <a:cubicBezTo>
                  <a:pt x="15532" y="16000"/>
                  <a:pt x="15490" y="16392"/>
                  <a:pt x="15433" y="16809"/>
                </a:cubicBezTo>
                <a:cubicBezTo>
                  <a:pt x="19076" y="15390"/>
                  <a:pt x="21600" y="12358"/>
                  <a:pt x="21600" y="8836"/>
                </a:cubicBezTo>
                <a:cubicBezTo>
                  <a:pt x="21600" y="3957"/>
                  <a:pt x="16765" y="0"/>
                  <a:pt x="10800" y="0"/>
                </a:cubicBezTo>
                <a:moveTo>
                  <a:pt x="12127" y="20179"/>
                </a:moveTo>
                <a:cubicBezTo>
                  <a:pt x="11972" y="20432"/>
                  <a:pt x="11842" y="20560"/>
                  <a:pt x="11770" y="20618"/>
                </a:cubicBezTo>
                <a:lnTo>
                  <a:pt x="9830" y="20618"/>
                </a:lnTo>
                <a:cubicBezTo>
                  <a:pt x="9758" y="20560"/>
                  <a:pt x="9628" y="20432"/>
                  <a:pt x="9473" y="20179"/>
                </a:cubicBezTo>
                <a:cubicBezTo>
                  <a:pt x="9032" y="19457"/>
                  <a:pt x="8400" y="16247"/>
                  <a:pt x="8400" y="14727"/>
                </a:cubicBezTo>
                <a:cubicBezTo>
                  <a:pt x="8400" y="13278"/>
                  <a:pt x="9028" y="12764"/>
                  <a:pt x="10800" y="12764"/>
                </a:cubicBezTo>
                <a:cubicBezTo>
                  <a:pt x="12572" y="12764"/>
                  <a:pt x="13200" y="13278"/>
                  <a:pt x="13200" y="14727"/>
                </a:cubicBezTo>
                <a:cubicBezTo>
                  <a:pt x="13200" y="16247"/>
                  <a:pt x="12568" y="19457"/>
                  <a:pt x="12127" y="20179"/>
                </a:cubicBezTo>
                <a:moveTo>
                  <a:pt x="10800" y="11782"/>
                </a:moveTo>
                <a:cubicBezTo>
                  <a:pt x="7800" y="11782"/>
                  <a:pt x="7200" y="13255"/>
                  <a:pt x="7200" y="14727"/>
                </a:cubicBezTo>
                <a:cubicBezTo>
                  <a:pt x="7200" y="16200"/>
                  <a:pt x="7800" y="19636"/>
                  <a:pt x="8400" y="20618"/>
                </a:cubicBezTo>
                <a:cubicBezTo>
                  <a:pt x="9000" y="21600"/>
                  <a:pt x="9600" y="21600"/>
                  <a:pt x="9600" y="21600"/>
                </a:cubicBezTo>
                <a:lnTo>
                  <a:pt x="12000" y="21600"/>
                </a:lnTo>
                <a:cubicBezTo>
                  <a:pt x="12000" y="21600"/>
                  <a:pt x="12600" y="21600"/>
                  <a:pt x="13200" y="20618"/>
                </a:cubicBezTo>
                <a:cubicBezTo>
                  <a:pt x="13800" y="19636"/>
                  <a:pt x="14400" y="16200"/>
                  <a:pt x="14400" y="14727"/>
                </a:cubicBezTo>
                <a:cubicBezTo>
                  <a:pt x="14400" y="13255"/>
                  <a:pt x="13800" y="11782"/>
                  <a:pt x="10800" y="11782"/>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36" name="Google Shape;1036;p25"/>
          <p:cNvSpPr/>
          <p:nvPr/>
        </p:nvSpPr>
        <p:spPr>
          <a:xfrm>
            <a:off x="2504204" y="4472306"/>
            <a:ext cx="279263" cy="279266"/>
          </a:xfrm>
          <a:custGeom>
            <a:rect b="b" l="l" r="r" t="t"/>
            <a:pathLst>
              <a:path extrusionOk="0" h="21600" w="21600">
                <a:moveTo>
                  <a:pt x="19152" y="3921"/>
                </a:moveTo>
                <a:cubicBezTo>
                  <a:pt x="18338" y="3921"/>
                  <a:pt x="17679" y="3262"/>
                  <a:pt x="17679" y="2448"/>
                </a:cubicBezTo>
                <a:cubicBezTo>
                  <a:pt x="17679" y="1634"/>
                  <a:pt x="18338" y="975"/>
                  <a:pt x="19152" y="975"/>
                </a:cubicBezTo>
                <a:cubicBezTo>
                  <a:pt x="19966" y="975"/>
                  <a:pt x="20625" y="1634"/>
                  <a:pt x="20625" y="2448"/>
                </a:cubicBezTo>
                <a:cubicBezTo>
                  <a:pt x="20625" y="3262"/>
                  <a:pt x="19966" y="3921"/>
                  <a:pt x="19152" y="3921"/>
                </a:cubicBezTo>
                <a:moveTo>
                  <a:pt x="10804" y="12269"/>
                </a:moveTo>
                <a:cubicBezTo>
                  <a:pt x="9991" y="12269"/>
                  <a:pt x="9331" y="11609"/>
                  <a:pt x="9331" y="10795"/>
                </a:cubicBezTo>
                <a:cubicBezTo>
                  <a:pt x="9331" y="9981"/>
                  <a:pt x="9991" y="9322"/>
                  <a:pt x="10804" y="9322"/>
                </a:cubicBezTo>
                <a:cubicBezTo>
                  <a:pt x="11618" y="9322"/>
                  <a:pt x="12278" y="9981"/>
                  <a:pt x="12278" y="10795"/>
                </a:cubicBezTo>
                <a:cubicBezTo>
                  <a:pt x="12278" y="11609"/>
                  <a:pt x="11618" y="12269"/>
                  <a:pt x="10804" y="12269"/>
                </a:cubicBezTo>
                <a:moveTo>
                  <a:pt x="3930" y="19143"/>
                </a:moveTo>
                <a:cubicBezTo>
                  <a:pt x="3930" y="19956"/>
                  <a:pt x="3271" y="20616"/>
                  <a:pt x="2457" y="20616"/>
                </a:cubicBezTo>
                <a:cubicBezTo>
                  <a:pt x="1643" y="20616"/>
                  <a:pt x="984" y="19956"/>
                  <a:pt x="984" y="19143"/>
                </a:cubicBezTo>
                <a:cubicBezTo>
                  <a:pt x="984" y="18329"/>
                  <a:pt x="1643" y="17669"/>
                  <a:pt x="2457" y="17669"/>
                </a:cubicBezTo>
                <a:cubicBezTo>
                  <a:pt x="3271" y="17669"/>
                  <a:pt x="3930" y="18329"/>
                  <a:pt x="3930" y="19143"/>
                </a:cubicBezTo>
                <a:moveTo>
                  <a:pt x="19148" y="0"/>
                </a:moveTo>
                <a:cubicBezTo>
                  <a:pt x="17793" y="0"/>
                  <a:pt x="16695" y="1098"/>
                  <a:pt x="16695" y="2452"/>
                </a:cubicBezTo>
                <a:cubicBezTo>
                  <a:pt x="16695" y="3640"/>
                  <a:pt x="17539" y="4630"/>
                  <a:pt x="18660" y="4856"/>
                </a:cubicBezTo>
                <a:lnTo>
                  <a:pt x="18660" y="10306"/>
                </a:lnTo>
                <a:lnTo>
                  <a:pt x="13203" y="10306"/>
                </a:lnTo>
                <a:cubicBezTo>
                  <a:pt x="12974" y="9187"/>
                  <a:pt x="11985" y="8347"/>
                  <a:pt x="10800" y="8347"/>
                </a:cubicBezTo>
                <a:cubicBezTo>
                  <a:pt x="9615" y="8347"/>
                  <a:pt x="8626" y="9187"/>
                  <a:pt x="8398" y="10306"/>
                </a:cubicBezTo>
                <a:lnTo>
                  <a:pt x="2456" y="10306"/>
                </a:lnTo>
                <a:cubicBezTo>
                  <a:pt x="2184" y="10306"/>
                  <a:pt x="1965" y="10525"/>
                  <a:pt x="1965" y="10796"/>
                </a:cubicBezTo>
                <a:lnTo>
                  <a:pt x="1965" y="16744"/>
                </a:lnTo>
                <a:cubicBezTo>
                  <a:pt x="844" y="16970"/>
                  <a:pt x="0" y="17960"/>
                  <a:pt x="0" y="19147"/>
                </a:cubicBezTo>
                <a:cubicBezTo>
                  <a:pt x="0" y="20502"/>
                  <a:pt x="1098" y="21600"/>
                  <a:pt x="2453" y="21600"/>
                </a:cubicBezTo>
                <a:cubicBezTo>
                  <a:pt x="3807" y="21600"/>
                  <a:pt x="4905" y="20502"/>
                  <a:pt x="4905" y="19147"/>
                </a:cubicBezTo>
                <a:cubicBezTo>
                  <a:pt x="4905" y="17961"/>
                  <a:pt x="4065" y="16973"/>
                  <a:pt x="2947" y="16744"/>
                </a:cubicBezTo>
                <a:lnTo>
                  <a:pt x="2947" y="11287"/>
                </a:lnTo>
                <a:lnTo>
                  <a:pt x="8397" y="11287"/>
                </a:lnTo>
                <a:cubicBezTo>
                  <a:pt x="8623" y="12408"/>
                  <a:pt x="9613" y="13253"/>
                  <a:pt x="10800" y="13253"/>
                </a:cubicBezTo>
                <a:cubicBezTo>
                  <a:pt x="11988" y="13253"/>
                  <a:pt x="12978" y="12408"/>
                  <a:pt x="13203" y="11287"/>
                </a:cubicBezTo>
                <a:lnTo>
                  <a:pt x="19151" y="11287"/>
                </a:lnTo>
                <a:cubicBezTo>
                  <a:pt x="19422" y="11287"/>
                  <a:pt x="19642" y="11068"/>
                  <a:pt x="19642" y="10796"/>
                </a:cubicBezTo>
                <a:lnTo>
                  <a:pt x="19642" y="4855"/>
                </a:lnTo>
                <a:cubicBezTo>
                  <a:pt x="20759" y="4626"/>
                  <a:pt x="21600" y="3638"/>
                  <a:pt x="21600" y="2452"/>
                </a:cubicBezTo>
                <a:cubicBezTo>
                  <a:pt x="21600" y="1098"/>
                  <a:pt x="20502" y="0"/>
                  <a:pt x="19148"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37" name="Google Shape;1037;p25"/>
          <p:cNvSpPr/>
          <p:nvPr/>
        </p:nvSpPr>
        <p:spPr>
          <a:xfrm>
            <a:off x="3050162" y="4472306"/>
            <a:ext cx="253869" cy="279266"/>
          </a:xfrm>
          <a:custGeom>
            <a:rect b="b" l="l" r="r" t="t"/>
            <a:pathLst>
              <a:path extrusionOk="0" h="21600" w="21600">
                <a:moveTo>
                  <a:pt x="18907" y="20616"/>
                </a:moveTo>
                <a:cubicBezTo>
                  <a:pt x="18012" y="20616"/>
                  <a:pt x="17287" y="19956"/>
                  <a:pt x="17287" y="19143"/>
                </a:cubicBezTo>
                <a:cubicBezTo>
                  <a:pt x="17287" y="18329"/>
                  <a:pt x="18012" y="17669"/>
                  <a:pt x="18907" y="17669"/>
                </a:cubicBezTo>
                <a:cubicBezTo>
                  <a:pt x="19802" y="17669"/>
                  <a:pt x="20527" y="18329"/>
                  <a:pt x="20527" y="19143"/>
                </a:cubicBezTo>
                <a:cubicBezTo>
                  <a:pt x="20527" y="19956"/>
                  <a:pt x="19802" y="20616"/>
                  <a:pt x="18907" y="20616"/>
                </a:cubicBezTo>
                <a:moveTo>
                  <a:pt x="2703" y="12269"/>
                </a:moveTo>
                <a:cubicBezTo>
                  <a:pt x="1808" y="12269"/>
                  <a:pt x="1082" y="11609"/>
                  <a:pt x="1082" y="10795"/>
                </a:cubicBezTo>
                <a:cubicBezTo>
                  <a:pt x="1082" y="9981"/>
                  <a:pt x="1808" y="9322"/>
                  <a:pt x="2703" y="9322"/>
                </a:cubicBezTo>
                <a:cubicBezTo>
                  <a:pt x="3598" y="9322"/>
                  <a:pt x="4323" y="9981"/>
                  <a:pt x="4323" y="10795"/>
                </a:cubicBezTo>
                <a:cubicBezTo>
                  <a:pt x="4323" y="11609"/>
                  <a:pt x="3598" y="12269"/>
                  <a:pt x="2703" y="12269"/>
                </a:cubicBezTo>
                <a:moveTo>
                  <a:pt x="18907" y="975"/>
                </a:moveTo>
                <a:cubicBezTo>
                  <a:pt x="19802" y="975"/>
                  <a:pt x="20527" y="1634"/>
                  <a:pt x="20527" y="2448"/>
                </a:cubicBezTo>
                <a:cubicBezTo>
                  <a:pt x="20527" y="3262"/>
                  <a:pt x="19802" y="3921"/>
                  <a:pt x="18907" y="3921"/>
                </a:cubicBezTo>
                <a:cubicBezTo>
                  <a:pt x="18012" y="3921"/>
                  <a:pt x="17287" y="3262"/>
                  <a:pt x="17287" y="2448"/>
                </a:cubicBezTo>
                <a:cubicBezTo>
                  <a:pt x="17287" y="1634"/>
                  <a:pt x="18012" y="975"/>
                  <a:pt x="18907" y="975"/>
                </a:cubicBezTo>
                <a:moveTo>
                  <a:pt x="18902" y="16695"/>
                </a:moveTo>
                <a:cubicBezTo>
                  <a:pt x="18092" y="16695"/>
                  <a:pt x="17374" y="17026"/>
                  <a:pt x="16879" y="17540"/>
                </a:cubicBezTo>
                <a:lnTo>
                  <a:pt x="5253" y="11551"/>
                </a:lnTo>
                <a:cubicBezTo>
                  <a:pt x="5338" y="11314"/>
                  <a:pt x="5396" y="11064"/>
                  <a:pt x="5396" y="10800"/>
                </a:cubicBezTo>
                <a:cubicBezTo>
                  <a:pt x="5396" y="10536"/>
                  <a:pt x="5338" y="10286"/>
                  <a:pt x="5253" y="10048"/>
                </a:cubicBezTo>
                <a:lnTo>
                  <a:pt x="16879" y="4059"/>
                </a:lnTo>
                <a:cubicBezTo>
                  <a:pt x="17373" y="4574"/>
                  <a:pt x="18092" y="4905"/>
                  <a:pt x="18902" y="4905"/>
                </a:cubicBezTo>
                <a:cubicBezTo>
                  <a:pt x="20392" y="4905"/>
                  <a:pt x="21600" y="3807"/>
                  <a:pt x="21600" y="2452"/>
                </a:cubicBezTo>
                <a:cubicBezTo>
                  <a:pt x="21600" y="1098"/>
                  <a:pt x="20392" y="0"/>
                  <a:pt x="18902" y="0"/>
                </a:cubicBezTo>
                <a:cubicBezTo>
                  <a:pt x="17412" y="0"/>
                  <a:pt x="16204" y="1098"/>
                  <a:pt x="16204" y="2452"/>
                </a:cubicBezTo>
                <a:cubicBezTo>
                  <a:pt x="16204" y="2716"/>
                  <a:pt x="16262" y="2966"/>
                  <a:pt x="16347" y="3204"/>
                </a:cubicBezTo>
                <a:lnTo>
                  <a:pt x="4722" y="9193"/>
                </a:lnTo>
                <a:cubicBezTo>
                  <a:pt x="4227" y="8679"/>
                  <a:pt x="3509" y="8347"/>
                  <a:pt x="2698" y="8347"/>
                </a:cubicBezTo>
                <a:cubicBezTo>
                  <a:pt x="1208" y="8347"/>
                  <a:pt x="0" y="9445"/>
                  <a:pt x="0" y="10800"/>
                </a:cubicBezTo>
                <a:cubicBezTo>
                  <a:pt x="0" y="12155"/>
                  <a:pt x="1208" y="13253"/>
                  <a:pt x="2698" y="13253"/>
                </a:cubicBezTo>
                <a:cubicBezTo>
                  <a:pt x="3509" y="13253"/>
                  <a:pt x="4227" y="12921"/>
                  <a:pt x="4722" y="12406"/>
                </a:cubicBezTo>
                <a:lnTo>
                  <a:pt x="16347" y="18395"/>
                </a:lnTo>
                <a:cubicBezTo>
                  <a:pt x="16262" y="18633"/>
                  <a:pt x="16204" y="18883"/>
                  <a:pt x="16204" y="19147"/>
                </a:cubicBezTo>
                <a:cubicBezTo>
                  <a:pt x="16204" y="20502"/>
                  <a:pt x="17412" y="21600"/>
                  <a:pt x="18902" y="21600"/>
                </a:cubicBezTo>
                <a:cubicBezTo>
                  <a:pt x="20392" y="21600"/>
                  <a:pt x="21600" y="20502"/>
                  <a:pt x="21600" y="19147"/>
                </a:cubicBezTo>
                <a:cubicBezTo>
                  <a:pt x="21600" y="17792"/>
                  <a:pt x="20392" y="16695"/>
                  <a:pt x="18902" y="16695"/>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38" name="Google Shape;1038;p25"/>
          <p:cNvSpPr/>
          <p:nvPr/>
        </p:nvSpPr>
        <p:spPr>
          <a:xfrm>
            <a:off x="3570727" y="4472306"/>
            <a:ext cx="279464" cy="279353"/>
          </a:xfrm>
          <a:custGeom>
            <a:rect b="b" l="l" r="r" t="t"/>
            <a:pathLst>
              <a:path extrusionOk="0" h="21600" w="21600">
                <a:moveTo>
                  <a:pt x="12375" y="14735"/>
                </a:moveTo>
                <a:cubicBezTo>
                  <a:pt x="12008" y="15178"/>
                  <a:pt x="11621" y="15531"/>
                  <a:pt x="11226" y="15783"/>
                </a:cubicBezTo>
                <a:cubicBezTo>
                  <a:pt x="10834" y="16035"/>
                  <a:pt x="10421" y="16209"/>
                  <a:pt x="10002" y="16302"/>
                </a:cubicBezTo>
                <a:cubicBezTo>
                  <a:pt x="9027" y="16517"/>
                  <a:pt x="8105" y="16493"/>
                  <a:pt x="7342" y="16179"/>
                </a:cubicBezTo>
                <a:cubicBezTo>
                  <a:pt x="6912" y="16003"/>
                  <a:pt x="6537" y="15755"/>
                  <a:pt x="6227" y="15442"/>
                </a:cubicBezTo>
                <a:cubicBezTo>
                  <a:pt x="5915" y="15129"/>
                  <a:pt x="5669" y="14758"/>
                  <a:pt x="5493" y="14340"/>
                </a:cubicBezTo>
                <a:cubicBezTo>
                  <a:pt x="5317" y="13924"/>
                  <a:pt x="5228" y="13459"/>
                  <a:pt x="5228" y="12958"/>
                </a:cubicBezTo>
                <a:cubicBezTo>
                  <a:pt x="5228" y="12161"/>
                  <a:pt x="5386" y="11302"/>
                  <a:pt x="5698" y="10406"/>
                </a:cubicBezTo>
                <a:cubicBezTo>
                  <a:pt x="6010" y="9509"/>
                  <a:pt x="6454" y="8665"/>
                  <a:pt x="7018" y="7900"/>
                </a:cubicBezTo>
                <a:cubicBezTo>
                  <a:pt x="7579" y="7140"/>
                  <a:pt x="8265" y="6498"/>
                  <a:pt x="9058" y="5993"/>
                </a:cubicBezTo>
                <a:cubicBezTo>
                  <a:pt x="9839" y="5496"/>
                  <a:pt x="10706" y="5245"/>
                  <a:pt x="11636" y="5245"/>
                </a:cubicBezTo>
                <a:cubicBezTo>
                  <a:pt x="12014" y="5245"/>
                  <a:pt x="12413" y="5288"/>
                  <a:pt x="12821" y="5373"/>
                </a:cubicBezTo>
                <a:cubicBezTo>
                  <a:pt x="13224" y="5457"/>
                  <a:pt x="13613" y="5599"/>
                  <a:pt x="13978" y="5795"/>
                </a:cubicBezTo>
                <a:cubicBezTo>
                  <a:pt x="14337" y="5989"/>
                  <a:pt x="14658" y="6246"/>
                  <a:pt x="14931" y="6561"/>
                </a:cubicBezTo>
                <a:cubicBezTo>
                  <a:pt x="15189" y="6858"/>
                  <a:pt x="15389" y="7238"/>
                  <a:pt x="15526" y="7692"/>
                </a:cubicBezTo>
                <a:lnTo>
                  <a:pt x="13353" y="13035"/>
                </a:lnTo>
                <a:cubicBezTo>
                  <a:pt x="13072" y="13720"/>
                  <a:pt x="12743" y="14292"/>
                  <a:pt x="12375" y="14735"/>
                </a:cubicBezTo>
                <a:moveTo>
                  <a:pt x="20215" y="16108"/>
                </a:moveTo>
                <a:cubicBezTo>
                  <a:pt x="19749" y="16741"/>
                  <a:pt x="19196" y="17344"/>
                  <a:pt x="18569" y="17900"/>
                </a:cubicBezTo>
                <a:cubicBezTo>
                  <a:pt x="17943" y="18456"/>
                  <a:pt x="17242" y="18946"/>
                  <a:pt x="16484" y="19359"/>
                </a:cubicBezTo>
                <a:cubicBezTo>
                  <a:pt x="15729" y="19770"/>
                  <a:pt x="14914" y="20096"/>
                  <a:pt x="14064" y="20327"/>
                </a:cubicBezTo>
                <a:cubicBezTo>
                  <a:pt x="13217" y="20556"/>
                  <a:pt x="12316" y="20673"/>
                  <a:pt x="11388" y="20673"/>
                </a:cubicBezTo>
                <a:cubicBezTo>
                  <a:pt x="9991" y="20673"/>
                  <a:pt x="8647" y="20458"/>
                  <a:pt x="7393" y="20036"/>
                </a:cubicBezTo>
                <a:cubicBezTo>
                  <a:pt x="6143" y="19615"/>
                  <a:pt x="5029" y="18981"/>
                  <a:pt x="4083" y="18149"/>
                </a:cubicBezTo>
                <a:cubicBezTo>
                  <a:pt x="3138" y="17320"/>
                  <a:pt x="2378" y="16274"/>
                  <a:pt x="1823" y="15041"/>
                </a:cubicBezTo>
                <a:cubicBezTo>
                  <a:pt x="1269" y="13809"/>
                  <a:pt x="989" y="12357"/>
                  <a:pt x="989" y="10727"/>
                </a:cubicBezTo>
                <a:cubicBezTo>
                  <a:pt x="989" y="9370"/>
                  <a:pt x="1254" y="8086"/>
                  <a:pt x="1777" y="6911"/>
                </a:cubicBezTo>
                <a:cubicBezTo>
                  <a:pt x="2301" y="5736"/>
                  <a:pt x="3037" y="4693"/>
                  <a:pt x="3964" y="3814"/>
                </a:cubicBezTo>
                <a:cubicBezTo>
                  <a:pt x="4892" y="2933"/>
                  <a:pt x="6002" y="2230"/>
                  <a:pt x="7264" y="1722"/>
                </a:cubicBezTo>
                <a:cubicBezTo>
                  <a:pt x="8526" y="1215"/>
                  <a:pt x="9914" y="958"/>
                  <a:pt x="11388" y="958"/>
                </a:cubicBezTo>
                <a:cubicBezTo>
                  <a:pt x="12700" y="958"/>
                  <a:pt x="13940" y="1156"/>
                  <a:pt x="15072" y="1549"/>
                </a:cubicBezTo>
                <a:cubicBezTo>
                  <a:pt x="16200" y="1942"/>
                  <a:pt x="17185" y="2497"/>
                  <a:pt x="17998" y="3203"/>
                </a:cubicBezTo>
                <a:cubicBezTo>
                  <a:pt x="18809" y="3906"/>
                  <a:pt x="19455" y="4765"/>
                  <a:pt x="19917" y="5754"/>
                </a:cubicBezTo>
                <a:cubicBezTo>
                  <a:pt x="20377" y="6743"/>
                  <a:pt x="20611" y="7843"/>
                  <a:pt x="20611" y="9023"/>
                </a:cubicBezTo>
                <a:cubicBezTo>
                  <a:pt x="20611" y="10070"/>
                  <a:pt x="20418" y="11059"/>
                  <a:pt x="20038" y="11962"/>
                </a:cubicBezTo>
                <a:cubicBezTo>
                  <a:pt x="19656" y="12869"/>
                  <a:pt x="19171" y="13663"/>
                  <a:pt x="18598" y="14320"/>
                </a:cubicBezTo>
                <a:cubicBezTo>
                  <a:pt x="18028" y="14976"/>
                  <a:pt x="17393" y="15502"/>
                  <a:pt x="16714" y="15880"/>
                </a:cubicBezTo>
                <a:cubicBezTo>
                  <a:pt x="16044" y="16255"/>
                  <a:pt x="15398" y="16444"/>
                  <a:pt x="14792" y="16444"/>
                </a:cubicBezTo>
                <a:cubicBezTo>
                  <a:pt x="14424" y="16444"/>
                  <a:pt x="14151" y="16374"/>
                  <a:pt x="13980" y="16235"/>
                </a:cubicBezTo>
                <a:cubicBezTo>
                  <a:pt x="13810" y="16098"/>
                  <a:pt x="13710" y="15916"/>
                  <a:pt x="13675" y="15677"/>
                </a:cubicBezTo>
                <a:cubicBezTo>
                  <a:pt x="13638" y="15420"/>
                  <a:pt x="13667" y="15109"/>
                  <a:pt x="13764" y="14754"/>
                </a:cubicBezTo>
                <a:cubicBezTo>
                  <a:pt x="13864" y="14385"/>
                  <a:pt x="14007" y="13983"/>
                  <a:pt x="14190" y="13556"/>
                </a:cubicBezTo>
                <a:lnTo>
                  <a:pt x="17729" y="4845"/>
                </a:lnTo>
                <a:lnTo>
                  <a:pt x="16677" y="4845"/>
                </a:lnTo>
                <a:lnTo>
                  <a:pt x="16026" y="6544"/>
                </a:lnTo>
                <a:cubicBezTo>
                  <a:pt x="15715" y="5890"/>
                  <a:pt x="15207" y="5363"/>
                  <a:pt x="14512" y="4972"/>
                </a:cubicBezTo>
                <a:cubicBezTo>
                  <a:pt x="13703" y="4517"/>
                  <a:pt x="12777" y="4287"/>
                  <a:pt x="11759" y="4287"/>
                </a:cubicBezTo>
                <a:cubicBezTo>
                  <a:pt x="10637" y="4287"/>
                  <a:pt x="9596" y="4568"/>
                  <a:pt x="8663" y="5121"/>
                </a:cubicBezTo>
                <a:cubicBezTo>
                  <a:pt x="7739" y="5669"/>
                  <a:pt x="6940" y="6381"/>
                  <a:pt x="6289" y="7238"/>
                </a:cubicBezTo>
                <a:cubicBezTo>
                  <a:pt x="5641" y="8091"/>
                  <a:pt x="5132" y="9032"/>
                  <a:pt x="4777" y="10034"/>
                </a:cubicBezTo>
                <a:cubicBezTo>
                  <a:pt x="4420" y="11037"/>
                  <a:pt x="4240" y="12021"/>
                  <a:pt x="4240" y="12958"/>
                </a:cubicBezTo>
                <a:cubicBezTo>
                  <a:pt x="4240" y="13568"/>
                  <a:pt x="4354" y="14151"/>
                  <a:pt x="4579" y="14689"/>
                </a:cubicBezTo>
                <a:cubicBezTo>
                  <a:pt x="4804" y="15227"/>
                  <a:pt x="5113" y="15701"/>
                  <a:pt x="5499" y="16097"/>
                </a:cubicBezTo>
                <a:cubicBezTo>
                  <a:pt x="5887" y="16495"/>
                  <a:pt x="6354" y="16815"/>
                  <a:pt x="6889" y="17048"/>
                </a:cubicBezTo>
                <a:cubicBezTo>
                  <a:pt x="8063" y="17561"/>
                  <a:pt x="9489" y="17484"/>
                  <a:pt x="10904" y="17025"/>
                </a:cubicBezTo>
                <a:cubicBezTo>
                  <a:pt x="11562" y="16811"/>
                  <a:pt x="12160" y="16412"/>
                  <a:pt x="12689" y="15835"/>
                </a:cubicBezTo>
                <a:cubicBezTo>
                  <a:pt x="12715" y="16226"/>
                  <a:pt x="12874" y="16561"/>
                  <a:pt x="13164" y="16837"/>
                </a:cubicBezTo>
                <a:cubicBezTo>
                  <a:pt x="13559" y="17211"/>
                  <a:pt x="14086" y="17402"/>
                  <a:pt x="14731" y="17402"/>
                </a:cubicBezTo>
                <a:cubicBezTo>
                  <a:pt x="15501" y="17402"/>
                  <a:pt x="16307" y="17176"/>
                  <a:pt x="17124" y="16733"/>
                </a:cubicBezTo>
                <a:cubicBezTo>
                  <a:pt x="17934" y="16294"/>
                  <a:pt x="18680" y="15687"/>
                  <a:pt x="19342" y="14930"/>
                </a:cubicBezTo>
                <a:cubicBezTo>
                  <a:pt x="20001" y="14176"/>
                  <a:pt x="20548" y="13284"/>
                  <a:pt x="20967" y="12281"/>
                </a:cubicBezTo>
                <a:cubicBezTo>
                  <a:pt x="21387" y="11274"/>
                  <a:pt x="21600" y="10178"/>
                  <a:pt x="21600" y="9023"/>
                </a:cubicBezTo>
                <a:cubicBezTo>
                  <a:pt x="21600" y="7651"/>
                  <a:pt x="21328" y="6389"/>
                  <a:pt x="20793" y="5274"/>
                </a:cubicBezTo>
                <a:cubicBezTo>
                  <a:pt x="20258" y="4158"/>
                  <a:pt x="19518" y="3199"/>
                  <a:pt x="18594" y="2422"/>
                </a:cubicBezTo>
                <a:cubicBezTo>
                  <a:pt x="17672" y="1647"/>
                  <a:pt x="16579" y="1043"/>
                  <a:pt x="15346" y="627"/>
                </a:cubicBezTo>
                <a:cubicBezTo>
                  <a:pt x="14116" y="211"/>
                  <a:pt x="12784" y="0"/>
                  <a:pt x="11388" y="0"/>
                </a:cubicBezTo>
                <a:cubicBezTo>
                  <a:pt x="9845" y="0"/>
                  <a:pt x="8365" y="271"/>
                  <a:pt x="6989" y="805"/>
                </a:cubicBezTo>
                <a:cubicBezTo>
                  <a:pt x="5612" y="1340"/>
                  <a:pt x="4389" y="2093"/>
                  <a:pt x="3356" y="3045"/>
                </a:cubicBezTo>
                <a:cubicBezTo>
                  <a:pt x="2321" y="3996"/>
                  <a:pt x="1495" y="5137"/>
                  <a:pt x="899" y="6436"/>
                </a:cubicBezTo>
                <a:cubicBezTo>
                  <a:pt x="302" y="7737"/>
                  <a:pt x="0" y="9181"/>
                  <a:pt x="0" y="10727"/>
                </a:cubicBezTo>
                <a:cubicBezTo>
                  <a:pt x="0" y="12605"/>
                  <a:pt x="334" y="14252"/>
                  <a:pt x="993" y="15622"/>
                </a:cubicBezTo>
                <a:cubicBezTo>
                  <a:pt x="1652" y="16992"/>
                  <a:pt x="2528" y="18134"/>
                  <a:pt x="3595" y="19018"/>
                </a:cubicBezTo>
                <a:cubicBezTo>
                  <a:pt x="4661" y="19900"/>
                  <a:pt x="5890" y="20559"/>
                  <a:pt x="7249" y="20975"/>
                </a:cubicBezTo>
                <a:cubicBezTo>
                  <a:pt x="8601" y="21390"/>
                  <a:pt x="9994" y="21600"/>
                  <a:pt x="11388" y="21600"/>
                </a:cubicBezTo>
                <a:cubicBezTo>
                  <a:pt x="12348" y="21600"/>
                  <a:pt x="13317" y="21474"/>
                  <a:pt x="14267" y="21228"/>
                </a:cubicBezTo>
                <a:cubicBezTo>
                  <a:pt x="15214" y="20981"/>
                  <a:pt x="16128" y="20624"/>
                  <a:pt x="16983" y="20169"/>
                </a:cubicBezTo>
                <a:cubicBezTo>
                  <a:pt x="17839" y="19713"/>
                  <a:pt x="18642" y="19152"/>
                  <a:pt x="19372" y="18499"/>
                </a:cubicBezTo>
                <a:cubicBezTo>
                  <a:pt x="20104" y="17845"/>
                  <a:pt x="20729" y="17110"/>
                  <a:pt x="21232" y="16316"/>
                </a:cubicBezTo>
                <a:lnTo>
                  <a:pt x="21411" y="16033"/>
                </a:lnTo>
                <a:lnTo>
                  <a:pt x="20270" y="16033"/>
                </a:lnTo>
                <a:cubicBezTo>
                  <a:pt x="20270" y="16033"/>
                  <a:pt x="20215" y="16108"/>
                  <a:pt x="20215" y="16108"/>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39" name="Google Shape;1039;p25"/>
          <p:cNvSpPr/>
          <p:nvPr/>
        </p:nvSpPr>
        <p:spPr>
          <a:xfrm>
            <a:off x="4103988" y="4472306"/>
            <a:ext cx="279328" cy="279328"/>
          </a:xfrm>
          <a:custGeom>
            <a:rect b="b" l="l" r="r" t="t"/>
            <a:pathLst>
              <a:path extrusionOk="0" h="21600" w="21600">
                <a:moveTo>
                  <a:pt x="18429" y="14128"/>
                </a:moveTo>
                <a:cubicBezTo>
                  <a:pt x="17041" y="13430"/>
                  <a:pt x="15777" y="12523"/>
                  <a:pt x="14684" y="11440"/>
                </a:cubicBezTo>
                <a:cubicBezTo>
                  <a:pt x="15214" y="10618"/>
                  <a:pt x="15664" y="9739"/>
                  <a:pt x="16034" y="8820"/>
                </a:cubicBezTo>
                <a:cubicBezTo>
                  <a:pt x="16089" y="8826"/>
                  <a:pt x="16143" y="8836"/>
                  <a:pt x="16200" y="8836"/>
                </a:cubicBezTo>
                <a:cubicBezTo>
                  <a:pt x="17013" y="8836"/>
                  <a:pt x="17673" y="8177"/>
                  <a:pt x="17673" y="7364"/>
                </a:cubicBezTo>
                <a:cubicBezTo>
                  <a:pt x="17673" y="6787"/>
                  <a:pt x="17339" y="6294"/>
                  <a:pt x="16856" y="6052"/>
                </a:cubicBezTo>
                <a:cubicBezTo>
                  <a:pt x="17033" y="5170"/>
                  <a:pt x="17144" y="4264"/>
                  <a:pt x="17167" y="3336"/>
                </a:cubicBezTo>
                <a:cubicBezTo>
                  <a:pt x="19277" y="5136"/>
                  <a:pt x="20618" y="7809"/>
                  <a:pt x="20618" y="10800"/>
                </a:cubicBezTo>
                <a:cubicBezTo>
                  <a:pt x="20618" y="11764"/>
                  <a:pt x="20469" y="12689"/>
                  <a:pt x="20209" y="13568"/>
                </a:cubicBezTo>
                <a:cubicBezTo>
                  <a:pt x="19628" y="13783"/>
                  <a:pt x="19034" y="13971"/>
                  <a:pt x="18429" y="14128"/>
                </a:cubicBezTo>
                <a:moveTo>
                  <a:pt x="10800" y="20618"/>
                </a:moveTo>
                <a:cubicBezTo>
                  <a:pt x="8406" y="20618"/>
                  <a:pt x="6213" y="19759"/>
                  <a:pt x="4509" y="18335"/>
                </a:cubicBezTo>
                <a:cubicBezTo>
                  <a:pt x="6552" y="17934"/>
                  <a:pt x="8450" y="17135"/>
                  <a:pt x="10128" y="16031"/>
                </a:cubicBezTo>
                <a:cubicBezTo>
                  <a:pt x="10330" y="16135"/>
                  <a:pt x="10556" y="16200"/>
                  <a:pt x="10800" y="16200"/>
                </a:cubicBezTo>
                <a:cubicBezTo>
                  <a:pt x="11273" y="16200"/>
                  <a:pt x="11689" y="15973"/>
                  <a:pt x="11959" y="15627"/>
                </a:cubicBezTo>
                <a:cubicBezTo>
                  <a:pt x="12547" y="15680"/>
                  <a:pt x="13142" y="15709"/>
                  <a:pt x="13745" y="15709"/>
                </a:cubicBezTo>
                <a:cubicBezTo>
                  <a:pt x="15323" y="15709"/>
                  <a:pt x="16852" y="15508"/>
                  <a:pt x="18322" y="15156"/>
                </a:cubicBezTo>
                <a:cubicBezTo>
                  <a:pt x="18660" y="15317"/>
                  <a:pt x="18998" y="15480"/>
                  <a:pt x="19350" y="15618"/>
                </a:cubicBezTo>
                <a:cubicBezTo>
                  <a:pt x="17665" y="18601"/>
                  <a:pt x="14470" y="20618"/>
                  <a:pt x="10800" y="20618"/>
                </a:cubicBezTo>
                <a:moveTo>
                  <a:pt x="3539" y="17392"/>
                </a:moveTo>
                <a:cubicBezTo>
                  <a:pt x="3476" y="16840"/>
                  <a:pt x="3436" y="16279"/>
                  <a:pt x="3436" y="15709"/>
                </a:cubicBezTo>
                <a:cubicBezTo>
                  <a:pt x="3436" y="14763"/>
                  <a:pt x="3536" y="13842"/>
                  <a:pt x="3707" y="12946"/>
                </a:cubicBezTo>
                <a:cubicBezTo>
                  <a:pt x="5455" y="13988"/>
                  <a:pt x="7377" y="14767"/>
                  <a:pt x="9421" y="15226"/>
                </a:cubicBezTo>
                <a:cubicBezTo>
                  <a:pt x="9431" y="15253"/>
                  <a:pt x="9436" y="15282"/>
                  <a:pt x="9447" y="15308"/>
                </a:cubicBezTo>
                <a:cubicBezTo>
                  <a:pt x="7724" y="16421"/>
                  <a:pt x="5761" y="17193"/>
                  <a:pt x="3643" y="17506"/>
                </a:cubicBezTo>
                <a:cubicBezTo>
                  <a:pt x="3608" y="17469"/>
                  <a:pt x="3573" y="17430"/>
                  <a:pt x="3539" y="17392"/>
                </a:cubicBezTo>
                <a:moveTo>
                  <a:pt x="3075" y="11369"/>
                </a:moveTo>
                <a:cubicBezTo>
                  <a:pt x="2361" y="10869"/>
                  <a:pt x="1683" y="10321"/>
                  <a:pt x="1046" y="9729"/>
                </a:cubicBezTo>
                <a:cubicBezTo>
                  <a:pt x="1528" y="5299"/>
                  <a:pt x="4955" y="1762"/>
                  <a:pt x="9331" y="1104"/>
                </a:cubicBezTo>
                <a:cubicBezTo>
                  <a:pt x="9335" y="1629"/>
                  <a:pt x="9363" y="2148"/>
                  <a:pt x="9417" y="2660"/>
                </a:cubicBezTo>
                <a:cubicBezTo>
                  <a:pt x="8572" y="3227"/>
                  <a:pt x="7787" y="3879"/>
                  <a:pt x="7069" y="4596"/>
                </a:cubicBezTo>
                <a:cubicBezTo>
                  <a:pt x="6863" y="4486"/>
                  <a:pt x="6632" y="4418"/>
                  <a:pt x="6382" y="4418"/>
                </a:cubicBezTo>
                <a:cubicBezTo>
                  <a:pt x="5569" y="4418"/>
                  <a:pt x="4909" y="5078"/>
                  <a:pt x="4909" y="5891"/>
                </a:cubicBezTo>
                <a:cubicBezTo>
                  <a:pt x="4909" y="6236"/>
                  <a:pt x="5033" y="6549"/>
                  <a:pt x="5231" y="6800"/>
                </a:cubicBezTo>
                <a:cubicBezTo>
                  <a:pt x="4279" y="8179"/>
                  <a:pt x="3550" y="9719"/>
                  <a:pt x="3075" y="11369"/>
                </a:cubicBezTo>
                <a:moveTo>
                  <a:pt x="2466" y="15973"/>
                </a:moveTo>
                <a:cubicBezTo>
                  <a:pt x="1563" y="14521"/>
                  <a:pt x="1025" y="12821"/>
                  <a:pt x="989" y="10995"/>
                </a:cubicBezTo>
                <a:cubicBezTo>
                  <a:pt x="1570" y="11492"/>
                  <a:pt x="2180" y="11955"/>
                  <a:pt x="2817" y="12383"/>
                </a:cubicBezTo>
                <a:cubicBezTo>
                  <a:pt x="2585" y="13456"/>
                  <a:pt x="2455" y="14567"/>
                  <a:pt x="2455" y="15709"/>
                </a:cubicBezTo>
                <a:cubicBezTo>
                  <a:pt x="2455" y="15798"/>
                  <a:pt x="2464" y="15885"/>
                  <a:pt x="2466" y="15973"/>
                </a:cubicBezTo>
                <a:moveTo>
                  <a:pt x="13428" y="11540"/>
                </a:moveTo>
                <a:cubicBezTo>
                  <a:pt x="12907" y="12264"/>
                  <a:pt x="12315" y="12931"/>
                  <a:pt x="11674" y="13548"/>
                </a:cubicBezTo>
                <a:cubicBezTo>
                  <a:pt x="11429" y="13366"/>
                  <a:pt x="11129" y="13255"/>
                  <a:pt x="10800" y="13255"/>
                </a:cubicBezTo>
                <a:cubicBezTo>
                  <a:pt x="10166" y="13255"/>
                  <a:pt x="9631" y="13657"/>
                  <a:pt x="9423" y="14218"/>
                </a:cubicBezTo>
                <a:cubicBezTo>
                  <a:pt x="7455" y="13751"/>
                  <a:pt x="5607" y="12973"/>
                  <a:pt x="3936" y="11937"/>
                </a:cubicBezTo>
                <a:cubicBezTo>
                  <a:pt x="4379" y="10266"/>
                  <a:pt x="5100" y="8708"/>
                  <a:pt x="6060" y="7326"/>
                </a:cubicBezTo>
                <a:cubicBezTo>
                  <a:pt x="6164" y="7349"/>
                  <a:pt x="6271" y="7364"/>
                  <a:pt x="6382" y="7364"/>
                </a:cubicBezTo>
                <a:cubicBezTo>
                  <a:pt x="7195" y="7364"/>
                  <a:pt x="7855" y="6704"/>
                  <a:pt x="7855" y="5891"/>
                </a:cubicBezTo>
                <a:cubicBezTo>
                  <a:pt x="7855" y="5688"/>
                  <a:pt x="7813" y="5493"/>
                  <a:pt x="7739" y="5317"/>
                </a:cubicBezTo>
                <a:cubicBezTo>
                  <a:pt x="8307" y="4747"/>
                  <a:pt x="8920" y="4221"/>
                  <a:pt x="9575" y="3749"/>
                </a:cubicBezTo>
                <a:cubicBezTo>
                  <a:pt x="10104" y="6723"/>
                  <a:pt x="11479" y="9397"/>
                  <a:pt x="13428" y="11540"/>
                </a:cubicBezTo>
                <a:moveTo>
                  <a:pt x="10800" y="982"/>
                </a:moveTo>
                <a:cubicBezTo>
                  <a:pt x="11347" y="982"/>
                  <a:pt x="11881" y="1038"/>
                  <a:pt x="12403" y="1125"/>
                </a:cubicBezTo>
                <a:cubicBezTo>
                  <a:pt x="11696" y="1400"/>
                  <a:pt x="11005" y="1707"/>
                  <a:pt x="10354" y="2081"/>
                </a:cubicBezTo>
                <a:cubicBezTo>
                  <a:pt x="10328" y="1726"/>
                  <a:pt x="10311" y="1368"/>
                  <a:pt x="10310" y="1007"/>
                </a:cubicBezTo>
                <a:cubicBezTo>
                  <a:pt x="10474" y="999"/>
                  <a:pt x="10635" y="982"/>
                  <a:pt x="10800" y="982"/>
                </a:cubicBezTo>
                <a:moveTo>
                  <a:pt x="14120" y="12262"/>
                </a:moveTo>
                <a:cubicBezTo>
                  <a:pt x="14982" y="13097"/>
                  <a:pt x="15950" y="13819"/>
                  <a:pt x="16986" y="14440"/>
                </a:cubicBezTo>
                <a:cubicBezTo>
                  <a:pt x="15933" y="14626"/>
                  <a:pt x="14852" y="14727"/>
                  <a:pt x="13745" y="14727"/>
                </a:cubicBezTo>
                <a:cubicBezTo>
                  <a:pt x="13246" y="14727"/>
                  <a:pt x="12754" y="14702"/>
                  <a:pt x="12265" y="14664"/>
                </a:cubicBezTo>
                <a:cubicBezTo>
                  <a:pt x="12259" y="14569"/>
                  <a:pt x="12250" y="14475"/>
                  <a:pt x="12229" y="14385"/>
                </a:cubicBezTo>
                <a:cubicBezTo>
                  <a:pt x="12921" y="13737"/>
                  <a:pt x="13555" y="13027"/>
                  <a:pt x="14120" y="12262"/>
                </a:cubicBezTo>
                <a:moveTo>
                  <a:pt x="16188" y="2597"/>
                </a:moveTo>
                <a:cubicBezTo>
                  <a:pt x="16191" y="2713"/>
                  <a:pt x="16200" y="2828"/>
                  <a:pt x="16200" y="2945"/>
                </a:cubicBezTo>
                <a:cubicBezTo>
                  <a:pt x="16200" y="3967"/>
                  <a:pt x="16092" y="4962"/>
                  <a:pt x="15894" y="5924"/>
                </a:cubicBezTo>
                <a:cubicBezTo>
                  <a:pt x="15227" y="6065"/>
                  <a:pt x="14727" y="6656"/>
                  <a:pt x="14727" y="7364"/>
                </a:cubicBezTo>
                <a:cubicBezTo>
                  <a:pt x="14727" y="7765"/>
                  <a:pt x="14888" y="8127"/>
                  <a:pt x="15149" y="8393"/>
                </a:cubicBezTo>
                <a:cubicBezTo>
                  <a:pt x="14827" y="9199"/>
                  <a:pt x="14443" y="9973"/>
                  <a:pt x="13991" y="10701"/>
                </a:cubicBezTo>
                <a:cubicBezTo>
                  <a:pt x="12159" y="8620"/>
                  <a:pt x="10894" y="6025"/>
                  <a:pt x="10469" y="3152"/>
                </a:cubicBezTo>
                <a:cubicBezTo>
                  <a:pt x="11590" y="2463"/>
                  <a:pt x="12813" y="1934"/>
                  <a:pt x="14106" y="1565"/>
                </a:cubicBezTo>
                <a:cubicBezTo>
                  <a:pt x="14844" y="1829"/>
                  <a:pt x="15544" y="2173"/>
                  <a:pt x="16188" y="2597"/>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40" name="Google Shape;1040;p25"/>
          <p:cNvSpPr/>
          <p:nvPr/>
        </p:nvSpPr>
        <p:spPr>
          <a:xfrm>
            <a:off x="4662642" y="4472306"/>
            <a:ext cx="228541" cy="279328"/>
          </a:xfrm>
          <a:custGeom>
            <a:rect b="b" l="l" r="r" t="t"/>
            <a:pathLst>
              <a:path extrusionOk="0" h="21600" w="21600">
                <a:moveTo>
                  <a:pt x="10800" y="4909"/>
                </a:moveTo>
                <a:cubicBezTo>
                  <a:pt x="5498" y="4909"/>
                  <a:pt x="1200" y="4030"/>
                  <a:pt x="1200" y="2945"/>
                </a:cubicBezTo>
                <a:cubicBezTo>
                  <a:pt x="1200" y="1861"/>
                  <a:pt x="5498" y="982"/>
                  <a:pt x="10800" y="982"/>
                </a:cubicBezTo>
                <a:cubicBezTo>
                  <a:pt x="16102" y="982"/>
                  <a:pt x="20400" y="1861"/>
                  <a:pt x="20400" y="2945"/>
                </a:cubicBezTo>
                <a:cubicBezTo>
                  <a:pt x="20400" y="4030"/>
                  <a:pt x="16102" y="4909"/>
                  <a:pt x="10800" y="4909"/>
                </a:cubicBezTo>
                <a:moveTo>
                  <a:pt x="20400" y="6873"/>
                </a:moveTo>
                <a:cubicBezTo>
                  <a:pt x="20400" y="7957"/>
                  <a:pt x="16102" y="8836"/>
                  <a:pt x="10800" y="8836"/>
                </a:cubicBezTo>
                <a:cubicBezTo>
                  <a:pt x="5498" y="8836"/>
                  <a:pt x="1200" y="7957"/>
                  <a:pt x="1200" y="6873"/>
                </a:cubicBezTo>
                <a:lnTo>
                  <a:pt x="1200" y="4291"/>
                </a:lnTo>
                <a:cubicBezTo>
                  <a:pt x="2993" y="5240"/>
                  <a:pt x="6615" y="5891"/>
                  <a:pt x="10800" y="5891"/>
                </a:cubicBezTo>
                <a:cubicBezTo>
                  <a:pt x="14986" y="5891"/>
                  <a:pt x="18607" y="5240"/>
                  <a:pt x="20400" y="4291"/>
                </a:cubicBezTo>
                <a:cubicBezTo>
                  <a:pt x="20400" y="4291"/>
                  <a:pt x="20400" y="6873"/>
                  <a:pt x="20400" y="6873"/>
                </a:cubicBezTo>
                <a:close/>
                <a:moveTo>
                  <a:pt x="10800" y="10800"/>
                </a:moveTo>
                <a:cubicBezTo>
                  <a:pt x="5498" y="10800"/>
                  <a:pt x="1200" y="9921"/>
                  <a:pt x="1200" y="8836"/>
                </a:cubicBezTo>
                <a:cubicBezTo>
                  <a:pt x="1200" y="8672"/>
                  <a:pt x="1309" y="8514"/>
                  <a:pt x="1494" y="8362"/>
                </a:cubicBezTo>
                <a:cubicBezTo>
                  <a:pt x="3370" y="9232"/>
                  <a:pt x="6830" y="9818"/>
                  <a:pt x="10800" y="9818"/>
                </a:cubicBezTo>
                <a:cubicBezTo>
                  <a:pt x="14770" y="9818"/>
                  <a:pt x="18230" y="9232"/>
                  <a:pt x="20106" y="8362"/>
                </a:cubicBezTo>
                <a:cubicBezTo>
                  <a:pt x="20291" y="8514"/>
                  <a:pt x="20400" y="8672"/>
                  <a:pt x="20400" y="8836"/>
                </a:cubicBezTo>
                <a:cubicBezTo>
                  <a:pt x="20400" y="9921"/>
                  <a:pt x="16102" y="10800"/>
                  <a:pt x="10800" y="10800"/>
                </a:cubicBezTo>
                <a:moveTo>
                  <a:pt x="20400" y="12764"/>
                </a:moveTo>
                <a:cubicBezTo>
                  <a:pt x="20400" y="13848"/>
                  <a:pt x="16102" y="14727"/>
                  <a:pt x="10800" y="14727"/>
                </a:cubicBezTo>
                <a:cubicBezTo>
                  <a:pt x="5498" y="14727"/>
                  <a:pt x="1200" y="13848"/>
                  <a:pt x="1200" y="12764"/>
                </a:cubicBezTo>
                <a:lnTo>
                  <a:pt x="1200" y="10182"/>
                </a:lnTo>
                <a:cubicBezTo>
                  <a:pt x="2993" y="11131"/>
                  <a:pt x="6615" y="11782"/>
                  <a:pt x="10800" y="11782"/>
                </a:cubicBezTo>
                <a:cubicBezTo>
                  <a:pt x="14986" y="11782"/>
                  <a:pt x="18607" y="11131"/>
                  <a:pt x="20400" y="10182"/>
                </a:cubicBezTo>
                <a:cubicBezTo>
                  <a:pt x="20400" y="10182"/>
                  <a:pt x="20400" y="12764"/>
                  <a:pt x="20400" y="12764"/>
                </a:cubicBezTo>
                <a:close/>
                <a:moveTo>
                  <a:pt x="10800" y="16691"/>
                </a:moveTo>
                <a:cubicBezTo>
                  <a:pt x="5498" y="16691"/>
                  <a:pt x="1200" y="15812"/>
                  <a:pt x="1200" y="14727"/>
                </a:cubicBezTo>
                <a:cubicBezTo>
                  <a:pt x="1200" y="14563"/>
                  <a:pt x="1309" y="14405"/>
                  <a:pt x="1494" y="14253"/>
                </a:cubicBezTo>
                <a:cubicBezTo>
                  <a:pt x="3370" y="15123"/>
                  <a:pt x="6830" y="15709"/>
                  <a:pt x="10800" y="15709"/>
                </a:cubicBezTo>
                <a:cubicBezTo>
                  <a:pt x="14770" y="15709"/>
                  <a:pt x="18230" y="15123"/>
                  <a:pt x="20106" y="14253"/>
                </a:cubicBezTo>
                <a:cubicBezTo>
                  <a:pt x="20291" y="14405"/>
                  <a:pt x="20400" y="14563"/>
                  <a:pt x="20400" y="14727"/>
                </a:cubicBezTo>
                <a:cubicBezTo>
                  <a:pt x="20400" y="15812"/>
                  <a:pt x="16102" y="16691"/>
                  <a:pt x="10800" y="16691"/>
                </a:cubicBezTo>
                <a:moveTo>
                  <a:pt x="20400" y="18655"/>
                </a:moveTo>
                <a:cubicBezTo>
                  <a:pt x="20400" y="19739"/>
                  <a:pt x="16102" y="20618"/>
                  <a:pt x="10800" y="20618"/>
                </a:cubicBezTo>
                <a:cubicBezTo>
                  <a:pt x="5498" y="20618"/>
                  <a:pt x="1200" y="19739"/>
                  <a:pt x="1200" y="18655"/>
                </a:cubicBezTo>
                <a:lnTo>
                  <a:pt x="1200" y="16073"/>
                </a:lnTo>
                <a:cubicBezTo>
                  <a:pt x="2993" y="17022"/>
                  <a:pt x="6615" y="17673"/>
                  <a:pt x="10800" y="17673"/>
                </a:cubicBezTo>
                <a:cubicBezTo>
                  <a:pt x="14986" y="17673"/>
                  <a:pt x="18607" y="17022"/>
                  <a:pt x="20400" y="16073"/>
                </a:cubicBezTo>
                <a:cubicBezTo>
                  <a:pt x="20400" y="16073"/>
                  <a:pt x="20400" y="18655"/>
                  <a:pt x="20400" y="18655"/>
                </a:cubicBezTo>
                <a:close/>
                <a:moveTo>
                  <a:pt x="21600" y="2945"/>
                </a:moveTo>
                <a:cubicBezTo>
                  <a:pt x="21600" y="1319"/>
                  <a:pt x="16765" y="0"/>
                  <a:pt x="10800" y="0"/>
                </a:cubicBezTo>
                <a:cubicBezTo>
                  <a:pt x="4835" y="0"/>
                  <a:pt x="0" y="1319"/>
                  <a:pt x="0" y="2945"/>
                </a:cubicBezTo>
                <a:lnTo>
                  <a:pt x="0" y="6873"/>
                </a:lnTo>
                <a:cubicBezTo>
                  <a:pt x="0" y="7218"/>
                  <a:pt x="229" y="7547"/>
                  <a:pt x="628" y="7855"/>
                </a:cubicBezTo>
                <a:cubicBezTo>
                  <a:pt x="229" y="8162"/>
                  <a:pt x="0" y="8492"/>
                  <a:pt x="0" y="8836"/>
                </a:cubicBezTo>
                <a:lnTo>
                  <a:pt x="0" y="12764"/>
                </a:lnTo>
                <a:cubicBezTo>
                  <a:pt x="0" y="13109"/>
                  <a:pt x="229" y="13438"/>
                  <a:pt x="628" y="13745"/>
                </a:cubicBezTo>
                <a:cubicBezTo>
                  <a:pt x="229" y="14053"/>
                  <a:pt x="0" y="14383"/>
                  <a:pt x="0" y="14727"/>
                </a:cubicBezTo>
                <a:lnTo>
                  <a:pt x="0" y="18655"/>
                </a:lnTo>
                <a:cubicBezTo>
                  <a:pt x="0" y="20281"/>
                  <a:pt x="4835" y="21600"/>
                  <a:pt x="10800" y="21600"/>
                </a:cubicBezTo>
                <a:cubicBezTo>
                  <a:pt x="16765" y="21600"/>
                  <a:pt x="21600" y="20281"/>
                  <a:pt x="21600" y="18655"/>
                </a:cubicBezTo>
                <a:lnTo>
                  <a:pt x="21600" y="14727"/>
                </a:lnTo>
                <a:cubicBezTo>
                  <a:pt x="21600" y="14383"/>
                  <a:pt x="21371" y="14053"/>
                  <a:pt x="20972" y="13745"/>
                </a:cubicBezTo>
                <a:cubicBezTo>
                  <a:pt x="21371" y="13438"/>
                  <a:pt x="21600" y="13109"/>
                  <a:pt x="21600" y="12764"/>
                </a:cubicBezTo>
                <a:lnTo>
                  <a:pt x="21600" y="8836"/>
                </a:lnTo>
                <a:cubicBezTo>
                  <a:pt x="21600" y="8492"/>
                  <a:pt x="21371" y="8162"/>
                  <a:pt x="20972" y="7855"/>
                </a:cubicBezTo>
                <a:cubicBezTo>
                  <a:pt x="21371" y="7547"/>
                  <a:pt x="21600" y="7218"/>
                  <a:pt x="21600" y="6873"/>
                </a:cubicBezTo>
                <a:cubicBezTo>
                  <a:pt x="21600" y="6873"/>
                  <a:pt x="21600" y="2945"/>
                  <a:pt x="21600" y="2945"/>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41" name="Google Shape;1041;p25"/>
          <p:cNvSpPr/>
          <p:nvPr/>
        </p:nvSpPr>
        <p:spPr>
          <a:xfrm>
            <a:off x="5170510" y="4472306"/>
            <a:ext cx="279328" cy="279328"/>
          </a:xfrm>
          <a:custGeom>
            <a:rect b="b" l="l" r="r" t="t"/>
            <a:pathLst>
              <a:path extrusionOk="0" h="21600" w="2160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5929" y="7018"/>
                </a:moveTo>
                <a:cubicBezTo>
                  <a:pt x="15539" y="7246"/>
                  <a:pt x="15108" y="7411"/>
                  <a:pt x="14650" y="7500"/>
                </a:cubicBezTo>
                <a:cubicBezTo>
                  <a:pt x="14282" y="7114"/>
                  <a:pt x="13759" y="6874"/>
                  <a:pt x="13179" y="6874"/>
                </a:cubicBezTo>
                <a:cubicBezTo>
                  <a:pt x="12067" y="6874"/>
                  <a:pt x="11165" y="7762"/>
                  <a:pt x="11165" y="8856"/>
                </a:cubicBezTo>
                <a:cubicBezTo>
                  <a:pt x="11165" y="9011"/>
                  <a:pt x="11183" y="9162"/>
                  <a:pt x="11217" y="9308"/>
                </a:cubicBezTo>
                <a:cubicBezTo>
                  <a:pt x="9543" y="9225"/>
                  <a:pt x="8059" y="8436"/>
                  <a:pt x="7065" y="7236"/>
                </a:cubicBezTo>
                <a:cubicBezTo>
                  <a:pt x="6892" y="7530"/>
                  <a:pt x="6793" y="7869"/>
                  <a:pt x="6793" y="8233"/>
                </a:cubicBezTo>
                <a:cubicBezTo>
                  <a:pt x="6793" y="8921"/>
                  <a:pt x="7148" y="9528"/>
                  <a:pt x="7689" y="9883"/>
                </a:cubicBezTo>
                <a:cubicBezTo>
                  <a:pt x="7359" y="9873"/>
                  <a:pt x="7048" y="9784"/>
                  <a:pt x="6776" y="9635"/>
                </a:cubicBezTo>
                <a:cubicBezTo>
                  <a:pt x="6776" y="9644"/>
                  <a:pt x="6776" y="9651"/>
                  <a:pt x="6776" y="9660"/>
                </a:cubicBezTo>
                <a:cubicBezTo>
                  <a:pt x="6776" y="10621"/>
                  <a:pt x="7471" y="11422"/>
                  <a:pt x="8392" y="11604"/>
                </a:cubicBezTo>
                <a:cubicBezTo>
                  <a:pt x="8223" y="11650"/>
                  <a:pt x="8045" y="11673"/>
                  <a:pt x="7861" y="11673"/>
                </a:cubicBezTo>
                <a:cubicBezTo>
                  <a:pt x="7732" y="11673"/>
                  <a:pt x="7605" y="11661"/>
                  <a:pt x="7483" y="11638"/>
                </a:cubicBezTo>
                <a:cubicBezTo>
                  <a:pt x="7739" y="12426"/>
                  <a:pt x="8483" y="12999"/>
                  <a:pt x="9364" y="13015"/>
                </a:cubicBezTo>
                <a:cubicBezTo>
                  <a:pt x="8674" y="13547"/>
                  <a:pt x="7806" y="13863"/>
                  <a:pt x="6862" y="13863"/>
                </a:cubicBezTo>
                <a:cubicBezTo>
                  <a:pt x="6699" y="13863"/>
                  <a:pt x="6540" y="13855"/>
                  <a:pt x="6382" y="13837"/>
                </a:cubicBezTo>
                <a:cubicBezTo>
                  <a:pt x="7274" y="14398"/>
                  <a:pt x="8332" y="14727"/>
                  <a:pt x="9470" y="14727"/>
                </a:cubicBezTo>
                <a:cubicBezTo>
                  <a:pt x="13175" y="14727"/>
                  <a:pt x="15201" y="11706"/>
                  <a:pt x="15201" y="9086"/>
                </a:cubicBezTo>
                <a:cubicBezTo>
                  <a:pt x="15201" y="9000"/>
                  <a:pt x="15199" y="8915"/>
                  <a:pt x="15195" y="8830"/>
                </a:cubicBezTo>
                <a:cubicBezTo>
                  <a:pt x="15588" y="8550"/>
                  <a:pt x="15930" y="8201"/>
                  <a:pt x="16200" y="7804"/>
                </a:cubicBezTo>
                <a:cubicBezTo>
                  <a:pt x="15839" y="7961"/>
                  <a:pt x="15451" y="8067"/>
                  <a:pt x="15043" y="8115"/>
                </a:cubicBezTo>
                <a:cubicBezTo>
                  <a:pt x="15459" y="7870"/>
                  <a:pt x="15778" y="7482"/>
                  <a:pt x="15929" y="7018"/>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42" name="Google Shape;1042;p25"/>
          <p:cNvSpPr/>
          <p:nvPr/>
        </p:nvSpPr>
        <p:spPr>
          <a:xfrm>
            <a:off x="5703771" y="4472306"/>
            <a:ext cx="279328" cy="279328"/>
          </a:xfrm>
          <a:custGeom>
            <a:rect b="b" l="l" r="r" t="t"/>
            <a:pathLst>
              <a:path extrusionOk="0" h="21600" w="21600">
                <a:moveTo>
                  <a:pt x="11776" y="8468"/>
                </a:moveTo>
                <a:cubicBezTo>
                  <a:pt x="11776" y="8071"/>
                  <a:pt x="11817" y="7858"/>
                  <a:pt x="12428" y="7858"/>
                </a:cubicBezTo>
                <a:lnTo>
                  <a:pt x="13244" y="7858"/>
                </a:lnTo>
                <a:lnTo>
                  <a:pt x="13244" y="6381"/>
                </a:lnTo>
                <a:lnTo>
                  <a:pt x="11938" y="6381"/>
                </a:lnTo>
                <a:cubicBezTo>
                  <a:pt x="10369"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43" name="Google Shape;1043;p25"/>
          <p:cNvSpPr/>
          <p:nvPr/>
        </p:nvSpPr>
        <p:spPr>
          <a:xfrm>
            <a:off x="6275123" y="3405784"/>
            <a:ext cx="279328" cy="279328"/>
          </a:xfrm>
          <a:custGeom>
            <a:rect b="b" l="l" r="r" t="t"/>
            <a:pathLst>
              <a:path extrusionOk="0" h="21600" w="2160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44" name="Google Shape;1044;p25"/>
          <p:cNvSpPr/>
          <p:nvPr/>
        </p:nvSpPr>
        <p:spPr>
          <a:xfrm>
            <a:off x="6808384" y="3405784"/>
            <a:ext cx="279328" cy="279328"/>
          </a:xfrm>
          <a:custGeom>
            <a:rect b="b" l="l" r="r" t="t"/>
            <a:pathLst>
              <a:path extrusionOk="0" h="21600" w="2160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0672" y="6382"/>
                </a:moveTo>
                <a:cubicBezTo>
                  <a:pt x="10464" y="6409"/>
                  <a:pt x="10255" y="6435"/>
                  <a:pt x="10045" y="6460"/>
                </a:cubicBezTo>
                <a:cubicBezTo>
                  <a:pt x="9652" y="6558"/>
                  <a:pt x="9223" y="6650"/>
                  <a:pt x="8905" y="6836"/>
                </a:cubicBezTo>
                <a:cubicBezTo>
                  <a:pt x="8055" y="7333"/>
                  <a:pt x="7467" y="7913"/>
                  <a:pt x="7073" y="8856"/>
                </a:cubicBezTo>
                <a:cubicBezTo>
                  <a:pt x="7009" y="9009"/>
                  <a:pt x="7007" y="9157"/>
                  <a:pt x="6960" y="9326"/>
                </a:cubicBezTo>
                <a:cubicBezTo>
                  <a:pt x="6658" y="10425"/>
                  <a:pt x="7194" y="11563"/>
                  <a:pt x="7844" y="11956"/>
                </a:cubicBezTo>
                <a:cubicBezTo>
                  <a:pt x="7969" y="12032"/>
                  <a:pt x="8254" y="12166"/>
                  <a:pt x="8358" y="11987"/>
                </a:cubicBezTo>
                <a:cubicBezTo>
                  <a:pt x="8416" y="11889"/>
                  <a:pt x="8403" y="11758"/>
                  <a:pt x="8439" y="11643"/>
                </a:cubicBezTo>
                <a:cubicBezTo>
                  <a:pt x="8462" y="11568"/>
                  <a:pt x="8536" y="11425"/>
                  <a:pt x="8519" y="11330"/>
                </a:cubicBezTo>
                <a:cubicBezTo>
                  <a:pt x="8490" y="11170"/>
                  <a:pt x="8318" y="11068"/>
                  <a:pt x="8246" y="10939"/>
                </a:cubicBezTo>
                <a:cubicBezTo>
                  <a:pt x="8099" y="10677"/>
                  <a:pt x="8092" y="10444"/>
                  <a:pt x="8020" y="10093"/>
                </a:cubicBezTo>
                <a:cubicBezTo>
                  <a:pt x="8026" y="10046"/>
                  <a:pt x="8031" y="9999"/>
                  <a:pt x="8037" y="9952"/>
                </a:cubicBezTo>
                <a:cubicBezTo>
                  <a:pt x="8058" y="9559"/>
                  <a:pt x="8124" y="9276"/>
                  <a:pt x="8246" y="8997"/>
                </a:cubicBezTo>
                <a:cubicBezTo>
                  <a:pt x="8601" y="8177"/>
                  <a:pt x="9172" y="7720"/>
                  <a:pt x="10094" y="7447"/>
                </a:cubicBezTo>
                <a:cubicBezTo>
                  <a:pt x="10300" y="7386"/>
                  <a:pt x="10882" y="7288"/>
                  <a:pt x="11187" y="7353"/>
                </a:cubicBezTo>
                <a:cubicBezTo>
                  <a:pt x="11369" y="7385"/>
                  <a:pt x="11551" y="7415"/>
                  <a:pt x="11733" y="7447"/>
                </a:cubicBezTo>
                <a:cubicBezTo>
                  <a:pt x="12393" y="7655"/>
                  <a:pt x="12874" y="8038"/>
                  <a:pt x="13131" y="8637"/>
                </a:cubicBezTo>
                <a:cubicBezTo>
                  <a:pt x="13292" y="9010"/>
                  <a:pt x="13339" y="9724"/>
                  <a:pt x="13227" y="10203"/>
                </a:cubicBezTo>
                <a:cubicBezTo>
                  <a:pt x="13174" y="10429"/>
                  <a:pt x="13183" y="10624"/>
                  <a:pt x="13115" y="10829"/>
                </a:cubicBezTo>
                <a:cubicBezTo>
                  <a:pt x="12865" y="11589"/>
                  <a:pt x="12498" y="12293"/>
                  <a:pt x="11668" y="12488"/>
                </a:cubicBezTo>
                <a:cubicBezTo>
                  <a:pt x="11121" y="12618"/>
                  <a:pt x="10711" y="12284"/>
                  <a:pt x="10576" y="11941"/>
                </a:cubicBezTo>
                <a:cubicBezTo>
                  <a:pt x="10538" y="11846"/>
                  <a:pt x="10474" y="11677"/>
                  <a:pt x="10512" y="11518"/>
                </a:cubicBezTo>
                <a:cubicBezTo>
                  <a:pt x="10656" y="10901"/>
                  <a:pt x="10865" y="10349"/>
                  <a:pt x="11026" y="9733"/>
                </a:cubicBezTo>
                <a:cubicBezTo>
                  <a:pt x="11179" y="9146"/>
                  <a:pt x="10888" y="8683"/>
                  <a:pt x="10431" y="8575"/>
                </a:cubicBezTo>
                <a:cubicBezTo>
                  <a:pt x="9863" y="8439"/>
                  <a:pt x="9424" y="8966"/>
                  <a:pt x="9274" y="9310"/>
                </a:cubicBezTo>
                <a:cubicBezTo>
                  <a:pt x="9155" y="9584"/>
                  <a:pt x="9083" y="10089"/>
                  <a:pt x="9177" y="10453"/>
                </a:cubicBezTo>
                <a:cubicBezTo>
                  <a:pt x="9207" y="10569"/>
                  <a:pt x="9347" y="10878"/>
                  <a:pt x="9322" y="10986"/>
                </a:cubicBezTo>
                <a:cubicBezTo>
                  <a:pt x="9213" y="11462"/>
                  <a:pt x="9088" y="11974"/>
                  <a:pt x="8953" y="12442"/>
                </a:cubicBezTo>
                <a:cubicBezTo>
                  <a:pt x="8812" y="12929"/>
                  <a:pt x="8736" y="13427"/>
                  <a:pt x="8599" y="13898"/>
                </a:cubicBezTo>
                <a:cubicBezTo>
                  <a:pt x="8536" y="14114"/>
                  <a:pt x="8539" y="14346"/>
                  <a:pt x="8487" y="14571"/>
                </a:cubicBezTo>
                <a:lnTo>
                  <a:pt x="8487" y="14900"/>
                </a:lnTo>
                <a:cubicBezTo>
                  <a:pt x="8440" y="15108"/>
                  <a:pt x="8475" y="15478"/>
                  <a:pt x="8519" y="15683"/>
                </a:cubicBezTo>
                <a:cubicBezTo>
                  <a:pt x="8547" y="15815"/>
                  <a:pt x="8502" y="15978"/>
                  <a:pt x="8567" y="16074"/>
                </a:cubicBezTo>
                <a:cubicBezTo>
                  <a:pt x="8568" y="16144"/>
                  <a:pt x="8577" y="16160"/>
                  <a:pt x="8599" y="16200"/>
                </a:cubicBezTo>
                <a:cubicBezTo>
                  <a:pt x="8800" y="16194"/>
                  <a:pt x="9078" y="15665"/>
                  <a:pt x="9177" y="15511"/>
                </a:cubicBezTo>
                <a:cubicBezTo>
                  <a:pt x="9369" y="15216"/>
                  <a:pt x="9546" y="14901"/>
                  <a:pt x="9692" y="14556"/>
                </a:cubicBezTo>
                <a:cubicBezTo>
                  <a:pt x="9823" y="14245"/>
                  <a:pt x="9844" y="13901"/>
                  <a:pt x="9949" y="13569"/>
                </a:cubicBezTo>
                <a:cubicBezTo>
                  <a:pt x="10025" y="13329"/>
                  <a:pt x="10133" y="13049"/>
                  <a:pt x="10158" y="12786"/>
                </a:cubicBezTo>
                <a:lnTo>
                  <a:pt x="10174" y="12786"/>
                </a:lnTo>
                <a:cubicBezTo>
                  <a:pt x="10216" y="12930"/>
                  <a:pt x="10367" y="13035"/>
                  <a:pt x="10480" y="13115"/>
                </a:cubicBezTo>
                <a:cubicBezTo>
                  <a:pt x="10833" y="13367"/>
                  <a:pt x="11441" y="13600"/>
                  <a:pt x="12102" y="13444"/>
                </a:cubicBezTo>
                <a:cubicBezTo>
                  <a:pt x="12850" y="13267"/>
                  <a:pt x="13446" y="12916"/>
                  <a:pt x="13838" y="12394"/>
                </a:cubicBezTo>
                <a:cubicBezTo>
                  <a:pt x="14127" y="12011"/>
                  <a:pt x="14345" y="11567"/>
                  <a:pt x="14513" y="11064"/>
                </a:cubicBezTo>
                <a:cubicBezTo>
                  <a:pt x="14596" y="10817"/>
                  <a:pt x="14613" y="10543"/>
                  <a:pt x="14674" y="10281"/>
                </a:cubicBezTo>
                <a:cubicBezTo>
                  <a:pt x="14827" y="9624"/>
                  <a:pt x="14623" y="8833"/>
                  <a:pt x="14433" y="8402"/>
                </a:cubicBezTo>
                <a:cubicBezTo>
                  <a:pt x="13856" y="7098"/>
                  <a:pt x="12630" y="6354"/>
                  <a:pt x="10672" y="6382"/>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45" name="Google Shape;1045;p25"/>
          <p:cNvSpPr/>
          <p:nvPr/>
        </p:nvSpPr>
        <p:spPr>
          <a:xfrm>
            <a:off x="7341645" y="3405784"/>
            <a:ext cx="279328" cy="279328"/>
          </a:xfrm>
          <a:custGeom>
            <a:rect b="b" l="l" r="r" t="t"/>
            <a:pathLst>
              <a:path extrusionOk="0" h="21600" w="2160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4281" y="6871"/>
                </a:moveTo>
                <a:cubicBezTo>
                  <a:pt x="12915" y="6830"/>
                  <a:pt x="11990" y="7537"/>
                  <a:pt x="11505" y="8992"/>
                </a:cubicBezTo>
                <a:cubicBezTo>
                  <a:pt x="11755" y="8897"/>
                  <a:pt x="11997" y="8849"/>
                  <a:pt x="12232" y="8849"/>
                </a:cubicBezTo>
                <a:cubicBezTo>
                  <a:pt x="12732" y="8849"/>
                  <a:pt x="12952" y="9108"/>
                  <a:pt x="12893" y="9624"/>
                </a:cubicBezTo>
                <a:cubicBezTo>
                  <a:pt x="12864" y="9937"/>
                  <a:pt x="12643" y="10393"/>
                  <a:pt x="12232" y="10991"/>
                </a:cubicBezTo>
                <a:cubicBezTo>
                  <a:pt x="11821" y="11589"/>
                  <a:pt x="11513" y="11888"/>
                  <a:pt x="11307" y="11888"/>
                </a:cubicBezTo>
                <a:cubicBezTo>
                  <a:pt x="11043" y="11888"/>
                  <a:pt x="10800" y="11426"/>
                  <a:pt x="10580" y="10502"/>
                </a:cubicBezTo>
                <a:cubicBezTo>
                  <a:pt x="10506" y="10230"/>
                  <a:pt x="10374" y="9536"/>
                  <a:pt x="10183" y="8421"/>
                </a:cubicBezTo>
                <a:cubicBezTo>
                  <a:pt x="10007" y="7388"/>
                  <a:pt x="9537" y="6905"/>
                  <a:pt x="8774" y="6973"/>
                </a:cubicBezTo>
                <a:cubicBezTo>
                  <a:pt x="8450" y="7000"/>
                  <a:pt x="7966" y="7272"/>
                  <a:pt x="7320" y="7789"/>
                </a:cubicBezTo>
                <a:cubicBezTo>
                  <a:pt x="6849" y="8183"/>
                  <a:pt x="6372" y="8577"/>
                  <a:pt x="5888" y="8972"/>
                </a:cubicBezTo>
                <a:lnTo>
                  <a:pt x="6350" y="9522"/>
                </a:lnTo>
                <a:cubicBezTo>
                  <a:pt x="6790" y="9237"/>
                  <a:pt x="7047" y="9094"/>
                  <a:pt x="7121" y="9094"/>
                </a:cubicBezTo>
                <a:cubicBezTo>
                  <a:pt x="7459" y="9094"/>
                  <a:pt x="7774" y="9583"/>
                  <a:pt x="8068" y="10562"/>
                </a:cubicBezTo>
                <a:cubicBezTo>
                  <a:pt x="8333" y="11460"/>
                  <a:pt x="8597" y="12358"/>
                  <a:pt x="8861" y="13255"/>
                </a:cubicBezTo>
                <a:cubicBezTo>
                  <a:pt x="9258" y="14234"/>
                  <a:pt x="9743" y="14723"/>
                  <a:pt x="10316" y="14723"/>
                </a:cubicBezTo>
                <a:cubicBezTo>
                  <a:pt x="11241" y="14723"/>
                  <a:pt x="12372" y="13921"/>
                  <a:pt x="13709" y="12317"/>
                </a:cubicBezTo>
                <a:cubicBezTo>
                  <a:pt x="15001" y="10780"/>
                  <a:pt x="15669" y="9570"/>
                  <a:pt x="15713" y="8686"/>
                </a:cubicBezTo>
                <a:cubicBezTo>
                  <a:pt x="15772" y="7503"/>
                  <a:pt x="15295" y="6898"/>
                  <a:pt x="14281" y="6871"/>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46" name="Google Shape;1046;p25"/>
          <p:cNvSpPr/>
          <p:nvPr/>
        </p:nvSpPr>
        <p:spPr>
          <a:xfrm>
            <a:off x="7874906" y="3405784"/>
            <a:ext cx="279328" cy="279328"/>
          </a:xfrm>
          <a:custGeom>
            <a:rect b="b" l="l" r="r" t="t"/>
            <a:pathLst>
              <a:path extrusionOk="0" h="21600" w="21600">
                <a:moveTo>
                  <a:pt x="14725" y="7359"/>
                </a:moveTo>
                <a:lnTo>
                  <a:pt x="13743" y="7359"/>
                </a:lnTo>
                <a:lnTo>
                  <a:pt x="13743" y="8833"/>
                </a:lnTo>
                <a:lnTo>
                  <a:pt x="12265" y="8833"/>
                </a:lnTo>
                <a:lnTo>
                  <a:pt x="12265" y="9816"/>
                </a:lnTo>
                <a:lnTo>
                  <a:pt x="13743" y="9816"/>
                </a:lnTo>
                <a:lnTo>
                  <a:pt x="13743" y="11283"/>
                </a:lnTo>
                <a:lnTo>
                  <a:pt x="14725" y="11283"/>
                </a:lnTo>
                <a:lnTo>
                  <a:pt x="14725" y="9816"/>
                </a:lnTo>
                <a:lnTo>
                  <a:pt x="16205" y="9816"/>
                </a:lnTo>
                <a:lnTo>
                  <a:pt x="16205" y="8833"/>
                </a:lnTo>
                <a:lnTo>
                  <a:pt x="14725" y="8833"/>
                </a:lnTo>
                <a:cubicBezTo>
                  <a:pt x="14725" y="8833"/>
                  <a:pt x="14725" y="7359"/>
                  <a:pt x="14725" y="7359"/>
                </a:cubicBezTo>
                <a:close/>
                <a:moveTo>
                  <a:pt x="9321" y="13946"/>
                </a:moveTo>
                <a:cubicBezTo>
                  <a:pt x="8620" y="13946"/>
                  <a:pt x="8071" y="13495"/>
                  <a:pt x="8071" y="12919"/>
                </a:cubicBezTo>
                <a:cubicBezTo>
                  <a:pt x="8071" y="12392"/>
                  <a:pt x="8713" y="11929"/>
                  <a:pt x="9446" y="11929"/>
                </a:cubicBezTo>
                <a:lnTo>
                  <a:pt x="9446" y="11723"/>
                </a:lnTo>
                <a:lnTo>
                  <a:pt x="9447" y="11723"/>
                </a:lnTo>
                <a:lnTo>
                  <a:pt x="9465" y="11929"/>
                </a:lnTo>
                <a:cubicBezTo>
                  <a:pt x="9624" y="11930"/>
                  <a:pt x="9777" y="11954"/>
                  <a:pt x="9922" y="12000"/>
                </a:cubicBezTo>
                <a:lnTo>
                  <a:pt x="10067" y="12104"/>
                </a:lnTo>
                <a:cubicBezTo>
                  <a:pt x="10440" y="12371"/>
                  <a:pt x="10637" y="12521"/>
                  <a:pt x="10695" y="12764"/>
                </a:cubicBezTo>
                <a:cubicBezTo>
                  <a:pt x="10710" y="12827"/>
                  <a:pt x="10717" y="12891"/>
                  <a:pt x="10717" y="12954"/>
                </a:cubicBezTo>
                <a:cubicBezTo>
                  <a:pt x="10717" y="13612"/>
                  <a:pt x="10247" y="13946"/>
                  <a:pt x="9321" y="13946"/>
                </a:cubicBezTo>
                <a:moveTo>
                  <a:pt x="8542" y="8739"/>
                </a:moveTo>
                <a:cubicBezTo>
                  <a:pt x="8495" y="8362"/>
                  <a:pt x="8574" y="8014"/>
                  <a:pt x="8754" y="7806"/>
                </a:cubicBezTo>
                <a:cubicBezTo>
                  <a:pt x="8864" y="7680"/>
                  <a:pt x="9006" y="7613"/>
                  <a:pt x="9164" y="7613"/>
                </a:cubicBezTo>
                <a:lnTo>
                  <a:pt x="9164" y="7409"/>
                </a:lnTo>
                <a:lnTo>
                  <a:pt x="9182" y="7613"/>
                </a:lnTo>
                <a:cubicBezTo>
                  <a:pt x="9653" y="7628"/>
                  <a:pt x="10105" y="8185"/>
                  <a:pt x="10189" y="8855"/>
                </a:cubicBezTo>
                <a:cubicBezTo>
                  <a:pt x="10237" y="9239"/>
                  <a:pt x="10155" y="9596"/>
                  <a:pt x="9970" y="9809"/>
                </a:cubicBezTo>
                <a:cubicBezTo>
                  <a:pt x="9860" y="9935"/>
                  <a:pt x="9722" y="10002"/>
                  <a:pt x="9550" y="10001"/>
                </a:cubicBezTo>
                <a:lnTo>
                  <a:pt x="9549" y="10001"/>
                </a:lnTo>
                <a:cubicBezTo>
                  <a:pt x="9087" y="9988"/>
                  <a:pt x="8626" y="9409"/>
                  <a:pt x="8542" y="8739"/>
                </a:cubicBezTo>
                <a:moveTo>
                  <a:pt x="10838" y="11196"/>
                </a:moveTo>
                <a:cubicBezTo>
                  <a:pt x="10586" y="11009"/>
                  <a:pt x="10351" y="10732"/>
                  <a:pt x="10342" y="10646"/>
                </a:cubicBezTo>
                <a:cubicBezTo>
                  <a:pt x="10342" y="10499"/>
                  <a:pt x="10342" y="10431"/>
                  <a:pt x="10689" y="10148"/>
                </a:cubicBezTo>
                <a:cubicBezTo>
                  <a:pt x="11138" y="9780"/>
                  <a:pt x="11386" y="9295"/>
                  <a:pt x="11386" y="8784"/>
                </a:cubicBezTo>
                <a:cubicBezTo>
                  <a:pt x="11386" y="8342"/>
                  <a:pt x="11262" y="7947"/>
                  <a:pt x="11050" y="7659"/>
                </a:cubicBezTo>
                <a:lnTo>
                  <a:pt x="11238" y="7659"/>
                </a:lnTo>
                <a:lnTo>
                  <a:pt x="12276" y="6873"/>
                </a:lnTo>
                <a:lnTo>
                  <a:pt x="9463" y="6873"/>
                </a:lnTo>
                <a:cubicBezTo>
                  <a:pt x="8335" y="6873"/>
                  <a:pt x="7345" y="7759"/>
                  <a:pt x="7345" y="8769"/>
                </a:cubicBezTo>
                <a:cubicBezTo>
                  <a:pt x="7345" y="9812"/>
                  <a:pt x="8109" y="10605"/>
                  <a:pt x="9137" y="10648"/>
                </a:cubicBezTo>
                <a:cubicBezTo>
                  <a:pt x="9121" y="10722"/>
                  <a:pt x="9113" y="10795"/>
                  <a:pt x="9113" y="10868"/>
                </a:cubicBezTo>
                <a:cubicBezTo>
                  <a:pt x="9113" y="11018"/>
                  <a:pt x="9147" y="11162"/>
                  <a:pt x="9216" y="11300"/>
                </a:cubicBezTo>
                <a:cubicBezTo>
                  <a:pt x="7943" y="11309"/>
                  <a:pt x="6870" y="12161"/>
                  <a:pt x="6870" y="13167"/>
                </a:cubicBezTo>
                <a:cubicBezTo>
                  <a:pt x="6870" y="14071"/>
                  <a:pt x="7903" y="14727"/>
                  <a:pt x="9325" y="14727"/>
                </a:cubicBezTo>
                <a:cubicBezTo>
                  <a:pt x="10861" y="14727"/>
                  <a:pt x="11690" y="13766"/>
                  <a:pt x="11690" y="12860"/>
                </a:cubicBezTo>
                <a:cubicBezTo>
                  <a:pt x="11690" y="12108"/>
                  <a:pt x="11459" y="11656"/>
                  <a:pt x="10838" y="11196"/>
                </a:cubicBezTo>
                <a:moveTo>
                  <a:pt x="10800" y="20618"/>
                </a:moveTo>
                <a:cubicBezTo>
                  <a:pt x="5378" y="20618"/>
                  <a:pt x="982" y="16223"/>
                  <a:pt x="982" y="10800"/>
                </a:cubicBezTo>
                <a:cubicBezTo>
                  <a:pt x="982" y="5378"/>
                  <a:pt x="5378"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5" y="21600"/>
                  <a:pt x="21600" y="16765"/>
                  <a:pt x="21600" y="10800"/>
                </a:cubicBezTo>
                <a:cubicBezTo>
                  <a:pt x="21600" y="4835"/>
                  <a:pt x="16765" y="0"/>
                  <a:pt x="108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47" name="Google Shape;1047;p25"/>
          <p:cNvSpPr/>
          <p:nvPr/>
        </p:nvSpPr>
        <p:spPr>
          <a:xfrm>
            <a:off x="8408167" y="3405784"/>
            <a:ext cx="279328" cy="279328"/>
          </a:xfrm>
          <a:custGeom>
            <a:rect b="b" l="l" r="r" t="t"/>
            <a:pathLst>
              <a:path extrusionOk="0" h="21600" w="2160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48" name="Google Shape;1048;p25"/>
          <p:cNvSpPr/>
          <p:nvPr/>
        </p:nvSpPr>
        <p:spPr>
          <a:xfrm>
            <a:off x="8941428" y="3405784"/>
            <a:ext cx="279328" cy="279328"/>
          </a:xfrm>
          <a:custGeom>
            <a:rect b="b" l="l" r="r" t="t"/>
            <a:pathLst>
              <a:path extrusionOk="0" h="21600" w="2160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591" y="13291"/>
                </a:moveTo>
                <a:cubicBezTo>
                  <a:pt x="11452" y="13214"/>
                  <a:pt x="11342" y="13108"/>
                  <a:pt x="11291" y="12978"/>
                </a:cubicBezTo>
                <a:cubicBezTo>
                  <a:pt x="11284" y="12956"/>
                  <a:pt x="11290" y="10299"/>
                  <a:pt x="11290" y="10299"/>
                </a:cubicBezTo>
                <a:lnTo>
                  <a:pt x="13256" y="10299"/>
                </a:lnTo>
                <a:lnTo>
                  <a:pt x="13256" y="8836"/>
                </a:lnTo>
                <a:lnTo>
                  <a:pt x="11292" y="8836"/>
                </a:lnTo>
                <a:lnTo>
                  <a:pt x="11292" y="6873"/>
                </a:lnTo>
                <a:lnTo>
                  <a:pt x="10042" y="6879"/>
                </a:lnTo>
                <a:cubicBezTo>
                  <a:pt x="9988" y="7284"/>
                  <a:pt x="9891" y="7618"/>
                  <a:pt x="9750" y="7879"/>
                </a:cubicBezTo>
                <a:cubicBezTo>
                  <a:pt x="9608" y="8142"/>
                  <a:pt x="9420" y="8366"/>
                  <a:pt x="9187" y="8553"/>
                </a:cubicBezTo>
                <a:cubicBezTo>
                  <a:pt x="8953" y="8740"/>
                  <a:pt x="8672" y="8883"/>
                  <a:pt x="8344" y="8984"/>
                </a:cubicBezTo>
                <a:lnTo>
                  <a:pt x="8345" y="10309"/>
                </a:lnTo>
                <a:lnTo>
                  <a:pt x="9328" y="10299"/>
                </a:lnTo>
                <a:lnTo>
                  <a:pt x="9328" y="12846"/>
                </a:lnTo>
                <a:cubicBezTo>
                  <a:pt x="9328" y="13204"/>
                  <a:pt x="9369" y="13478"/>
                  <a:pt x="9448" y="13667"/>
                </a:cubicBezTo>
                <a:cubicBezTo>
                  <a:pt x="9528" y="13856"/>
                  <a:pt x="9671" y="14034"/>
                  <a:pt x="9879" y="14202"/>
                </a:cubicBezTo>
                <a:cubicBezTo>
                  <a:pt x="10086" y="14370"/>
                  <a:pt x="10336" y="14498"/>
                  <a:pt x="10629" y="14589"/>
                </a:cubicBezTo>
                <a:cubicBezTo>
                  <a:pt x="10922" y="14679"/>
                  <a:pt x="11238" y="14727"/>
                  <a:pt x="11620" y="14727"/>
                </a:cubicBezTo>
                <a:cubicBezTo>
                  <a:pt x="11955" y="14727"/>
                  <a:pt x="12228" y="14693"/>
                  <a:pt x="12517" y="14629"/>
                </a:cubicBezTo>
                <a:cubicBezTo>
                  <a:pt x="12806" y="14566"/>
                  <a:pt x="13221" y="14455"/>
                  <a:pt x="13578" y="14297"/>
                </a:cubicBezTo>
                <a:lnTo>
                  <a:pt x="13583" y="13091"/>
                </a:lnTo>
                <a:cubicBezTo>
                  <a:pt x="13165" y="13349"/>
                  <a:pt x="12648" y="13447"/>
                  <a:pt x="12225" y="13447"/>
                </a:cubicBezTo>
                <a:cubicBezTo>
                  <a:pt x="11987" y="13447"/>
                  <a:pt x="11776" y="13395"/>
                  <a:pt x="11591" y="13291"/>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49" name="Google Shape;1049;p25"/>
          <p:cNvSpPr/>
          <p:nvPr/>
        </p:nvSpPr>
        <p:spPr>
          <a:xfrm>
            <a:off x="9474689" y="3405784"/>
            <a:ext cx="279328" cy="279328"/>
          </a:xfrm>
          <a:custGeom>
            <a:rect b="b" l="l" r="r" t="t"/>
            <a:pathLst>
              <a:path extrusionOk="0" h="21600" w="21600">
                <a:moveTo>
                  <a:pt x="14291" y="6986"/>
                </a:moveTo>
                <a:cubicBezTo>
                  <a:pt x="14241" y="6976"/>
                  <a:pt x="14187" y="6971"/>
                  <a:pt x="14134" y="6971"/>
                </a:cubicBezTo>
                <a:cubicBezTo>
                  <a:pt x="13808" y="6971"/>
                  <a:pt x="13598" y="7166"/>
                  <a:pt x="13572" y="7494"/>
                </a:cubicBezTo>
                <a:cubicBezTo>
                  <a:pt x="13242" y="11704"/>
                  <a:pt x="13044" y="12909"/>
                  <a:pt x="13042" y="12921"/>
                </a:cubicBezTo>
                <a:lnTo>
                  <a:pt x="13046" y="13020"/>
                </a:lnTo>
                <a:lnTo>
                  <a:pt x="13142" y="13032"/>
                </a:lnTo>
                <a:lnTo>
                  <a:pt x="13172" y="13032"/>
                </a:lnTo>
                <a:cubicBezTo>
                  <a:pt x="13281" y="13032"/>
                  <a:pt x="13386" y="13050"/>
                  <a:pt x="13473" y="13085"/>
                </a:cubicBezTo>
                <a:lnTo>
                  <a:pt x="13579" y="13126"/>
                </a:lnTo>
                <a:lnTo>
                  <a:pt x="13598" y="13012"/>
                </a:lnTo>
                <a:cubicBezTo>
                  <a:pt x="13837" y="11522"/>
                  <a:pt x="14296" y="9525"/>
                  <a:pt x="14542" y="8453"/>
                </a:cubicBezTo>
                <a:cubicBezTo>
                  <a:pt x="14618" y="8121"/>
                  <a:pt x="14675" y="7877"/>
                  <a:pt x="14698" y="7763"/>
                </a:cubicBezTo>
                <a:cubicBezTo>
                  <a:pt x="14745" y="7530"/>
                  <a:pt x="14724" y="7343"/>
                  <a:pt x="14637" y="7206"/>
                </a:cubicBezTo>
                <a:cubicBezTo>
                  <a:pt x="14563" y="7092"/>
                  <a:pt x="14447" y="7018"/>
                  <a:pt x="14291" y="6986"/>
                </a:cubicBezTo>
                <a:moveTo>
                  <a:pt x="13280" y="13606"/>
                </a:moveTo>
                <a:cubicBezTo>
                  <a:pt x="12921" y="13524"/>
                  <a:pt x="12660" y="13682"/>
                  <a:pt x="12569" y="14030"/>
                </a:cubicBezTo>
                <a:cubicBezTo>
                  <a:pt x="12528" y="14187"/>
                  <a:pt x="12550" y="14335"/>
                  <a:pt x="12631" y="14459"/>
                </a:cubicBezTo>
                <a:cubicBezTo>
                  <a:pt x="12706" y="14574"/>
                  <a:pt x="12831" y="14661"/>
                  <a:pt x="12982" y="14701"/>
                </a:cubicBezTo>
                <a:cubicBezTo>
                  <a:pt x="13045" y="14719"/>
                  <a:pt x="13109" y="14728"/>
                  <a:pt x="13172" y="14728"/>
                </a:cubicBezTo>
                <a:cubicBezTo>
                  <a:pt x="13438" y="14728"/>
                  <a:pt x="13639" y="14578"/>
                  <a:pt x="13698" y="14338"/>
                </a:cubicBezTo>
                <a:cubicBezTo>
                  <a:pt x="13741" y="14156"/>
                  <a:pt x="13722" y="13990"/>
                  <a:pt x="13643" y="13857"/>
                </a:cubicBezTo>
                <a:cubicBezTo>
                  <a:pt x="13567" y="13732"/>
                  <a:pt x="13439" y="13644"/>
                  <a:pt x="13280" y="13606"/>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3098" y="6884"/>
                </a:moveTo>
                <a:lnTo>
                  <a:pt x="12930" y="6884"/>
                </a:lnTo>
                <a:lnTo>
                  <a:pt x="12906" y="6887"/>
                </a:lnTo>
                <a:cubicBezTo>
                  <a:pt x="12646" y="6961"/>
                  <a:pt x="12244" y="6961"/>
                  <a:pt x="11983" y="6887"/>
                </a:cubicBezTo>
                <a:lnTo>
                  <a:pt x="11902" y="6884"/>
                </a:lnTo>
                <a:lnTo>
                  <a:pt x="9988" y="10156"/>
                </a:lnTo>
                <a:lnTo>
                  <a:pt x="8067" y="6873"/>
                </a:lnTo>
                <a:lnTo>
                  <a:pt x="8000" y="6891"/>
                </a:lnTo>
                <a:cubicBezTo>
                  <a:pt x="7739" y="6962"/>
                  <a:pt x="7347" y="6960"/>
                  <a:pt x="7088" y="6887"/>
                </a:cubicBezTo>
                <a:lnTo>
                  <a:pt x="6878" y="6884"/>
                </a:lnTo>
                <a:lnTo>
                  <a:pt x="9482" y="11392"/>
                </a:lnTo>
                <a:lnTo>
                  <a:pt x="9404" y="14626"/>
                </a:lnTo>
                <a:lnTo>
                  <a:pt x="9407" y="14722"/>
                </a:lnTo>
                <a:lnTo>
                  <a:pt x="9502" y="14722"/>
                </a:lnTo>
                <a:lnTo>
                  <a:pt x="9526" y="14719"/>
                </a:lnTo>
                <a:cubicBezTo>
                  <a:pt x="9786" y="14646"/>
                  <a:pt x="10190" y="14646"/>
                  <a:pt x="10449" y="14719"/>
                </a:cubicBezTo>
                <a:lnTo>
                  <a:pt x="10573" y="14722"/>
                </a:lnTo>
                <a:lnTo>
                  <a:pt x="10512" y="11391"/>
                </a:lnTo>
                <a:cubicBezTo>
                  <a:pt x="10600" y="11229"/>
                  <a:pt x="11150" y="10205"/>
                  <a:pt x="11738" y="9180"/>
                </a:cubicBezTo>
                <a:cubicBezTo>
                  <a:pt x="12342" y="8126"/>
                  <a:pt x="13008" y="7040"/>
                  <a:pt x="13015" y="7029"/>
                </a:cubicBezTo>
                <a:cubicBezTo>
                  <a:pt x="13015" y="7029"/>
                  <a:pt x="13098" y="6884"/>
                  <a:pt x="13098" y="6884"/>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50" name="Google Shape;1050;p25"/>
          <p:cNvSpPr/>
          <p:nvPr/>
        </p:nvSpPr>
        <p:spPr>
          <a:xfrm>
            <a:off x="10007950" y="3405784"/>
            <a:ext cx="279328" cy="279328"/>
          </a:xfrm>
          <a:custGeom>
            <a:rect b="b" l="l" r="r" t="t"/>
            <a:pathLst>
              <a:path extrusionOk="0" h="21600" w="2160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3062" y="5890"/>
                </a:moveTo>
                <a:lnTo>
                  <a:pt x="10786" y="7776"/>
                </a:lnTo>
                <a:lnTo>
                  <a:pt x="13925" y="9725"/>
                </a:lnTo>
                <a:lnTo>
                  <a:pt x="16200" y="7926"/>
                </a:lnTo>
                <a:cubicBezTo>
                  <a:pt x="16200" y="7926"/>
                  <a:pt x="13062" y="5890"/>
                  <a:pt x="13062" y="5890"/>
                </a:cubicBezTo>
                <a:close/>
                <a:moveTo>
                  <a:pt x="5400" y="8027"/>
                </a:moveTo>
                <a:lnTo>
                  <a:pt x="7647" y="9763"/>
                </a:lnTo>
                <a:lnTo>
                  <a:pt x="10786" y="7776"/>
                </a:lnTo>
                <a:lnTo>
                  <a:pt x="8630" y="5891"/>
                </a:lnTo>
                <a:cubicBezTo>
                  <a:pt x="8630" y="5891"/>
                  <a:pt x="5400" y="8027"/>
                  <a:pt x="5400" y="8027"/>
                </a:cubicBezTo>
                <a:close/>
                <a:moveTo>
                  <a:pt x="12965" y="14699"/>
                </a:moveTo>
                <a:lnTo>
                  <a:pt x="12958" y="14707"/>
                </a:lnTo>
                <a:lnTo>
                  <a:pt x="10801" y="13100"/>
                </a:lnTo>
                <a:lnTo>
                  <a:pt x="8731" y="14685"/>
                </a:lnTo>
                <a:lnTo>
                  <a:pt x="8712" y="14715"/>
                </a:lnTo>
                <a:lnTo>
                  <a:pt x="7571" y="14025"/>
                </a:lnTo>
                <a:lnTo>
                  <a:pt x="7571" y="14627"/>
                </a:lnTo>
                <a:lnTo>
                  <a:pt x="10799" y="16692"/>
                </a:lnTo>
                <a:lnTo>
                  <a:pt x="14000" y="14627"/>
                </a:lnTo>
                <a:lnTo>
                  <a:pt x="14000" y="14067"/>
                </a:lnTo>
                <a:lnTo>
                  <a:pt x="12965" y="14699"/>
                </a:lnTo>
                <a:cubicBezTo>
                  <a:pt x="12965" y="14699"/>
                  <a:pt x="12965" y="14699"/>
                  <a:pt x="12965" y="14699"/>
                </a:cubicBezTo>
                <a:close/>
                <a:moveTo>
                  <a:pt x="7642" y="9766"/>
                </a:moveTo>
                <a:lnTo>
                  <a:pt x="5404" y="11577"/>
                </a:lnTo>
                <a:lnTo>
                  <a:pt x="7350" y="12746"/>
                </a:lnTo>
                <a:lnTo>
                  <a:pt x="7351" y="12745"/>
                </a:lnTo>
                <a:lnTo>
                  <a:pt x="7775" y="13002"/>
                </a:lnTo>
                <a:lnTo>
                  <a:pt x="8631" y="13516"/>
                </a:lnTo>
                <a:lnTo>
                  <a:pt x="10063" y="12429"/>
                </a:lnTo>
                <a:lnTo>
                  <a:pt x="10780" y="11880"/>
                </a:lnTo>
                <a:lnTo>
                  <a:pt x="10782" y="11882"/>
                </a:lnTo>
                <a:lnTo>
                  <a:pt x="10786" y="11880"/>
                </a:lnTo>
                <a:lnTo>
                  <a:pt x="10798" y="11888"/>
                </a:lnTo>
                <a:lnTo>
                  <a:pt x="10805" y="11880"/>
                </a:lnTo>
                <a:lnTo>
                  <a:pt x="12509" y="13148"/>
                </a:lnTo>
                <a:lnTo>
                  <a:pt x="13007" y="13515"/>
                </a:lnTo>
                <a:lnTo>
                  <a:pt x="16198" y="11575"/>
                </a:lnTo>
                <a:lnTo>
                  <a:pt x="13925" y="9727"/>
                </a:lnTo>
                <a:lnTo>
                  <a:pt x="10788" y="11715"/>
                </a:lnTo>
                <a:cubicBezTo>
                  <a:pt x="10788" y="11715"/>
                  <a:pt x="7642" y="9766"/>
                  <a:pt x="7642" y="9766"/>
                </a:cubicBezTo>
                <a:close/>
                <a:moveTo>
                  <a:pt x="13925" y="9727"/>
                </a:moveTo>
                <a:lnTo>
                  <a:pt x="13925" y="9725"/>
                </a:lnTo>
                <a:lnTo>
                  <a:pt x="13925" y="9725"/>
                </a:lnTo>
                <a:lnTo>
                  <a:pt x="13924" y="9725"/>
                </a:lnTo>
                <a:cubicBezTo>
                  <a:pt x="13924" y="9725"/>
                  <a:pt x="13925" y="9727"/>
                  <a:pt x="13925" y="9727"/>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51" name="Google Shape;1051;p25"/>
          <p:cNvSpPr/>
          <p:nvPr/>
        </p:nvSpPr>
        <p:spPr>
          <a:xfrm>
            <a:off x="10541211" y="3405784"/>
            <a:ext cx="279328" cy="279328"/>
          </a:xfrm>
          <a:custGeom>
            <a:rect b="b" l="l" r="r" t="t"/>
            <a:pathLst>
              <a:path extrusionOk="0" h="21600" w="21600">
                <a:moveTo>
                  <a:pt x="14727" y="13745"/>
                </a:moveTo>
                <a:cubicBezTo>
                  <a:pt x="14727" y="14287"/>
                  <a:pt x="14287" y="14727"/>
                  <a:pt x="13745" y="14727"/>
                </a:cubicBezTo>
                <a:lnTo>
                  <a:pt x="7855" y="14727"/>
                </a:lnTo>
                <a:cubicBezTo>
                  <a:pt x="7313" y="14727"/>
                  <a:pt x="6873" y="14287"/>
                  <a:pt x="6873" y="13745"/>
                </a:cubicBezTo>
                <a:lnTo>
                  <a:pt x="6873" y="10309"/>
                </a:lnTo>
                <a:lnTo>
                  <a:pt x="7904" y="10309"/>
                </a:lnTo>
                <a:cubicBezTo>
                  <a:pt x="7877" y="10470"/>
                  <a:pt x="7855" y="10632"/>
                  <a:pt x="7855" y="10800"/>
                </a:cubicBezTo>
                <a:cubicBezTo>
                  <a:pt x="7855" y="12427"/>
                  <a:pt x="9173" y="13745"/>
                  <a:pt x="10800" y="13745"/>
                </a:cubicBezTo>
                <a:cubicBezTo>
                  <a:pt x="12426" y="13745"/>
                  <a:pt x="13745" y="12427"/>
                  <a:pt x="13745" y="10800"/>
                </a:cubicBezTo>
                <a:cubicBezTo>
                  <a:pt x="13745" y="10632"/>
                  <a:pt x="13723" y="10470"/>
                  <a:pt x="13696" y="10309"/>
                </a:cubicBezTo>
                <a:lnTo>
                  <a:pt x="14727" y="10309"/>
                </a:lnTo>
                <a:cubicBezTo>
                  <a:pt x="14727" y="10309"/>
                  <a:pt x="14727" y="13745"/>
                  <a:pt x="14727" y="13745"/>
                </a:cubicBezTo>
                <a:close/>
                <a:moveTo>
                  <a:pt x="10800" y="8836"/>
                </a:moveTo>
                <a:cubicBezTo>
                  <a:pt x="11884" y="8836"/>
                  <a:pt x="12764" y="9716"/>
                  <a:pt x="12764" y="10800"/>
                </a:cubicBezTo>
                <a:cubicBezTo>
                  <a:pt x="12764" y="11884"/>
                  <a:pt x="11884" y="12764"/>
                  <a:pt x="10800" y="12764"/>
                </a:cubicBezTo>
                <a:cubicBezTo>
                  <a:pt x="9716" y="12764"/>
                  <a:pt x="8836" y="11884"/>
                  <a:pt x="8836" y="10800"/>
                </a:cubicBezTo>
                <a:cubicBezTo>
                  <a:pt x="8836" y="9716"/>
                  <a:pt x="9716" y="8836"/>
                  <a:pt x="10800" y="8836"/>
                </a:cubicBezTo>
                <a:moveTo>
                  <a:pt x="12764" y="7364"/>
                </a:moveTo>
                <a:lnTo>
                  <a:pt x="14236" y="7364"/>
                </a:lnTo>
                <a:lnTo>
                  <a:pt x="14236" y="8836"/>
                </a:lnTo>
                <a:lnTo>
                  <a:pt x="12764" y="8836"/>
                </a:lnTo>
                <a:cubicBezTo>
                  <a:pt x="12764" y="8836"/>
                  <a:pt x="12764" y="7364"/>
                  <a:pt x="12764" y="7364"/>
                </a:cubicBezTo>
                <a:close/>
                <a:moveTo>
                  <a:pt x="13745" y="5891"/>
                </a:moveTo>
                <a:lnTo>
                  <a:pt x="7855" y="5891"/>
                </a:lnTo>
                <a:cubicBezTo>
                  <a:pt x="6770" y="5891"/>
                  <a:pt x="5891" y="6770"/>
                  <a:pt x="5891" y="7855"/>
                </a:cubicBezTo>
                <a:lnTo>
                  <a:pt x="5891" y="13745"/>
                </a:lnTo>
                <a:cubicBezTo>
                  <a:pt x="5891" y="14830"/>
                  <a:pt x="6770" y="15709"/>
                  <a:pt x="7855" y="15709"/>
                </a:cubicBezTo>
                <a:lnTo>
                  <a:pt x="13745" y="15709"/>
                </a:lnTo>
                <a:cubicBezTo>
                  <a:pt x="14830" y="15709"/>
                  <a:pt x="15709" y="14830"/>
                  <a:pt x="15709" y="13745"/>
                </a:cubicBezTo>
                <a:lnTo>
                  <a:pt x="15709" y="7855"/>
                </a:lnTo>
                <a:cubicBezTo>
                  <a:pt x="15709" y="6770"/>
                  <a:pt x="14830" y="5891"/>
                  <a:pt x="13745" y="5891"/>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52" name="Google Shape;1052;p25"/>
          <p:cNvSpPr/>
          <p:nvPr/>
        </p:nvSpPr>
        <p:spPr>
          <a:xfrm>
            <a:off x="11074472" y="3405784"/>
            <a:ext cx="279328" cy="279328"/>
          </a:xfrm>
          <a:custGeom>
            <a:rect b="b" l="l" r="r" t="t"/>
            <a:pathLst>
              <a:path extrusionOk="0" h="21600" w="21600">
                <a:moveTo>
                  <a:pt x="15709" y="10800"/>
                </a:moveTo>
                <a:cubicBezTo>
                  <a:pt x="15709" y="12575"/>
                  <a:pt x="14764" y="14125"/>
                  <a:pt x="13353" y="14987"/>
                </a:cubicBezTo>
                <a:lnTo>
                  <a:pt x="14834" y="10707"/>
                </a:lnTo>
                <a:cubicBezTo>
                  <a:pt x="15118" y="9995"/>
                  <a:pt x="15213" y="9425"/>
                  <a:pt x="15213" y="8919"/>
                </a:cubicBezTo>
                <a:cubicBezTo>
                  <a:pt x="15213" y="8812"/>
                  <a:pt x="15201" y="8718"/>
                  <a:pt x="15194" y="8620"/>
                </a:cubicBezTo>
                <a:cubicBezTo>
                  <a:pt x="15521" y="9277"/>
                  <a:pt x="15709" y="10016"/>
                  <a:pt x="15709" y="10800"/>
                </a:cubicBezTo>
                <a:moveTo>
                  <a:pt x="11487" y="8460"/>
                </a:moveTo>
                <a:cubicBezTo>
                  <a:pt x="11788" y="8444"/>
                  <a:pt x="12059" y="8413"/>
                  <a:pt x="12059" y="8413"/>
                </a:cubicBezTo>
                <a:cubicBezTo>
                  <a:pt x="12328" y="8380"/>
                  <a:pt x="12296" y="7986"/>
                  <a:pt x="12027" y="8001"/>
                </a:cubicBezTo>
                <a:cubicBezTo>
                  <a:pt x="12027" y="8001"/>
                  <a:pt x="11219" y="8065"/>
                  <a:pt x="10697" y="8065"/>
                </a:cubicBezTo>
                <a:cubicBezTo>
                  <a:pt x="10206" y="8065"/>
                  <a:pt x="9382" y="8001"/>
                  <a:pt x="9382" y="8001"/>
                </a:cubicBezTo>
                <a:cubicBezTo>
                  <a:pt x="9113" y="7986"/>
                  <a:pt x="9082" y="8396"/>
                  <a:pt x="9351" y="8413"/>
                </a:cubicBezTo>
                <a:cubicBezTo>
                  <a:pt x="9351" y="8413"/>
                  <a:pt x="9605" y="8444"/>
                  <a:pt x="9874" y="8460"/>
                </a:cubicBezTo>
                <a:lnTo>
                  <a:pt x="10651" y="10590"/>
                </a:lnTo>
                <a:lnTo>
                  <a:pt x="9559" y="13866"/>
                </a:lnTo>
                <a:lnTo>
                  <a:pt x="7742" y="8460"/>
                </a:lnTo>
                <a:cubicBezTo>
                  <a:pt x="8042" y="8444"/>
                  <a:pt x="8313" y="8413"/>
                  <a:pt x="8313" y="8413"/>
                </a:cubicBezTo>
                <a:cubicBezTo>
                  <a:pt x="8581" y="8380"/>
                  <a:pt x="8550" y="7986"/>
                  <a:pt x="8281" y="8001"/>
                </a:cubicBezTo>
                <a:cubicBezTo>
                  <a:pt x="8281" y="8001"/>
                  <a:pt x="7473" y="8065"/>
                  <a:pt x="6951" y="8065"/>
                </a:cubicBezTo>
                <a:cubicBezTo>
                  <a:pt x="6885" y="8065"/>
                  <a:pt x="6805" y="8063"/>
                  <a:pt x="6726" y="8060"/>
                </a:cubicBezTo>
                <a:cubicBezTo>
                  <a:pt x="7608" y="6752"/>
                  <a:pt x="9103" y="5891"/>
                  <a:pt x="10800" y="5891"/>
                </a:cubicBezTo>
                <a:cubicBezTo>
                  <a:pt x="12045" y="5891"/>
                  <a:pt x="13178" y="6358"/>
                  <a:pt x="14044" y="7122"/>
                </a:cubicBezTo>
                <a:cubicBezTo>
                  <a:pt x="13590" y="7157"/>
                  <a:pt x="13299" y="7563"/>
                  <a:pt x="13299" y="8001"/>
                </a:cubicBezTo>
                <a:cubicBezTo>
                  <a:pt x="13299" y="8413"/>
                  <a:pt x="13505" y="8761"/>
                  <a:pt x="13758" y="9172"/>
                </a:cubicBezTo>
                <a:cubicBezTo>
                  <a:pt x="13948" y="9504"/>
                  <a:pt x="14169" y="9931"/>
                  <a:pt x="14169" y="10548"/>
                </a:cubicBezTo>
                <a:cubicBezTo>
                  <a:pt x="14169" y="10975"/>
                  <a:pt x="14005" y="11471"/>
                  <a:pt x="13790" y="12162"/>
                </a:cubicBezTo>
                <a:lnTo>
                  <a:pt x="13291" y="13825"/>
                </a:lnTo>
                <a:cubicBezTo>
                  <a:pt x="13291" y="13825"/>
                  <a:pt x="11487" y="8460"/>
                  <a:pt x="11487" y="8460"/>
                </a:cubicBezTo>
                <a:close/>
                <a:moveTo>
                  <a:pt x="10800" y="15709"/>
                </a:moveTo>
                <a:cubicBezTo>
                  <a:pt x="10320" y="15709"/>
                  <a:pt x="9857" y="15637"/>
                  <a:pt x="9417" y="15508"/>
                </a:cubicBezTo>
                <a:lnTo>
                  <a:pt x="10887" y="11237"/>
                </a:lnTo>
                <a:cubicBezTo>
                  <a:pt x="10887" y="11237"/>
                  <a:pt x="12211" y="14864"/>
                  <a:pt x="12426" y="15428"/>
                </a:cubicBezTo>
                <a:cubicBezTo>
                  <a:pt x="11916" y="15607"/>
                  <a:pt x="11370" y="15709"/>
                  <a:pt x="10800" y="15709"/>
                </a:cubicBezTo>
                <a:moveTo>
                  <a:pt x="5891" y="10800"/>
                </a:moveTo>
                <a:cubicBezTo>
                  <a:pt x="5891" y="10118"/>
                  <a:pt x="6030" y="9470"/>
                  <a:pt x="6281" y="8880"/>
                </a:cubicBezTo>
                <a:lnTo>
                  <a:pt x="8578" y="15174"/>
                </a:lnTo>
                <a:cubicBezTo>
                  <a:pt x="6985" y="14362"/>
                  <a:pt x="5891" y="12711"/>
                  <a:pt x="5891" y="10800"/>
                </a:cubicBezTo>
                <a:moveTo>
                  <a:pt x="10800" y="4909"/>
                </a:moveTo>
                <a:cubicBezTo>
                  <a:pt x="7547" y="4909"/>
                  <a:pt x="4909" y="7547"/>
                  <a:pt x="4909" y="10800"/>
                </a:cubicBezTo>
                <a:cubicBezTo>
                  <a:pt x="4909" y="14054"/>
                  <a:pt x="7547" y="16691"/>
                  <a:pt x="10800" y="16691"/>
                </a:cubicBezTo>
                <a:cubicBezTo>
                  <a:pt x="14054" y="16691"/>
                  <a:pt x="16691" y="14054"/>
                  <a:pt x="16691" y="10800"/>
                </a:cubicBezTo>
                <a:cubicBezTo>
                  <a:pt x="16691" y="7547"/>
                  <a:pt x="14054" y="4909"/>
                  <a:pt x="10800" y="4909"/>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53" name="Google Shape;1053;p25"/>
          <p:cNvSpPr/>
          <p:nvPr/>
        </p:nvSpPr>
        <p:spPr>
          <a:xfrm>
            <a:off x="6275123" y="3939045"/>
            <a:ext cx="279328" cy="279328"/>
          </a:xfrm>
          <a:custGeom>
            <a:rect b="b" l="l" r="r" t="t"/>
            <a:pathLst>
              <a:path extrusionOk="0" h="21600" w="2160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4236" y="10309"/>
                </a:moveTo>
                <a:cubicBezTo>
                  <a:pt x="13552" y="10309"/>
                  <a:pt x="12889" y="10401"/>
                  <a:pt x="12252" y="10556"/>
                </a:cubicBezTo>
                <a:cubicBezTo>
                  <a:pt x="12104" y="10191"/>
                  <a:pt x="11941" y="9834"/>
                  <a:pt x="11763" y="9484"/>
                </a:cubicBezTo>
                <a:cubicBezTo>
                  <a:pt x="12783" y="9001"/>
                  <a:pt x="13728" y="8390"/>
                  <a:pt x="14592" y="7682"/>
                </a:cubicBezTo>
                <a:cubicBezTo>
                  <a:pt x="15222" y="8448"/>
                  <a:pt x="15619" y="9407"/>
                  <a:pt x="15692" y="10457"/>
                </a:cubicBezTo>
                <a:cubicBezTo>
                  <a:pt x="15218" y="10370"/>
                  <a:pt x="14736" y="10309"/>
                  <a:pt x="14236" y="10309"/>
                </a:cubicBezTo>
                <a:moveTo>
                  <a:pt x="13226" y="15065"/>
                </a:moveTo>
                <a:cubicBezTo>
                  <a:pt x="13168" y="13821"/>
                  <a:pt x="12957" y="12618"/>
                  <a:pt x="12590" y="11483"/>
                </a:cubicBezTo>
                <a:cubicBezTo>
                  <a:pt x="13120" y="11361"/>
                  <a:pt x="13669" y="11291"/>
                  <a:pt x="14236" y="11291"/>
                </a:cubicBezTo>
                <a:cubicBezTo>
                  <a:pt x="14726" y="11291"/>
                  <a:pt x="15199" y="11358"/>
                  <a:pt x="15661" y="11451"/>
                </a:cubicBezTo>
                <a:cubicBezTo>
                  <a:pt x="15455" y="13001"/>
                  <a:pt x="14529" y="14322"/>
                  <a:pt x="13226" y="15065"/>
                </a:cubicBezTo>
                <a:moveTo>
                  <a:pt x="10800" y="15709"/>
                </a:moveTo>
                <a:cubicBezTo>
                  <a:pt x="9746" y="15709"/>
                  <a:pt x="8772" y="15374"/>
                  <a:pt x="7971" y="14808"/>
                </a:cubicBezTo>
                <a:cubicBezTo>
                  <a:pt x="8822" y="13429"/>
                  <a:pt x="10108" y="12348"/>
                  <a:pt x="11646" y="11769"/>
                </a:cubicBezTo>
                <a:cubicBezTo>
                  <a:pt x="12027" y="12943"/>
                  <a:pt x="12241" y="14191"/>
                  <a:pt x="12264" y="15487"/>
                </a:cubicBezTo>
                <a:cubicBezTo>
                  <a:pt x="11801" y="15631"/>
                  <a:pt x="11310" y="15709"/>
                  <a:pt x="10800" y="15709"/>
                </a:cubicBezTo>
                <a:moveTo>
                  <a:pt x="5891" y="10800"/>
                </a:moveTo>
                <a:cubicBezTo>
                  <a:pt x="7641" y="10800"/>
                  <a:pt x="9313" y="10470"/>
                  <a:pt x="10852" y="9873"/>
                </a:cubicBezTo>
                <a:cubicBezTo>
                  <a:pt x="11016" y="10192"/>
                  <a:pt x="11171" y="10515"/>
                  <a:pt x="11309" y="10848"/>
                </a:cubicBezTo>
                <a:cubicBezTo>
                  <a:pt x="9614" y="11484"/>
                  <a:pt x="8190" y="12658"/>
                  <a:pt x="7225" y="14157"/>
                </a:cubicBezTo>
                <a:cubicBezTo>
                  <a:pt x="6400" y="13279"/>
                  <a:pt x="5891" y="12100"/>
                  <a:pt x="5891" y="10800"/>
                </a:cubicBezTo>
                <a:moveTo>
                  <a:pt x="8358" y="6546"/>
                </a:moveTo>
                <a:cubicBezTo>
                  <a:pt x="9117" y="7279"/>
                  <a:pt x="9793" y="8099"/>
                  <a:pt x="10353" y="9000"/>
                </a:cubicBezTo>
                <a:cubicBezTo>
                  <a:pt x="8991" y="9509"/>
                  <a:pt x="7526" y="9801"/>
                  <a:pt x="5990" y="9813"/>
                </a:cubicBezTo>
                <a:cubicBezTo>
                  <a:pt x="6276" y="8414"/>
                  <a:pt x="7158" y="7236"/>
                  <a:pt x="8358" y="6546"/>
                </a:cubicBezTo>
                <a:moveTo>
                  <a:pt x="10800" y="5891"/>
                </a:moveTo>
                <a:cubicBezTo>
                  <a:pt x="11968" y="5891"/>
                  <a:pt x="13040" y="6300"/>
                  <a:pt x="13882" y="6982"/>
                </a:cubicBezTo>
                <a:cubicBezTo>
                  <a:pt x="13087" y="7622"/>
                  <a:pt x="12217" y="8174"/>
                  <a:pt x="11282" y="8612"/>
                </a:cubicBezTo>
                <a:cubicBezTo>
                  <a:pt x="10732" y="7702"/>
                  <a:pt x="10073" y="6869"/>
                  <a:pt x="9333" y="6114"/>
                </a:cubicBezTo>
                <a:cubicBezTo>
                  <a:pt x="9797" y="5970"/>
                  <a:pt x="10289" y="5891"/>
                  <a:pt x="10800" y="5891"/>
                </a:cubicBezTo>
                <a:moveTo>
                  <a:pt x="10800" y="4909"/>
                </a:moveTo>
                <a:cubicBezTo>
                  <a:pt x="7547" y="4909"/>
                  <a:pt x="4909" y="7547"/>
                  <a:pt x="4909" y="10800"/>
                </a:cubicBezTo>
                <a:cubicBezTo>
                  <a:pt x="4909" y="14053"/>
                  <a:pt x="7547" y="16691"/>
                  <a:pt x="10800" y="16691"/>
                </a:cubicBezTo>
                <a:cubicBezTo>
                  <a:pt x="14053" y="16691"/>
                  <a:pt x="16691" y="14053"/>
                  <a:pt x="16691" y="10800"/>
                </a:cubicBezTo>
                <a:cubicBezTo>
                  <a:pt x="16691" y="7547"/>
                  <a:pt x="14053" y="4909"/>
                  <a:pt x="10800" y="4909"/>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54" name="Google Shape;1054;p25"/>
          <p:cNvSpPr/>
          <p:nvPr/>
        </p:nvSpPr>
        <p:spPr>
          <a:xfrm>
            <a:off x="6808384" y="3939045"/>
            <a:ext cx="279328" cy="279328"/>
          </a:xfrm>
          <a:custGeom>
            <a:rect b="b" l="l" r="r" t="t"/>
            <a:pathLst>
              <a:path extrusionOk="0" h="21600" w="2160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5929" y="7018"/>
                </a:moveTo>
                <a:cubicBezTo>
                  <a:pt x="15540" y="7246"/>
                  <a:pt x="15108" y="7411"/>
                  <a:pt x="14650" y="7499"/>
                </a:cubicBezTo>
                <a:cubicBezTo>
                  <a:pt x="14282" y="7114"/>
                  <a:pt x="13759" y="6874"/>
                  <a:pt x="13180" y="6874"/>
                </a:cubicBezTo>
                <a:cubicBezTo>
                  <a:pt x="12067" y="6874"/>
                  <a:pt x="11165" y="7762"/>
                  <a:pt x="11165" y="8856"/>
                </a:cubicBezTo>
                <a:cubicBezTo>
                  <a:pt x="11165" y="9011"/>
                  <a:pt x="11183" y="9162"/>
                  <a:pt x="11217" y="9308"/>
                </a:cubicBezTo>
                <a:cubicBezTo>
                  <a:pt x="9543" y="9225"/>
                  <a:pt x="8059" y="8436"/>
                  <a:pt x="7066" y="7236"/>
                </a:cubicBezTo>
                <a:cubicBezTo>
                  <a:pt x="6892" y="7529"/>
                  <a:pt x="6793" y="7870"/>
                  <a:pt x="6793" y="8233"/>
                </a:cubicBezTo>
                <a:cubicBezTo>
                  <a:pt x="6793" y="8921"/>
                  <a:pt x="7148" y="9528"/>
                  <a:pt x="7689" y="9883"/>
                </a:cubicBezTo>
                <a:cubicBezTo>
                  <a:pt x="7359" y="9873"/>
                  <a:pt x="7048" y="9784"/>
                  <a:pt x="6777" y="9635"/>
                </a:cubicBezTo>
                <a:cubicBezTo>
                  <a:pt x="6776" y="9644"/>
                  <a:pt x="6776" y="9652"/>
                  <a:pt x="6776" y="9660"/>
                </a:cubicBezTo>
                <a:cubicBezTo>
                  <a:pt x="6776" y="10621"/>
                  <a:pt x="7471" y="11422"/>
                  <a:pt x="8392" y="11604"/>
                </a:cubicBezTo>
                <a:cubicBezTo>
                  <a:pt x="8223" y="11650"/>
                  <a:pt x="8045" y="11673"/>
                  <a:pt x="7861" y="11673"/>
                </a:cubicBezTo>
                <a:cubicBezTo>
                  <a:pt x="7732" y="11673"/>
                  <a:pt x="7606" y="11661"/>
                  <a:pt x="7483" y="11638"/>
                </a:cubicBezTo>
                <a:cubicBezTo>
                  <a:pt x="7739" y="12426"/>
                  <a:pt x="8482" y="12999"/>
                  <a:pt x="9364" y="13015"/>
                </a:cubicBezTo>
                <a:cubicBezTo>
                  <a:pt x="8674" y="13547"/>
                  <a:pt x="7806" y="13863"/>
                  <a:pt x="6862" y="13863"/>
                </a:cubicBezTo>
                <a:cubicBezTo>
                  <a:pt x="6699" y="13863"/>
                  <a:pt x="6539" y="13855"/>
                  <a:pt x="6382" y="13837"/>
                </a:cubicBezTo>
                <a:cubicBezTo>
                  <a:pt x="7273" y="14398"/>
                  <a:pt x="8332" y="14727"/>
                  <a:pt x="9470" y="14727"/>
                </a:cubicBezTo>
                <a:cubicBezTo>
                  <a:pt x="13174" y="14727"/>
                  <a:pt x="15200" y="11706"/>
                  <a:pt x="15200" y="9086"/>
                </a:cubicBezTo>
                <a:cubicBezTo>
                  <a:pt x="15200" y="9000"/>
                  <a:pt x="15199" y="8914"/>
                  <a:pt x="15195" y="8829"/>
                </a:cubicBezTo>
                <a:cubicBezTo>
                  <a:pt x="15588" y="8550"/>
                  <a:pt x="15930" y="8201"/>
                  <a:pt x="16200" y="7804"/>
                </a:cubicBezTo>
                <a:cubicBezTo>
                  <a:pt x="15839" y="7960"/>
                  <a:pt x="15451" y="8067"/>
                  <a:pt x="15043" y="8115"/>
                </a:cubicBezTo>
                <a:cubicBezTo>
                  <a:pt x="15459" y="7870"/>
                  <a:pt x="15778" y="7482"/>
                  <a:pt x="15929" y="7018"/>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55" name="Google Shape;1055;p25"/>
          <p:cNvSpPr/>
          <p:nvPr/>
        </p:nvSpPr>
        <p:spPr>
          <a:xfrm>
            <a:off x="7341645" y="3939045"/>
            <a:ext cx="279328" cy="279328"/>
          </a:xfrm>
          <a:custGeom>
            <a:rect b="b" l="l" r="r" t="t"/>
            <a:pathLst>
              <a:path extrusionOk="0" h="21600" w="21600">
                <a:moveTo>
                  <a:pt x="11776" y="8468"/>
                </a:moveTo>
                <a:cubicBezTo>
                  <a:pt x="11776" y="8071"/>
                  <a:pt x="11817" y="7858"/>
                  <a:pt x="12428" y="7858"/>
                </a:cubicBezTo>
                <a:lnTo>
                  <a:pt x="13245" y="7858"/>
                </a:lnTo>
                <a:lnTo>
                  <a:pt x="13245" y="6381"/>
                </a:lnTo>
                <a:lnTo>
                  <a:pt x="11938" y="6381"/>
                </a:lnTo>
                <a:cubicBezTo>
                  <a:pt x="10368"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20618" y="19636"/>
                </a:moveTo>
                <a:cubicBezTo>
                  <a:pt x="20618" y="20179"/>
                  <a:pt x="20179"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9"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56" name="Google Shape;1056;p25"/>
          <p:cNvSpPr/>
          <p:nvPr/>
        </p:nvSpPr>
        <p:spPr>
          <a:xfrm>
            <a:off x="7874906" y="3939045"/>
            <a:ext cx="279328" cy="279328"/>
          </a:xfrm>
          <a:custGeom>
            <a:rect b="b" l="l" r="r" t="t"/>
            <a:pathLst>
              <a:path extrusionOk="0" h="21600" w="21600">
                <a:moveTo>
                  <a:pt x="14324" y="12090"/>
                </a:moveTo>
                <a:cubicBezTo>
                  <a:pt x="14020" y="12090"/>
                  <a:pt x="14020" y="12429"/>
                  <a:pt x="14020" y="12429"/>
                </a:cubicBezTo>
                <a:lnTo>
                  <a:pt x="14020" y="12863"/>
                </a:lnTo>
                <a:lnTo>
                  <a:pt x="14629" y="12863"/>
                </a:lnTo>
                <a:lnTo>
                  <a:pt x="14629" y="12429"/>
                </a:lnTo>
                <a:cubicBezTo>
                  <a:pt x="14629" y="12429"/>
                  <a:pt x="14629" y="12090"/>
                  <a:pt x="14324" y="12090"/>
                </a:cubicBezTo>
                <a:moveTo>
                  <a:pt x="15287" y="12380"/>
                </a:moveTo>
                <a:lnTo>
                  <a:pt x="15287" y="13348"/>
                </a:lnTo>
                <a:lnTo>
                  <a:pt x="14020" y="13348"/>
                </a:lnTo>
                <a:lnTo>
                  <a:pt x="14020" y="14072"/>
                </a:lnTo>
                <a:cubicBezTo>
                  <a:pt x="14020" y="14072"/>
                  <a:pt x="14020" y="14411"/>
                  <a:pt x="14324" y="14411"/>
                </a:cubicBezTo>
                <a:cubicBezTo>
                  <a:pt x="14629" y="14411"/>
                  <a:pt x="14629" y="14072"/>
                  <a:pt x="14629" y="14072"/>
                </a:cubicBezTo>
                <a:lnTo>
                  <a:pt x="14629" y="13734"/>
                </a:lnTo>
                <a:lnTo>
                  <a:pt x="15287" y="13734"/>
                </a:lnTo>
                <a:lnTo>
                  <a:pt x="15287" y="14266"/>
                </a:lnTo>
                <a:cubicBezTo>
                  <a:pt x="15287" y="14266"/>
                  <a:pt x="15186" y="14943"/>
                  <a:pt x="14375" y="14943"/>
                </a:cubicBezTo>
                <a:cubicBezTo>
                  <a:pt x="13564" y="14943"/>
                  <a:pt x="13412" y="14266"/>
                  <a:pt x="13412" y="14266"/>
                </a:cubicBezTo>
                <a:lnTo>
                  <a:pt x="13412" y="12380"/>
                </a:lnTo>
                <a:cubicBezTo>
                  <a:pt x="13412" y="12380"/>
                  <a:pt x="13412" y="11558"/>
                  <a:pt x="14375" y="11558"/>
                </a:cubicBezTo>
                <a:cubicBezTo>
                  <a:pt x="15338" y="11558"/>
                  <a:pt x="15287" y="12380"/>
                  <a:pt x="15287" y="12380"/>
                </a:cubicBezTo>
                <a:moveTo>
                  <a:pt x="12905" y="14169"/>
                </a:moveTo>
                <a:cubicBezTo>
                  <a:pt x="12905" y="14169"/>
                  <a:pt x="12905" y="14943"/>
                  <a:pt x="12347" y="14943"/>
                </a:cubicBezTo>
                <a:cubicBezTo>
                  <a:pt x="12005" y="14943"/>
                  <a:pt x="11798" y="14762"/>
                  <a:pt x="11688" y="14621"/>
                </a:cubicBezTo>
                <a:lnTo>
                  <a:pt x="11688" y="14895"/>
                </a:lnTo>
                <a:lnTo>
                  <a:pt x="11028" y="14895"/>
                </a:lnTo>
                <a:lnTo>
                  <a:pt x="11028" y="10446"/>
                </a:lnTo>
                <a:lnTo>
                  <a:pt x="11688" y="10446"/>
                </a:lnTo>
                <a:lnTo>
                  <a:pt x="11688" y="11888"/>
                </a:lnTo>
                <a:cubicBezTo>
                  <a:pt x="11788" y="11782"/>
                  <a:pt x="12037" y="11558"/>
                  <a:pt x="12347" y="11558"/>
                </a:cubicBezTo>
                <a:cubicBezTo>
                  <a:pt x="12752" y="11558"/>
                  <a:pt x="12905" y="11896"/>
                  <a:pt x="12905" y="12332"/>
                </a:cubicBezTo>
                <a:cubicBezTo>
                  <a:pt x="12905" y="12332"/>
                  <a:pt x="12905" y="14169"/>
                  <a:pt x="12905"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4" y="11074"/>
                </a:lnTo>
                <a:lnTo>
                  <a:pt x="6364" y="10446"/>
                </a:lnTo>
                <a:lnTo>
                  <a:pt x="8595" y="10446"/>
                </a:lnTo>
                <a:cubicBezTo>
                  <a:pt x="8595" y="10446"/>
                  <a:pt x="8595" y="11074"/>
                  <a:pt x="8595" y="11074"/>
                </a:cubicBezTo>
                <a:close/>
                <a:moveTo>
                  <a:pt x="14527" y="9430"/>
                </a:moveTo>
                <a:cubicBezTo>
                  <a:pt x="14527" y="9430"/>
                  <a:pt x="12667" y="9334"/>
                  <a:pt x="10800" y="9334"/>
                </a:cubicBezTo>
                <a:cubicBezTo>
                  <a:pt x="8941" y="9334"/>
                  <a:pt x="7074" y="9430"/>
                  <a:pt x="7074" y="9430"/>
                </a:cubicBezTo>
                <a:cubicBezTo>
                  <a:pt x="6234" y="9430"/>
                  <a:pt x="5552" y="10080"/>
                  <a:pt x="5552" y="10881"/>
                </a:cubicBezTo>
                <a:cubicBezTo>
                  <a:pt x="5552" y="10881"/>
                  <a:pt x="5400" y="11822"/>
                  <a:pt x="5400" y="12767"/>
                </a:cubicBezTo>
                <a:cubicBezTo>
                  <a:pt x="5400" y="13708"/>
                  <a:pt x="5552" y="14652"/>
                  <a:pt x="5552" y="14652"/>
                </a:cubicBezTo>
                <a:cubicBezTo>
                  <a:pt x="5552" y="15454"/>
                  <a:pt x="6234" y="16104"/>
                  <a:pt x="7074" y="16104"/>
                </a:cubicBezTo>
                <a:cubicBezTo>
                  <a:pt x="7074" y="16104"/>
                  <a:pt x="8905" y="16200"/>
                  <a:pt x="10800" y="16200"/>
                </a:cubicBezTo>
                <a:cubicBezTo>
                  <a:pt x="12631" y="16200"/>
                  <a:pt x="14527" y="16104"/>
                  <a:pt x="14527" y="16104"/>
                </a:cubicBezTo>
                <a:cubicBezTo>
                  <a:pt x="15367" y="16104"/>
                  <a:pt x="16049" y="15454"/>
                  <a:pt x="16049" y="14652"/>
                </a:cubicBezTo>
                <a:cubicBezTo>
                  <a:pt x="16049" y="14652"/>
                  <a:pt x="16200" y="13700"/>
                  <a:pt x="16200" y="12767"/>
                </a:cubicBezTo>
                <a:cubicBezTo>
                  <a:pt x="16200" y="11814"/>
                  <a:pt x="16049" y="10881"/>
                  <a:pt x="16049" y="10881"/>
                </a:cubicBezTo>
                <a:cubicBezTo>
                  <a:pt x="16049" y="10080"/>
                  <a:pt x="15367" y="9430"/>
                  <a:pt x="14527" y="9430"/>
                </a:cubicBezTo>
                <a:moveTo>
                  <a:pt x="11992" y="12090"/>
                </a:moveTo>
                <a:cubicBezTo>
                  <a:pt x="11860" y="12090"/>
                  <a:pt x="11757" y="12167"/>
                  <a:pt x="11688" y="12243"/>
                </a:cubicBezTo>
                <a:lnTo>
                  <a:pt x="11688" y="14276"/>
                </a:lnTo>
                <a:cubicBezTo>
                  <a:pt x="11751" y="14345"/>
                  <a:pt x="11848" y="14411"/>
                  <a:pt x="11992" y="14411"/>
                </a:cubicBezTo>
                <a:cubicBezTo>
                  <a:pt x="12296" y="14411"/>
                  <a:pt x="12296" y="14072"/>
                  <a:pt x="12296" y="14072"/>
                </a:cubicBezTo>
                <a:lnTo>
                  <a:pt x="12296" y="12429"/>
                </a:lnTo>
                <a:cubicBezTo>
                  <a:pt x="12296" y="12429"/>
                  <a:pt x="12245" y="12090"/>
                  <a:pt x="11992" y="12090"/>
                </a:cubicBezTo>
                <a:moveTo>
                  <a:pt x="20618" y="19636"/>
                </a:moveTo>
                <a:cubicBezTo>
                  <a:pt x="20618" y="20179"/>
                  <a:pt x="20179"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9"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0166" y="6634"/>
                </a:moveTo>
                <a:cubicBezTo>
                  <a:pt x="10166" y="6467"/>
                  <a:pt x="10303" y="6332"/>
                  <a:pt x="10471" y="6332"/>
                </a:cubicBezTo>
                <a:cubicBezTo>
                  <a:pt x="10639" y="6332"/>
                  <a:pt x="10775" y="6467"/>
                  <a:pt x="10775" y="6634"/>
                </a:cubicBezTo>
                <a:lnTo>
                  <a:pt x="10775" y="8045"/>
                </a:lnTo>
                <a:cubicBezTo>
                  <a:pt x="10775" y="8212"/>
                  <a:pt x="10639" y="8348"/>
                  <a:pt x="10471" y="8348"/>
                </a:cubicBezTo>
                <a:cubicBezTo>
                  <a:pt x="10303"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7"/>
                  <a:pt x="10572" y="5877"/>
                </a:cubicBezTo>
                <a:lnTo>
                  <a:pt x="10369" y="5877"/>
                </a:lnTo>
                <a:cubicBezTo>
                  <a:pt x="9921" y="5877"/>
                  <a:pt x="9558" y="6239"/>
                  <a:pt x="9558" y="6684"/>
                </a:cubicBezTo>
                <a:lnTo>
                  <a:pt x="9558" y="7995"/>
                </a:lnTo>
                <a:cubicBezTo>
                  <a:pt x="9558" y="8440"/>
                  <a:pt x="9921" y="8801"/>
                  <a:pt x="10369" y="8801"/>
                </a:cubicBezTo>
                <a:moveTo>
                  <a:pt x="12398" y="8801"/>
                </a:moveTo>
                <a:cubicBezTo>
                  <a:pt x="12803" y="8801"/>
                  <a:pt x="13158" y="8449"/>
                  <a:pt x="13158" y="8449"/>
                </a:cubicBezTo>
                <a:lnTo>
                  <a:pt x="13158" y="8751"/>
                </a:lnTo>
                <a:lnTo>
                  <a:pt x="13767" y="8751"/>
                </a:lnTo>
                <a:lnTo>
                  <a:pt x="13767" y="5877"/>
                </a:lnTo>
                <a:lnTo>
                  <a:pt x="13158" y="5877"/>
                </a:lnTo>
                <a:lnTo>
                  <a:pt x="13158" y="8096"/>
                </a:lnTo>
                <a:cubicBezTo>
                  <a:pt x="13158" y="8096"/>
                  <a:pt x="12955" y="8348"/>
                  <a:pt x="12752" y="8348"/>
                </a:cubicBezTo>
                <a:cubicBezTo>
                  <a:pt x="12550" y="8348"/>
                  <a:pt x="12550" y="8197"/>
                  <a:pt x="12550" y="8197"/>
                </a:cubicBezTo>
                <a:lnTo>
                  <a:pt x="12550" y="5877"/>
                </a:lnTo>
                <a:lnTo>
                  <a:pt x="11941" y="5877"/>
                </a:lnTo>
                <a:lnTo>
                  <a:pt x="11941" y="8398"/>
                </a:lnTo>
                <a:cubicBezTo>
                  <a:pt x="11941" y="8398"/>
                  <a:pt x="11992" y="8801"/>
                  <a:pt x="12398" y="8801"/>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57" name="Google Shape;1057;p25"/>
          <p:cNvSpPr/>
          <p:nvPr/>
        </p:nvSpPr>
        <p:spPr>
          <a:xfrm>
            <a:off x="8408167" y="3939045"/>
            <a:ext cx="279328" cy="279328"/>
          </a:xfrm>
          <a:custGeom>
            <a:rect b="b" l="l" r="r" t="t"/>
            <a:pathLst>
              <a:path extrusionOk="0" h="21600" w="2160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0672" y="6382"/>
                </a:moveTo>
                <a:cubicBezTo>
                  <a:pt x="10463" y="6409"/>
                  <a:pt x="10255" y="6435"/>
                  <a:pt x="10045" y="6460"/>
                </a:cubicBezTo>
                <a:cubicBezTo>
                  <a:pt x="9652" y="6558"/>
                  <a:pt x="9223" y="6650"/>
                  <a:pt x="8905" y="6836"/>
                </a:cubicBezTo>
                <a:cubicBezTo>
                  <a:pt x="8055" y="7333"/>
                  <a:pt x="7467" y="7913"/>
                  <a:pt x="7073" y="8856"/>
                </a:cubicBezTo>
                <a:cubicBezTo>
                  <a:pt x="7009" y="9009"/>
                  <a:pt x="7007" y="9157"/>
                  <a:pt x="6960" y="9326"/>
                </a:cubicBezTo>
                <a:cubicBezTo>
                  <a:pt x="6658" y="10425"/>
                  <a:pt x="7194" y="11563"/>
                  <a:pt x="7844" y="11956"/>
                </a:cubicBezTo>
                <a:cubicBezTo>
                  <a:pt x="7969" y="12032"/>
                  <a:pt x="8254" y="12166"/>
                  <a:pt x="8358" y="11987"/>
                </a:cubicBezTo>
                <a:cubicBezTo>
                  <a:pt x="8416" y="11889"/>
                  <a:pt x="8403" y="11758"/>
                  <a:pt x="8438" y="11643"/>
                </a:cubicBezTo>
                <a:cubicBezTo>
                  <a:pt x="8462" y="11568"/>
                  <a:pt x="8536" y="11424"/>
                  <a:pt x="8519" y="11330"/>
                </a:cubicBezTo>
                <a:cubicBezTo>
                  <a:pt x="8490" y="11170"/>
                  <a:pt x="8318" y="11068"/>
                  <a:pt x="8246" y="10939"/>
                </a:cubicBezTo>
                <a:cubicBezTo>
                  <a:pt x="8099" y="10676"/>
                  <a:pt x="8092" y="10444"/>
                  <a:pt x="8020" y="10093"/>
                </a:cubicBezTo>
                <a:cubicBezTo>
                  <a:pt x="8026" y="10046"/>
                  <a:pt x="8031" y="9999"/>
                  <a:pt x="8037" y="9952"/>
                </a:cubicBezTo>
                <a:cubicBezTo>
                  <a:pt x="8058" y="9559"/>
                  <a:pt x="8124" y="9276"/>
                  <a:pt x="8246" y="8997"/>
                </a:cubicBezTo>
                <a:cubicBezTo>
                  <a:pt x="8601" y="8177"/>
                  <a:pt x="9172" y="7720"/>
                  <a:pt x="10094" y="7447"/>
                </a:cubicBezTo>
                <a:cubicBezTo>
                  <a:pt x="10300" y="7386"/>
                  <a:pt x="10882" y="7288"/>
                  <a:pt x="11187" y="7353"/>
                </a:cubicBezTo>
                <a:cubicBezTo>
                  <a:pt x="11369" y="7385"/>
                  <a:pt x="11551" y="7415"/>
                  <a:pt x="11733" y="7447"/>
                </a:cubicBezTo>
                <a:cubicBezTo>
                  <a:pt x="12393" y="7655"/>
                  <a:pt x="12874" y="8038"/>
                  <a:pt x="13131" y="8637"/>
                </a:cubicBezTo>
                <a:cubicBezTo>
                  <a:pt x="13292" y="9010"/>
                  <a:pt x="13339" y="9724"/>
                  <a:pt x="13227" y="10203"/>
                </a:cubicBezTo>
                <a:cubicBezTo>
                  <a:pt x="13174" y="10429"/>
                  <a:pt x="13183" y="10624"/>
                  <a:pt x="13115" y="10829"/>
                </a:cubicBezTo>
                <a:cubicBezTo>
                  <a:pt x="12865" y="11589"/>
                  <a:pt x="12498" y="12293"/>
                  <a:pt x="11668" y="12488"/>
                </a:cubicBezTo>
                <a:cubicBezTo>
                  <a:pt x="11121" y="12618"/>
                  <a:pt x="10711" y="12284"/>
                  <a:pt x="10576" y="11941"/>
                </a:cubicBezTo>
                <a:cubicBezTo>
                  <a:pt x="10538" y="11846"/>
                  <a:pt x="10474" y="11676"/>
                  <a:pt x="10512" y="11518"/>
                </a:cubicBezTo>
                <a:cubicBezTo>
                  <a:pt x="10656" y="10901"/>
                  <a:pt x="10865" y="10349"/>
                  <a:pt x="11026" y="9733"/>
                </a:cubicBezTo>
                <a:cubicBezTo>
                  <a:pt x="11179" y="9146"/>
                  <a:pt x="10888" y="8683"/>
                  <a:pt x="10431" y="8575"/>
                </a:cubicBezTo>
                <a:cubicBezTo>
                  <a:pt x="9863" y="8439"/>
                  <a:pt x="9424" y="8966"/>
                  <a:pt x="9274" y="9310"/>
                </a:cubicBezTo>
                <a:cubicBezTo>
                  <a:pt x="9155" y="9584"/>
                  <a:pt x="9083" y="10089"/>
                  <a:pt x="9177" y="10453"/>
                </a:cubicBezTo>
                <a:cubicBezTo>
                  <a:pt x="9208" y="10569"/>
                  <a:pt x="9347" y="10878"/>
                  <a:pt x="9322" y="10986"/>
                </a:cubicBezTo>
                <a:cubicBezTo>
                  <a:pt x="9213" y="11462"/>
                  <a:pt x="9088" y="11974"/>
                  <a:pt x="8953" y="12441"/>
                </a:cubicBezTo>
                <a:cubicBezTo>
                  <a:pt x="8812" y="12929"/>
                  <a:pt x="8736" y="13427"/>
                  <a:pt x="8599" y="13898"/>
                </a:cubicBezTo>
                <a:cubicBezTo>
                  <a:pt x="8536" y="14114"/>
                  <a:pt x="8539" y="14346"/>
                  <a:pt x="8487" y="14571"/>
                </a:cubicBezTo>
                <a:lnTo>
                  <a:pt x="8487" y="14900"/>
                </a:lnTo>
                <a:cubicBezTo>
                  <a:pt x="8440" y="15108"/>
                  <a:pt x="8475" y="15478"/>
                  <a:pt x="8519" y="15683"/>
                </a:cubicBezTo>
                <a:cubicBezTo>
                  <a:pt x="8548" y="15815"/>
                  <a:pt x="8502" y="15978"/>
                  <a:pt x="8567" y="16074"/>
                </a:cubicBezTo>
                <a:cubicBezTo>
                  <a:pt x="8568" y="16144"/>
                  <a:pt x="8577" y="16160"/>
                  <a:pt x="8599" y="16200"/>
                </a:cubicBezTo>
                <a:cubicBezTo>
                  <a:pt x="8800" y="16194"/>
                  <a:pt x="9078" y="15665"/>
                  <a:pt x="9177" y="15511"/>
                </a:cubicBezTo>
                <a:cubicBezTo>
                  <a:pt x="9369" y="15216"/>
                  <a:pt x="9546" y="14901"/>
                  <a:pt x="9692" y="14556"/>
                </a:cubicBezTo>
                <a:cubicBezTo>
                  <a:pt x="9823" y="14245"/>
                  <a:pt x="9844" y="13901"/>
                  <a:pt x="9949" y="13569"/>
                </a:cubicBezTo>
                <a:cubicBezTo>
                  <a:pt x="10025" y="13329"/>
                  <a:pt x="10133" y="13049"/>
                  <a:pt x="10158" y="12786"/>
                </a:cubicBezTo>
                <a:lnTo>
                  <a:pt x="10174" y="12786"/>
                </a:lnTo>
                <a:cubicBezTo>
                  <a:pt x="10216" y="12930"/>
                  <a:pt x="10367" y="13035"/>
                  <a:pt x="10480" y="13115"/>
                </a:cubicBezTo>
                <a:cubicBezTo>
                  <a:pt x="10833" y="13367"/>
                  <a:pt x="11442" y="13600"/>
                  <a:pt x="12102" y="13444"/>
                </a:cubicBezTo>
                <a:cubicBezTo>
                  <a:pt x="12850" y="13267"/>
                  <a:pt x="13446" y="12916"/>
                  <a:pt x="13838" y="12394"/>
                </a:cubicBezTo>
                <a:cubicBezTo>
                  <a:pt x="14127" y="12011"/>
                  <a:pt x="14345" y="11567"/>
                  <a:pt x="14513" y="11064"/>
                </a:cubicBezTo>
                <a:cubicBezTo>
                  <a:pt x="14596" y="10817"/>
                  <a:pt x="14613" y="10543"/>
                  <a:pt x="14674" y="10281"/>
                </a:cubicBezTo>
                <a:cubicBezTo>
                  <a:pt x="14827" y="9624"/>
                  <a:pt x="14623" y="8833"/>
                  <a:pt x="14433" y="8402"/>
                </a:cubicBezTo>
                <a:cubicBezTo>
                  <a:pt x="13856" y="7098"/>
                  <a:pt x="12630" y="6354"/>
                  <a:pt x="10672" y="6382"/>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58" name="Google Shape;1058;p25"/>
          <p:cNvSpPr/>
          <p:nvPr/>
        </p:nvSpPr>
        <p:spPr>
          <a:xfrm>
            <a:off x="8941428" y="3939045"/>
            <a:ext cx="279328" cy="279328"/>
          </a:xfrm>
          <a:custGeom>
            <a:rect b="b" l="l" r="r" t="t"/>
            <a:pathLst>
              <a:path extrusionOk="0" h="21600" w="21600">
                <a:moveTo>
                  <a:pt x="14281" y="6871"/>
                </a:moveTo>
                <a:cubicBezTo>
                  <a:pt x="12915" y="6830"/>
                  <a:pt x="11990" y="7537"/>
                  <a:pt x="11505" y="8992"/>
                </a:cubicBezTo>
                <a:cubicBezTo>
                  <a:pt x="11754" y="8897"/>
                  <a:pt x="11998" y="8849"/>
                  <a:pt x="12232" y="8849"/>
                </a:cubicBezTo>
                <a:cubicBezTo>
                  <a:pt x="12732" y="8849"/>
                  <a:pt x="12952" y="9108"/>
                  <a:pt x="12893" y="9624"/>
                </a:cubicBezTo>
                <a:cubicBezTo>
                  <a:pt x="12863" y="9937"/>
                  <a:pt x="12643" y="10393"/>
                  <a:pt x="12232" y="10991"/>
                </a:cubicBezTo>
                <a:cubicBezTo>
                  <a:pt x="11821" y="11589"/>
                  <a:pt x="11512" y="11888"/>
                  <a:pt x="11307" y="11888"/>
                </a:cubicBezTo>
                <a:cubicBezTo>
                  <a:pt x="11043" y="11888"/>
                  <a:pt x="10800" y="11426"/>
                  <a:pt x="10580" y="10502"/>
                </a:cubicBezTo>
                <a:cubicBezTo>
                  <a:pt x="10506" y="10230"/>
                  <a:pt x="10374" y="9536"/>
                  <a:pt x="10183" y="8421"/>
                </a:cubicBezTo>
                <a:cubicBezTo>
                  <a:pt x="10007" y="7388"/>
                  <a:pt x="9537" y="6904"/>
                  <a:pt x="8773" y="6972"/>
                </a:cubicBezTo>
                <a:cubicBezTo>
                  <a:pt x="8450" y="7000"/>
                  <a:pt x="7966" y="7272"/>
                  <a:pt x="7320" y="7788"/>
                </a:cubicBezTo>
                <a:cubicBezTo>
                  <a:pt x="6849" y="8183"/>
                  <a:pt x="6372" y="8577"/>
                  <a:pt x="5887" y="8972"/>
                </a:cubicBezTo>
                <a:lnTo>
                  <a:pt x="6350" y="9522"/>
                </a:lnTo>
                <a:cubicBezTo>
                  <a:pt x="6790" y="9237"/>
                  <a:pt x="7047" y="9094"/>
                  <a:pt x="7121" y="9094"/>
                </a:cubicBezTo>
                <a:cubicBezTo>
                  <a:pt x="7459" y="9094"/>
                  <a:pt x="7774" y="9583"/>
                  <a:pt x="8068" y="10563"/>
                </a:cubicBezTo>
                <a:cubicBezTo>
                  <a:pt x="8333" y="11461"/>
                  <a:pt x="8597" y="12358"/>
                  <a:pt x="8861" y="13255"/>
                </a:cubicBezTo>
                <a:cubicBezTo>
                  <a:pt x="9258" y="14234"/>
                  <a:pt x="9743" y="14723"/>
                  <a:pt x="10316" y="14723"/>
                </a:cubicBezTo>
                <a:cubicBezTo>
                  <a:pt x="11241" y="14723"/>
                  <a:pt x="12371" y="13921"/>
                  <a:pt x="13709" y="12317"/>
                </a:cubicBezTo>
                <a:cubicBezTo>
                  <a:pt x="15001" y="10780"/>
                  <a:pt x="15669" y="9570"/>
                  <a:pt x="15713" y="8686"/>
                </a:cubicBezTo>
                <a:cubicBezTo>
                  <a:pt x="15772" y="7503"/>
                  <a:pt x="15295" y="6899"/>
                  <a:pt x="14281" y="6871"/>
                </a:cubicBezTo>
                <a:moveTo>
                  <a:pt x="20618" y="19636"/>
                </a:moveTo>
                <a:cubicBezTo>
                  <a:pt x="20618" y="20179"/>
                  <a:pt x="20179" y="20618"/>
                  <a:pt x="19636" y="20618"/>
                </a:cubicBezTo>
                <a:lnTo>
                  <a:pt x="1964" y="20618"/>
                </a:lnTo>
                <a:cubicBezTo>
                  <a:pt x="1421" y="20618"/>
                  <a:pt x="982" y="20179"/>
                  <a:pt x="982" y="19636"/>
                </a:cubicBezTo>
                <a:lnTo>
                  <a:pt x="982" y="1964"/>
                </a:lnTo>
                <a:cubicBezTo>
                  <a:pt x="982" y="1421"/>
                  <a:pt x="1421"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59" name="Google Shape;1059;p25"/>
          <p:cNvSpPr/>
          <p:nvPr/>
        </p:nvSpPr>
        <p:spPr>
          <a:xfrm>
            <a:off x="9474689" y="3939045"/>
            <a:ext cx="279328" cy="279328"/>
          </a:xfrm>
          <a:custGeom>
            <a:rect b="b" l="l" r="r" t="t"/>
            <a:pathLst>
              <a:path extrusionOk="0" h="21600" w="21600">
                <a:moveTo>
                  <a:pt x="20618" y="19636"/>
                </a:moveTo>
                <a:cubicBezTo>
                  <a:pt x="20618" y="20179"/>
                  <a:pt x="20178" y="20618"/>
                  <a:pt x="19636" y="20618"/>
                </a:cubicBezTo>
                <a:lnTo>
                  <a:pt x="1964" y="20618"/>
                </a:lnTo>
                <a:cubicBezTo>
                  <a:pt x="1421" y="20618"/>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4724" y="7360"/>
                </a:moveTo>
                <a:lnTo>
                  <a:pt x="13742" y="7360"/>
                </a:lnTo>
                <a:lnTo>
                  <a:pt x="13742" y="8833"/>
                </a:lnTo>
                <a:lnTo>
                  <a:pt x="12265" y="8833"/>
                </a:lnTo>
                <a:lnTo>
                  <a:pt x="12265" y="9815"/>
                </a:lnTo>
                <a:lnTo>
                  <a:pt x="13742" y="9815"/>
                </a:lnTo>
                <a:lnTo>
                  <a:pt x="13742" y="11283"/>
                </a:lnTo>
                <a:lnTo>
                  <a:pt x="14724" y="11283"/>
                </a:lnTo>
                <a:lnTo>
                  <a:pt x="14724" y="9815"/>
                </a:lnTo>
                <a:lnTo>
                  <a:pt x="16204" y="9815"/>
                </a:lnTo>
                <a:lnTo>
                  <a:pt x="16204" y="8833"/>
                </a:lnTo>
                <a:lnTo>
                  <a:pt x="14724" y="8833"/>
                </a:lnTo>
                <a:cubicBezTo>
                  <a:pt x="14724" y="8833"/>
                  <a:pt x="14724" y="7360"/>
                  <a:pt x="14724" y="7360"/>
                </a:cubicBezTo>
                <a:close/>
                <a:moveTo>
                  <a:pt x="9321" y="13946"/>
                </a:moveTo>
                <a:cubicBezTo>
                  <a:pt x="8620" y="13946"/>
                  <a:pt x="8070" y="13495"/>
                  <a:pt x="8070" y="12919"/>
                </a:cubicBezTo>
                <a:cubicBezTo>
                  <a:pt x="8070" y="12392"/>
                  <a:pt x="8713" y="11929"/>
                  <a:pt x="9446" y="11929"/>
                </a:cubicBezTo>
                <a:lnTo>
                  <a:pt x="9446" y="11723"/>
                </a:lnTo>
                <a:lnTo>
                  <a:pt x="9465" y="11929"/>
                </a:lnTo>
                <a:cubicBezTo>
                  <a:pt x="9623" y="11930"/>
                  <a:pt x="9777" y="11954"/>
                  <a:pt x="9922" y="12000"/>
                </a:cubicBezTo>
                <a:lnTo>
                  <a:pt x="10067" y="12104"/>
                </a:lnTo>
                <a:cubicBezTo>
                  <a:pt x="10439" y="12371"/>
                  <a:pt x="10637" y="12521"/>
                  <a:pt x="10695" y="12764"/>
                </a:cubicBezTo>
                <a:cubicBezTo>
                  <a:pt x="10710" y="12827"/>
                  <a:pt x="10717" y="12891"/>
                  <a:pt x="10717" y="12954"/>
                </a:cubicBezTo>
                <a:cubicBezTo>
                  <a:pt x="10717" y="13612"/>
                  <a:pt x="10247" y="13946"/>
                  <a:pt x="9321" y="13946"/>
                </a:cubicBezTo>
                <a:moveTo>
                  <a:pt x="8542" y="8739"/>
                </a:moveTo>
                <a:cubicBezTo>
                  <a:pt x="8494" y="8362"/>
                  <a:pt x="8574" y="8014"/>
                  <a:pt x="8754" y="7806"/>
                </a:cubicBezTo>
                <a:cubicBezTo>
                  <a:pt x="8864" y="7680"/>
                  <a:pt x="9006" y="7612"/>
                  <a:pt x="9163" y="7612"/>
                </a:cubicBezTo>
                <a:lnTo>
                  <a:pt x="9163" y="7409"/>
                </a:lnTo>
                <a:lnTo>
                  <a:pt x="9164" y="7409"/>
                </a:lnTo>
                <a:lnTo>
                  <a:pt x="9182" y="7613"/>
                </a:lnTo>
                <a:cubicBezTo>
                  <a:pt x="9653" y="7628"/>
                  <a:pt x="10105" y="8185"/>
                  <a:pt x="10189" y="8855"/>
                </a:cubicBezTo>
                <a:cubicBezTo>
                  <a:pt x="10237" y="9239"/>
                  <a:pt x="10154" y="9595"/>
                  <a:pt x="9969" y="9809"/>
                </a:cubicBezTo>
                <a:cubicBezTo>
                  <a:pt x="9860" y="9935"/>
                  <a:pt x="9721" y="10002"/>
                  <a:pt x="9550" y="10001"/>
                </a:cubicBezTo>
                <a:lnTo>
                  <a:pt x="9549" y="10001"/>
                </a:lnTo>
                <a:cubicBezTo>
                  <a:pt x="9087" y="9988"/>
                  <a:pt x="8625" y="9409"/>
                  <a:pt x="8542" y="8739"/>
                </a:cubicBezTo>
                <a:moveTo>
                  <a:pt x="10838" y="11196"/>
                </a:moveTo>
                <a:cubicBezTo>
                  <a:pt x="10586" y="11009"/>
                  <a:pt x="10351" y="10732"/>
                  <a:pt x="10342" y="10647"/>
                </a:cubicBezTo>
                <a:cubicBezTo>
                  <a:pt x="10342" y="10499"/>
                  <a:pt x="10342" y="10431"/>
                  <a:pt x="10689" y="10148"/>
                </a:cubicBezTo>
                <a:cubicBezTo>
                  <a:pt x="11138" y="9780"/>
                  <a:pt x="11386" y="9296"/>
                  <a:pt x="11386" y="8784"/>
                </a:cubicBezTo>
                <a:cubicBezTo>
                  <a:pt x="11386" y="8342"/>
                  <a:pt x="11262" y="7947"/>
                  <a:pt x="11049" y="7660"/>
                </a:cubicBezTo>
                <a:lnTo>
                  <a:pt x="11238" y="7660"/>
                </a:lnTo>
                <a:lnTo>
                  <a:pt x="12276" y="6873"/>
                </a:lnTo>
                <a:lnTo>
                  <a:pt x="9463" y="6873"/>
                </a:lnTo>
                <a:cubicBezTo>
                  <a:pt x="8334" y="6873"/>
                  <a:pt x="7345" y="7760"/>
                  <a:pt x="7345" y="8769"/>
                </a:cubicBezTo>
                <a:cubicBezTo>
                  <a:pt x="7345" y="9812"/>
                  <a:pt x="8109" y="10605"/>
                  <a:pt x="9136" y="10648"/>
                </a:cubicBezTo>
                <a:cubicBezTo>
                  <a:pt x="9121" y="10722"/>
                  <a:pt x="9113" y="10795"/>
                  <a:pt x="9113" y="10867"/>
                </a:cubicBezTo>
                <a:cubicBezTo>
                  <a:pt x="9113" y="11018"/>
                  <a:pt x="9147" y="11162"/>
                  <a:pt x="9216" y="11300"/>
                </a:cubicBezTo>
                <a:cubicBezTo>
                  <a:pt x="7942" y="11309"/>
                  <a:pt x="6869" y="12161"/>
                  <a:pt x="6869" y="13167"/>
                </a:cubicBezTo>
                <a:cubicBezTo>
                  <a:pt x="6869" y="14071"/>
                  <a:pt x="7902" y="14727"/>
                  <a:pt x="9325" y="14727"/>
                </a:cubicBezTo>
                <a:cubicBezTo>
                  <a:pt x="10861" y="14727"/>
                  <a:pt x="11690" y="13766"/>
                  <a:pt x="11690" y="12860"/>
                </a:cubicBezTo>
                <a:cubicBezTo>
                  <a:pt x="11690" y="12108"/>
                  <a:pt x="11459" y="11656"/>
                  <a:pt x="10838" y="11196"/>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60" name="Google Shape;1060;p25"/>
          <p:cNvSpPr/>
          <p:nvPr/>
        </p:nvSpPr>
        <p:spPr>
          <a:xfrm>
            <a:off x="10007950" y="3939045"/>
            <a:ext cx="279328" cy="279328"/>
          </a:xfrm>
          <a:custGeom>
            <a:rect b="b" l="l" r="r" t="t"/>
            <a:pathLst>
              <a:path extrusionOk="0" h="21600" w="21600">
                <a:moveTo>
                  <a:pt x="13430" y="9321"/>
                </a:moveTo>
                <a:cubicBezTo>
                  <a:pt x="11975" y="9321"/>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1"/>
                  <a:pt x="13430" y="9321"/>
                </a:cubicBezTo>
                <a:moveTo>
                  <a:pt x="6873" y="14727"/>
                </a:moveTo>
                <a:lnTo>
                  <a:pt x="8829" y="14727"/>
                </a:lnTo>
                <a:lnTo>
                  <a:pt x="8829" y="9321"/>
                </a:lnTo>
                <a:lnTo>
                  <a:pt x="6873" y="9321"/>
                </a:lnTo>
                <a:cubicBezTo>
                  <a:pt x="6873" y="9321"/>
                  <a:pt x="6873" y="14727"/>
                  <a:pt x="6873" y="14727"/>
                </a:cubicBezTo>
                <a:close/>
                <a:moveTo>
                  <a:pt x="20618" y="19636"/>
                </a:moveTo>
                <a:cubicBezTo>
                  <a:pt x="20618" y="20179"/>
                  <a:pt x="20179" y="20618"/>
                  <a:pt x="19636" y="20618"/>
                </a:cubicBezTo>
                <a:lnTo>
                  <a:pt x="1964" y="20618"/>
                </a:lnTo>
                <a:cubicBezTo>
                  <a:pt x="1421" y="20618"/>
                  <a:pt x="982" y="20179"/>
                  <a:pt x="982" y="19636"/>
                </a:cubicBezTo>
                <a:lnTo>
                  <a:pt x="982" y="1964"/>
                </a:lnTo>
                <a:cubicBezTo>
                  <a:pt x="982" y="1421"/>
                  <a:pt x="1421"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61" name="Google Shape;1061;p25"/>
          <p:cNvSpPr/>
          <p:nvPr/>
        </p:nvSpPr>
        <p:spPr>
          <a:xfrm>
            <a:off x="10541211" y="3939045"/>
            <a:ext cx="279328" cy="279328"/>
          </a:xfrm>
          <a:custGeom>
            <a:rect b="b" l="l" r="r" t="t"/>
            <a:pathLst>
              <a:path extrusionOk="0" h="21600" w="2160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1592" y="13291"/>
                </a:moveTo>
                <a:cubicBezTo>
                  <a:pt x="11452" y="13213"/>
                  <a:pt x="11342" y="13108"/>
                  <a:pt x="11291" y="12978"/>
                </a:cubicBezTo>
                <a:cubicBezTo>
                  <a:pt x="11284" y="12956"/>
                  <a:pt x="11290" y="10299"/>
                  <a:pt x="11290" y="10299"/>
                </a:cubicBezTo>
                <a:lnTo>
                  <a:pt x="13256" y="10299"/>
                </a:lnTo>
                <a:lnTo>
                  <a:pt x="13256" y="8836"/>
                </a:lnTo>
                <a:lnTo>
                  <a:pt x="11292" y="8836"/>
                </a:lnTo>
                <a:lnTo>
                  <a:pt x="11292" y="6873"/>
                </a:lnTo>
                <a:lnTo>
                  <a:pt x="10042" y="6879"/>
                </a:lnTo>
                <a:cubicBezTo>
                  <a:pt x="9988" y="7284"/>
                  <a:pt x="9891" y="7618"/>
                  <a:pt x="9750" y="7879"/>
                </a:cubicBezTo>
                <a:cubicBezTo>
                  <a:pt x="9608" y="8142"/>
                  <a:pt x="9420" y="8366"/>
                  <a:pt x="9187" y="8553"/>
                </a:cubicBezTo>
                <a:cubicBezTo>
                  <a:pt x="8953" y="8740"/>
                  <a:pt x="8672" y="8883"/>
                  <a:pt x="8344" y="8984"/>
                </a:cubicBezTo>
                <a:lnTo>
                  <a:pt x="8345" y="10309"/>
                </a:lnTo>
                <a:lnTo>
                  <a:pt x="9328" y="10299"/>
                </a:lnTo>
                <a:lnTo>
                  <a:pt x="9328" y="12846"/>
                </a:lnTo>
                <a:cubicBezTo>
                  <a:pt x="9328" y="13204"/>
                  <a:pt x="9368" y="13478"/>
                  <a:pt x="9448" y="13666"/>
                </a:cubicBezTo>
                <a:cubicBezTo>
                  <a:pt x="9528" y="13856"/>
                  <a:pt x="9671" y="14034"/>
                  <a:pt x="9879" y="14202"/>
                </a:cubicBezTo>
                <a:cubicBezTo>
                  <a:pt x="10086" y="14370"/>
                  <a:pt x="10336" y="14498"/>
                  <a:pt x="10629" y="14589"/>
                </a:cubicBezTo>
                <a:cubicBezTo>
                  <a:pt x="10922" y="14679"/>
                  <a:pt x="11238" y="14727"/>
                  <a:pt x="11619" y="14727"/>
                </a:cubicBezTo>
                <a:cubicBezTo>
                  <a:pt x="11955" y="14727"/>
                  <a:pt x="12228" y="14693"/>
                  <a:pt x="12517" y="14629"/>
                </a:cubicBezTo>
                <a:cubicBezTo>
                  <a:pt x="12806" y="14565"/>
                  <a:pt x="13221" y="14455"/>
                  <a:pt x="13578" y="14297"/>
                </a:cubicBezTo>
                <a:lnTo>
                  <a:pt x="13583" y="13091"/>
                </a:lnTo>
                <a:cubicBezTo>
                  <a:pt x="13165" y="13349"/>
                  <a:pt x="12648" y="13447"/>
                  <a:pt x="12225" y="13447"/>
                </a:cubicBezTo>
                <a:cubicBezTo>
                  <a:pt x="11987" y="13447"/>
                  <a:pt x="11776" y="13395"/>
                  <a:pt x="11592" y="13291"/>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62" name="Google Shape;1062;p25"/>
          <p:cNvSpPr/>
          <p:nvPr/>
        </p:nvSpPr>
        <p:spPr>
          <a:xfrm>
            <a:off x="11074472" y="3939045"/>
            <a:ext cx="279328" cy="279328"/>
          </a:xfrm>
          <a:custGeom>
            <a:rect b="b" l="l" r="r" t="t"/>
            <a:pathLst>
              <a:path extrusionOk="0" h="21600" w="21600">
                <a:moveTo>
                  <a:pt x="20618" y="19636"/>
                </a:moveTo>
                <a:cubicBezTo>
                  <a:pt x="20618" y="20179"/>
                  <a:pt x="20178" y="20618"/>
                  <a:pt x="19636" y="20618"/>
                </a:cubicBezTo>
                <a:lnTo>
                  <a:pt x="1964" y="20618"/>
                </a:lnTo>
                <a:cubicBezTo>
                  <a:pt x="1422" y="20618"/>
                  <a:pt x="982" y="20179"/>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14291" y="6986"/>
                </a:moveTo>
                <a:cubicBezTo>
                  <a:pt x="14241" y="6976"/>
                  <a:pt x="14187" y="6971"/>
                  <a:pt x="14134" y="6971"/>
                </a:cubicBezTo>
                <a:cubicBezTo>
                  <a:pt x="13808" y="6971"/>
                  <a:pt x="13598" y="7166"/>
                  <a:pt x="13572" y="7494"/>
                </a:cubicBezTo>
                <a:cubicBezTo>
                  <a:pt x="13242" y="11704"/>
                  <a:pt x="13044" y="12909"/>
                  <a:pt x="13042" y="12921"/>
                </a:cubicBezTo>
                <a:lnTo>
                  <a:pt x="13046" y="13020"/>
                </a:lnTo>
                <a:lnTo>
                  <a:pt x="13142" y="13032"/>
                </a:lnTo>
                <a:lnTo>
                  <a:pt x="13172" y="13031"/>
                </a:lnTo>
                <a:cubicBezTo>
                  <a:pt x="13281" y="13031"/>
                  <a:pt x="13386" y="13050"/>
                  <a:pt x="13473" y="13084"/>
                </a:cubicBezTo>
                <a:lnTo>
                  <a:pt x="13579" y="13126"/>
                </a:lnTo>
                <a:lnTo>
                  <a:pt x="13598" y="13012"/>
                </a:lnTo>
                <a:cubicBezTo>
                  <a:pt x="13837" y="11522"/>
                  <a:pt x="14296" y="9525"/>
                  <a:pt x="14542" y="8453"/>
                </a:cubicBezTo>
                <a:cubicBezTo>
                  <a:pt x="14618" y="8121"/>
                  <a:pt x="14675" y="7877"/>
                  <a:pt x="14698" y="7763"/>
                </a:cubicBezTo>
                <a:cubicBezTo>
                  <a:pt x="14745" y="7530"/>
                  <a:pt x="14724" y="7343"/>
                  <a:pt x="14636" y="7206"/>
                </a:cubicBezTo>
                <a:cubicBezTo>
                  <a:pt x="14563" y="7092"/>
                  <a:pt x="14447" y="7018"/>
                  <a:pt x="14291" y="6986"/>
                </a:cubicBezTo>
                <a:moveTo>
                  <a:pt x="13280" y="13606"/>
                </a:moveTo>
                <a:cubicBezTo>
                  <a:pt x="12921" y="13524"/>
                  <a:pt x="12660" y="13682"/>
                  <a:pt x="12569" y="14030"/>
                </a:cubicBezTo>
                <a:cubicBezTo>
                  <a:pt x="12529" y="14187"/>
                  <a:pt x="12549" y="14335"/>
                  <a:pt x="12630" y="14459"/>
                </a:cubicBezTo>
                <a:cubicBezTo>
                  <a:pt x="12706" y="14574"/>
                  <a:pt x="12831" y="14660"/>
                  <a:pt x="12982" y="14701"/>
                </a:cubicBezTo>
                <a:cubicBezTo>
                  <a:pt x="13045" y="14719"/>
                  <a:pt x="13109" y="14728"/>
                  <a:pt x="13172" y="14728"/>
                </a:cubicBezTo>
                <a:cubicBezTo>
                  <a:pt x="13438" y="14728"/>
                  <a:pt x="13639" y="14578"/>
                  <a:pt x="13698" y="14338"/>
                </a:cubicBezTo>
                <a:cubicBezTo>
                  <a:pt x="13741" y="14155"/>
                  <a:pt x="13722" y="13989"/>
                  <a:pt x="13642" y="13858"/>
                </a:cubicBezTo>
                <a:cubicBezTo>
                  <a:pt x="13567" y="13733"/>
                  <a:pt x="13439" y="13643"/>
                  <a:pt x="13280" y="13606"/>
                </a:cubicBezTo>
                <a:moveTo>
                  <a:pt x="13014" y="7028"/>
                </a:moveTo>
                <a:lnTo>
                  <a:pt x="13098" y="6884"/>
                </a:lnTo>
                <a:lnTo>
                  <a:pt x="12931" y="6884"/>
                </a:lnTo>
                <a:lnTo>
                  <a:pt x="12906" y="6887"/>
                </a:lnTo>
                <a:cubicBezTo>
                  <a:pt x="12646" y="6961"/>
                  <a:pt x="12244" y="6961"/>
                  <a:pt x="11983" y="6887"/>
                </a:cubicBezTo>
                <a:lnTo>
                  <a:pt x="11901" y="6884"/>
                </a:lnTo>
                <a:lnTo>
                  <a:pt x="9988" y="10156"/>
                </a:lnTo>
                <a:lnTo>
                  <a:pt x="8067" y="6872"/>
                </a:lnTo>
                <a:lnTo>
                  <a:pt x="8000" y="6890"/>
                </a:lnTo>
                <a:cubicBezTo>
                  <a:pt x="7739" y="6962"/>
                  <a:pt x="7347" y="6961"/>
                  <a:pt x="7088" y="6887"/>
                </a:cubicBezTo>
                <a:lnTo>
                  <a:pt x="6878" y="6884"/>
                </a:lnTo>
                <a:lnTo>
                  <a:pt x="9482" y="11392"/>
                </a:lnTo>
                <a:lnTo>
                  <a:pt x="9404" y="14626"/>
                </a:lnTo>
                <a:lnTo>
                  <a:pt x="9407" y="14722"/>
                </a:lnTo>
                <a:lnTo>
                  <a:pt x="9502" y="14722"/>
                </a:lnTo>
                <a:lnTo>
                  <a:pt x="9526" y="14719"/>
                </a:lnTo>
                <a:cubicBezTo>
                  <a:pt x="9786" y="14645"/>
                  <a:pt x="10190" y="14645"/>
                  <a:pt x="10449" y="14719"/>
                </a:cubicBezTo>
                <a:lnTo>
                  <a:pt x="10573" y="14722"/>
                </a:lnTo>
                <a:lnTo>
                  <a:pt x="10512" y="11390"/>
                </a:lnTo>
                <a:cubicBezTo>
                  <a:pt x="10600" y="11229"/>
                  <a:pt x="11150" y="10205"/>
                  <a:pt x="11738" y="9180"/>
                </a:cubicBezTo>
                <a:cubicBezTo>
                  <a:pt x="12342" y="8126"/>
                  <a:pt x="13008" y="7040"/>
                  <a:pt x="13014" y="7028"/>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63" name="Google Shape;1063;p25"/>
          <p:cNvSpPr/>
          <p:nvPr/>
        </p:nvSpPr>
        <p:spPr>
          <a:xfrm>
            <a:off x="6275123" y="4472306"/>
            <a:ext cx="279328" cy="279328"/>
          </a:xfrm>
          <a:custGeom>
            <a:rect b="b" l="l" r="r" t="t"/>
            <a:pathLst>
              <a:path extrusionOk="0" h="21600" w="21600">
                <a:moveTo>
                  <a:pt x="13062" y="5890"/>
                </a:moveTo>
                <a:lnTo>
                  <a:pt x="10786" y="7776"/>
                </a:lnTo>
                <a:lnTo>
                  <a:pt x="13925" y="9725"/>
                </a:lnTo>
                <a:lnTo>
                  <a:pt x="16200" y="7926"/>
                </a:lnTo>
                <a:cubicBezTo>
                  <a:pt x="16200" y="7926"/>
                  <a:pt x="13062" y="5890"/>
                  <a:pt x="13062" y="5890"/>
                </a:cubicBezTo>
                <a:close/>
                <a:moveTo>
                  <a:pt x="20618" y="19636"/>
                </a:moveTo>
                <a:cubicBezTo>
                  <a:pt x="20618" y="20179"/>
                  <a:pt x="20179" y="20618"/>
                  <a:pt x="19636" y="20618"/>
                </a:cubicBezTo>
                <a:lnTo>
                  <a:pt x="1964" y="20618"/>
                </a:lnTo>
                <a:cubicBezTo>
                  <a:pt x="1422" y="20618"/>
                  <a:pt x="982" y="20179"/>
                  <a:pt x="982" y="19636"/>
                </a:cubicBezTo>
                <a:lnTo>
                  <a:pt x="982" y="1964"/>
                </a:lnTo>
                <a:cubicBezTo>
                  <a:pt x="982" y="1421"/>
                  <a:pt x="1422" y="982"/>
                  <a:pt x="1964" y="982"/>
                </a:cubicBezTo>
                <a:lnTo>
                  <a:pt x="19636" y="982"/>
                </a:lnTo>
                <a:cubicBezTo>
                  <a:pt x="20179" y="982"/>
                  <a:pt x="20618" y="1421"/>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5400" y="8027"/>
                </a:moveTo>
                <a:lnTo>
                  <a:pt x="7647" y="9763"/>
                </a:lnTo>
                <a:lnTo>
                  <a:pt x="10786" y="7776"/>
                </a:lnTo>
                <a:lnTo>
                  <a:pt x="8630" y="5891"/>
                </a:lnTo>
                <a:cubicBezTo>
                  <a:pt x="8630" y="5891"/>
                  <a:pt x="5400" y="8027"/>
                  <a:pt x="5400" y="8027"/>
                </a:cubicBezTo>
                <a:close/>
                <a:moveTo>
                  <a:pt x="13925" y="9726"/>
                </a:moveTo>
                <a:lnTo>
                  <a:pt x="13925" y="9725"/>
                </a:lnTo>
                <a:lnTo>
                  <a:pt x="13925" y="9725"/>
                </a:lnTo>
                <a:lnTo>
                  <a:pt x="13924" y="9725"/>
                </a:lnTo>
                <a:cubicBezTo>
                  <a:pt x="13924" y="9725"/>
                  <a:pt x="13925" y="9726"/>
                  <a:pt x="13925" y="9726"/>
                </a:cubicBezTo>
                <a:close/>
                <a:moveTo>
                  <a:pt x="12965" y="14699"/>
                </a:moveTo>
                <a:lnTo>
                  <a:pt x="12959" y="14707"/>
                </a:lnTo>
                <a:lnTo>
                  <a:pt x="10801" y="13101"/>
                </a:lnTo>
                <a:lnTo>
                  <a:pt x="8731" y="14685"/>
                </a:lnTo>
                <a:lnTo>
                  <a:pt x="8712" y="14715"/>
                </a:lnTo>
                <a:lnTo>
                  <a:pt x="7571" y="14025"/>
                </a:lnTo>
                <a:lnTo>
                  <a:pt x="7571" y="14627"/>
                </a:lnTo>
                <a:lnTo>
                  <a:pt x="10799" y="16692"/>
                </a:lnTo>
                <a:lnTo>
                  <a:pt x="14001" y="14627"/>
                </a:lnTo>
                <a:lnTo>
                  <a:pt x="14001" y="14067"/>
                </a:lnTo>
                <a:lnTo>
                  <a:pt x="12965" y="14699"/>
                </a:lnTo>
                <a:cubicBezTo>
                  <a:pt x="12965" y="14699"/>
                  <a:pt x="12965" y="14699"/>
                  <a:pt x="12965" y="14699"/>
                </a:cubicBezTo>
                <a:close/>
                <a:moveTo>
                  <a:pt x="7641" y="9766"/>
                </a:moveTo>
                <a:lnTo>
                  <a:pt x="5404" y="11577"/>
                </a:lnTo>
                <a:lnTo>
                  <a:pt x="7350" y="12746"/>
                </a:lnTo>
                <a:lnTo>
                  <a:pt x="7351" y="12745"/>
                </a:lnTo>
                <a:lnTo>
                  <a:pt x="7742" y="12982"/>
                </a:lnTo>
                <a:lnTo>
                  <a:pt x="8631" y="13516"/>
                </a:lnTo>
                <a:lnTo>
                  <a:pt x="10060" y="12431"/>
                </a:lnTo>
                <a:lnTo>
                  <a:pt x="10780" y="11879"/>
                </a:lnTo>
                <a:lnTo>
                  <a:pt x="10783" y="11882"/>
                </a:lnTo>
                <a:lnTo>
                  <a:pt x="10786" y="11880"/>
                </a:lnTo>
                <a:lnTo>
                  <a:pt x="10798" y="11888"/>
                </a:lnTo>
                <a:lnTo>
                  <a:pt x="10804" y="11879"/>
                </a:lnTo>
                <a:lnTo>
                  <a:pt x="12515" y="13153"/>
                </a:lnTo>
                <a:lnTo>
                  <a:pt x="13007" y="13515"/>
                </a:lnTo>
                <a:lnTo>
                  <a:pt x="16199" y="11575"/>
                </a:lnTo>
                <a:lnTo>
                  <a:pt x="13925" y="9726"/>
                </a:lnTo>
                <a:lnTo>
                  <a:pt x="10787" y="11715"/>
                </a:lnTo>
                <a:cubicBezTo>
                  <a:pt x="10787" y="11715"/>
                  <a:pt x="7641" y="9766"/>
                  <a:pt x="7641" y="9766"/>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64" name="Google Shape;1064;p25"/>
          <p:cNvSpPr/>
          <p:nvPr/>
        </p:nvSpPr>
        <p:spPr>
          <a:xfrm>
            <a:off x="6808384" y="4472306"/>
            <a:ext cx="279328" cy="279328"/>
          </a:xfrm>
          <a:custGeom>
            <a:rect b="b" l="l" r="r" t="t"/>
            <a:pathLst>
              <a:path extrusionOk="0" h="21600" w="21600">
                <a:moveTo>
                  <a:pt x="14727" y="13745"/>
                </a:moveTo>
                <a:cubicBezTo>
                  <a:pt x="14727" y="14288"/>
                  <a:pt x="14287" y="14727"/>
                  <a:pt x="13745" y="14727"/>
                </a:cubicBezTo>
                <a:lnTo>
                  <a:pt x="7855" y="14727"/>
                </a:lnTo>
                <a:cubicBezTo>
                  <a:pt x="7313" y="14727"/>
                  <a:pt x="6873" y="14288"/>
                  <a:pt x="6873" y="13745"/>
                </a:cubicBezTo>
                <a:lnTo>
                  <a:pt x="6873" y="10309"/>
                </a:lnTo>
                <a:lnTo>
                  <a:pt x="7904" y="10309"/>
                </a:lnTo>
                <a:cubicBezTo>
                  <a:pt x="7877" y="10470"/>
                  <a:pt x="7855" y="10632"/>
                  <a:pt x="7855" y="10800"/>
                </a:cubicBezTo>
                <a:cubicBezTo>
                  <a:pt x="7855" y="12427"/>
                  <a:pt x="9173" y="13745"/>
                  <a:pt x="10800" y="13745"/>
                </a:cubicBezTo>
                <a:cubicBezTo>
                  <a:pt x="12427" y="13745"/>
                  <a:pt x="13745" y="12427"/>
                  <a:pt x="13745" y="10800"/>
                </a:cubicBezTo>
                <a:cubicBezTo>
                  <a:pt x="13745" y="10632"/>
                  <a:pt x="13723" y="10470"/>
                  <a:pt x="13696" y="10309"/>
                </a:cubicBezTo>
                <a:lnTo>
                  <a:pt x="14727" y="10309"/>
                </a:lnTo>
                <a:cubicBezTo>
                  <a:pt x="14727" y="10309"/>
                  <a:pt x="14727" y="13745"/>
                  <a:pt x="14727" y="13745"/>
                </a:cubicBezTo>
                <a:close/>
                <a:moveTo>
                  <a:pt x="10800" y="8836"/>
                </a:moveTo>
                <a:cubicBezTo>
                  <a:pt x="11884" y="8836"/>
                  <a:pt x="12764" y="9716"/>
                  <a:pt x="12764" y="10800"/>
                </a:cubicBezTo>
                <a:cubicBezTo>
                  <a:pt x="12764" y="11884"/>
                  <a:pt x="11884" y="12764"/>
                  <a:pt x="10800" y="12764"/>
                </a:cubicBezTo>
                <a:cubicBezTo>
                  <a:pt x="9716" y="12764"/>
                  <a:pt x="8836" y="11884"/>
                  <a:pt x="8836" y="10800"/>
                </a:cubicBezTo>
                <a:cubicBezTo>
                  <a:pt x="8836" y="9716"/>
                  <a:pt x="9716" y="8836"/>
                  <a:pt x="10800" y="8836"/>
                </a:cubicBezTo>
                <a:moveTo>
                  <a:pt x="12764" y="7364"/>
                </a:moveTo>
                <a:lnTo>
                  <a:pt x="14236" y="7364"/>
                </a:lnTo>
                <a:lnTo>
                  <a:pt x="14236" y="8836"/>
                </a:lnTo>
                <a:lnTo>
                  <a:pt x="12764" y="8836"/>
                </a:lnTo>
                <a:cubicBezTo>
                  <a:pt x="12764" y="8836"/>
                  <a:pt x="12764" y="7364"/>
                  <a:pt x="12764" y="7364"/>
                </a:cubicBezTo>
                <a:close/>
                <a:moveTo>
                  <a:pt x="13745" y="5891"/>
                </a:moveTo>
                <a:lnTo>
                  <a:pt x="7855" y="5891"/>
                </a:lnTo>
                <a:cubicBezTo>
                  <a:pt x="6770" y="5891"/>
                  <a:pt x="5891" y="6770"/>
                  <a:pt x="5891" y="7855"/>
                </a:cubicBezTo>
                <a:lnTo>
                  <a:pt x="5891" y="13745"/>
                </a:lnTo>
                <a:cubicBezTo>
                  <a:pt x="5891" y="14830"/>
                  <a:pt x="6770" y="15709"/>
                  <a:pt x="7855" y="15709"/>
                </a:cubicBezTo>
                <a:lnTo>
                  <a:pt x="13745" y="15709"/>
                </a:lnTo>
                <a:cubicBezTo>
                  <a:pt x="14830" y="15709"/>
                  <a:pt x="15709" y="14830"/>
                  <a:pt x="15709" y="13745"/>
                </a:cubicBezTo>
                <a:lnTo>
                  <a:pt x="15709" y="7855"/>
                </a:lnTo>
                <a:cubicBezTo>
                  <a:pt x="15709" y="6770"/>
                  <a:pt x="14830" y="5891"/>
                  <a:pt x="13745" y="5891"/>
                </a:cubicBezTo>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65" name="Google Shape;1065;p25"/>
          <p:cNvSpPr/>
          <p:nvPr/>
        </p:nvSpPr>
        <p:spPr>
          <a:xfrm>
            <a:off x="7341645" y="4472306"/>
            <a:ext cx="279328" cy="279328"/>
          </a:xfrm>
          <a:custGeom>
            <a:rect b="b" l="l" r="r" t="t"/>
            <a:pathLst>
              <a:path extrusionOk="0" h="21600" w="21600">
                <a:moveTo>
                  <a:pt x="15709" y="10800"/>
                </a:moveTo>
                <a:cubicBezTo>
                  <a:pt x="15709" y="12575"/>
                  <a:pt x="14764" y="14125"/>
                  <a:pt x="13353" y="14987"/>
                </a:cubicBezTo>
                <a:lnTo>
                  <a:pt x="14834" y="10706"/>
                </a:lnTo>
                <a:cubicBezTo>
                  <a:pt x="15118" y="9994"/>
                  <a:pt x="15213" y="9425"/>
                  <a:pt x="15213" y="8918"/>
                </a:cubicBezTo>
                <a:cubicBezTo>
                  <a:pt x="15213" y="8811"/>
                  <a:pt x="15201" y="8718"/>
                  <a:pt x="15194" y="8620"/>
                </a:cubicBezTo>
                <a:cubicBezTo>
                  <a:pt x="15521" y="9277"/>
                  <a:pt x="15709" y="10016"/>
                  <a:pt x="15709" y="10800"/>
                </a:cubicBezTo>
                <a:moveTo>
                  <a:pt x="11488" y="8460"/>
                </a:moveTo>
                <a:cubicBezTo>
                  <a:pt x="11788" y="8444"/>
                  <a:pt x="12059" y="8413"/>
                  <a:pt x="12059" y="8413"/>
                </a:cubicBezTo>
                <a:cubicBezTo>
                  <a:pt x="12328" y="8380"/>
                  <a:pt x="12296" y="7986"/>
                  <a:pt x="12027" y="8001"/>
                </a:cubicBezTo>
                <a:cubicBezTo>
                  <a:pt x="12027" y="8001"/>
                  <a:pt x="11219" y="8065"/>
                  <a:pt x="10697" y="8065"/>
                </a:cubicBezTo>
                <a:cubicBezTo>
                  <a:pt x="10206" y="8065"/>
                  <a:pt x="9382" y="8001"/>
                  <a:pt x="9382" y="8001"/>
                </a:cubicBezTo>
                <a:cubicBezTo>
                  <a:pt x="9113" y="7986"/>
                  <a:pt x="9082" y="8396"/>
                  <a:pt x="9350" y="8413"/>
                </a:cubicBezTo>
                <a:cubicBezTo>
                  <a:pt x="9350" y="8413"/>
                  <a:pt x="9605" y="8444"/>
                  <a:pt x="9874" y="8460"/>
                </a:cubicBezTo>
                <a:lnTo>
                  <a:pt x="10652" y="10591"/>
                </a:lnTo>
                <a:lnTo>
                  <a:pt x="9560" y="13866"/>
                </a:lnTo>
                <a:lnTo>
                  <a:pt x="7742" y="8460"/>
                </a:lnTo>
                <a:cubicBezTo>
                  <a:pt x="8042" y="8444"/>
                  <a:pt x="8313" y="8413"/>
                  <a:pt x="8313" y="8413"/>
                </a:cubicBezTo>
                <a:cubicBezTo>
                  <a:pt x="8582" y="8380"/>
                  <a:pt x="8550" y="7986"/>
                  <a:pt x="8281" y="8001"/>
                </a:cubicBezTo>
                <a:cubicBezTo>
                  <a:pt x="8281" y="8001"/>
                  <a:pt x="7473" y="8065"/>
                  <a:pt x="6951" y="8065"/>
                </a:cubicBezTo>
                <a:cubicBezTo>
                  <a:pt x="6885" y="8065"/>
                  <a:pt x="6804" y="8063"/>
                  <a:pt x="6727" y="8061"/>
                </a:cubicBezTo>
                <a:cubicBezTo>
                  <a:pt x="7608" y="6752"/>
                  <a:pt x="9103" y="5891"/>
                  <a:pt x="10800" y="5891"/>
                </a:cubicBezTo>
                <a:cubicBezTo>
                  <a:pt x="12045" y="5891"/>
                  <a:pt x="13178" y="6358"/>
                  <a:pt x="14044" y="7122"/>
                </a:cubicBezTo>
                <a:cubicBezTo>
                  <a:pt x="13590" y="7157"/>
                  <a:pt x="13299" y="7563"/>
                  <a:pt x="13299" y="8001"/>
                </a:cubicBezTo>
                <a:cubicBezTo>
                  <a:pt x="13299" y="8413"/>
                  <a:pt x="13505" y="8761"/>
                  <a:pt x="13758" y="9172"/>
                </a:cubicBezTo>
                <a:cubicBezTo>
                  <a:pt x="13948" y="9504"/>
                  <a:pt x="14169" y="9931"/>
                  <a:pt x="14169" y="10548"/>
                </a:cubicBezTo>
                <a:cubicBezTo>
                  <a:pt x="14169" y="10975"/>
                  <a:pt x="14005" y="11471"/>
                  <a:pt x="13789" y="12162"/>
                </a:cubicBezTo>
                <a:lnTo>
                  <a:pt x="13291" y="13825"/>
                </a:lnTo>
                <a:cubicBezTo>
                  <a:pt x="13291" y="13825"/>
                  <a:pt x="11488" y="8460"/>
                  <a:pt x="11488" y="8460"/>
                </a:cubicBezTo>
                <a:close/>
                <a:moveTo>
                  <a:pt x="10800" y="15709"/>
                </a:moveTo>
                <a:cubicBezTo>
                  <a:pt x="10319" y="15709"/>
                  <a:pt x="9857" y="15637"/>
                  <a:pt x="9418" y="15508"/>
                </a:cubicBezTo>
                <a:lnTo>
                  <a:pt x="10887" y="11236"/>
                </a:lnTo>
                <a:cubicBezTo>
                  <a:pt x="10887" y="11236"/>
                  <a:pt x="12211" y="14865"/>
                  <a:pt x="12425" y="15428"/>
                </a:cubicBezTo>
                <a:cubicBezTo>
                  <a:pt x="11916" y="15607"/>
                  <a:pt x="11371" y="15709"/>
                  <a:pt x="10800" y="15709"/>
                </a:cubicBezTo>
                <a:moveTo>
                  <a:pt x="5891" y="10800"/>
                </a:moveTo>
                <a:cubicBezTo>
                  <a:pt x="5891" y="10118"/>
                  <a:pt x="6030" y="9470"/>
                  <a:pt x="6281" y="8880"/>
                </a:cubicBezTo>
                <a:lnTo>
                  <a:pt x="8579" y="15174"/>
                </a:lnTo>
                <a:cubicBezTo>
                  <a:pt x="6985" y="14362"/>
                  <a:pt x="5891" y="12711"/>
                  <a:pt x="5891" y="10800"/>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66" name="Google Shape;1066;p25"/>
          <p:cNvSpPr/>
          <p:nvPr/>
        </p:nvSpPr>
        <p:spPr>
          <a:xfrm>
            <a:off x="7874906" y="4472306"/>
            <a:ext cx="279328" cy="279328"/>
          </a:xfrm>
          <a:custGeom>
            <a:rect b="b" l="l" r="r" t="t"/>
            <a:pathLst>
              <a:path extrusionOk="0" h="21600" w="21600">
                <a:moveTo>
                  <a:pt x="14236" y="10309"/>
                </a:moveTo>
                <a:cubicBezTo>
                  <a:pt x="13551" y="10309"/>
                  <a:pt x="12889" y="10401"/>
                  <a:pt x="12252" y="10556"/>
                </a:cubicBezTo>
                <a:cubicBezTo>
                  <a:pt x="12104" y="10191"/>
                  <a:pt x="11941" y="9834"/>
                  <a:pt x="11763" y="9484"/>
                </a:cubicBezTo>
                <a:cubicBezTo>
                  <a:pt x="12783" y="9001"/>
                  <a:pt x="13728" y="8390"/>
                  <a:pt x="14592" y="7682"/>
                </a:cubicBezTo>
                <a:cubicBezTo>
                  <a:pt x="15222" y="8448"/>
                  <a:pt x="15619" y="9407"/>
                  <a:pt x="15692" y="10457"/>
                </a:cubicBezTo>
                <a:cubicBezTo>
                  <a:pt x="15218" y="10370"/>
                  <a:pt x="14736" y="10309"/>
                  <a:pt x="14236" y="10309"/>
                </a:cubicBezTo>
                <a:moveTo>
                  <a:pt x="13226" y="15065"/>
                </a:moveTo>
                <a:cubicBezTo>
                  <a:pt x="13168" y="13821"/>
                  <a:pt x="12957" y="12618"/>
                  <a:pt x="12590" y="11483"/>
                </a:cubicBezTo>
                <a:cubicBezTo>
                  <a:pt x="13120" y="11361"/>
                  <a:pt x="13669" y="11291"/>
                  <a:pt x="14236" y="11291"/>
                </a:cubicBezTo>
                <a:cubicBezTo>
                  <a:pt x="14726" y="11291"/>
                  <a:pt x="15199" y="11358"/>
                  <a:pt x="15661" y="11451"/>
                </a:cubicBezTo>
                <a:cubicBezTo>
                  <a:pt x="15455" y="13001"/>
                  <a:pt x="14528" y="14322"/>
                  <a:pt x="13226" y="15065"/>
                </a:cubicBezTo>
                <a:moveTo>
                  <a:pt x="10800" y="15709"/>
                </a:moveTo>
                <a:cubicBezTo>
                  <a:pt x="9746" y="15709"/>
                  <a:pt x="8772" y="15374"/>
                  <a:pt x="7971" y="14808"/>
                </a:cubicBezTo>
                <a:cubicBezTo>
                  <a:pt x="8822" y="13429"/>
                  <a:pt x="10108" y="12348"/>
                  <a:pt x="11646" y="11768"/>
                </a:cubicBezTo>
                <a:cubicBezTo>
                  <a:pt x="12027" y="12943"/>
                  <a:pt x="12241" y="14191"/>
                  <a:pt x="12264" y="15487"/>
                </a:cubicBezTo>
                <a:cubicBezTo>
                  <a:pt x="11801" y="15631"/>
                  <a:pt x="11310" y="15709"/>
                  <a:pt x="10800" y="15709"/>
                </a:cubicBezTo>
                <a:moveTo>
                  <a:pt x="5891" y="10800"/>
                </a:moveTo>
                <a:cubicBezTo>
                  <a:pt x="7640" y="10800"/>
                  <a:pt x="9312" y="10469"/>
                  <a:pt x="10852" y="9873"/>
                </a:cubicBezTo>
                <a:cubicBezTo>
                  <a:pt x="11015" y="10192"/>
                  <a:pt x="11171" y="10515"/>
                  <a:pt x="11309" y="10848"/>
                </a:cubicBezTo>
                <a:cubicBezTo>
                  <a:pt x="9614" y="11484"/>
                  <a:pt x="8190" y="12658"/>
                  <a:pt x="7225" y="14157"/>
                </a:cubicBezTo>
                <a:cubicBezTo>
                  <a:pt x="6400" y="13279"/>
                  <a:pt x="5891" y="12100"/>
                  <a:pt x="5891" y="10800"/>
                </a:cubicBezTo>
                <a:moveTo>
                  <a:pt x="8358" y="6546"/>
                </a:moveTo>
                <a:cubicBezTo>
                  <a:pt x="9117" y="7279"/>
                  <a:pt x="9793" y="8098"/>
                  <a:pt x="10353" y="9001"/>
                </a:cubicBezTo>
                <a:cubicBezTo>
                  <a:pt x="8991" y="9509"/>
                  <a:pt x="7526" y="9801"/>
                  <a:pt x="5990" y="9813"/>
                </a:cubicBezTo>
                <a:cubicBezTo>
                  <a:pt x="6276" y="8414"/>
                  <a:pt x="7158" y="7236"/>
                  <a:pt x="8358" y="6546"/>
                </a:cubicBezTo>
                <a:moveTo>
                  <a:pt x="10800" y="5891"/>
                </a:moveTo>
                <a:cubicBezTo>
                  <a:pt x="11968" y="5891"/>
                  <a:pt x="13040" y="6300"/>
                  <a:pt x="13882" y="6982"/>
                </a:cubicBezTo>
                <a:cubicBezTo>
                  <a:pt x="13087" y="7622"/>
                  <a:pt x="12217" y="8174"/>
                  <a:pt x="11282" y="8612"/>
                </a:cubicBezTo>
                <a:cubicBezTo>
                  <a:pt x="10732" y="7702"/>
                  <a:pt x="10073" y="6869"/>
                  <a:pt x="9333" y="6114"/>
                </a:cubicBezTo>
                <a:cubicBezTo>
                  <a:pt x="9797" y="5970"/>
                  <a:pt x="10289" y="5891"/>
                  <a:pt x="10800" y="5891"/>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moveTo>
                  <a:pt x="20618" y="19636"/>
                </a:moveTo>
                <a:cubicBezTo>
                  <a:pt x="20618" y="20178"/>
                  <a:pt x="20178" y="20618"/>
                  <a:pt x="19636" y="20618"/>
                </a:cubicBezTo>
                <a:lnTo>
                  <a:pt x="1964" y="20618"/>
                </a:lnTo>
                <a:cubicBezTo>
                  <a:pt x="1422" y="20618"/>
                  <a:pt x="982" y="20178"/>
                  <a:pt x="982" y="19636"/>
                </a:cubicBezTo>
                <a:lnTo>
                  <a:pt x="982" y="1964"/>
                </a:lnTo>
                <a:cubicBezTo>
                  <a:pt x="982" y="1422"/>
                  <a:pt x="1422"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67" name="Google Shape;1067;p25"/>
          <p:cNvSpPr/>
          <p:nvPr/>
        </p:nvSpPr>
        <p:spPr>
          <a:xfrm>
            <a:off x="8433560" y="4472306"/>
            <a:ext cx="228541" cy="279328"/>
          </a:xfrm>
          <a:custGeom>
            <a:rect b="b" l="l" r="r" t="t"/>
            <a:pathLst>
              <a:path extrusionOk="0" h="21600" w="21600">
                <a:moveTo>
                  <a:pt x="15500" y="13698"/>
                </a:moveTo>
                <a:cubicBezTo>
                  <a:pt x="15500" y="14629"/>
                  <a:pt x="14906" y="15067"/>
                  <a:pt x="13996" y="15061"/>
                </a:cubicBezTo>
                <a:cubicBezTo>
                  <a:pt x="13870" y="15061"/>
                  <a:pt x="13731" y="15061"/>
                  <a:pt x="13646" y="15044"/>
                </a:cubicBezTo>
                <a:lnTo>
                  <a:pt x="13646" y="12497"/>
                </a:lnTo>
                <a:cubicBezTo>
                  <a:pt x="13731" y="12480"/>
                  <a:pt x="13877" y="12463"/>
                  <a:pt x="14101" y="12463"/>
                </a:cubicBezTo>
                <a:cubicBezTo>
                  <a:pt x="14966" y="12463"/>
                  <a:pt x="15507" y="12890"/>
                  <a:pt x="15500" y="13698"/>
                </a:cubicBezTo>
                <a:moveTo>
                  <a:pt x="12636" y="11868"/>
                </a:moveTo>
                <a:lnTo>
                  <a:pt x="12636" y="15691"/>
                </a:lnTo>
                <a:cubicBezTo>
                  <a:pt x="12886" y="15720"/>
                  <a:pt x="13256" y="15748"/>
                  <a:pt x="13778" y="15748"/>
                </a:cubicBezTo>
                <a:cubicBezTo>
                  <a:pt x="14649" y="15748"/>
                  <a:pt x="15362" y="15587"/>
                  <a:pt x="15830" y="15246"/>
                </a:cubicBezTo>
                <a:cubicBezTo>
                  <a:pt x="16260" y="14929"/>
                  <a:pt x="16570" y="14415"/>
                  <a:pt x="16570" y="13670"/>
                </a:cubicBezTo>
                <a:cubicBezTo>
                  <a:pt x="16570" y="12982"/>
                  <a:pt x="16279" y="12503"/>
                  <a:pt x="15817" y="12203"/>
                </a:cubicBezTo>
                <a:cubicBezTo>
                  <a:pt x="15388" y="11919"/>
                  <a:pt x="14840" y="11787"/>
                  <a:pt x="13996" y="11787"/>
                </a:cubicBezTo>
                <a:cubicBezTo>
                  <a:pt x="13487" y="11787"/>
                  <a:pt x="13005" y="11815"/>
                  <a:pt x="12636" y="11868"/>
                </a:cubicBezTo>
                <a:moveTo>
                  <a:pt x="14400" y="5891"/>
                </a:moveTo>
                <a:lnTo>
                  <a:pt x="14400" y="982"/>
                </a:lnTo>
                <a:lnTo>
                  <a:pt x="15000" y="982"/>
                </a:lnTo>
                <a:lnTo>
                  <a:pt x="20400" y="5891"/>
                </a:lnTo>
                <a:cubicBezTo>
                  <a:pt x="20400" y="5891"/>
                  <a:pt x="14400" y="5891"/>
                  <a:pt x="14400" y="5891"/>
                </a:cubicBezTo>
                <a:close/>
                <a:moveTo>
                  <a:pt x="20400" y="19635"/>
                </a:moveTo>
                <a:cubicBezTo>
                  <a:pt x="20400" y="20178"/>
                  <a:pt x="19863" y="20617"/>
                  <a:pt x="19200" y="20617"/>
                </a:cubicBezTo>
                <a:lnTo>
                  <a:pt x="2400" y="20617"/>
                </a:lnTo>
                <a:cubicBezTo>
                  <a:pt x="1738" y="20617"/>
                  <a:pt x="1200" y="20178"/>
                  <a:pt x="1200" y="19635"/>
                </a:cubicBezTo>
                <a:lnTo>
                  <a:pt x="1200" y="1964"/>
                </a:lnTo>
                <a:cubicBezTo>
                  <a:pt x="1200" y="1421"/>
                  <a:pt x="1738" y="982"/>
                  <a:pt x="2400" y="982"/>
                </a:cubicBezTo>
                <a:lnTo>
                  <a:pt x="13200" y="982"/>
                </a:lnTo>
                <a:lnTo>
                  <a:pt x="13200" y="5891"/>
                </a:lnTo>
                <a:cubicBezTo>
                  <a:pt x="13200" y="6433"/>
                  <a:pt x="13738" y="6872"/>
                  <a:pt x="14400" y="6872"/>
                </a:cubicBezTo>
                <a:lnTo>
                  <a:pt x="20400" y="6872"/>
                </a:lnTo>
                <a:cubicBezTo>
                  <a:pt x="20400" y="6872"/>
                  <a:pt x="20400" y="19635"/>
                  <a:pt x="20400" y="19635"/>
                </a:cubicBezTo>
                <a:close/>
                <a:moveTo>
                  <a:pt x="15600" y="0"/>
                </a:moveTo>
                <a:lnTo>
                  <a:pt x="2400" y="0"/>
                </a:lnTo>
                <a:cubicBezTo>
                  <a:pt x="1075" y="0"/>
                  <a:pt x="0" y="878"/>
                  <a:pt x="0" y="1964"/>
                </a:cubicBezTo>
                <a:lnTo>
                  <a:pt x="0" y="19635"/>
                </a:lnTo>
                <a:cubicBezTo>
                  <a:pt x="0" y="20721"/>
                  <a:pt x="1075" y="21600"/>
                  <a:pt x="2400" y="21600"/>
                </a:cubicBezTo>
                <a:lnTo>
                  <a:pt x="19200" y="21600"/>
                </a:lnTo>
                <a:cubicBezTo>
                  <a:pt x="20525" y="21600"/>
                  <a:pt x="21600" y="20721"/>
                  <a:pt x="21600" y="19635"/>
                </a:cubicBezTo>
                <a:lnTo>
                  <a:pt x="21600" y="5400"/>
                </a:lnTo>
                <a:cubicBezTo>
                  <a:pt x="21600" y="5400"/>
                  <a:pt x="15600" y="0"/>
                  <a:pt x="15600" y="0"/>
                </a:cubicBezTo>
                <a:close/>
                <a:moveTo>
                  <a:pt x="6769" y="13658"/>
                </a:moveTo>
                <a:cubicBezTo>
                  <a:pt x="6624" y="13658"/>
                  <a:pt x="6519" y="13652"/>
                  <a:pt x="6433" y="13635"/>
                </a:cubicBezTo>
                <a:lnTo>
                  <a:pt x="6433" y="12486"/>
                </a:lnTo>
                <a:cubicBezTo>
                  <a:pt x="6505" y="12468"/>
                  <a:pt x="6644" y="12451"/>
                  <a:pt x="6848" y="12451"/>
                </a:cubicBezTo>
                <a:cubicBezTo>
                  <a:pt x="7350" y="12451"/>
                  <a:pt x="7634" y="12665"/>
                  <a:pt x="7634" y="13023"/>
                </a:cubicBezTo>
                <a:cubicBezTo>
                  <a:pt x="7634" y="13421"/>
                  <a:pt x="7304" y="13658"/>
                  <a:pt x="6769" y="13658"/>
                </a:cubicBezTo>
                <a:moveTo>
                  <a:pt x="6796" y="11787"/>
                </a:moveTo>
                <a:cubicBezTo>
                  <a:pt x="6182" y="11787"/>
                  <a:pt x="5746" y="11821"/>
                  <a:pt x="5436" y="11868"/>
                </a:cubicBezTo>
                <a:lnTo>
                  <a:pt x="5436" y="15708"/>
                </a:lnTo>
                <a:lnTo>
                  <a:pt x="6433" y="15708"/>
                </a:lnTo>
                <a:lnTo>
                  <a:pt x="6433" y="14316"/>
                </a:lnTo>
                <a:cubicBezTo>
                  <a:pt x="6524" y="14328"/>
                  <a:pt x="6644" y="14334"/>
                  <a:pt x="6776" y="14334"/>
                </a:cubicBezTo>
                <a:cubicBezTo>
                  <a:pt x="7370" y="14334"/>
                  <a:pt x="7878" y="14207"/>
                  <a:pt x="8221" y="13924"/>
                </a:cubicBezTo>
                <a:cubicBezTo>
                  <a:pt x="8485" y="13704"/>
                  <a:pt x="8630" y="13381"/>
                  <a:pt x="8630" y="13000"/>
                </a:cubicBezTo>
                <a:cubicBezTo>
                  <a:pt x="8630" y="12618"/>
                  <a:pt x="8439" y="12296"/>
                  <a:pt x="8155" y="12099"/>
                </a:cubicBezTo>
                <a:cubicBezTo>
                  <a:pt x="7858" y="11891"/>
                  <a:pt x="7416" y="11787"/>
                  <a:pt x="6796" y="11787"/>
                </a:cubicBezTo>
                <a:moveTo>
                  <a:pt x="10765" y="13398"/>
                </a:moveTo>
                <a:cubicBezTo>
                  <a:pt x="10191" y="13208"/>
                  <a:pt x="9940" y="13098"/>
                  <a:pt x="9940" y="12850"/>
                </a:cubicBezTo>
                <a:cubicBezTo>
                  <a:pt x="9940" y="12648"/>
                  <a:pt x="10151" y="12474"/>
                  <a:pt x="10587" y="12474"/>
                </a:cubicBezTo>
                <a:cubicBezTo>
                  <a:pt x="11023" y="12474"/>
                  <a:pt x="11339" y="12583"/>
                  <a:pt x="11517" y="12659"/>
                </a:cubicBezTo>
                <a:lnTo>
                  <a:pt x="11742" y="11949"/>
                </a:lnTo>
                <a:cubicBezTo>
                  <a:pt x="11478" y="11845"/>
                  <a:pt x="11108" y="11752"/>
                  <a:pt x="10607" y="11752"/>
                </a:cubicBezTo>
                <a:cubicBezTo>
                  <a:pt x="9558" y="11752"/>
                  <a:pt x="8924" y="12260"/>
                  <a:pt x="8924" y="12924"/>
                </a:cubicBezTo>
                <a:cubicBezTo>
                  <a:pt x="8924" y="13490"/>
                  <a:pt x="9405" y="13849"/>
                  <a:pt x="10145" y="14074"/>
                </a:cubicBezTo>
                <a:cubicBezTo>
                  <a:pt x="10679" y="14241"/>
                  <a:pt x="10891" y="14380"/>
                  <a:pt x="10891" y="14623"/>
                </a:cubicBezTo>
                <a:cubicBezTo>
                  <a:pt x="10891" y="14877"/>
                  <a:pt x="10646" y="15044"/>
                  <a:pt x="10184" y="15044"/>
                </a:cubicBezTo>
                <a:cubicBezTo>
                  <a:pt x="9755" y="15044"/>
                  <a:pt x="9339" y="14923"/>
                  <a:pt x="9069" y="14802"/>
                </a:cubicBezTo>
                <a:lnTo>
                  <a:pt x="8864" y="15529"/>
                </a:lnTo>
                <a:cubicBezTo>
                  <a:pt x="9115" y="15651"/>
                  <a:pt x="9616" y="15766"/>
                  <a:pt x="10124" y="15766"/>
                </a:cubicBezTo>
                <a:cubicBezTo>
                  <a:pt x="11346" y="15766"/>
                  <a:pt x="11920" y="15211"/>
                  <a:pt x="11920" y="14559"/>
                </a:cubicBezTo>
                <a:cubicBezTo>
                  <a:pt x="11920" y="14010"/>
                  <a:pt x="11551" y="13652"/>
                  <a:pt x="10765" y="13398"/>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68" name="Google Shape;1068;p25"/>
          <p:cNvSpPr/>
          <p:nvPr/>
        </p:nvSpPr>
        <p:spPr>
          <a:xfrm>
            <a:off x="8966821" y="4472306"/>
            <a:ext cx="228541" cy="279328"/>
          </a:xfrm>
          <a:custGeom>
            <a:rect b="b" l="l" r="r" t="t"/>
            <a:pathLst>
              <a:path extrusionOk="0" h="21600" w="21600">
                <a:moveTo>
                  <a:pt x="12636" y="15709"/>
                </a:moveTo>
                <a:lnTo>
                  <a:pt x="13646" y="15709"/>
                </a:lnTo>
                <a:lnTo>
                  <a:pt x="13646" y="11816"/>
                </a:lnTo>
                <a:lnTo>
                  <a:pt x="12636" y="11816"/>
                </a:lnTo>
                <a:cubicBezTo>
                  <a:pt x="12636" y="11816"/>
                  <a:pt x="12636" y="15709"/>
                  <a:pt x="12636" y="15709"/>
                </a:cubicBezTo>
                <a:close/>
                <a:moveTo>
                  <a:pt x="14400" y="5891"/>
                </a:moveTo>
                <a:lnTo>
                  <a:pt x="14400" y="982"/>
                </a:lnTo>
                <a:lnTo>
                  <a:pt x="15000" y="982"/>
                </a:lnTo>
                <a:lnTo>
                  <a:pt x="20400" y="5891"/>
                </a:lnTo>
                <a:cubicBezTo>
                  <a:pt x="20400" y="5891"/>
                  <a:pt x="14400" y="5891"/>
                  <a:pt x="14400" y="5891"/>
                </a:cubicBezTo>
                <a:close/>
                <a:moveTo>
                  <a:pt x="20400" y="19636"/>
                </a:moveTo>
                <a:cubicBezTo>
                  <a:pt x="20400" y="20179"/>
                  <a:pt x="19862" y="20618"/>
                  <a:pt x="19200" y="20618"/>
                </a:cubicBezTo>
                <a:lnTo>
                  <a:pt x="2400" y="20618"/>
                </a:lnTo>
                <a:cubicBezTo>
                  <a:pt x="1738" y="20618"/>
                  <a:pt x="1200" y="20179"/>
                  <a:pt x="1200" y="19636"/>
                </a:cubicBezTo>
                <a:lnTo>
                  <a:pt x="1200" y="1964"/>
                </a:lnTo>
                <a:cubicBezTo>
                  <a:pt x="1200" y="1421"/>
                  <a:pt x="1738" y="982"/>
                  <a:pt x="2400" y="982"/>
                </a:cubicBezTo>
                <a:lnTo>
                  <a:pt x="13200" y="982"/>
                </a:lnTo>
                <a:lnTo>
                  <a:pt x="13200" y="5891"/>
                </a:lnTo>
                <a:cubicBezTo>
                  <a:pt x="13200" y="6433"/>
                  <a:pt x="13738"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9618" y="14051"/>
                </a:moveTo>
                <a:lnTo>
                  <a:pt x="9881" y="13225"/>
                </a:lnTo>
                <a:cubicBezTo>
                  <a:pt x="9954" y="13000"/>
                  <a:pt x="10020" y="12706"/>
                  <a:pt x="10086" y="12475"/>
                </a:cubicBezTo>
                <a:lnTo>
                  <a:pt x="10099" y="12475"/>
                </a:lnTo>
                <a:cubicBezTo>
                  <a:pt x="10165" y="12706"/>
                  <a:pt x="10245" y="12994"/>
                  <a:pt x="10324" y="13225"/>
                </a:cubicBezTo>
                <a:lnTo>
                  <a:pt x="10601" y="14051"/>
                </a:lnTo>
                <a:cubicBezTo>
                  <a:pt x="10601" y="14051"/>
                  <a:pt x="9618" y="14051"/>
                  <a:pt x="9618" y="14051"/>
                </a:cubicBezTo>
                <a:close/>
                <a:moveTo>
                  <a:pt x="9472" y="11816"/>
                </a:moveTo>
                <a:lnTo>
                  <a:pt x="8113" y="15709"/>
                </a:lnTo>
                <a:lnTo>
                  <a:pt x="9155" y="15709"/>
                </a:lnTo>
                <a:lnTo>
                  <a:pt x="9472" y="14710"/>
                </a:lnTo>
                <a:lnTo>
                  <a:pt x="10746" y="14710"/>
                </a:lnTo>
                <a:lnTo>
                  <a:pt x="11089" y="15709"/>
                </a:lnTo>
                <a:lnTo>
                  <a:pt x="12172" y="15709"/>
                </a:lnTo>
                <a:lnTo>
                  <a:pt x="10792" y="11816"/>
                </a:lnTo>
                <a:cubicBezTo>
                  <a:pt x="10792" y="11816"/>
                  <a:pt x="9472" y="11816"/>
                  <a:pt x="9472" y="11816"/>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69" name="Google Shape;1069;p25"/>
          <p:cNvSpPr/>
          <p:nvPr/>
        </p:nvSpPr>
        <p:spPr>
          <a:xfrm>
            <a:off x="9500082" y="4472306"/>
            <a:ext cx="228541" cy="279328"/>
          </a:xfrm>
          <a:custGeom>
            <a:rect b="b" l="l" r="r" t="t"/>
            <a:pathLst>
              <a:path extrusionOk="0" h="21600" w="21600">
                <a:moveTo>
                  <a:pt x="13836" y="15709"/>
                </a:moveTo>
                <a:lnTo>
                  <a:pt x="14845" y="15709"/>
                </a:lnTo>
                <a:lnTo>
                  <a:pt x="14845" y="14144"/>
                </a:lnTo>
                <a:lnTo>
                  <a:pt x="16443" y="14144"/>
                </a:lnTo>
                <a:lnTo>
                  <a:pt x="16443" y="13428"/>
                </a:lnTo>
                <a:lnTo>
                  <a:pt x="14845" y="13428"/>
                </a:lnTo>
                <a:lnTo>
                  <a:pt x="14845" y="12538"/>
                </a:lnTo>
                <a:lnTo>
                  <a:pt x="16555" y="12538"/>
                </a:lnTo>
                <a:lnTo>
                  <a:pt x="16555" y="11816"/>
                </a:lnTo>
                <a:lnTo>
                  <a:pt x="13836" y="11816"/>
                </a:lnTo>
                <a:cubicBezTo>
                  <a:pt x="13836" y="11816"/>
                  <a:pt x="13836" y="15709"/>
                  <a:pt x="13836" y="15709"/>
                </a:cubicBezTo>
                <a:close/>
                <a:moveTo>
                  <a:pt x="14400" y="5891"/>
                </a:moveTo>
                <a:lnTo>
                  <a:pt x="14400" y="982"/>
                </a:lnTo>
                <a:lnTo>
                  <a:pt x="15000" y="982"/>
                </a:lnTo>
                <a:lnTo>
                  <a:pt x="20400" y="5891"/>
                </a:lnTo>
                <a:cubicBezTo>
                  <a:pt x="20400" y="5891"/>
                  <a:pt x="14400" y="5891"/>
                  <a:pt x="14400" y="5891"/>
                </a:cubicBezTo>
                <a:close/>
                <a:moveTo>
                  <a:pt x="20400" y="19636"/>
                </a:moveTo>
                <a:cubicBezTo>
                  <a:pt x="20400" y="20179"/>
                  <a:pt x="19863" y="20618"/>
                  <a:pt x="19200" y="20618"/>
                </a:cubicBezTo>
                <a:lnTo>
                  <a:pt x="2400" y="20618"/>
                </a:lnTo>
                <a:cubicBezTo>
                  <a:pt x="1737" y="20618"/>
                  <a:pt x="1200" y="20179"/>
                  <a:pt x="1200" y="19636"/>
                </a:cubicBezTo>
                <a:lnTo>
                  <a:pt x="1200" y="1964"/>
                </a:lnTo>
                <a:cubicBezTo>
                  <a:pt x="1200" y="1421"/>
                  <a:pt x="1737" y="982"/>
                  <a:pt x="2400" y="982"/>
                </a:cubicBezTo>
                <a:lnTo>
                  <a:pt x="13200" y="982"/>
                </a:lnTo>
                <a:lnTo>
                  <a:pt x="13200" y="5891"/>
                </a:lnTo>
                <a:cubicBezTo>
                  <a:pt x="13200" y="6433"/>
                  <a:pt x="13737"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10396" y="15062"/>
                </a:moveTo>
                <a:cubicBezTo>
                  <a:pt x="10270" y="15062"/>
                  <a:pt x="10131" y="15062"/>
                  <a:pt x="10045" y="15045"/>
                </a:cubicBezTo>
                <a:lnTo>
                  <a:pt x="10045" y="12498"/>
                </a:lnTo>
                <a:cubicBezTo>
                  <a:pt x="10131" y="12480"/>
                  <a:pt x="10277" y="12463"/>
                  <a:pt x="10501" y="12463"/>
                </a:cubicBezTo>
                <a:cubicBezTo>
                  <a:pt x="11366" y="12463"/>
                  <a:pt x="11907" y="12891"/>
                  <a:pt x="11900" y="13699"/>
                </a:cubicBezTo>
                <a:cubicBezTo>
                  <a:pt x="11900" y="14629"/>
                  <a:pt x="11306" y="15068"/>
                  <a:pt x="10396" y="15062"/>
                </a:cubicBezTo>
                <a:moveTo>
                  <a:pt x="10396" y="11787"/>
                </a:moveTo>
                <a:cubicBezTo>
                  <a:pt x="9887" y="11787"/>
                  <a:pt x="9405" y="11816"/>
                  <a:pt x="9036" y="11868"/>
                </a:cubicBezTo>
                <a:lnTo>
                  <a:pt x="9036" y="15691"/>
                </a:lnTo>
                <a:cubicBezTo>
                  <a:pt x="9287" y="15720"/>
                  <a:pt x="9656" y="15749"/>
                  <a:pt x="10178" y="15749"/>
                </a:cubicBezTo>
                <a:cubicBezTo>
                  <a:pt x="11048" y="15749"/>
                  <a:pt x="11762" y="15587"/>
                  <a:pt x="12231" y="15246"/>
                </a:cubicBezTo>
                <a:cubicBezTo>
                  <a:pt x="12660" y="14929"/>
                  <a:pt x="12970" y="14415"/>
                  <a:pt x="12970" y="13670"/>
                </a:cubicBezTo>
                <a:cubicBezTo>
                  <a:pt x="12970" y="12983"/>
                  <a:pt x="12680" y="12503"/>
                  <a:pt x="12217" y="12203"/>
                </a:cubicBezTo>
                <a:cubicBezTo>
                  <a:pt x="11788" y="11920"/>
                  <a:pt x="11241" y="11787"/>
                  <a:pt x="10396" y="11787"/>
                </a:cubicBezTo>
                <a:moveTo>
                  <a:pt x="6769" y="13659"/>
                </a:moveTo>
                <a:cubicBezTo>
                  <a:pt x="6623" y="13659"/>
                  <a:pt x="6518" y="13653"/>
                  <a:pt x="6432" y="13636"/>
                </a:cubicBezTo>
                <a:lnTo>
                  <a:pt x="6432" y="12486"/>
                </a:lnTo>
                <a:cubicBezTo>
                  <a:pt x="6505" y="12469"/>
                  <a:pt x="6643" y="12452"/>
                  <a:pt x="6848" y="12452"/>
                </a:cubicBezTo>
                <a:cubicBezTo>
                  <a:pt x="7350" y="12452"/>
                  <a:pt x="7634" y="12665"/>
                  <a:pt x="7634" y="13023"/>
                </a:cubicBezTo>
                <a:cubicBezTo>
                  <a:pt x="7634" y="13422"/>
                  <a:pt x="7304" y="13659"/>
                  <a:pt x="6769" y="13659"/>
                </a:cubicBezTo>
                <a:moveTo>
                  <a:pt x="6796" y="11787"/>
                </a:moveTo>
                <a:cubicBezTo>
                  <a:pt x="6182" y="11787"/>
                  <a:pt x="5746" y="11822"/>
                  <a:pt x="5436" y="11868"/>
                </a:cubicBezTo>
                <a:lnTo>
                  <a:pt x="5436" y="15709"/>
                </a:lnTo>
                <a:lnTo>
                  <a:pt x="6432" y="15709"/>
                </a:lnTo>
                <a:lnTo>
                  <a:pt x="6432" y="14317"/>
                </a:lnTo>
                <a:cubicBezTo>
                  <a:pt x="6525" y="14328"/>
                  <a:pt x="6643" y="14334"/>
                  <a:pt x="6776" y="14334"/>
                </a:cubicBezTo>
                <a:cubicBezTo>
                  <a:pt x="7370" y="14334"/>
                  <a:pt x="7878" y="14207"/>
                  <a:pt x="8221" y="13924"/>
                </a:cubicBezTo>
                <a:cubicBezTo>
                  <a:pt x="8486" y="13705"/>
                  <a:pt x="8631" y="13381"/>
                  <a:pt x="8631" y="13000"/>
                </a:cubicBezTo>
                <a:cubicBezTo>
                  <a:pt x="8631" y="12619"/>
                  <a:pt x="8439" y="12296"/>
                  <a:pt x="8155" y="12099"/>
                </a:cubicBezTo>
                <a:cubicBezTo>
                  <a:pt x="7859" y="11892"/>
                  <a:pt x="7416" y="11787"/>
                  <a:pt x="6796" y="11787"/>
                </a:cubicBezTo>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70" name="Google Shape;1070;p25"/>
          <p:cNvSpPr/>
          <p:nvPr/>
        </p:nvSpPr>
        <p:spPr>
          <a:xfrm>
            <a:off x="10033344" y="4472306"/>
            <a:ext cx="228541" cy="279328"/>
          </a:xfrm>
          <a:custGeom>
            <a:rect b="b" l="l" r="r" t="t"/>
            <a:pathLst>
              <a:path extrusionOk="0" h="21600" w="21600">
                <a:moveTo>
                  <a:pt x="12936" y="15709"/>
                </a:moveTo>
                <a:lnTo>
                  <a:pt x="13945" y="15709"/>
                </a:lnTo>
                <a:lnTo>
                  <a:pt x="13945" y="14144"/>
                </a:lnTo>
                <a:lnTo>
                  <a:pt x="15543" y="14144"/>
                </a:lnTo>
                <a:lnTo>
                  <a:pt x="15543" y="13428"/>
                </a:lnTo>
                <a:lnTo>
                  <a:pt x="13945" y="13428"/>
                </a:lnTo>
                <a:lnTo>
                  <a:pt x="13945" y="12538"/>
                </a:lnTo>
                <a:lnTo>
                  <a:pt x="15655" y="12538"/>
                </a:lnTo>
                <a:lnTo>
                  <a:pt x="15655" y="11816"/>
                </a:lnTo>
                <a:lnTo>
                  <a:pt x="12936" y="11816"/>
                </a:lnTo>
                <a:cubicBezTo>
                  <a:pt x="12936" y="11816"/>
                  <a:pt x="12936" y="15709"/>
                  <a:pt x="12936" y="15709"/>
                </a:cubicBezTo>
                <a:close/>
                <a:moveTo>
                  <a:pt x="14400" y="5891"/>
                </a:moveTo>
                <a:lnTo>
                  <a:pt x="14400" y="982"/>
                </a:lnTo>
                <a:lnTo>
                  <a:pt x="15000" y="982"/>
                </a:lnTo>
                <a:lnTo>
                  <a:pt x="20400" y="5891"/>
                </a:lnTo>
                <a:cubicBezTo>
                  <a:pt x="20400" y="5891"/>
                  <a:pt x="14400" y="5891"/>
                  <a:pt x="14400" y="5891"/>
                </a:cubicBezTo>
                <a:close/>
                <a:moveTo>
                  <a:pt x="20400" y="19636"/>
                </a:moveTo>
                <a:cubicBezTo>
                  <a:pt x="20400" y="20179"/>
                  <a:pt x="19863" y="20618"/>
                  <a:pt x="19200" y="20618"/>
                </a:cubicBezTo>
                <a:lnTo>
                  <a:pt x="2400" y="20618"/>
                </a:lnTo>
                <a:cubicBezTo>
                  <a:pt x="1737" y="20618"/>
                  <a:pt x="1200" y="20179"/>
                  <a:pt x="1200" y="19636"/>
                </a:cubicBezTo>
                <a:lnTo>
                  <a:pt x="1200" y="1964"/>
                </a:lnTo>
                <a:cubicBezTo>
                  <a:pt x="1200" y="1421"/>
                  <a:pt x="1737" y="982"/>
                  <a:pt x="2400" y="982"/>
                </a:cubicBezTo>
                <a:lnTo>
                  <a:pt x="13200" y="982"/>
                </a:lnTo>
                <a:lnTo>
                  <a:pt x="13200" y="5891"/>
                </a:lnTo>
                <a:cubicBezTo>
                  <a:pt x="13200" y="6433"/>
                  <a:pt x="13737"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11136" y="15709"/>
                </a:moveTo>
                <a:lnTo>
                  <a:pt x="12145" y="15709"/>
                </a:lnTo>
                <a:lnTo>
                  <a:pt x="12145" y="11816"/>
                </a:lnTo>
                <a:lnTo>
                  <a:pt x="11136" y="11816"/>
                </a:lnTo>
                <a:cubicBezTo>
                  <a:pt x="11136" y="11816"/>
                  <a:pt x="11136" y="15709"/>
                  <a:pt x="11136" y="15709"/>
                </a:cubicBezTo>
                <a:close/>
                <a:moveTo>
                  <a:pt x="8395" y="14167"/>
                </a:moveTo>
                <a:lnTo>
                  <a:pt x="9082" y="14167"/>
                </a:lnTo>
                <a:lnTo>
                  <a:pt x="9082" y="14981"/>
                </a:lnTo>
                <a:cubicBezTo>
                  <a:pt x="9002" y="15015"/>
                  <a:pt x="8818" y="15039"/>
                  <a:pt x="8586" y="15039"/>
                </a:cubicBezTo>
                <a:cubicBezTo>
                  <a:pt x="7761" y="15039"/>
                  <a:pt x="7187" y="14565"/>
                  <a:pt x="7187" y="13762"/>
                </a:cubicBezTo>
                <a:cubicBezTo>
                  <a:pt x="7187" y="12919"/>
                  <a:pt x="7821" y="12503"/>
                  <a:pt x="8659" y="12503"/>
                </a:cubicBezTo>
                <a:cubicBezTo>
                  <a:pt x="9148" y="12503"/>
                  <a:pt x="9451" y="12579"/>
                  <a:pt x="9696" y="12672"/>
                </a:cubicBezTo>
                <a:lnTo>
                  <a:pt x="9907" y="11966"/>
                </a:lnTo>
                <a:cubicBezTo>
                  <a:pt x="9689" y="11874"/>
                  <a:pt x="9247" y="11776"/>
                  <a:pt x="8672" y="11776"/>
                </a:cubicBezTo>
                <a:cubicBezTo>
                  <a:pt x="7213" y="11776"/>
                  <a:pt x="6138" y="12515"/>
                  <a:pt x="6131" y="13809"/>
                </a:cubicBezTo>
                <a:cubicBezTo>
                  <a:pt x="6124" y="14381"/>
                  <a:pt x="6349" y="14888"/>
                  <a:pt x="6758" y="15223"/>
                </a:cubicBezTo>
                <a:cubicBezTo>
                  <a:pt x="7167" y="15570"/>
                  <a:pt x="7755" y="15749"/>
                  <a:pt x="8566" y="15749"/>
                </a:cubicBezTo>
                <a:cubicBezTo>
                  <a:pt x="9155" y="15749"/>
                  <a:pt x="9742" y="15622"/>
                  <a:pt x="10052" y="15530"/>
                </a:cubicBezTo>
                <a:lnTo>
                  <a:pt x="10052" y="13479"/>
                </a:lnTo>
                <a:lnTo>
                  <a:pt x="8395" y="13479"/>
                </a:lnTo>
                <a:cubicBezTo>
                  <a:pt x="8395" y="13479"/>
                  <a:pt x="8395" y="14167"/>
                  <a:pt x="8395" y="14167"/>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71" name="Google Shape;1071;p25"/>
          <p:cNvSpPr/>
          <p:nvPr/>
        </p:nvSpPr>
        <p:spPr>
          <a:xfrm>
            <a:off x="10566605" y="4472306"/>
            <a:ext cx="228541" cy="279328"/>
          </a:xfrm>
          <a:custGeom>
            <a:rect b="b" l="l" r="r" t="t"/>
            <a:pathLst>
              <a:path extrusionOk="0" h="21600" w="21600">
                <a:moveTo>
                  <a:pt x="10069" y="13659"/>
                </a:moveTo>
                <a:cubicBezTo>
                  <a:pt x="9923" y="13659"/>
                  <a:pt x="9818" y="13653"/>
                  <a:pt x="9732" y="13636"/>
                </a:cubicBezTo>
                <a:lnTo>
                  <a:pt x="9732" y="12486"/>
                </a:lnTo>
                <a:cubicBezTo>
                  <a:pt x="9805" y="12469"/>
                  <a:pt x="9943" y="12452"/>
                  <a:pt x="10148" y="12452"/>
                </a:cubicBezTo>
                <a:cubicBezTo>
                  <a:pt x="10650" y="12452"/>
                  <a:pt x="10934" y="12665"/>
                  <a:pt x="10934" y="13023"/>
                </a:cubicBezTo>
                <a:cubicBezTo>
                  <a:pt x="10934" y="13422"/>
                  <a:pt x="10604" y="13659"/>
                  <a:pt x="10069" y="13659"/>
                </a:cubicBezTo>
                <a:moveTo>
                  <a:pt x="10096" y="11787"/>
                </a:moveTo>
                <a:cubicBezTo>
                  <a:pt x="9481" y="11787"/>
                  <a:pt x="9046" y="11822"/>
                  <a:pt x="8736" y="11869"/>
                </a:cubicBezTo>
                <a:lnTo>
                  <a:pt x="8736" y="15709"/>
                </a:lnTo>
                <a:lnTo>
                  <a:pt x="9732" y="15709"/>
                </a:lnTo>
                <a:lnTo>
                  <a:pt x="9732" y="14317"/>
                </a:lnTo>
                <a:cubicBezTo>
                  <a:pt x="9825" y="14328"/>
                  <a:pt x="9943" y="14334"/>
                  <a:pt x="10076" y="14334"/>
                </a:cubicBezTo>
                <a:cubicBezTo>
                  <a:pt x="10670" y="14334"/>
                  <a:pt x="11178" y="14207"/>
                  <a:pt x="11521" y="13924"/>
                </a:cubicBezTo>
                <a:cubicBezTo>
                  <a:pt x="11786" y="13705"/>
                  <a:pt x="11931" y="13382"/>
                  <a:pt x="11931" y="13000"/>
                </a:cubicBezTo>
                <a:cubicBezTo>
                  <a:pt x="11931" y="12619"/>
                  <a:pt x="11739" y="12296"/>
                  <a:pt x="11455" y="12099"/>
                </a:cubicBezTo>
                <a:cubicBezTo>
                  <a:pt x="11159" y="11891"/>
                  <a:pt x="10716" y="11787"/>
                  <a:pt x="10096" y="11787"/>
                </a:cubicBezTo>
                <a:moveTo>
                  <a:pt x="12131" y="13809"/>
                </a:moveTo>
                <a:cubicBezTo>
                  <a:pt x="12124" y="14381"/>
                  <a:pt x="12349" y="14888"/>
                  <a:pt x="12758" y="15224"/>
                </a:cubicBezTo>
                <a:cubicBezTo>
                  <a:pt x="13167" y="15571"/>
                  <a:pt x="13755" y="15749"/>
                  <a:pt x="14566" y="15749"/>
                </a:cubicBezTo>
                <a:cubicBezTo>
                  <a:pt x="15155" y="15749"/>
                  <a:pt x="15742" y="15622"/>
                  <a:pt x="16052" y="15530"/>
                </a:cubicBezTo>
                <a:lnTo>
                  <a:pt x="16052" y="13479"/>
                </a:lnTo>
                <a:lnTo>
                  <a:pt x="14395" y="13479"/>
                </a:lnTo>
                <a:lnTo>
                  <a:pt x="14395" y="14167"/>
                </a:lnTo>
                <a:lnTo>
                  <a:pt x="15081" y="14167"/>
                </a:lnTo>
                <a:lnTo>
                  <a:pt x="15081" y="14981"/>
                </a:lnTo>
                <a:cubicBezTo>
                  <a:pt x="15002" y="15015"/>
                  <a:pt x="14818" y="15039"/>
                  <a:pt x="14586" y="15039"/>
                </a:cubicBezTo>
                <a:cubicBezTo>
                  <a:pt x="13761" y="15039"/>
                  <a:pt x="13187" y="14566"/>
                  <a:pt x="13187" y="13762"/>
                </a:cubicBezTo>
                <a:cubicBezTo>
                  <a:pt x="13187" y="12919"/>
                  <a:pt x="13821" y="12503"/>
                  <a:pt x="14659" y="12503"/>
                </a:cubicBezTo>
                <a:cubicBezTo>
                  <a:pt x="15148" y="12503"/>
                  <a:pt x="15451" y="12579"/>
                  <a:pt x="15696" y="12671"/>
                </a:cubicBezTo>
                <a:lnTo>
                  <a:pt x="15906" y="11966"/>
                </a:lnTo>
                <a:cubicBezTo>
                  <a:pt x="15689" y="11874"/>
                  <a:pt x="15247" y="11776"/>
                  <a:pt x="14672" y="11776"/>
                </a:cubicBezTo>
                <a:cubicBezTo>
                  <a:pt x="13213" y="11776"/>
                  <a:pt x="12138" y="12515"/>
                  <a:pt x="12131" y="13809"/>
                </a:cubicBezTo>
                <a:moveTo>
                  <a:pt x="14400" y="5891"/>
                </a:moveTo>
                <a:lnTo>
                  <a:pt x="14400" y="982"/>
                </a:lnTo>
                <a:lnTo>
                  <a:pt x="15000" y="982"/>
                </a:lnTo>
                <a:lnTo>
                  <a:pt x="20400" y="5891"/>
                </a:lnTo>
                <a:cubicBezTo>
                  <a:pt x="20400" y="5891"/>
                  <a:pt x="14400" y="5891"/>
                  <a:pt x="14400" y="5891"/>
                </a:cubicBezTo>
                <a:close/>
                <a:moveTo>
                  <a:pt x="20400" y="19636"/>
                </a:moveTo>
                <a:cubicBezTo>
                  <a:pt x="20400" y="20179"/>
                  <a:pt x="19863" y="20618"/>
                  <a:pt x="19200" y="20618"/>
                </a:cubicBezTo>
                <a:lnTo>
                  <a:pt x="2400" y="20618"/>
                </a:lnTo>
                <a:cubicBezTo>
                  <a:pt x="1737" y="20618"/>
                  <a:pt x="1200" y="20179"/>
                  <a:pt x="1200" y="19636"/>
                </a:cubicBezTo>
                <a:lnTo>
                  <a:pt x="1200" y="1964"/>
                </a:lnTo>
                <a:cubicBezTo>
                  <a:pt x="1200" y="1421"/>
                  <a:pt x="1737" y="982"/>
                  <a:pt x="2400" y="982"/>
                </a:cubicBezTo>
                <a:lnTo>
                  <a:pt x="13200" y="982"/>
                </a:lnTo>
                <a:lnTo>
                  <a:pt x="13200" y="5891"/>
                </a:lnTo>
                <a:cubicBezTo>
                  <a:pt x="13200" y="6433"/>
                  <a:pt x="13737"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6606" y="14265"/>
                </a:moveTo>
                <a:cubicBezTo>
                  <a:pt x="6606" y="14872"/>
                  <a:pt x="6343" y="15039"/>
                  <a:pt x="5920" y="15039"/>
                </a:cubicBezTo>
                <a:cubicBezTo>
                  <a:pt x="5722" y="15039"/>
                  <a:pt x="5544" y="15010"/>
                  <a:pt x="5406" y="14969"/>
                </a:cubicBezTo>
                <a:lnTo>
                  <a:pt x="5293" y="15680"/>
                </a:lnTo>
                <a:cubicBezTo>
                  <a:pt x="5491" y="15738"/>
                  <a:pt x="5795" y="15773"/>
                  <a:pt x="6026" y="15773"/>
                </a:cubicBezTo>
                <a:cubicBezTo>
                  <a:pt x="7003" y="15773"/>
                  <a:pt x="7610" y="15385"/>
                  <a:pt x="7610" y="14276"/>
                </a:cubicBezTo>
                <a:lnTo>
                  <a:pt x="7610" y="11816"/>
                </a:lnTo>
                <a:lnTo>
                  <a:pt x="6606" y="11816"/>
                </a:lnTo>
                <a:cubicBezTo>
                  <a:pt x="6606" y="11816"/>
                  <a:pt x="6606" y="14265"/>
                  <a:pt x="6606" y="14265"/>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72" name="Google Shape;1072;p25"/>
          <p:cNvSpPr/>
          <p:nvPr/>
        </p:nvSpPr>
        <p:spPr>
          <a:xfrm>
            <a:off x="11099866" y="4472306"/>
            <a:ext cx="228541" cy="279328"/>
          </a:xfrm>
          <a:custGeom>
            <a:rect b="b" l="l" r="r" t="t"/>
            <a:pathLst>
              <a:path extrusionOk="0" h="21600" w="21600">
                <a:moveTo>
                  <a:pt x="14400" y="5891"/>
                </a:moveTo>
                <a:lnTo>
                  <a:pt x="14400" y="982"/>
                </a:lnTo>
                <a:lnTo>
                  <a:pt x="15000" y="982"/>
                </a:lnTo>
                <a:lnTo>
                  <a:pt x="20400" y="5891"/>
                </a:lnTo>
                <a:cubicBezTo>
                  <a:pt x="20400" y="5891"/>
                  <a:pt x="14400" y="5891"/>
                  <a:pt x="14400" y="5891"/>
                </a:cubicBezTo>
                <a:close/>
                <a:moveTo>
                  <a:pt x="20400" y="19636"/>
                </a:moveTo>
                <a:cubicBezTo>
                  <a:pt x="20400" y="20179"/>
                  <a:pt x="19862" y="20618"/>
                  <a:pt x="19200" y="20618"/>
                </a:cubicBezTo>
                <a:lnTo>
                  <a:pt x="2400" y="20618"/>
                </a:lnTo>
                <a:cubicBezTo>
                  <a:pt x="1738" y="20618"/>
                  <a:pt x="1200" y="20179"/>
                  <a:pt x="1200" y="19636"/>
                </a:cubicBezTo>
                <a:lnTo>
                  <a:pt x="1200" y="1964"/>
                </a:lnTo>
                <a:cubicBezTo>
                  <a:pt x="1200" y="1422"/>
                  <a:pt x="1738" y="982"/>
                  <a:pt x="2400" y="982"/>
                </a:cubicBezTo>
                <a:lnTo>
                  <a:pt x="13200" y="982"/>
                </a:lnTo>
                <a:lnTo>
                  <a:pt x="13200" y="5891"/>
                </a:lnTo>
                <a:cubicBezTo>
                  <a:pt x="13200" y="6433"/>
                  <a:pt x="13738" y="6872"/>
                  <a:pt x="14400" y="6872"/>
                </a:cubicBezTo>
                <a:lnTo>
                  <a:pt x="20400" y="6872"/>
                </a:lnTo>
                <a:cubicBezTo>
                  <a:pt x="20400" y="6872"/>
                  <a:pt x="20400" y="19636"/>
                  <a:pt x="20400" y="19636"/>
                </a:cubicBezTo>
                <a:close/>
                <a:moveTo>
                  <a:pt x="15600" y="0"/>
                </a:moveTo>
                <a:lnTo>
                  <a:pt x="2400" y="0"/>
                </a:lnTo>
                <a:cubicBezTo>
                  <a:pt x="1075" y="0"/>
                  <a:pt x="0" y="879"/>
                  <a:pt x="0" y="1964"/>
                </a:cubicBezTo>
                <a:lnTo>
                  <a:pt x="0" y="19636"/>
                </a:lnTo>
                <a:cubicBezTo>
                  <a:pt x="0" y="20721"/>
                  <a:pt x="1075" y="21600"/>
                  <a:pt x="2400" y="21600"/>
                </a:cubicBezTo>
                <a:lnTo>
                  <a:pt x="19200" y="21600"/>
                </a:lnTo>
                <a:cubicBezTo>
                  <a:pt x="20525" y="21600"/>
                  <a:pt x="21600" y="20721"/>
                  <a:pt x="21600" y="19636"/>
                </a:cubicBezTo>
                <a:lnTo>
                  <a:pt x="21600" y="5400"/>
                </a:lnTo>
                <a:cubicBezTo>
                  <a:pt x="21600" y="5400"/>
                  <a:pt x="15600" y="0"/>
                  <a:pt x="15600" y="0"/>
                </a:cubicBezTo>
                <a:close/>
                <a:moveTo>
                  <a:pt x="13031" y="13809"/>
                </a:moveTo>
                <a:cubicBezTo>
                  <a:pt x="13024" y="14381"/>
                  <a:pt x="13249" y="14888"/>
                  <a:pt x="13658" y="15223"/>
                </a:cubicBezTo>
                <a:cubicBezTo>
                  <a:pt x="14067" y="15570"/>
                  <a:pt x="14655" y="15749"/>
                  <a:pt x="15467" y="15749"/>
                </a:cubicBezTo>
                <a:cubicBezTo>
                  <a:pt x="16054" y="15749"/>
                  <a:pt x="16642" y="15622"/>
                  <a:pt x="16952" y="15530"/>
                </a:cubicBezTo>
                <a:lnTo>
                  <a:pt x="16952" y="13479"/>
                </a:lnTo>
                <a:lnTo>
                  <a:pt x="15295" y="13479"/>
                </a:lnTo>
                <a:lnTo>
                  <a:pt x="15295" y="14167"/>
                </a:lnTo>
                <a:lnTo>
                  <a:pt x="15981" y="14167"/>
                </a:lnTo>
                <a:lnTo>
                  <a:pt x="15981" y="14981"/>
                </a:lnTo>
                <a:cubicBezTo>
                  <a:pt x="15902" y="15015"/>
                  <a:pt x="15718" y="15039"/>
                  <a:pt x="15486" y="15039"/>
                </a:cubicBezTo>
                <a:cubicBezTo>
                  <a:pt x="14661" y="15039"/>
                  <a:pt x="14087" y="14565"/>
                  <a:pt x="14087" y="13762"/>
                </a:cubicBezTo>
                <a:cubicBezTo>
                  <a:pt x="14087" y="12919"/>
                  <a:pt x="14721" y="12503"/>
                  <a:pt x="15559" y="12503"/>
                </a:cubicBezTo>
                <a:cubicBezTo>
                  <a:pt x="16048" y="12503"/>
                  <a:pt x="16351" y="12579"/>
                  <a:pt x="16596" y="12671"/>
                </a:cubicBezTo>
                <a:lnTo>
                  <a:pt x="16807" y="11966"/>
                </a:lnTo>
                <a:cubicBezTo>
                  <a:pt x="16589" y="11874"/>
                  <a:pt x="16147" y="11776"/>
                  <a:pt x="15572" y="11776"/>
                </a:cubicBezTo>
                <a:cubicBezTo>
                  <a:pt x="14113" y="11776"/>
                  <a:pt x="13037" y="12515"/>
                  <a:pt x="13031" y="13809"/>
                </a:cubicBezTo>
                <a:moveTo>
                  <a:pt x="6169" y="13659"/>
                </a:moveTo>
                <a:cubicBezTo>
                  <a:pt x="6023" y="13659"/>
                  <a:pt x="5918" y="13653"/>
                  <a:pt x="5832" y="13636"/>
                </a:cubicBezTo>
                <a:lnTo>
                  <a:pt x="5832" y="12486"/>
                </a:lnTo>
                <a:cubicBezTo>
                  <a:pt x="5905" y="12469"/>
                  <a:pt x="6043" y="12452"/>
                  <a:pt x="6248" y="12452"/>
                </a:cubicBezTo>
                <a:cubicBezTo>
                  <a:pt x="6750" y="12452"/>
                  <a:pt x="7034" y="12665"/>
                  <a:pt x="7034" y="13023"/>
                </a:cubicBezTo>
                <a:cubicBezTo>
                  <a:pt x="7034" y="13422"/>
                  <a:pt x="6704" y="13659"/>
                  <a:pt x="6169" y="13659"/>
                </a:cubicBezTo>
                <a:moveTo>
                  <a:pt x="6196" y="11787"/>
                </a:moveTo>
                <a:cubicBezTo>
                  <a:pt x="5582" y="11787"/>
                  <a:pt x="5146" y="11822"/>
                  <a:pt x="4836" y="11868"/>
                </a:cubicBezTo>
                <a:lnTo>
                  <a:pt x="4836" y="15709"/>
                </a:lnTo>
                <a:lnTo>
                  <a:pt x="5832" y="15709"/>
                </a:lnTo>
                <a:lnTo>
                  <a:pt x="5832" y="14317"/>
                </a:lnTo>
                <a:cubicBezTo>
                  <a:pt x="5925" y="14328"/>
                  <a:pt x="6043" y="14334"/>
                  <a:pt x="6176" y="14334"/>
                </a:cubicBezTo>
                <a:cubicBezTo>
                  <a:pt x="6770" y="14334"/>
                  <a:pt x="7278" y="14207"/>
                  <a:pt x="7621" y="13924"/>
                </a:cubicBezTo>
                <a:cubicBezTo>
                  <a:pt x="7886" y="13705"/>
                  <a:pt x="8031" y="13381"/>
                  <a:pt x="8031" y="13000"/>
                </a:cubicBezTo>
                <a:cubicBezTo>
                  <a:pt x="8031" y="12619"/>
                  <a:pt x="7839" y="12296"/>
                  <a:pt x="7555" y="12099"/>
                </a:cubicBezTo>
                <a:cubicBezTo>
                  <a:pt x="7259" y="11892"/>
                  <a:pt x="6816" y="11787"/>
                  <a:pt x="6196" y="11787"/>
                </a:cubicBezTo>
                <a:moveTo>
                  <a:pt x="11195" y="12954"/>
                </a:moveTo>
                <a:cubicBezTo>
                  <a:pt x="11195" y="13537"/>
                  <a:pt x="11215" y="14063"/>
                  <a:pt x="11280" y="14577"/>
                </a:cubicBezTo>
                <a:lnTo>
                  <a:pt x="11261" y="14577"/>
                </a:lnTo>
                <a:cubicBezTo>
                  <a:pt x="11062" y="14138"/>
                  <a:pt x="10799" y="13653"/>
                  <a:pt x="10535" y="13243"/>
                </a:cubicBezTo>
                <a:lnTo>
                  <a:pt x="9611" y="11816"/>
                </a:lnTo>
                <a:lnTo>
                  <a:pt x="8436" y="11816"/>
                </a:lnTo>
                <a:lnTo>
                  <a:pt x="8436" y="15709"/>
                </a:lnTo>
                <a:lnTo>
                  <a:pt x="9360" y="15709"/>
                </a:lnTo>
                <a:lnTo>
                  <a:pt x="9360" y="14536"/>
                </a:lnTo>
                <a:cubicBezTo>
                  <a:pt x="9360" y="13901"/>
                  <a:pt x="9347" y="13352"/>
                  <a:pt x="9320" y="12838"/>
                </a:cubicBezTo>
                <a:lnTo>
                  <a:pt x="9340" y="12833"/>
                </a:lnTo>
                <a:cubicBezTo>
                  <a:pt x="9558" y="13289"/>
                  <a:pt x="9848" y="13791"/>
                  <a:pt x="10112" y="14207"/>
                </a:cubicBezTo>
                <a:lnTo>
                  <a:pt x="11062" y="15709"/>
                </a:lnTo>
                <a:lnTo>
                  <a:pt x="12119" y="15709"/>
                </a:lnTo>
                <a:lnTo>
                  <a:pt x="12119" y="11816"/>
                </a:lnTo>
                <a:lnTo>
                  <a:pt x="11195" y="11816"/>
                </a:lnTo>
                <a:cubicBezTo>
                  <a:pt x="11195" y="11816"/>
                  <a:pt x="11195" y="12954"/>
                  <a:pt x="11195" y="12954"/>
                </a:cubicBezTo>
                <a:close/>
              </a:path>
            </a:pathLst>
          </a:custGeom>
          <a:gradFill>
            <a:gsLst>
              <a:gs pos="0">
                <a:srgbClr val="60192F"/>
              </a:gs>
              <a:gs pos="23000">
                <a:srgbClr val="60192F"/>
              </a:gs>
              <a:gs pos="69000">
                <a:srgbClr val="511527"/>
              </a:gs>
              <a:gs pos="97000">
                <a:srgbClr val="4B1425"/>
              </a:gs>
              <a:gs pos="100000">
                <a:srgbClr val="4B1425"/>
              </a:gs>
            </a:gsLst>
            <a:path path="circle">
              <a:fillToRect b="50%" l="50%" r="50%" t="50%"/>
            </a:path>
            <a:tileRect/>
          </a:gradFill>
          <a:ln>
            <a:noFill/>
          </a:ln>
        </p:spPr>
        <p:txBody>
          <a:bodyPr anchorCtr="0" anchor="ctr" bIns="19025" lIns="19025" spcFirstLastPara="1" rIns="19025" wrap="square" tIns="19025">
            <a:noAutofit/>
          </a:bodyPr>
          <a:lstStyle/>
          <a:p>
            <a:pPr indent="0" lvl="0" marL="0" marR="0" rtl="0" algn="l">
              <a:spcBef>
                <a:spcPts val="0"/>
              </a:spcBef>
              <a:spcAft>
                <a:spcPts val="0"/>
              </a:spcAft>
              <a:buNone/>
            </a:pPr>
            <a:r>
              <a:t/>
            </a:r>
            <a:endParaRPr sz="1500">
              <a:solidFill>
                <a:schemeClr val="dk1"/>
              </a:solidFill>
              <a:latin typeface="Arial"/>
              <a:ea typeface="Arial"/>
              <a:cs typeface="Arial"/>
              <a:sym typeface="Arial"/>
            </a:endParaRPr>
          </a:p>
        </p:txBody>
      </p:sp>
      <p:sp>
        <p:nvSpPr>
          <p:cNvPr id="1073" name="Google Shape;1073;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7" name="Shape 1077"/>
        <p:cNvGrpSpPr/>
        <p:nvPr/>
      </p:nvGrpSpPr>
      <p:grpSpPr>
        <a:xfrm>
          <a:off x="0" y="0"/>
          <a:ext cx="0" cy="0"/>
          <a:chOff x="0" y="0"/>
          <a:chExt cx="0" cy="0"/>
        </a:xfrm>
      </p:grpSpPr>
      <p:grpSp>
        <p:nvGrpSpPr>
          <p:cNvPr id="1078" name="Google Shape;1078;p26"/>
          <p:cNvGrpSpPr/>
          <p:nvPr/>
        </p:nvGrpSpPr>
        <p:grpSpPr>
          <a:xfrm>
            <a:off x="1361727" y="4896858"/>
            <a:ext cx="460756" cy="438260"/>
            <a:chOff x="-6690625" y="3631325"/>
            <a:chExt cx="307225" cy="292225"/>
          </a:xfrm>
        </p:grpSpPr>
        <p:sp>
          <p:nvSpPr>
            <p:cNvPr id="1079" name="Google Shape;1079;p26"/>
            <p:cNvSpPr/>
            <p:nvPr/>
          </p:nvSpPr>
          <p:spPr>
            <a:xfrm>
              <a:off x="-6690625" y="3631325"/>
              <a:ext cx="222925" cy="292225"/>
            </a:xfrm>
            <a:custGeom>
              <a:rect b="b" l="l" r="r" t="t"/>
              <a:pathLst>
                <a:path extrusionOk="0" h="11689" w="8917">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80" name="Google Shape;1080;p26"/>
            <p:cNvSpPr/>
            <p:nvPr/>
          </p:nvSpPr>
          <p:spPr>
            <a:xfrm>
              <a:off x="-6604350" y="3832175"/>
              <a:ext cx="58675" cy="56550"/>
            </a:xfrm>
            <a:custGeom>
              <a:rect b="b" l="l" r="r" t="t"/>
              <a:pathLst>
                <a:path extrusionOk="0" h="2262" w="2347">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81" name="Google Shape;1081;p26"/>
            <p:cNvSpPr/>
            <p:nvPr/>
          </p:nvSpPr>
          <p:spPr>
            <a:xfrm>
              <a:off x="-6470875" y="3684775"/>
              <a:ext cx="87475" cy="71800"/>
            </a:xfrm>
            <a:custGeom>
              <a:rect b="b" l="l" r="r" t="t"/>
              <a:pathLst>
                <a:path extrusionOk="0" h="2872" w="3499">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82" name="Google Shape;1082;p26"/>
            <p:cNvSpPr/>
            <p:nvPr/>
          </p:nvSpPr>
          <p:spPr>
            <a:xfrm>
              <a:off x="-6578775" y="3721900"/>
              <a:ext cx="143375" cy="143375"/>
            </a:xfrm>
            <a:custGeom>
              <a:rect b="b" l="l" r="r" t="t"/>
              <a:pathLst>
                <a:path extrusionOk="0" h="5735" w="5735">
                  <a:moveTo>
                    <a:pt x="3813" y="1"/>
                  </a:moveTo>
                  <a:lnTo>
                    <a:pt x="1" y="3813"/>
                  </a:lnTo>
                  <a:lnTo>
                    <a:pt x="1922" y="5734"/>
                  </a:lnTo>
                  <a:lnTo>
                    <a:pt x="4474" y="3183"/>
                  </a:lnTo>
                  <a:lnTo>
                    <a:pt x="5734" y="1922"/>
                  </a:lnTo>
                  <a:lnTo>
                    <a:pt x="3813"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83" name="Google Shape;1083;p26"/>
            <p:cNvSpPr/>
            <p:nvPr/>
          </p:nvSpPr>
          <p:spPr>
            <a:xfrm>
              <a:off x="-6685100" y="3636850"/>
              <a:ext cx="47275" cy="46475"/>
            </a:xfrm>
            <a:custGeom>
              <a:rect b="b" l="l" r="r" t="t"/>
              <a:pathLst>
                <a:path extrusionOk="0" h="1859" w="1891">
                  <a:moveTo>
                    <a:pt x="1891" y="0"/>
                  </a:moveTo>
                  <a:lnTo>
                    <a:pt x="0" y="1859"/>
                  </a:lnTo>
                  <a:lnTo>
                    <a:pt x="1891" y="1859"/>
                  </a:lnTo>
                  <a:lnTo>
                    <a:pt x="1891"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084" name="Google Shape;1084;p26"/>
          <p:cNvGrpSpPr/>
          <p:nvPr/>
        </p:nvGrpSpPr>
        <p:grpSpPr>
          <a:xfrm>
            <a:off x="1372375" y="5446286"/>
            <a:ext cx="439460" cy="436797"/>
            <a:chOff x="-6689825" y="3992050"/>
            <a:chExt cx="293025" cy="291250"/>
          </a:xfrm>
        </p:grpSpPr>
        <p:sp>
          <p:nvSpPr>
            <p:cNvPr id="1085" name="Google Shape;1085;p26"/>
            <p:cNvSpPr/>
            <p:nvPr/>
          </p:nvSpPr>
          <p:spPr>
            <a:xfrm>
              <a:off x="-6547275" y="3992050"/>
              <a:ext cx="30750" cy="65400"/>
            </a:xfrm>
            <a:custGeom>
              <a:rect b="b" l="l" r="r" t="t"/>
              <a:pathLst>
                <a:path extrusionOk="0" h="2616" w="1230">
                  <a:moveTo>
                    <a:pt x="1229" y="1"/>
                  </a:moveTo>
                  <a:cubicBezTo>
                    <a:pt x="757" y="379"/>
                    <a:pt x="284" y="1355"/>
                    <a:pt x="1" y="2616"/>
                  </a:cubicBezTo>
                  <a:lnTo>
                    <a:pt x="1229" y="2616"/>
                  </a:lnTo>
                  <a:lnTo>
                    <a:pt x="1229"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86" name="Google Shape;1086;p26"/>
            <p:cNvSpPr/>
            <p:nvPr/>
          </p:nvSpPr>
          <p:spPr>
            <a:xfrm>
              <a:off x="-6547275" y="4143275"/>
              <a:ext cx="30750" cy="64600"/>
            </a:xfrm>
            <a:custGeom>
              <a:rect b="b" l="l" r="r" t="t"/>
              <a:pathLst>
                <a:path extrusionOk="0" h="2584" w="1230">
                  <a:moveTo>
                    <a:pt x="1" y="1"/>
                  </a:moveTo>
                  <a:cubicBezTo>
                    <a:pt x="284" y="1261"/>
                    <a:pt x="757" y="2237"/>
                    <a:pt x="1229" y="2584"/>
                  </a:cubicBezTo>
                  <a:lnTo>
                    <a:pt x="1229"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87" name="Google Shape;1087;p26"/>
            <p:cNvSpPr/>
            <p:nvPr/>
          </p:nvSpPr>
          <p:spPr>
            <a:xfrm>
              <a:off x="-6551200" y="4073975"/>
              <a:ext cx="34675" cy="51200"/>
            </a:xfrm>
            <a:custGeom>
              <a:rect b="b" l="l" r="r" t="t"/>
              <a:pathLst>
                <a:path extrusionOk="0" h="2048" w="1387">
                  <a:moveTo>
                    <a:pt x="63" y="0"/>
                  </a:moveTo>
                  <a:cubicBezTo>
                    <a:pt x="0" y="725"/>
                    <a:pt x="0" y="1355"/>
                    <a:pt x="63" y="2048"/>
                  </a:cubicBezTo>
                  <a:lnTo>
                    <a:pt x="1386" y="2048"/>
                  </a:lnTo>
                  <a:lnTo>
                    <a:pt x="1386"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88" name="Google Shape;1088;p26"/>
            <p:cNvSpPr/>
            <p:nvPr/>
          </p:nvSpPr>
          <p:spPr>
            <a:xfrm>
              <a:off x="-6475600" y="3994425"/>
              <a:ext cx="70125" cy="63025"/>
            </a:xfrm>
            <a:custGeom>
              <a:rect b="b" l="l" r="r" t="t"/>
              <a:pathLst>
                <a:path extrusionOk="0" h="2521" w="2805">
                  <a:moveTo>
                    <a:pt x="1" y="0"/>
                  </a:moveTo>
                  <a:cubicBezTo>
                    <a:pt x="442" y="630"/>
                    <a:pt x="757" y="1512"/>
                    <a:pt x="946" y="2521"/>
                  </a:cubicBezTo>
                  <a:lnTo>
                    <a:pt x="2805" y="2521"/>
                  </a:lnTo>
                  <a:cubicBezTo>
                    <a:pt x="2301" y="1292"/>
                    <a:pt x="1261" y="347"/>
                    <a:pt x="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89" name="Google Shape;1089;p26"/>
            <p:cNvSpPr/>
            <p:nvPr/>
          </p:nvSpPr>
          <p:spPr>
            <a:xfrm>
              <a:off x="-6449600" y="4073975"/>
              <a:ext cx="52800" cy="51200"/>
            </a:xfrm>
            <a:custGeom>
              <a:rect b="b" l="l" r="r" t="t"/>
              <a:pathLst>
                <a:path extrusionOk="0" h="2048" w="2112">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90" name="Google Shape;1090;p26"/>
            <p:cNvSpPr/>
            <p:nvPr/>
          </p:nvSpPr>
          <p:spPr>
            <a:xfrm>
              <a:off x="-6500000" y="3992050"/>
              <a:ext cx="30725" cy="65400"/>
            </a:xfrm>
            <a:custGeom>
              <a:rect b="b" l="l" r="r" t="t"/>
              <a:pathLst>
                <a:path extrusionOk="0" h="2616" w="1229">
                  <a:moveTo>
                    <a:pt x="0" y="1"/>
                  </a:moveTo>
                  <a:lnTo>
                    <a:pt x="0" y="2616"/>
                  </a:lnTo>
                  <a:lnTo>
                    <a:pt x="1229" y="2616"/>
                  </a:lnTo>
                  <a:cubicBezTo>
                    <a:pt x="977" y="1355"/>
                    <a:pt x="473" y="379"/>
                    <a:pt x="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91" name="Google Shape;1091;p26"/>
            <p:cNvSpPr/>
            <p:nvPr/>
          </p:nvSpPr>
          <p:spPr>
            <a:xfrm>
              <a:off x="-6500000" y="4143275"/>
              <a:ext cx="30725" cy="64600"/>
            </a:xfrm>
            <a:custGeom>
              <a:rect b="b" l="l" r="r" t="t"/>
              <a:pathLst>
                <a:path extrusionOk="0" h="2584" w="1229">
                  <a:moveTo>
                    <a:pt x="0" y="1"/>
                  </a:moveTo>
                  <a:lnTo>
                    <a:pt x="0" y="2584"/>
                  </a:lnTo>
                  <a:cubicBezTo>
                    <a:pt x="473" y="2237"/>
                    <a:pt x="945" y="1261"/>
                    <a:pt x="122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92" name="Google Shape;1092;p26"/>
            <p:cNvSpPr/>
            <p:nvPr/>
          </p:nvSpPr>
          <p:spPr>
            <a:xfrm>
              <a:off x="-6689825" y="4141700"/>
              <a:ext cx="149675" cy="141600"/>
            </a:xfrm>
            <a:custGeom>
              <a:rect b="b" l="l" r="r" t="t"/>
              <a:pathLst>
                <a:path extrusionOk="0" h="5664" w="5987">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93" name="Google Shape;1093;p26"/>
            <p:cNvSpPr/>
            <p:nvPr/>
          </p:nvSpPr>
          <p:spPr>
            <a:xfrm>
              <a:off x="-6475600" y="4141700"/>
              <a:ext cx="70125" cy="64600"/>
            </a:xfrm>
            <a:custGeom>
              <a:rect b="b" l="l" r="r" t="t"/>
              <a:pathLst>
                <a:path extrusionOk="0" h="2584" w="2805">
                  <a:moveTo>
                    <a:pt x="946" y="1"/>
                  </a:moveTo>
                  <a:cubicBezTo>
                    <a:pt x="757" y="1040"/>
                    <a:pt x="442" y="1954"/>
                    <a:pt x="1" y="2584"/>
                  </a:cubicBezTo>
                  <a:cubicBezTo>
                    <a:pt x="1261" y="2174"/>
                    <a:pt x="2301" y="1229"/>
                    <a:pt x="280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94" name="Google Shape;1094;p26"/>
            <p:cNvSpPr/>
            <p:nvPr/>
          </p:nvSpPr>
          <p:spPr>
            <a:xfrm>
              <a:off x="-6618950" y="4073975"/>
              <a:ext cx="52025" cy="51200"/>
            </a:xfrm>
            <a:custGeom>
              <a:rect b="b" l="l" r="r" t="t"/>
              <a:pathLst>
                <a:path extrusionOk="0" h="2048" w="2081">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95" name="Google Shape;1095;p26"/>
            <p:cNvSpPr/>
            <p:nvPr/>
          </p:nvSpPr>
          <p:spPr>
            <a:xfrm>
              <a:off x="-6610275" y="3992850"/>
              <a:ext cx="70125" cy="63025"/>
            </a:xfrm>
            <a:custGeom>
              <a:rect b="b" l="l" r="r" t="t"/>
              <a:pathLst>
                <a:path extrusionOk="0" h="2521" w="2805">
                  <a:moveTo>
                    <a:pt x="2804" y="0"/>
                  </a:moveTo>
                  <a:lnTo>
                    <a:pt x="2804" y="0"/>
                  </a:lnTo>
                  <a:cubicBezTo>
                    <a:pt x="1544" y="410"/>
                    <a:pt x="504" y="1355"/>
                    <a:pt x="0" y="2521"/>
                  </a:cubicBezTo>
                  <a:lnTo>
                    <a:pt x="1859" y="2521"/>
                  </a:lnTo>
                  <a:cubicBezTo>
                    <a:pt x="2017" y="1575"/>
                    <a:pt x="2363" y="693"/>
                    <a:pt x="280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96" name="Google Shape;1096;p26"/>
            <p:cNvSpPr/>
            <p:nvPr/>
          </p:nvSpPr>
          <p:spPr>
            <a:xfrm>
              <a:off x="-6500000" y="4073975"/>
              <a:ext cx="35450" cy="51200"/>
            </a:xfrm>
            <a:custGeom>
              <a:rect b="b" l="l" r="r" t="t"/>
              <a:pathLst>
                <a:path extrusionOk="0" h="2048" w="1418">
                  <a:moveTo>
                    <a:pt x="0" y="0"/>
                  </a:moveTo>
                  <a:lnTo>
                    <a:pt x="0" y="2048"/>
                  </a:lnTo>
                  <a:lnTo>
                    <a:pt x="1292" y="2048"/>
                  </a:lnTo>
                  <a:cubicBezTo>
                    <a:pt x="1418" y="1355"/>
                    <a:pt x="1418" y="725"/>
                    <a:pt x="129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097" name="Google Shape;1097;p26"/>
          <p:cNvGrpSpPr/>
          <p:nvPr/>
        </p:nvGrpSpPr>
        <p:grpSpPr>
          <a:xfrm>
            <a:off x="4179582" y="4897440"/>
            <a:ext cx="440621" cy="437097"/>
            <a:chOff x="-4837325" y="3612425"/>
            <a:chExt cx="293800" cy="291450"/>
          </a:xfrm>
        </p:grpSpPr>
        <p:sp>
          <p:nvSpPr>
            <p:cNvPr id="1098" name="Google Shape;1098;p26"/>
            <p:cNvSpPr/>
            <p:nvPr/>
          </p:nvSpPr>
          <p:spPr>
            <a:xfrm>
              <a:off x="-4836550" y="3612425"/>
              <a:ext cx="293025" cy="170925"/>
            </a:xfrm>
            <a:custGeom>
              <a:rect b="b" l="l" r="r" t="t"/>
              <a:pathLst>
                <a:path extrusionOk="0" h="6837" w="11721">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99" name="Google Shape;1099;p26"/>
            <p:cNvSpPr/>
            <p:nvPr/>
          </p:nvSpPr>
          <p:spPr>
            <a:xfrm>
              <a:off x="-4837325" y="3743950"/>
              <a:ext cx="291425" cy="159925"/>
            </a:xfrm>
            <a:custGeom>
              <a:rect b="b" l="l" r="r" t="t"/>
              <a:pathLst>
                <a:path extrusionOk="0" h="6397" w="11657">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00" name="Google Shape;1100;p26"/>
            <p:cNvSpPr/>
            <p:nvPr/>
          </p:nvSpPr>
          <p:spPr>
            <a:xfrm>
              <a:off x="-4716825" y="3799075"/>
              <a:ext cx="51225" cy="18950"/>
            </a:xfrm>
            <a:custGeom>
              <a:rect b="b" l="l" r="r" t="t"/>
              <a:pathLst>
                <a:path extrusionOk="0" h="758" w="2049">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01" name="Google Shape;1101;p26"/>
          <p:cNvGrpSpPr/>
          <p:nvPr/>
        </p:nvGrpSpPr>
        <p:grpSpPr>
          <a:xfrm>
            <a:off x="4180763" y="5446136"/>
            <a:ext cx="438260" cy="437097"/>
            <a:chOff x="-4837325" y="3971575"/>
            <a:chExt cx="292225" cy="291450"/>
          </a:xfrm>
        </p:grpSpPr>
        <p:sp>
          <p:nvSpPr>
            <p:cNvPr id="1102" name="Google Shape;1102;p26"/>
            <p:cNvSpPr/>
            <p:nvPr/>
          </p:nvSpPr>
          <p:spPr>
            <a:xfrm>
              <a:off x="-4734150" y="4073975"/>
              <a:ext cx="86650" cy="86650"/>
            </a:xfrm>
            <a:custGeom>
              <a:rect b="b" l="l" r="r" t="t"/>
              <a:pathLst>
                <a:path extrusionOk="0" h="3466" w="3466">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03" name="Google Shape;1103;p26"/>
            <p:cNvSpPr/>
            <p:nvPr/>
          </p:nvSpPr>
          <p:spPr>
            <a:xfrm>
              <a:off x="-4700300" y="4108625"/>
              <a:ext cx="18950" cy="17350"/>
            </a:xfrm>
            <a:custGeom>
              <a:rect b="b" l="l" r="r" t="t"/>
              <a:pathLst>
                <a:path extrusionOk="0" h="694" w="758">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04" name="Google Shape;1104;p26"/>
            <p:cNvSpPr/>
            <p:nvPr/>
          </p:nvSpPr>
          <p:spPr>
            <a:xfrm>
              <a:off x="-4748325" y="3971575"/>
              <a:ext cx="203225" cy="204025"/>
            </a:xfrm>
            <a:custGeom>
              <a:rect b="b" l="l" r="r" t="t"/>
              <a:pathLst>
                <a:path extrusionOk="0" h="8161" w="8129">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05" name="Google Shape;1105;p26"/>
            <p:cNvSpPr/>
            <p:nvPr/>
          </p:nvSpPr>
          <p:spPr>
            <a:xfrm>
              <a:off x="-4656175" y="4151950"/>
              <a:ext cx="91375" cy="91375"/>
            </a:xfrm>
            <a:custGeom>
              <a:rect b="b" l="l" r="r" t="t"/>
              <a:pathLst>
                <a:path extrusionOk="0" h="3655" w="3655">
                  <a:moveTo>
                    <a:pt x="599" y="0"/>
                  </a:moveTo>
                  <a:cubicBezTo>
                    <a:pt x="441" y="221"/>
                    <a:pt x="252" y="441"/>
                    <a:pt x="0" y="599"/>
                  </a:cubicBezTo>
                  <a:lnTo>
                    <a:pt x="1544" y="3655"/>
                  </a:lnTo>
                  <a:cubicBezTo>
                    <a:pt x="2395" y="3151"/>
                    <a:pt x="3151" y="2395"/>
                    <a:pt x="3655" y="1544"/>
                  </a:cubicBezTo>
                  <a:lnTo>
                    <a:pt x="599"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06" name="Google Shape;1106;p26"/>
            <p:cNvSpPr/>
            <p:nvPr/>
          </p:nvSpPr>
          <p:spPr>
            <a:xfrm>
              <a:off x="-4817650" y="3991275"/>
              <a:ext cx="91400" cy="91375"/>
            </a:xfrm>
            <a:custGeom>
              <a:rect b="b" l="l" r="r" t="t"/>
              <a:pathLst>
                <a:path extrusionOk="0" h="3655" w="3656">
                  <a:moveTo>
                    <a:pt x="2143" y="0"/>
                  </a:moveTo>
                  <a:cubicBezTo>
                    <a:pt x="1261" y="504"/>
                    <a:pt x="536" y="1260"/>
                    <a:pt x="1" y="2111"/>
                  </a:cubicBezTo>
                  <a:lnTo>
                    <a:pt x="3088" y="3655"/>
                  </a:lnTo>
                  <a:cubicBezTo>
                    <a:pt x="3246" y="3434"/>
                    <a:pt x="3435" y="3214"/>
                    <a:pt x="3655" y="3088"/>
                  </a:cubicBezTo>
                  <a:lnTo>
                    <a:pt x="2143"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07" name="Google Shape;1107;p26"/>
            <p:cNvSpPr/>
            <p:nvPr/>
          </p:nvSpPr>
          <p:spPr>
            <a:xfrm>
              <a:off x="-4837325" y="4059000"/>
              <a:ext cx="204000" cy="204025"/>
            </a:xfrm>
            <a:custGeom>
              <a:rect b="b" l="l" r="r" t="t"/>
              <a:pathLst>
                <a:path extrusionOk="0" h="8161" w="8160">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08" name="Google Shape;1108;p26"/>
          <p:cNvGrpSpPr/>
          <p:nvPr/>
        </p:nvGrpSpPr>
        <p:grpSpPr>
          <a:xfrm>
            <a:off x="7001161" y="4896840"/>
            <a:ext cx="440659" cy="438297"/>
            <a:chOff x="-3031325" y="3597450"/>
            <a:chExt cx="293825" cy="292250"/>
          </a:xfrm>
        </p:grpSpPr>
        <p:sp>
          <p:nvSpPr>
            <p:cNvPr id="1109" name="Google Shape;1109;p26"/>
            <p:cNvSpPr/>
            <p:nvPr/>
          </p:nvSpPr>
          <p:spPr>
            <a:xfrm>
              <a:off x="-3029750" y="3597450"/>
              <a:ext cx="292250" cy="67775"/>
            </a:xfrm>
            <a:custGeom>
              <a:rect b="b" l="l" r="r" t="t"/>
              <a:pathLst>
                <a:path extrusionOk="0" h="2711" w="11690">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10" name="Google Shape;1110;p26"/>
            <p:cNvSpPr/>
            <p:nvPr/>
          </p:nvSpPr>
          <p:spPr>
            <a:xfrm>
              <a:off x="-3031325" y="3687250"/>
              <a:ext cx="292250" cy="153600"/>
            </a:xfrm>
            <a:custGeom>
              <a:rect b="b" l="l" r="r" t="t"/>
              <a:pathLst>
                <a:path extrusionOk="0" h="6144" w="11690">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11" name="Google Shape;1111;p26"/>
            <p:cNvSpPr/>
            <p:nvPr/>
          </p:nvSpPr>
          <p:spPr>
            <a:xfrm>
              <a:off x="-2908450" y="3724275"/>
              <a:ext cx="59900" cy="164625"/>
            </a:xfrm>
            <a:custGeom>
              <a:rect b="b" l="l" r="r" t="t"/>
              <a:pathLst>
                <a:path extrusionOk="0" h="6585" w="2396">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12" name="Google Shape;1112;p26"/>
            <p:cNvSpPr/>
            <p:nvPr/>
          </p:nvSpPr>
          <p:spPr>
            <a:xfrm>
              <a:off x="-2831250" y="3725850"/>
              <a:ext cx="59875" cy="163850"/>
            </a:xfrm>
            <a:custGeom>
              <a:rect b="b" l="l" r="r" t="t"/>
              <a:pathLst>
                <a:path extrusionOk="0" h="6554" w="2395">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13" name="Google Shape;1113;p26"/>
          <p:cNvGrpSpPr/>
          <p:nvPr/>
        </p:nvGrpSpPr>
        <p:grpSpPr>
          <a:xfrm>
            <a:off x="7001762" y="5471536"/>
            <a:ext cx="439460" cy="386293"/>
            <a:chOff x="-3030525" y="3973150"/>
            <a:chExt cx="293025" cy="257575"/>
          </a:xfrm>
        </p:grpSpPr>
        <p:sp>
          <p:nvSpPr>
            <p:cNvPr id="1114" name="Google Shape;1114;p26"/>
            <p:cNvSpPr/>
            <p:nvPr/>
          </p:nvSpPr>
          <p:spPr>
            <a:xfrm>
              <a:off x="-3029750" y="3973150"/>
              <a:ext cx="292250" cy="68550"/>
            </a:xfrm>
            <a:custGeom>
              <a:rect b="b" l="l" r="r" t="t"/>
              <a:pathLst>
                <a:path extrusionOk="0" h="2742" w="1169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15" name="Google Shape;1115;p26"/>
            <p:cNvSpPr/>
            <p:nvPr/>
          </p:nvSpPr>
          <p:spPr>
            <a:xfrm>
              <a:off x="-3030525" y="4059000"/>
              <a:ext cx="292225" cy="171725"/>
            </a:xfrm>
            <a:custGeom>
              <a:rect b="b" l="l" r="r" t="t"/>
              <a:pathLst>
                <a:path extrusionOk="0" h="6869" w="11689">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16" name="Google Shape;1116;p26"/>
          <p:cNvGrpSpPr/>
          <p:nvPr/>
        </p:nvGrpSpPr>
        <p:grpSpPr>
          <a:xfrm>
            <a:off x="1931387" y="4897440"/>
            <a:ext cx="439460" cy="437097"/>
            <a:chOff x="-6329100" y="3632100"/>
            <a:chExt cx="293025" cy="291450"/>
          </a:xfrm>
        </p:grpSpPr>
        <p:sp>
          <p:nvSpPr>
            <p:cNvPr id="1117" name="Google Shape;1117;p26"/>
            <p:cNvSpPr/>
            <p:nvPr/>
          </p:nvSpPr>
          <p:spPr>
            <a:xfrm>
              <a:off x="-6210700" y="3751600"/>
              <a:ext cx="174625" cy="171950"/>
            </a:xfrm>
            <a:custGeom>
              <a:rect b="b" l="l" r="r" t="t"/>
              <a:pathLst>
                <a:path extrusionOk="0" h="6878" w="6985">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18" name="Google Shape;1118;p26"/>
            <p:cNvSpPr/>
            <p:nvPr/>
          </p:nvSpPr>
          <p:spPr>
            <a:xfrm>
              <a:off x="-6272400" y="3691975"/>
              <a:ext cx="136300" cy="135500"/>
            </a:xfrm>
            <a:custGeom>
              <a:rect b="b" l="l" r="r" t="t"/>
              <a:pathLst>
                <a:path extrusionOk="0" h="5420" w="5452">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19" name="Google Shape;1119;p26"/>
            <p:cNvSpPr/>
            <p:nvPr/>
          </p:nvSpPr>
          <p:spPr>
            <a:xfrm>
              <a:off x="-6329100" y="3632100"/>
              <a:ext cx="257575" cy="256025"/>
            </a:xfrm>
            <a:custGeom>
              <a:rect b="b" l="l" r="r" t="t"/>
              <a:pathLst>
                <a:path extrusionOk="0" h="10241" w="10303">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20" name="Google Shape;1120;p26"/>
          <p:cNvGrpSpPr/>
          <p:nvPr/>
        </p:nvGrpSpPr>
        <p:grpSpPr>
          <a:xfrm>
            <a:off x="1932587" y="5446136"/>
            <a:ext cx="437060" cy="437097"/>
            <a:chOff x="-6329875" y="3992050"/>
            <a:chExt cx="291425" cy="291450"/>
          </a:xfrm>
        </p:grpSpPr>
        <p:sp>
          <p:nvSpPr>
            <p:cNvPr id="1121" name="Google Shape;1121;p26"/>
            <p:cNvSpPr/>
            <p:nvPr/>
          </p:nvSpPr>
          <p:spPr>
            <a:xfrm>
              <a:off x="-6090450" y="4077900"/>
              <a:ext cx="52000" cy="34675"/>
            </a:xfrm>
            <a:custGeom>
              <a:rect b="b" l="l" r="r" t="t"/>
              <a:pathLst>
                <a:path extrusionOk="0" h="1387" w="2080">
                  <a:moveTo>
                    <a:pt x="1" y="1"/>
                  </a:moveTo>
                  <a:lnTo>
                    <a:pt x="1" y="1387"/>
                  </a:lnTo>
                  <a:lnTo>
                    <a:pt x="2080" y="1387"/>
                  </a:lnTo>
                  <a:lnTo>
                    <a:pt x="2080" y="1040"/>
                  </a:lnTo>
                  <a:cubicBezTo>
                    <a:pt x="2080" y="473"/>
                    <a:pt x="1607" y="1"/>
                    <a:pt x="107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22" name="Google Shape;1122;p26"/>
            <p:cNvSpPr/>
            <p:nvPr/>
          </p:nvSpPr>
          <p:spPr>
            <a:xfrm>
              <a:off x="-6262925" y="3992050"/>
              <a:ext cx="154400" cy="155200"/>
            </a:xfrm>
            <a:custGeom>
              <a:rect b="b" l="l" r="r" t="t"/>
              <a:pathLst>
                <a:path extrusionOk="0" h="6208" w="6176">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23" name="Google Shape;1123;p26"/>
            <p:cNvSpPr/>
            <p:nvPr/>
          </p:nvSpPr>
          <p:spPr>
            <a:xfrm>
              <a:off x="-6329875" y="4044825"/>
              <a:ext cx="51200" cy="102425"/>
            </a:xfrm>
            <a:custGeom>
              <a:rect b="b" l="l" r="r" t="t"/>
              <a:pathLst>
                <a:path extrusionOk="0" h="4097" w="2048">
                  <a:moveTo>
                    <a:pt x="1040" y="0"/>
                  </a:moveTo>
                  <a:cubicBezTo>
                    <a:pt x="473" y="0"/>
                    <a:pt x="0" y="473"/>
                    <a:pt x="0" y="1009"/>
                  </a:cubicBezTo>
                  <a:lnTo>
                    <a:pt x="0" y="4096"/>
                  </a:lnTo>
                  <a:lnTo>
                    <a:pt x="2048" y="4096"/>
                  </a:lnTo>
                  <a:lnTo>
                    <a:pt x="2048"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24" name="Google Shape;1124;p26"/>
            <p:cNvSpPr/>
            <p:nvPr/>
          </p:nvSpPr>
          <p:spPr>
            <a:xfrm>
              <a:off x="-6329875" y="4129900"/>
              <a:ext cx="291425" cy="153600"/>
            </a:xfrm>
            <a:custGeom>
              <a:rect b="b" l="l" r="r" t="t"/>
              <a:pathLst>
                <a:path extrusionOk="0" h="6144" w="11657">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25" name="Google Shape;1125;p26"/>
          <p:cNvGrpSpPr/>
          <p:nvPr/>
        </p:nvGrpSpPr>
        <p:grpSpPr>
          <a:xfrm>
            <a:off x="4742737" y="4897440"/>
            <a:ext cx="440659" cy="437097"/>
            <a:chOff x="-4475825" y="3612425"/>
            <a:chExt cx="293825" cy="291450"/>
          </a:xfrm>
        </p:grpSpPr>
        <p:sp>
          <p:nvSpPr>
            <p:cNvPr id="1126" name="Google Shape;1126;p26"/>
            <p:cNvSpPr/>
            <p:nvPr/>
          </p:nvSpPr>
          <p:spPr>
            <a:xfrm>
              <a:off x="-4349800" y="3664400"/>
              <a:ext cx="34675" cy="33100"/>
            </a:xfrm>
            <a:custGeom>
              <a:rect b="b" l="l" r="r" t="t"/>
              <a:pathLst>
                <a:path extrusionOk="0" h="1324" w="1387">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27" name="Google Shape;1127;p26"/>
            <p:cNvSpPr/>
            <p:nvPr/>
          </p:nvSpPr>
          <p:spPr>
            <a:xfrm>
              <a:off x="-4366325" y="3714800"/>
              <a:ext cx="68525" cy="34700"/>
            </a:xfrm>
            <a:custGeom>
              <a:rect b="b" l="l" r="r" t="t"/>
              <a:pathLst>
                <a:path extrusionOk="0" h="1388" w="2741">
                  <a:moveTo>
                    <a:pt x="1008" y="1"/>
                  </a:moveTo>
                  <a:cubicBezTo>
                    <a:pt x="473" y="1"/>
                    <a:pt x="0" y="474"/>
                    <a:pt x="0" y="1009"/>
                  </a:cubicBezTo>
                  <a:lnTo>
                    <a:pt x="0" y="1387"/>
                  </a:lnTo>
                  <a:lnTo>
                    <a:pt x="2741" y="1387"/>
                  </a:lnTo>
                  <a:lnTo>
                    <a:pt x="2741" y="1009"/>
                  </a:lnTo>
                  <a:cubicBezTo>
                    <a:pt x="2741" y="474"/>
                    <a:pt x="2268" y="1"/>
                    <a:pt x="167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28" name="Google Shape;1128;p26"/>
            <p:cNvSpPr/>
            <p:nvPr/>
          </p:nvSpPr>
          <p:spPr>
            <a:xfrm>
              <a:off x="-4475825" y="3612425"/>
              <a:ext cx="293825" cy="291450"/>
            </a:xfrm>
            <a:custGeom>
              <a:rect b="b" l="l" r="r" t="t"/>
              <a:pathLst>
                <a:path extrusionOk="0" h="11658" w="11753">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29" name="Google Shape;1129;p26"/>
          <p:cNvGrpSpPr/>
          <p:nvPr/>
        </p:nvGrpSpPr>
        <p:grpSpPr>
          <a:xfrm>
            <a:off x="4739794" y="5446154"/>
            <a:ext cx="446545" cy="437060"/>
            <a:chOff x="-4480550" y="3970800"/>
            <a:chExt cx="297750" cy="291425"/>
          </a:xfrm>
        </p:grpSpPr>
        <p:sp>
          <p:nvSpPr>
            <p:cNvPr id="1130" name="Google Shape;1130;p26"/>
            <p:cNvSpPr/>
            <p:nvPr/>
          </p:nvSpPr>
          <p:spPr>
            <a:xfrm>
              <a:off x="-4426200" y="4058225"/>
              <a:ext cx="51225" cy="69325"/>
            </a:xfrm>
            <a:custGeom>
              <a:rect b="b" l="l" r="r" t="t"/>
              <a:pathLst>
                <a:path extrusionOk="0" h="2773" w="2049">
                  <a:moveTo>
                    <a:pt x="1" y="0"/>
                  </a:moveTo>
                  <a:lnTo>
                    <a:pt x="1" y="2773"/>
                  </a:lnTo>
                  <a:lnTo>
                    <a:pt x="2048" y="2773"/>
                  </a:lnTo>
                  <a:lnTo>
                    <a:pt x="2048"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31" name="Google Shape;1131;p26"/>
            <p:cNvSpPr/>
            <p:nvPr/>
          </p:nvSpPr>
          <p:spPr>
            <a:xfrm>
              <a:off x="-4480550" y="3970800"/>
              <a:ext cx="297750" cy="291425"/>
            </a:xfrm>
            <a:custGeom>
              <a:rect b="b" l="l" r="r" t="t"/>
              <a:pathLst>
                <a:path extrusionOk="0" h="11657" w="11910">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32" name="Google Shape;1132;p26"/>
          <p:cNvGrpSpPr/>
          <p:nvPr/>
        </p:nvGrpSpPr>
        <p:grpSpPr>
          <a:xfrm>
            <a:off x="7565417" y="4897440"/>
            <a:ext cx="438297" cy="437097"/>
            <a:chOff x="-2671375" y="3597450"/>
            <a:chExt cx="292250" cy="291450"/>
          </a:xfrm>
        </p:grpSpPr>
        <p:sp>
          <p:nvSpPr>
            <p:cNvPr id="1133" name="Google Shape;1133;p26"/>
            <p:cNvSpPr/>
            <p:nvPr/>
          </p:nvSpPr>
          <p:spPr>
            <a:xfrm>
              <a:off x="-2654050" y="3597450"/>
              <a:ext cx="260725" cy="51225"/>
            </a:xfrm>
            <a:custGeom>
              <a:rect b="b" l="l" r="r" t="t"/>
              <a:pathLst>
                <a:path extrusionOk="0" h="2049" w="10429">
                  <a:moveTo>
                    <a:pt x="1513" y="1"/>
                  </a:moveTo>
                  <a:cubicBezTo>
                    <a:pt x="1072" y="1"/>
                    <a:pt x="725" y="253"/>
                    <a:pt x="568" y="631"/>
                  </a:cubicBezTo>
                  <a:lnTo>
                    <a:pt x="1" y="2049"/>
                  </a:lnTo>
                  <a:lnTo>
                    <a:pt x="10429" y="2049"/>
                  </a:lnTo>
                  <a:lnTo>
                    <a:pt x="9830" y="631"/>
                  </a:lnTo>
                  <a:cubicBezTo>
                    <a:pt x="9673" y="253"/>
                    <a:pt x="9263" y="1"/>
                    <a:pt x="888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34" name="Google Shape;1134;p26"/>
            <p:cNvSpPr/>
            <p:nvPr/>
          </p:nvSpPr>
          <p:spPr>
            <a:xfrm>
              <a:off x="-2671375" y="3667550"/>
              <a:ext cx="292250" cy="221350"/>
            </a:xfrm>
            <a:custGeom>
              <a:rect b="b" l="l" r="r" t="t"/>
              <a:pathLst>
                <a:path extrusionOk="0" h="8854" w="1169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35" name="Google Shape;1135;p26"/>
          <p:cNvGrpSpPr/>
          <p:nvPr/>
        </p:nvGrpSpPr>
        <p:grpSpPr>
          <a:xfrm>
            <a:off x="7564255" y="5444954"/>
            <a:ext cx="440621" cy="439460"/>
            <a:chOff x="-2670575" y="3956600"/>
            <a:chExt cx="293800" cy="293025"/>
          </a:xfrm>
        </p:grpSpPr>
        <p:sp>
          <p:nvSpPr>
            <p:cNvPr id="1136" name="Google Shape;1136;p26"/>
            <p:cNvSpPr/>
            <p:nvPr/>
          </p:nvSpPr>
          <p:spPr>
            <a:xfrm>
              <a:off x="-2670575" y="3975525"/>
              <a:ext cx="116575" cy="34675"/>
            </a:xfrm>
            <a:custGeom>
              <a:rect b="b" l="l" r="r" t="t"/>
              <a:pathLst>
                <a:path extrusionOk="0" h="1387" w="4663">
                  <a:moveTo>
                    <a:pt x="1040" y="0"/>
                  </a:moveTo>
                  <a:cubicBezTo>
                    <a:pt x="473" y="0"/>
                    <a:pt x="0" y="473"/>
                    <a:pt x="0" y="1040"/>
                  </a:cubicBezTo>
                  <a:lnTo>
                    <a:pt x="0" y="1386"/>
                  </a:lnTo>
                  <a:lnTo>
                    <a:pt x="3781" y="1386"/>
                  </a:lnTo>
                  <a:cubicBezTo>
                    <a:pt x="4001" y="882"/>
                    <a:pt x="4316" y="410"/>
                    <a:pt x="466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37" name="Google Shape;1137;p26"/>
            <p:cNvSpPr/>
            <p:nvPr/>
          </p:nvSpPr>
          <p:spPr>
            <a:xfrm>
              <a:off x="-2669800" y="4026700"/>
              <a:ext cx="170950" cy="136300"/>
            </a:xfrm>
            <a:custGeom>
              <a:rect b="b" l="l" r="r" t="t"/>
              <a:pathLst>
                <a:path extrusionOk="0" h="5452" w="6838">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38" name="Google Shape;1138;p26"/>
            <p:cNvSpPr/>
            <p:nvPr/>
          </p:nvSpPr>
          <p:spPr>
            <a:xfrm>
              <a:off x="-2669800" y="4179500"/>
              <a:ext cx="170950" cy="70125"/>
            </a:xfrm>
            <a:custGeom>
              <a:rect b="b" l="l" r="r" t="t"/>
              <a:pathLst>
                <a:path extrusionOk="0" h="2805" w="6838">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39" name="Google Shape;1139;p26"/>
            <p:cNvSpPr/>
            <p:nvPr/>
          </p:nvSpPr>
          <p:spPr>
            <a:xfrm>
              <a:off x="-2566625" y="3956600"/>
              <a:ext cx="189850" cy="190650"/>
            </a:xfrm>
            <a:custGeom>
              <a:rect b="b" l="l" r="r" t="t"/>
              <a:pathLst>
                <a:path extrusionOk="0" h="7626" w="7594">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40" name="Google Shape;1140;p26"/>
          <p:cNvGrpSpPr/>
          <p:nvPr/>
        </p:nvGrpSpPr>
        <p:grpSpPr>
          <a:xfrm>
            <a:off x="9816731" y="4898114"/>
            <a:ext cx="444184" cy="435748"/>
            <a:chOff x="-1183550" y="3586525"/>
            <a:chExt cx="296175" cy="290550"/>
          </a:xfrm>
        </p:grpSpPr>
        <p:sp>
          <p:nvSpPr>
            <p:cNvPr id="1141" name="Google Shape;1141;p26"/>
            <p:cNvSpPr/>
            <p:nvPr/>
          </p:nvSpPr>
          <p:spPr>
            <a:xfrm>
              <a:off x="-927575" y="3671500"/>
              <a:ext cx="40200" cy="16575"/>
            </a:xfrm>
            <a:custGeom>
              <a:rect b="b" l="l" r="r" t="t"/>
              <a:pathLst>
                <a:path extrusionOk="0" h="663" w="1608">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42" name="Google Shape;1142;p26"/>
            <p:cNvSpPr/>
            <p:nvPr/>
          </p:nvSpPr>
          <p:spPr>
            <a:xfrm>
              <a:off x="-1183550" y="3671500"/>
              <a:ext cx="39400" cy="16575"/>
            </a:xfrm>
            <a:custGeom>
              <a:rect b="b" l="l" r="r" t="t"/>
              <a:pathLst>
                <a:path extrusionOk="0" h="663" w="1576">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43" name="Google Shape;1143;p26"/>
            <p:cNvSpPr/>
            <p:nvPr/>
          </p:nvSpPr>
          <p:spPr>
            <a:xfrm>
              <a:off x="-944250" y="3603025"/>
              <a:ext cx="39525" cy="26375"/>
            </a:xfrm>
            <a:custGeom>
              <a:rect b="b" l="l" r="r" t="t"/>
              <a:pathLst>
                <a:path extrusionOk="0" h="1055" w="1581">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44" name="Google Shape;1144;p26"/>
            <p:cNvSpPr/>
            <p:nvPr/>
          </p:nvSpPr>
          <p:spPr>
            <a:xfrm>
              <a:off x="-1166200" y="3731225"/>
              <a:ext cx="39700" cy="26075"/>
            </a:xfrm>
            <a:custGeom>
              <a:rect b="b" l="l" r="r" t="t"/>
              <a:pathLst>
                <a:path extrusionOk="0" h="1043" w="1588">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45" name="Google Shape;1145;p26"/>
            <p:cNvSpPr/>
            <p:nvPr/>
          </p:nvSpPr>
          <p:spPr>
            <a:xfrm>
              <a:off x="-944925" y="3730950"/>
              <a:ext cx="40200" cy="26375"/>
            </a:xfrm>
            <a:custGeom>
              <a:rect b="b" l="l" r="r" t="t"/>
              <a:pathLst>
                <a:path extrusionOk="0" h="1055" w="1608">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46" name="Google Shape;1146;p26"/>
            <p:cNvSpPr/>
            <p:nvPr/>
          </p:nvSpPr>
          <p:spPr>
            <a:xfrm>
              <a:off x="-1167000" y="3603025"/>
              <a:ext cx="40200" cy="26375"/>
            </a:xfrm>
            <a:custGeom>
              <a:rect b="b" l="l" r="r" t="t"/>
              <a:pathLst>
                <a:path extrusionOk="0" h="1055" w="1608">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47" name="Google Shape;1147;p26"/>
            <p:cNvSpPr/>
            <p:nvPr/>
          </p:nvSpPr>
          <p:spPr>
            <a:xfrm>
              <a:off x="-1065400" y="3658900"/>
              <a:ext cx="59875" cy="77200"/>
            </a:xfrm>
            <a:custGeom>
              <a:rect b="b" l="l" r="r" t="t"/>
              <a:pathLst>
                <a:path extrusionOk="0" h="3088" w="2395">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48" name="Google Shape;1148;p26"/>
            <p:cNvSpPr/>
            <p:nvPr/>
          </p:nvSpPr>
          <p:spPr>
            <a:xfrm>
              <a:off x="-1078000" y="3809325"/>
              <a:ext cx="85075" cy="67750"/>
            </a:xfrm>
            <a:custGeom>
              <a:rect b="b" l="l" r="r" t="t"/>
              <a:pathLst>
                <a:path extrusionOk="0" h="2710" w="3403">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49" name="Google Shape;1149;p26"/>
            <p:cNvSpPr/>
            <p:nvPr/>
          </p:nvSpPr>
          <p:spPr>
            <a:xfrm>
              <a:off x="-1135500" y="3586525"/>
              <a:ext cx="193775" cy="204700"/>
            </a:xfrm>
            <a:custGeom>
              <a:rect b="b" l="l" r="r" t="t"/>
              <a:pathLst>
                <a:path extrusionOk="0" h="8188" w="7751">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50" name="Google Shape;1150;p26"/>
          <p:cNvGrpSpPr/>
          <p:nvPr/>
        </p:nvGrpSpPr>
        <p:grpSpPr>
          <a:xfrm>
            <a:off x="2489134" y="4896015"/>
            <a:ext cx="450108" cy="439947"/>
            <a:chOff x="-5974675" y="3632100"/>
            <a:chExt cx="300125" cy="293350"/>
          </a:xfrm>
        </p:grpSpPr>
        <p:sp>
          <p:nvSpPr>
            <p:cNvPr id="1151" name="Google Shape;1151;p26"/>
            <p:cNvSpPr/>
            <p:nvPr/>
          </p:nvSpPr>
          <p:spPr>
            <a:xfrm>
              <a:off x="-5974675" y="3701875"/>
              <a:ext cx="141025" cy="221650"/>
            </a:xfrm>
            <a:custGeom>
              <a:rect b="b" l="l" r="r" t="t"/>
              <a:pathLst>
                <a:path extrusionOk="0" h="8866" w="5641">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52" name="Google Shape;1152;p26"/>
            <p:cNvSpPr/>
            <p:nvPr/>
          </p:nvSpPr>
          <p:spPr>
            <a:xfrm>
              <a:off x="-5880150" y="3632100"/>
              <a:ext cx="108725" cy="68550"/>
            </a:xfrm>
            <a:custGeom>
              <a:rect b="b" l="l" r="r" t="t"/>
              <a:pathLst>
                <a:path extrusionOk="0" h="2742" w="4349">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53" name="Google Shape;1153;p26"/>
            <p:cNvSpPr/>
            <p:nvPr/>
          </p:nvSpPr>
          <p:spPr>
            <a:xfrm>
              <a:off x="-5814775" y="3702500"/>
              <a:ext cx="140225" cy="222950"/>
            </a:xfrm>
            <a:custGeom>
              <a:rect b="b" l="l" r="r" t="t"/>
              <a:pathLst>
                <a:path extrusionOk="0" h="8918" w="5609">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54" name="Google Shape;1154;p26"/>
          <p:cNvGrpSpPr/>
          <p:nvPr/>
        </p:nvGrpSpPr>
        <p:grpSpPr>
          <a:xfrm>
            <a:off x="2508029" y="5444955"/>
            <a:ext cx="412315" cy="439460"/>
            <a:chOff x="-5971525" y="3990475"/>
            <a:chExt cx="274925" cy="293025"/>
          </a:xfrm>
        </p:grpSpPr>
        <p:sp>
          <p:nvSpPr>
            <p:cNvPr id="1155" name="Google Shape;1155;p26"/>
            <p:cNvSpPr/>
            <p:nvPr/>
          </p:nvSpPr>
          <p:spPr>
            <a:xfrm>
              <a:off x="-5851000" y="4061375"/>
              <a:ext cx="102400" cy="33875"/>
            </a:xfrm>
            <a:custGeom>
              <a:rect b="b" l="l" r="r" t="t"/>
              <a:pathLst>
                <a:path extrusionOk="0" h="1355" w="4096">
                  <a:moveTo>
                    <a:pt x="0" y="0"/>
                  </a:moveTo>
                  <a:lnTo>
                    <a:pt x="0" y="1355"/>
                  </a:lnTo>
                  <a:lnTo>
                    <a:pt x="4096" y="1355"/>
                  </a:lnTo>
                  <a:lnTo>
                    <a:pt x="4096"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56" name="Google Shape;1156;p26"/>
            <p:cNvSpPr/>
            <p:nvPr/>
          </p:nvSpPr>
          <p:spPr>
            <a:xfrm>
              <a:off x="-5971525" y="3990475"/>
              <a:ext cx="69350" cy="275700"/>
            </a:xfrm>
            <a:custGeom>
              <a:rect b="b" l="l" r="r" t="t"/>
              <a:pathLst>
                <a:path extrusionOk="0" h="11028" w="2774">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57" name="Google Shape;1157;p26"/>
            <p:cNvSpPr/>
            <p:nvPr/>
          </p:nvSpPr>
          <p:spPr>
            <a:xfrm>
              <a:off x="-5851000" y="4214950"/>
              <a:ext cx="103200" cy="68550"/>
            </a:xfrm>
            <a:custGeom>
              <a:rect b="b" l="l" r="r" t="t"/>
              <a:pathLst>
                <a:path extrusionOk="0" h="2742" w="4128">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58" name="Google Shape;1158;p26"/>
            <p:cNvSpPr/>
            <p:nvPr/>
          </p:nvSpPr>
          <p:spPr>
            <a:xfrm>
              <a:off x="-5885675" y="4010175"/>
              <a:ext cx="189075" cy="239450"/>
            </a:xfrm>
            <a:custGeom>
              <a:rect b="b" l="l" r="r" t="t"/>
              <a:pathLst>
                <a:path extrusionOk="0" h="9578" w="7563">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59" name="Google Shape;1159;p26"/>
          <p:cNvGrpSpPr/>
          <p:nvPr/>
        </p:nvGrpSpPr>
        <p:grpSpPr>
          <a:xfrm>
            <a:off x="5357259" y="4897158"/>
            <a:ext cx="333165" cy="437660"/>
            <a:chOff x="-4082800" y="3612425"/>
            <a:chExt cx="222150" cy="291825"/>
          </a:xfrm>
        </p:grpSpPr>
        <p:sp>
          <p:nvSpPr>
            <p:cNvPr id="1160" name="Google Shape;1160;p26"/>
            <p:cNvSpPr/>
            <p:nvPr/>
          </p:nvSpPr>
          <p:spPr>
            <a:xfrm>
              <a:off x="-4027650" y="3663625"/>
              <a:ext cx="112650" cy="119725"/>
            </a:xfrm>
            <a:custGeom>
              <a:rect b="b" l="l" r="r" t="t"/>
              <a:pathLst>
                <a:path extrusionOk="0" h="4789" w="4506">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61" name="Google Shape;1161;p26"/>
            <p:cNvSpPr/>
            <p:nvPr/>
          </p:nvSpPr>
          <p:spPr>
            <a:xfrm>
              <a:off x="-4082800" y="3612425"/>
              <a:ext cx="222150" cy="291825"/>
            </a:xfrm>
            <a:custGeom>
              <a:rect b="b" l="l" r="r" t="t"/>
              <a:pathLst>
                <a:path extrusionOk="0" h="11673" w="8886">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62" name="Google Shape;1162;p26"/>
            <p:cNvSpPr/>
            <p:nvPr/>
          </p:nvSpPr>
          <p:spPr>
            <a:xfrm>
              <a:off x="-3980400" y="3714800"/>
              <a:ext cx="17350" cy="17375"/>
            </a:xfrm>
            <a:custGeom>
              <a:rect b="b" l="l" r="r" t="t"/>
              <a:pathLst>
                <a:path extrusionOk="0" h="695" w="694">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63" name="Google Shape;1163;p26"/>
          <p:cNvGrpSpPr/>
          <p:nvPr/>
        </p:nvGrpSpPr>
        <p:grpSpPr>
          <a:xfrm>
            <a:off x="5304713" y="5459727"/>
            <a:ext cx="438260" cy="409915"/>
            <a:chOff x="-4118225" y="3990475"/>
            <a:chExt cx="292225" cy="273325"/>
          </a:xfrm>
        </p:grpSpPr>
        <p:sp>
          <p:nvSpPr>
            <p:cNvPr id="1164" name="Google Shape;1164;p26"/>
            <p:cNvSpPr/>
            <p:nvPr/>
          </p:nvSpPr>
          <p:spPr>
            <a:xfrm>
              <a:off x="-3963850" y="4040100"/>
              <a:ext cx="51200" cy="51225"/>
            </a:xfrm>
            <a:custGeom>
              <a:rect b="b" l="l" r="r" t="t"/>
              <a:pathLst>
                <a:path extrusionOk="0" h="2049" w="2048">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65" name="Google Shape;1165;p26"/>
            <p:cNvSpPr/>
            <p:nvPr/>
          </p:nvSpPr>
          <p:spPr>
            <a:xfrm>
              <a:off x="-4015050" y="3990475"/>
              <a:ext cx="153600" cy="153625"/>
            </a:xfrm>
            <a:custGeom>
              <a:rect b="b" l="l" r="r" t="t"/>
              <a:pathLst>
                <a:path extrusionOk="0" h="6145" w="6144">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66" name="Google Shape;1166;p26"/>
            <p:cNvSpPr/>
            <p:nvPr/>
          </p:nvSpPr>
          <p:spPr>
            <a:xfrm>
              <a:off x="-4118225" y="4144075"/>
              <a:ext cx="33875" cy="119725"/>
            </a:xfrm>
            <a:custGeom>
              <a:rect b="b" l="l" r="r" t="t"/>
              <a:pathLst>
                <a:path extrusionOk="0" h="4789" w="1355">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67" name="Google Shape;1167;p26"/>
            <p:cNvSpPr/>
            <p:nvPr/>
          </p:nvSpPr>
          <p:spPr>
            <a:xfrm>
              <a:off x="-4067050" y="4143750"/>
              <a:ext cx="241050" cy="120050"/>
            </a:xfrm>
            <a:custGeom>
              <a:rect b="b" l="l" r="r" t="t"/>
              <a:pathLst>
                <a:path extrusionOk="0" h="4802" w="9642">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68" name="Google Shape;1168;p26"/>
          <p:cNvGrpSpPr/>
          <p:nvPr/>
        </p:nvGrpSpPr>
        <p:grpSpPr>
          <a:xfrm>
            <a:off x="8126812" y="4843691"/>
            <a:ext cx="438297" cy="544591"/>
            <a:chOff x="-2310650" y="3525775"/>
            <a:chExt cx="292250" cy="363125"/>
          </a:xfrm>
        </p:grpSpPr>
        <p:sp>
          <p:nvSpPr>
            <p:cNvPr id="1169" name="Google Shape;1169;p26"/>
            <p:cNvSpPr/>
            <p:nvPr/>
          </p:nvSpPr>
          <p:spPr>
            <a:xfrm>
              <a:off x="-2053075" y="3648650"/>
              <a:ext cx="34675" cy="233950"/>
            </a:xfrm>
            <a:custGeom>
              <a:rect b="b" l="l" r="r" t="t"/>
              <a:pathLst>
                <a:path extrusionOk="0" h="9358" w="1387">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70" name="Google Shape;1170;p26"/>
            <p:cNvSpPr/>
            <p:nvPr/>
          </p:nvSpPr>
          <p:spPr>
            <a:xfrm>
              <a:off x="-2259450" y="3751825"/>
              <a:ext cx="51225" cy="51225"/>
            </a:xfrm>
            <a:custGeom>
              <a:rect b="b" l="l" r="r" t="t"/>
              <a:pathLst>
                <a:path extrusionOk="0" h="2049" w="2049">
                  <a:moveTo>
                    <a:pt x="1" y="1"/>
                  </a:moveTo>
                  <a:lnTo>
                    <a:pt x="1" y="2049"/>
                  </a:lnTo>
                  <a:lnTo>
                    <a:pt x="2049" y="2049"/>
                  </a:lnTo>
                  <a:lnTo>
                    <a:pt x="2049"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71" name="Google Shape;1171;p26"/>
            <p:cNvSpPr/>
            <p:nvPr/>
          </p:nvSpPr>
          <p:spPr>
            <a:xfrm>
              <a:off x="-2259450" y="3649450"/>
              <a:ext cx="137075" cy="51200"/>
            </a:xfrm>
            <a:custGeom>
              <a:rect b="b" l="l" r="r" t="t"/>
              <a:pathLst>
                <a:path extrusionOk="0" h="2048" w="5483">
                  <a:moveTo>
                    <a:pt x="1" y="0"/>
                  </a:moveTo>
                  <a:lnTo>
                    <a:pt x="1" y="2048"/>
                  </a:lnTo>
                  <a:lnTo>
                    <a:pt x="5483" y="2048"/>
                  </a:lnTo>
                  <a:lnTo>
                    <a:pt x="5483"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72" name="Google Shape;1172;p26"/>
            <p:cNvSpPr/>
            <p:nvPr/>
          </p:nvSpPr>
          <p:spPr>
            <a:xfrm>
              <a:off x="-2310650" y="3525775"/>
              <a:ext cx="252075" cy="363125"/>
            </a:xfrm>
            <a:custGeom>
              <a:rect b="b" l="l" r="r" t="t"/>
              <a:pathLst>
                <a:path extrusionOk="0" h="14525" w="10083">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73" name="Google Shape;1173;p26"/>
          <p:cNvGrpSpPr/>
          <p:nvPr/>
        </p:nvGrpSpPr>
        <p:grpSpPr>
          <a:xfrm>
            <a:off x="8125629" y="5446136"/>
            <a:ext cx="440659" cy="437097"/>
            <a:chOff x="-2310650" y="3958175"/>
            <a:chExt cx="293825" cy="291450"/>
          </a:xfrm>
        </p:grpSpPr>
        <p:sp>
          <p:nvSpPr>
            <p:cNvPr id="1174" name="Google Shape;1174;p26"/>
            <p:cNvSpPr/>
            <p:nvPr/>
          </p:nvSpPr>
          <p:spPr>
            <a:xfrm>
              <a:off x="-2310650" y="3958175"/>
              <a:ext cx="185925" cy="118950"/>
            </a:xfrm>
            <a:custGeom>
              <a:rect b="b" l="l" r="r" t="t"/>
              <a:pathLst>
                <a:path extrusionOk="0" h="4758" w="7437">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75" name="Google Shape;1175;p26"/>
            <p:cNvSpPr/>
            <p:nvPr/>
          </p:nvSpPr>
          <p:spPr>
            <a:xfrm>
              <a:off x="-2309075" y="3992050"/>
              <a:ext cx="292250" cy="257575"/>
            </a:xfrm>
            <a:custGeom>
              <a:rect b="b" l="l" r="r" t="t"/>
              <a:pathLst>
                <a:path extrusionOk="0" h="10303" w="11690">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76" name="Google Shape;1176;p26"/>
          <p:cNvGrpSpPr/>
          <p:nvPr/>
        </p:nvGrpSpPr>
        <p:grpSpPr>
          <a:xfrm>
            <a:off x="9817929" y="5446136"/>
            <a:ext cx="441784" cy="437097"/>
            <a:chOff x="-1182750" y="3962900"/>
            <a:chExt cx="294575" cy="291450"/>
          </a:xfrm>
        </p:grpSpPr>
        <p:sp>
          <p:nvSpPr>
            <p:cNvPr id="1177" name="Google Shape;1177;p26"/>
            <p:cNvSpPr/>
            <p:nvPr/>
          </p:nvSpPr>
          <p:spPr>
            <a:xfrm>
              <a:off x="-1078000" y="4030650"/>
              <a:ext cx="17350" cy="17350"/>
            </a:xfrm>
            <a:custGeom>
              <a:rect b="b" l="l" r="r" t="t"/>
              <a:pathLst>
                <a:path extrusionOk="0" h="694" w="694">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78" name="Google Shape;1178;p26"/>
            <p:cNvSpPr/>
            <p:nvPr/>
          </p:nvSpPr>
          <p:spPr>
            <a:xfrm>
              <a:off x="-1129200" y="409995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79" name="Google Shape;1179;p26"/>
            <p:cNvSpPr/>
            <p:nvPr/>
          </p:nvSpPr>
          <p:spPr>
            <a:xfrm>
              <a:off x="-1009475" y="4081850"/>
              <a:ext cx="18125" cy="17350"/>
            </a:xfrm>
            <a:custGeom>
              <a:rect b="b" l="l" r="r" t="t"/>
              <a:pathLst>
                <a:path extrusionOk="0" h="694" w="725">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80" name="Google Shape;1180;p26"/>
            <p:cNvSpPr/>
            <p:nvPr/>
          </p:nvSpPr>
          <p:spPr>
            <a:xfrm>
              <a:off x="-1182750" y="4168475"/>
              <a:ext cx="292225" cy="34675"/>
            </a:xfrm>
            <a:custGeom>
              <a:rect b="b" l="l" r="r" t="t"/>
              <a:pathLst>
                <a:path extrusionOk="0" h="1387" w="11689">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81" name="Google Shape;1181;p26"/>
            <p:cNvSpPr/>
            <p:nvPr/>
          </p:nvSpPr>
          <p:spPr>
            <a:xfrm>
              <a:off x="-1117400" y="4220475"/>
              <a:ext cx="161500" cy="33875"/>
            </a:xfrm>
            <a:custGeom>
              <a:rect b="b" l="l" r="r" t="t"/>
              <a:pathLst>
                <a:path extrusionOk="0" h="1355" w="646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82" name="Google Shape;1182;p26"/>
            <p:cNvSpPr/>
            <p:nvPr/>
          </p:nvSpPr>
          <p:spPr>
            <a:xfrm>
              <a:off x="-958300" y="4014100"/>
              <a:ext cx="18150" cy="17350"/>
            </a:xfrm>
            <a:custGeom>
              <a:rect b="b" l="l" r="r" t="t"/>
              <a:pathLst>
                <a:path extrusionOk="0" h="694" w="726">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83" name="Google Shape;1183;p26"/>
            <p:cNvSpPr/>
            <p:nvPr/>
          </p:nvSpPr>
          <p:spPr>
            <a:xfrm>
              <a:off x="-1180400" y="3962900"/>
              <a:ext cx="292225" cy="188275"/>
            </a:xfrm>
            <a:custGeom>
              <a:rect b="b" l="l" r="r" t="t"/>
              <a:pathLst>
                <a:path extrusionOk="0" h="7531" w="11689">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84" name="Google Shape;1184;p26"/>
          <p:cNvGrpSpPr/>
          <p:nvPr/>
        </p:nvGrpSpPr>
        <p:grpSpPr>
          <a:xfrm>
            <a:off x="3055232" y="4898040"/>
            <a:ext cx="441821" cy="435897"/>
            <a:chOff x="-5613150" y="3632900"/>
            <a:chExt cx="294600" cy="290650"/>
          </a:xfrm>
        </p:grpSpPr>
        <p:sp>
          <p:nvSpPr>
            <p:cNvPr id="1185" name="Google Shape;1185;p26"/>
            <p:cNvSpPr/>
            <p:nvPr/>
          </p:nvSpPr>
          <p:spPr>
            <a:xfrm>
              <a:off x="-5440825" y="3708275"/>
              <a:ext cx="49550" cy="41450"/>
            </a:xfrm>
            <a:custGeom>
              <a:rect b="b" l="l" r="r" t="t"/>
              <a:pathLst>
                <a:path extrusionOk="0" h="1658" w="1982">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86" name="Google Shape;1186;p26"/>
            <p:cNvSpPr/>
            <p:nvPr/>
          </p:nvSpPr>
          <p:spPr>
            <a:xfrm>
              <a:off x="-5613150" y="3632900"/>
              <a:ext cx="294600" cy="290650"/>
            </a:xfrm>
            <a:custGeom>
              <a:rect b="b" l="l" r="r" t="t"/>
              <a:pathLst>
                <a:path extrusionOk="0" h="11626" w="11784">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87" name="Google Shape;1187;p26"/>
          <p:cNvGrpSpPr/>
          <p:nvPr/>
        </p:nvGrpSpPr>
        <p:grpSpPr>
          <a:xfrm>
            <a:off x="3055232" y="5445555"/>
            <a:ext cx="441821" cy="438260"/>
            <a:chOff x="-5613150" y="3991275"/>
            <a:chExt cx="294600" cy="292225"/>
          </a:xfrm>
        </p:grpSpPr>
        <p:sp>
          <p:nvSpPr>
            <p:cNvPr id="1188" name="Google Shape;1188;p26"/>
            <p:cNvSpPr/>
            <p:nvPr/>
          </p:nvSpPr>
          <p:spPr>
            <a:xfrm>
              <a:off x="-5480050" y="4046400"/>
              <a:ext cx="27600" cy="14200"/>
            </a:xfrm>
            <a:custGeom>
              <a:rect b="b" l="l" r="r" t="t"/>
              <a:pathLst>
                <a:path extrusionOk="0" h="568" w="1104">
                  <a:moveTo>
                    <a:pt x="537" y="1"/>
                  </a:moveTo>
                  <a:lnTo>
                    <a:pt x="1" y="568"/>
                  </a:lnTo>
                  <a:lnTo>
                    <a:pt x="1104" y="568"/>
                  </a:lnTo>
                  <a:lnTo>
                    <a:pt x="537"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89" name="Google Shape;1189;p26"/>
            <p:cNvSpPr/>
            <p:nvPr/>
          </p:nvSpPr>
          <p:spPr>
            <a:xfrm>
              <a:off x="-5531225" y="4042450"/>
              <a:ext cx="44125" cy="18150"/>
            </a:xfrm>
            <a:custGeom>
              <a:rect b="b" l="l" r="r" t="t"/>
              <a:pathLst>
                <a:path extrusionOk="0" h="726" w="1765">
                  <a:moveTo>
                    <a:pt x="693" y="1"/>
                  </a:moveTo>
                  <a:lnTo>
                    <a:pt x="0" y="726"/>
                  </a:lnTo>
                  <a:lnTo>
                    <a:pt x="1103" y="726"/>
                  </a:lnTo>
                  <a:lnTo>
                    <a:pt x="1764"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90" name="Google Shape;1190;p26"/>
            <p:cNvSpPr/>
            <p:nvPr/>
          </p:nvSpPr>
          <p:spPr>
            <a:xfrm>
              <a:off x="-5443025" y="4077125"/>
              <a:ext cx="41775" cy="40975"/>
            </a:xfrm>
            <a:custGeom>
              <a:rect b="b" l="l" r="r" t="t"/>
              <a:pathLst>
                <a:path extrusionOk="0" h="1639" w="1671">
                  <a:moveTo>
                    <a:pt x="694" y="0"/>
                  </a:moveTo>
                  <a:lnTo>
                    <a:pt x="1" y="1638"/>
                  </a:lnTo>
                  <a:lnTo>
                    <a:pt x="1" y="1638"/>
                  </a:lnTo>
                  <a:lnTo>
                    <a:pt x="1670"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91" name="Google Shape;1191;p26"/>
            <p:cNvSpPr/>
            <p:nvPr/>
          </p:nvSpPr>
          <p:spPr>
            <a:xfrm>
              <a:off x="-5487925" y="4077125"/>
              <a:ext cx="43350" cy="54375"/>
            </a:xfrm>
            <a:custGeom>
              <a:rect b="b" l="l" r="r" t="t"/>
              <a:pathLst>
                <a:path extrusionOk="0" h="2175" w="1734">
                  <a:moveTo>
                    <a:pt x="1" y="0"/>
                  </a:moveTo>
                  <a:lnTo>
                    <a:pt x="852" y="2174"/>
                  </a:lnTo>
                  <a:lnTo>
                    <a:pt x="1734"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92" name="Google Shape;1192;p26"/>
            <p:cNvSpPr/>
            <p:nvPr/>
          </p:nvSpPr>
          <p:spPr>
            <a:xfrm>
              <a:off x="-5445375" y="4042450"/>
              <a:ext cx="44125" cy="18150"/>
            </a:xfrm>
            <a:custGeom>
              <a:rect b="b" l="l" r="r" t="t"/>
              <a:pathLst>
                <a:path extrusionOk="0" h="726" w="1765">
                  <a:moveTo>
                    <a:pt x="0" y="1"/>
                  </a:moveTo>
                  <a:lnTo>
                    <a:pt x="693" y="726"/>
                  </a:lnTo>
                  <a:lnTo>
                    <a:pt x="1764" y="726"/>
                  </a:lnTo>
                  <a:lnTo>
                    <a:pt x="1103"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93" name="Google Shape;1193;p26"/>
            <p:cNvSpPr/>
            <p:nvPr/>
          </p:nvSpPr>
          <p:spPr>
            <a:xfrm>
              <a:off x="-5531225" y="4077125"/>
              <a:ext cx="41750" cy="40975"/>
            </a:xfrm>
            <a:custGeom>
              <a:rect b="b" l="l" r="r" t="t"/>
              <a:pathLst>
                <a:path extrusionOk="0" h="1639" w="1670">
                  <a:moveTo>
                    <a:pt x="0" y="0"/>
                  </a:moveTo>
                  <a:lnTo>
                    <a:pt x="1670" y="1638"/>
                  </a:lnTo>
                  <a:lnTo>
                    <a:pt x="977"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94" name="Google Shape;1194;p26"/>
            <p:cNvSpPr/>
            <p:nvPr/>
          </p:nvSpPr>
          <p:spPr>
            <a:xfrm>
              <a:off x="-5613150" y="4198400"/>
              <a:ext cx="292225" cy="33900"/>
            </a:xfrm>
            <a:custGeom>
              <a:rect b="b" l="l" r="r" t="t"/>
              <a:pathLst>
                <a:path extrusionOk="0" h="1356" w="11689">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95" name="Google Shape;1195;p26"/>
            <p:cNvSpPr/>
            <p:nvPr/>
          </p:nvSpPr>
          <p:spPr>
            <a:xfrm>
              <a:off x="-5610775" y="3991275"/>
              <a:ext cx="292225" cy="189050"/>
            </a:xfrm>
            <a:custGeom>
              <a:rect b="b" l="l" r="r" t="t"/>
              <a:pathLst>
                <a:path extrusionOk="0" h="7562" w="11689">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96" name="Google Shape;1196;p26"/>
            <p:cNvSpPr/>
            <p:nvPr/>
          </p:nvSpPr>
          <p:spPr>
            <a:xfrm>
              <a:off x="-5546975" y="4250400"/>
              <a:ext cx="160700" cy="33100"/>
            </a:xfrm>
            <a:custGeom>
              <a:rect b="b" l="l" r="r" t="t"/>
              <a:pathLst>
                <a:path extrusionOk="0" h="1324" w="6428">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197" name="Google Shape;1197;p26"/>
          <p:cNvGrpSpPr/>
          <p:nvPr/>
        </p:nvGrpSpPr>
        <p:grpSpPr>
          <a:xfrm>
            <a:off x="5854380" y="4909831"/>
            <a:ext cx="444184" cy="412315"/>
            <a:chOff x="-3808700" y="3628950"/>
            <a:chExt cx="296175" cy="274925"/>
          </a:xfrm>
        </p:grpSpPr>
        <p:sp>
          <p:nvSpPr>
            <p:cNvPr id="1198" name="Google Shape;1198;p26"/>
            <p:cNvSpPr/>
            <p:nvPr/>
          </p:nvSpPr>
          <p:spPr>
            <a:xfrm>
              <a:off x="-3665972" y="3680950"/>
              <a:ext cx="51200" cy="51225"/>
            </a:xfrm>
            <a:custGeom>
              <a:rect b="b" l="l" r="r" t="t"/>
              <a:pathLst>
                <a:path extrusionOk="0" h="2049" w="2048">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99" name="Google Shape;1199;p26"/>
            <p:cNvSpPr/>
            <p:nvPr/>
          </p:nvSpPr>
          <p:spPr>
            <a:xfrm>
              <a:off x="-3808700" y="3664400"/>
              <a:ext cx="296175" cy="239475"/>
            </a:xfrm>
            <a:custGeom>
              <a:rect b="b" l="l" r="r" t="t"/>
              <a:pathLst>
                <a:path extrusionOk="0" h="9579" w="11847">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00" name="Google Shape;1200;p26"/>
            <p:cNvSpPr/>
            <p:nvPr/>
          </p:nvSpPr>
          <p:spPr>
            <a:xfrm>
              <a:off x="-3718359" y="3628950"/>
              <a:ext cx="155975" cy="156775"/>
            </a:xfrm>
            <a:custGeom>
              <a:rect b="b" l="l" r="r" t="t"/>
              <a:pathLst>
                <a:path extrusionOk="0" h="6271" w="6239">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1867">
                <a:solidFill>
                  <a:schemeClr val="dk1"/>
                </a:solidFill>
                <a:latin typeface="Calibri"/>
                <a:ea typeface="Calibri"/>
                <a:cs typeface="Calibri"/>
                <a:sym typeface="Calibri"/>
              </a:endParaRPr>
            </a:p>
          </p:txBody>
        </p:sp>
      </p:grpSp>
      <p:grpSp>
        <p:nvGrpSpPr>
          <p:cNvPr id="1201" name="Google Shape;1201;p26"/>
          <p:cNvGrpSpPr/>
          <p:nvPr/>
        </p:nvGrpSpPr>
        <p:grpSpPr>
          <a:xfrm>
            <a:off x="5909907" y="5445704"/>
            <a:ext cx="436872" cy="437960"/>
            <a:chOff x="-3771675" y="3971775"/>
            <a:chExt cx="291300" cy="292025"/>
          </a:xfrm>
        </p:grpSpPr>
        <p:sp>
          <p:nvSpPr>
            <p:cNvPr id="1202" name="Google Shape;1202;p26"/>
            <p:cNvSpPr/>
            <p:nvPr/>
          </p:nvSpPr>
          <p:spPr>
            <a:xfrm>
              <a:off x="-3770100" y="3971775"/>
              <a:ext cx="218975" cy="66775"/>
            </a:xfrm>
            <a:custGeom>
              <a:rect b="b" l="l" r="r" t="t"/>
              <a:pathLst>
                <a:path extrusionOk="0" h="2671" w="8759">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03" name="Google Shape;1203;p26"/>
            <p:cNvSpPr/>
            <p:nvPr/>
          </p:nvSpPr>
          <p:spPr>
            <a:xfrm>
              <a:off x="-3771675" y="4030650"/>
              <a:ext cx="222125" cy="78000"/>
            </a:xfrm>
            <a:custGeom>
              <a:rect b="b" l="l" r="r" t="t"/>
              <a:pathLst>
                <a:path extrusionOk="0" h="3120" w="8885">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04" name="Google Shape;1204;p26"/>
            <p:cNvSpPr/>
            <p:nvPr/>
          </p:nvSpPr>
          <p:spPr>
            <a:xfrm>
              <a:off x="-3669425" y="4074750"/>
              <a:ext cx="189050" cy="189050"/>
            </a:xfrm>
            <a:custGeom>
              <a:rect b="b" l="l" r="r" t="t"/>
              <a:pathLst>
                <a:path extrusionOk="0" h="7562" w="7562">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05" name="Google Shape;1205;p26"/>
            <p:cNvSpPr/>
            <p:nvPr/>
          </p:nvSpPr>
          <p:spPr>
            <a:xfrm>
              <a:off x="-3771675" y="4099950"/>
              <a:ext cx="94525" cy="76425"/>
            </a:xfrm>
            <a:custGeom>
              <a:rect b="b" l="l" r="r" t="t"/>
              <a:pathLst>
                <a:path extrusionOk="0" h="3057" w="3781">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06" name="Google Shape;1206;p26"/>
            <p:cNvSpPr/>
            <p:nvPr/>
          </p:nvSpPr>
          <p:spPr>
            <a:xfrm>
              <a:off x="-3771675" y="4167700"/>
              <a:ext cx="135500" cy="95325"/>
            </a:xfrm>
            <a:custGeom>
              <a:rect b="b" l="l" r="r" t="t"/>
              <a:pathLst>
                <a:path extrusionOk="0" h="3813" w="542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07" name="Google Shape;1207;p26"/>
          <p:cNvGrpSpPr/>
          <p:nvPr/>
        </p:nvGrpSpPr>
        <p:grpSpPr>
          <a:xfrm>
            <a:off x="8691715" y="4897440"/>
            <a:ext cx="442984" cy="437097"/>
            <a:chOff x="-1951475" y="3597450"/>
            <a:chExt cx="295375" cy="291450"/>
          </a:xfrm>
        </p:grpSpPr>
        <p:sp>
          <p:nvSpPr>
            <p:cNvPr id="1208" name="Google Shape;1208;p26"/>
            <p:cNvSpPr/>
            <p:nvPr/>
          </p:nvSpPr>
          <p:spPr>
            <a:xfrm>
              <a:off x="-1951475" y="3597450"/>
              <a:ext cx="170925" cy="34675"/>
            </a:xfrm>
            <a:custGeom>
              <a:rect b="b" l="l" r="r" t="t"/>
              <a:pathLst>
                <a:path extrusionOk="0" h="1387" w="6837">
                  <a:moveTo>
                    <a:pt x="1008" y="1"/>
                  </a:moveTo>
                  <a:cubicBezTo>
                    <a:pt x="473" y="1"/>
                    <a:pt x="0" y="473"/>
                    <a:pt x="0" y="1040"/>
                  </a:cubicBezTo>
                  <a:lnTo>
                    <a:pt x="0" y="1387"/>
                  </a:lnTo>
                  <a:lnTo>
                    <a:pt x="6837" y="1387"/>
                  </a:lnTo>
                  <a:lnTo>
                    <a:pt x="6837" y="1040"/>
                  </a:lnTo>
                  <a:cubicBezTo>
                    <a:pt x="6837" y="473"/>
                    <a:pt x="6364" y="1"/>
                    <a:pt x="582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09" name="Google Shape;1209;p26"/>
            <p:cNvSpPr/>
            <p:nvPr/>
          </p:nvSpPr>
          <p:spPr>
            <a:xfrm>
              <a:off x="-1949900" y="3648650"/>
              <a:ext cx="171725" cy="173300"/>
            </a:xfrm>
            <a:custGeom>
              <a:rect b="b" l="l" r="r" t="t"/>
              <a:pathLst>
                <a:path extrusionOk="0" h="6932" w="6869">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10" name="Google Shape;1210;p26"/>
            <p:cNvSpPr/>
            <p:nvPr/>
          </p:nvSpPr>
          <p:spPr>
            <a:xfrm>
              <a:off x="-1951475" y="3838475"/>
              <a:ext cx="170925" cy="50425"/>
            </a:xfrm>
            <a:custGeom>
              <a:rect b="b" l="l" r="r" t="t"/>
              <a:pathLst>
                <a:path extrusionOk="0" h="2017" w="6837">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11" name="Google Shape;1211;p26"/>
            <p:cNvSpPr/>
            <p:nvPr/>
          </p:nvSpPr>
          <p:spPr>
            <a:xfrm>
              <a:off x="-1912900" y="3675825"/>
              <a:ext cx="256800" cy="202825"/>
            </a:xfrm>
            <a:custGeom>
              <a:rect b="b" l="l" r="r" t="t"/>
              <a:pathLst>
                <a:path extrusionOk="0" h="8113" w="10272">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12" name="Google Shape;1212;p26"/>
          <p:cNvGrpSpPr/>
          <p:nvPr/>
        </p:nvGrpSpPr>
        <p:grpSpPr>
          <a:xfrm>
            <a:off x="8681667" y="5446136"/>
            <a:ext cx="463080" cy="437097"/>
            <a:chOff x="-1960150" y="3956600"/>
            <a:chExt cx="308775" cy="291450"/>
          </a:xfrm>
        </p:grpSpPr>
        <p:sp>
          <p:nvSpPr>
            <p:cNvPr id="1213" name="Google Shape;1213;p26"/>
            <p:cNvSpPr/>
            <p:nvPr/>
          </p:nvSpPr>
          <p:spPr>
            <a:xfrm>
              <a:off x="-1960150" y="3956600"/>
              <a:ext cx="308775" cy="51275"/>
            </a:xfrm>
            <a:custGeom>
              <a:rect b="b" l="l" r="r" t="t"/>
              <a:pathLst>
                <a:path extrusionOk="0" h="2051" w="12351">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14" name="Google Shape;1214;p26"/>
            <p:cNvSpPr/>
            <p:nvPr/>
          </p:nvSpPr>
          <p:spPr>
            <a:xfrm>
              <a:off x="-1934950" y="4025925"/>
              <a:ext cx="256000" cy="222125"/>
            </a:xfrm>
            <a:custGeom>
              <a:rect b="b" l="l" r="r" t="t"/>
              <a:pathLst>
                <a:path extrusionOk="0" h="8885" w="1024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15" name="Google Shape;1215;p26"/>
          <p:cNvGrpSpPr/>
          <p:nvPr/>
        </p:nvGrpSpPr>
        <p:grpSpPr>
          <a:xfrm>
            <a:off x="3622446" y="4896559"/>
            <a:ext cx="445345" cy="438860"/>
            <a:chOff x="-5254775" y="3631325"/>
            <a:chExt cx="296950" cy="292625"/>
          </a:xfrm>
        </p:grpSpPr>
        <p:sp>
          <p:nvSpPr>
            <p:cNvPr id="1216" name="Google Shape;1216;p26"/>
            <p:cNvSpPr/>
            <p:nvPr/>
          </p:nvSpPr>
          <p:spPr>
            <a:xfrm>
              <a:off x="-5246900" y="3766400"/>
              <a:ext cx="58300" cy="55150"/>
            </a:xfrm>
            <a:custGeom>
              <a:rect b="b" l="l" r="r" t="t"/>
              <a:pathLst>
                <a:path extrusionOk="0" h="2206" w="2332">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17" name="Google Shape;1217;p26"/>
            <p:cNvSpPr/>
            <p:nvPr/>
          </p:nvSpPr>
          <p:spPr>
            <a:xfrm>
              <a:off x="-5216175" y="3795550"/>
              <a:ext cx="58300" cy="55950"/>
            </a:xfrm>
            <a:custGeom>
              <a:rect b="b" l="l" r="r" t="t"/>
              <a:pathLst>
                <a:path extrusionOk="0" h="2238" w="2332">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18" name="Google Shape;1218;p26"/>
            <p:cNvSpPr/>
            <p:nvPr/>
          </p:nvSpPr>
          <p:spPr>
            <a:xfrm>
              <a:off x="-5185475" y="3826250"/>
              <a:ext cx="57525" cy="55750"/>
            </a:xfrm>
            <a:custGeom>
              <a:rect b="b" l="l" r="r" t="t"/>
              <a:pathLst>
                <a:path extrusionOk="0" h="2230" w="2301">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19" name="Google Shape;1219;p26"/>
            <p:cNvSpPr/>
            <p:nvPr/>
          </p:nvSpPr>
          <p:spPr>
            <a:xfrm>
              <a:off x="-5156325" y="3856375"/>
              <a:ext cx="58300" cy="55750"/>
            </a:xfrm>
            <a:custGeom>
              <a:rect b="b" l="l" r="r" t="t"/>
              <a:pathLst>
                <a:path extrusionOk="0" h="2230" w="2332">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20" name="Google Shape;1220;p26"/>
            <p:cNvSpPr/>
            <p:nvPr/>
          </p:nvSpPr>
          <p:spPr>
            <a:xfrm>
              <a:off x="-5105925" y="3886525"/>
              <a:ext cx="37050" cy="37425"/>
            </a:xfrm>
            <a:custGeom>
              <a:rect b="b" l="l" r="r" t="t"/>
              <a:pathLst>
                <a:path extrusionOk="0" h="1497" w="1482">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21" name="Google Shape;1221;p26"/>
            <p:cNvSpPr/>
            <p:nvPr/>
          </p:nvSpPr>
          <p:spPr>
            <a:xfrm>
              <a:off x="-5254775" y="3648050"/>
              <a:ext cx="278050" cy="248325"/>
            </a:xfrm>
            <a:custGeom>
              <a:rect b="b" l="l" r="r" t="t"/>
              <a:pathLst>
                <a:path extrusionOk="0" h="9933" w="11122">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22" name="Google Shape;1222;p26"/>
            <p:cNvSpPr/>
            <p:nvPr/>
          </p:nvSpPr>
          <p:spPr>
            <a:xfrm>
              <a:off x="-5163425" y="3631325"/>
              <a:ext cx="205600" cy="150450"/>
            </a:xfrm>
            <a:custGeom>
              <a:rect b="b" l="l" r="r" t="t"/>
              <a:pathLst>
                <a:path extrusionOk="0" h="6018" w="8224">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23" name="Google Shape;1223;p26"/>
          <p:cNvGrpSpPr/>
          <p:nvPr/>
        </p:nvGrpSpPr>
        <p:grpSpPr>
          <a:xfrm>
            <a:off x="3626572" y="5445555"/>
            <a:ext cx="437097" cy="438260"/>
            <a:chOff x="-5251625" y="3991275"/>
            <a:chExt cx="291450" cy="292225"/>
          </a:xfrm>
        </p:grpSpPr>
        <p:sp>
          <p:nvSpPr>
            <p:cNvPr id="1224" name="Google Shape;1224;p26"/>
            <p:cNvSpPr/>
            <p:nvPr/>
          </p:nvSpPr>
          <p:spPr>
            <a:xfrm>
              <a:off x="-5179950" y="4198400"/>
              <a:ext cx="145725" cy="85100"/>
            </a:xfrm>
            <a:custGeom>
              <a:rect b="b" l="l" r="r" t="t"/>
              <a:pathLst>
                <a:path extrusionOk="0" h="3404" w="5829">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25" name="Google Shape;1225;p26"/>
            <p:cNvSpPr/>
            <p:nvPr/>
          </p:nvSpPr>
          <p:spPr>
            <a:xfrm>
              <a:off x="-5203575" y="4129100"/>
              <a:ext cx="196925" cy="51225"/>
            </a:xfrm>
            <a:custGeom>
              <a:rect b="b" l="l" r="r" t="t"/>
              <a:pathLst>
                <a:path extrusionOk="0" h="2049" w="7877">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26" name="Google Shape;1226;p26"/>
            <p:cNvSpPr/>
            <p:nvPr/>
          </p:nvSpPr>
          <p:spPr>
            <a:xfrm>
              <a:off x="-5251625" y="3991275"/>
              <a:ext cx="291450" cy="172500"/>
            </a:xfrm>
            <a:custGeom>
              <a:rect b="b" l="l" r="r" t="t"/>
              <a:pathLst>
                <a:path extrusionOk="0" h="6900" w="11658">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27" name="Google Shape;1227;p26"/>
            <p:cNvSpPr/>
            <p:nvPr/>
          </p:nvSpPr>
          <p:spPr>
            <a:xfrm>
              <a:off x="-5139775" y="4096025"/>
              <a:ext cx="65400" cy="17350"/>
            </a:xfrm>
            <a:custGeom>
              <a:rect b="b" l="l" r="r" t="t"/>
              <a:pathLst>
                <a:path extrusionOk="0" h="694" w="2616">
                  <a:moveTo>
                    <a:pt x="1008" y="0"/>
                  </a:moveTo>
                  <a:cubicBezTo>
                    <a:pt x="567" y="0"/>
                    <a:pt x="158" y="315"/>
                    <a:pt x="0" y="693"/>
                  </a:cubicBezTo>
                  <a:lnTo>
                    <a:pt x="2615" y="693"/>
                  </a:lnTo>
                  <a:cubicBezTo>
                    <a:pt x="2489" y="252"/>
                    <a:pt x="2111" y="0"/>
                    <a:pt x="167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28" name="Google Shape;1228;p26"/>
            <p:cNvSpPr/>
            <p:nvPr/>
          </p:nvSpPr>
          <p:spPr>
            <a:xfrm>
              <a:off x="-5122450" y="4044825"/>
              <a:ext cx="33100" cy="33100"/>
            </a:xfrm>
            <a:custGeom>
              <a:rect b="b" l="l" r="r" t="t"/>
              <a:pathLst>
                <a:path extrusionOk="0" h="1324" w="1324">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29" name="Google Shape;1229;p26"/>
          <p:cNvGrpSpPr/>
          <p:nvPr/>
        </p:nvGrpSpPr>
        <p:grpSpPr>
          <a:xfrm>
            <a:off x="6466284" y="4896258"/>
            <a:ext cx="387456" cy="439460"/>
            <a:chOff x="-3383375" y="3611625"/>
            <a:chExt cx="258350" cy="293025"/>
          </a:xfrm>
        </p:grpSpPr>
        <p:sp>
          <p:nvSpPr>
            <p:cNvPr id="1230" name="Google Shape;1230;p26"/>
            <p:cNvSpPr/>
            <p:nvPr/>
          </p:nvSpPr>
          <p:spPr>
            <a:xfrm>
              <a:off x="-3383375" y="3611625"/>
              <a:ext cx="258350" cy="85175"/>
            </a:xfrm>
            <a:custGeom>
              <a:rect b="b" l="l" r="r" t="t"/>
              <a:pathLst>
                <a:path extrusionOk="0" h="3407" w="10334">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31" name="Google Shape;1231;p26"/>
            <p:cNvSpPr/>
            <p:nvPr/>
          </p:nvSpPr>
          <p:spPr>
            <a:xfrm>
              <a:off x="-3362900" y="3716375"/>
              <a:ext cx="218200" cy="188275"/>
            </a:xfrm>
            <a:custGeom>
              <a:rect b="b" l="l" r="r" t="t"/>
              <a:pathLst>
                <a:path extrusionOk="0" h="7531" w="8728">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32" name="Google Shape;1232;p26"/>
          <p:cNvGrpSpPr/>
          <p:nvPr/>
        </p:nvGrpSpPr>
        <p:grpSpPr>
          <a:xfrm>
            <a:off x="6518831" y="5446136"/>
            <a:ext cx="282363" cy="437097"/>
            <a:chOff x="-3347950" y="3971575"/>
            <a:chExt cx="188275" cy="291450"/>
          </a:xfrm>
        </p:grpSpPr>
        <p:sp>
          <p:nvSpPr>
            <p:cNvPr id="1233" name="Google Shape;1233;p26"/>
            <p:cNvSpPr/>
            <p:nvPr/>
          </p:nvSpPr>
          <p:spPr>
            <a:xfrm>
              <a:off x="-3246325" y="4032225"/>
              <a:ext cx="29950" cy="42550"/>
            </a:xfrm>
            <a:custGeom>
              <a:rect b="b" l="l" r="r" t="t"/>
              <a:pathLst>
                <a:path extrusionOk="0" h="1702" w="1198">
                  <a:moveTo>
                    <a:pt x="347" y="0"/>
                  </a:moveTo>
                  <a:lnTo>
                    <a:pt x="0" y="536"/>
                  </a:lnTo>
                  <a:lnTo>
                    <a:pt x="599" y="1702"/>
                  </a:lnTo>
                  <a:lnTo>
                    <a:pt x="1197" y="1702"/>
                  </a:lnTo>
                  <a:lnTo>
                    <a:pt x="347"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34" name="Google Shape;1234;p26"/>
            <p:cNvSpPr/>
            <p:nvPr/>
          </p:nvSpPr>
          <p:spPr>
            <a:xfrm>
              <a:off x="-3291225" y="4034575"/>
              <a:ext cx="40975" cy="40200"/>
            </a:xfrm>
            <a:custGeom>
              <a:rect b="b" l="l" r="r" t="t"/>
              <a:pathLst>
                <a:path extrusionOk="0" h="1608" w="1639">
                  <a:moveTo>
                    <a:pt x="819" y="1"/>
                  </a:moveTo>
                  <a:lnTo>
                    <a:pt x="0" y="1608"/>
                  </a:lnTo>
                  <a:lnTo>
                    <a:pt x="1639" y="1608"/>
                  </a:lnTo>
                  <a:lnTo>
                    <a:pt x="819"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35" name="Google Shape;1235;p26"/>
            <p:cNvSpPr/>
            <p:nvPr/>
          </p:nvSpPr>
          <p:spPr>
            <a:xfrm>
              <a:off x="-3347950" y="3971575"/>
              <a:ext cx="188275" cy="291450"/>
            </a:xfrm>
            <a:custGeom>
              <a:rect b="b" l="l" r="r" t="t"/>
              <a:pathLst>
                <a:path extrusionOk="0" h="11658" w="7531">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36" name="Google Shape;1236;p26"/>
          <p:cNvGrpSpPr/>
          <p:nvPr/>
        </p:nvGrpSpPr>
        <p:grpSpPr>
          <a:xfrm>
            <a:off x="9258205" y="4895095"/>
            <a:ext cx="440659" cy="441784"/>
            <a:chOff x="-1591550" y="3597475"/>
            <a:chExt cx="293825" cy="294575"/>
          </a:xfrm>
        </p:grpSpPr>
        <p:sp>
          <p:nvSpPr>
            <p:cNvPr id="1237" name="Google Shape;1237;p26"/>
            <p:cNvSpPr/>
            <p:nvPr/>
          </p:nvSpPr>
          <p:spPr>
            <a:xfrm>
              <a:off x="-1509625" y="3597475"/>
              <a:ext cx="211900" cy="207150"/>
            </a:xfrm>
            <a:custGeom>
              <a:rect b="b" l="l" r="r" t="t"/>
              <a:pathLst>
                <a:path extrusionOk="0" h="8286" w="8476">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38" name="Google Shape;1238;p26"/>
            <p:cNvSpPr/>
            <p:nvPr/>
          </p:nvSpPr>
          <p:spPr>
            <a:xfrm>
              <a:off x="-1541125" y="3719125"/>
              <a:ext cx="120525" cy="118275"/>
            </a:xfrm>
            <a:custGeom>
              <a:rect b="b" l="l" r="r" t="t"/>
              <a:pathLst>
                <a:path extrusionOk="0" h="4731" w="4821">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39" name="Google Shape;1239;p26"/>
            <p:cNvSpPr/>
            <p:nvPr/>
          </p:nvSpPr>
          <p:spPr>
            <a:xfrm>
              <a:off x="-1591550" y="3668825"/>
              <a:ext cx="222925" cy="223225"/>
            </a:xfrm>
            <a:custGeom>
              <a:rect b="b" l="l" r="r" t="t"/>
              <a:pathLst>
                <a:path extrusionOk="0" h="8929" w="8917">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40" name="Google Shape;1240;p26"/>
          <p:cNvGrpSpPr/>
          <p:nvPr/>
        </p:nvGrpSpPr>
        <p:grpSpPr>
          <a:xfrm>
            <a:off x="9258806" y="5456765"/>
            <a:ext cx="439460" cy="415839"/>
            <a:chOff x="-1592325" y="3957400"/>
            <a:chExt cx="293025" cy="277275"/>
          </a:xfrm>
        </p:grpSpPr>
        <p:sp>
          <p:nvSpPr>
            <p:cNvPr id="1241" name="Google Shape;1241;p26"/>
            <p:cNvSpPr/>
            <p:nvPr/>
          </p:nvSpPr>
          <p:spPr>
            <a:xfrm>
              <a:off x="-1591550" y="3957400"/>
              <a:ext cx="292250" cy="68550"/>
            </a:xfrm>
            <a:custGeom>
              <a:rect b="b" l="l" r="r" t="t"/>
              <a:pathLst>
                <a:path extrusionOk="0" h="2742" w="1169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42" name="Google Shape;1242;p26"/>
            <p:cNvSpPr/>
            <p:nvPr/>
          </p:nvSpPr>
          <p:spPr>
            <a:xfrm>
              <a:off x="-1592325" y="4043250"/>
              <a:ext cx="291450" cy="171725"/>
            </a:xfrm>
            <a:custGeom>
              <a:rect b="b" l="l" r="r" t="t"/>
              <a:pathLst>
                <a:path extrusionOk="0" h="6869" w="11658">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43" name="Google Shape;1243;p26"/>
            <p:cNvSpPr/>
            <p:nvPr/>
          </p:nvSpPr>
          <p:spPr>
            <a:xfrm>
              <a:off x="-1471825" y="4129100"/>
              <a:ext cx="51225" cy="51225"/>
            </a:xfrm>
            <a:custGeom>
              <a:rect b="b" l="l" r="r" t="t"/>
              <a:pathLst>
                <a:path extrusionOk="0" h="2049" w="2049">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44" name="Google Shape;1244;p26"/>
            <p:cNvSpPr/>
            <p:nvPr/>
          </p:nvSpPr>
          <p:spPr>
            <a:xfrm>
              <a:off x="-1526175" y="4077900"/>
              <a:ext cx="156775" cy="156775"/>
            </a:xfrm>
            <a:custGeom>
              <a:rect b="b" l="l" r="r" t="t"/>
              <a:pathLst>
                <a:path extrusionOk="0" h="6271" w="6271">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45" name="Google Shape;1245;p26"/>
          <p:cNvGrpSpPr/>
          <p:nvPr/>
        </p:nvGrpSpPr>
        <p:grpSpPr>
          <a:xfrm>
            <a:off x="10424511" y="4896858"/>
            <a:ext cx="385095" cy="438260"/>
            <a:chOff x="-778700" y="3612425"/>
            <a:chExt cx="256775" cy="292225"/>
          </a:xfrm>
        </p:grpSpPr>
        <p:sp>
          <p:nvSpPr>
            <p:cNvPr id="1246" name="Google Shape;1246;p26"/>
            <p:cNvSpPr/>
            <p:nvPr/>
          </p:nvSpPr>
          <p:spPr>
            <a:xfrm>
              <a:off x="-692850" y="369905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47" name="Google Shape;1247;p26"/>
            <p:cNvSpPr/>
            <p:nvPr/>
          </p:nvSpPr>
          <p:spPr>
            <a:xfrm>
              <a:off x="-777925" y="3612425"/>
              <a:ext cx="204800" cy="34675"/>
            </a:xfrm>
            <a:custGeom>
              <a:rect b="b" l="l" r="r" t="t"/>
              <a:pathLst>
                <a:path extrusionOk="0" h="1387" w="8192">
                  <a:moveTo>
                    <a:pt x="1009" y="0"/>
                  </a:moveTo>
                  <a:cubicBezTo>
                    <a:pt x="473" y="0"/>
                    <a:pt x="1" y="473"/>
                    <a:pt x="1" y="1009"/>
                  </a:cubicBezTo>
                  <a:lnTo>
                    <a:pt x="1" y="1387"/>
                  </a:lnTo>
                  <a:lnTo>
                    <a:pt x="8192" y="1387"/>
                  </a:lnTo>
                  <a:lnTo>
                    <a:pt x="8192" y="1009"/>
                  </a:lnTo>
                  <a:cubicBezTo>
                    <a:pt x="8192" y="473"/>
                    <a:pt x="7719" y="0"/>
                    <a:pt x="715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48" name="Google Shape;1248;p26"/>
            <p:cNvSpPr/>
            <p:nvPr/>
          </p:nvSpPr>
          <p:spPr>
            <a:xfrm>
              <a:off x="-727525" y="3699050"/>
              <a:ext cx="17375" cy="17350"/>
            </a:xfrm>
            <a:custGeom>
              <a:rect b="b" l="l" r="r" t="t"/>
              <a:pathLst>
                <a:path extrusionOk="0" h="694" w="695">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49" name="Google Shape;1249;p26"/>
            <p:cNvSpPr/>
            <p:nvPr/>
          </p:nvSpPr>
          <p:spPr>
            <a:xfrm>
              <a:off x="-778700" y="3664400"/>
              <a:ext cx="205575" cy="102425"/>
            </a:xfrm>
            <a:custGeom>
              <a:rect b="b" l="l" r="r" t="t"/>
              <a:pathLst>
                <a:path extrusionOk="0" h="4097" w="8223">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50" name="Google Shape;1250;p26"/>
            <p:cNvSpPr/>
            <p:nvPr/>
          </p:nvSpPr>
          <p:spPr>
            <a:xfrm>
              <a:off x="-659775" y="3835325"/>
              <a:ext cx="137850" cy="69325"/>
            </a:xfrm>
            <a:custGeom>
              <a:rect b="b" l="l" r="r" t="t"/>
              <a:pathLst>
                <a:path extrusionOk="0" h="2773" w="5514">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51" name="Google Shape;1251;p26"/>
            <p:cNvSpPr/>
            <p:nvPr/>
          </p:nvSpPr>
          <p:spPr>
            <a:xfrm>
              <a:off x="-658200" y="3669925"/>
              <a:ext cx="136275" cy="148875"/>
            </a:xfrm>
            <a:custGeom>
              <a:rect b="b" l="l" r="r" t="t"/>
              <a:pathLst>
                <a:path extrusionOk="0" h="5955" w="5451">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52" name="Google Shape;1252;p26"/>
          <p:cNvGrpSpPr/>
          <p:nvPr/>
        </p:nvGrpSpPr>
        <p:grpSpPr>
          <a:xfrm>
            <a:off x="1361745" y="4299087"/>
            <a:ext cx="460719" cy="437060"/>
            <a:chOff x="-6696925" y="3272575"/>
            <a:chExt cx="307200" cy="291425"/>
          </a:xfrm>
        </p:grpSpPr>
        <p:sp>
          <p:nvSpPr>
            <p:cNvPr id="1253" name="Google Shape;1253;p26"/>
            <p:cNvSpPr/>
            <p:nvPr/>
          </p:nvSpPr>
          <p:spPr>
            <a:xfrm>
              <a:off x="-6696925" y="3371400"/>
              <a:ext cx="220575" cy="192600"/>
            </a:xfrm>
            <a:custGeom>
              <a:rect b="b" l="l" r="r" t="t"/>
              <a:pathLst>
                <a:path extrusionOk="0" h="7704" w="8823">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54" name="Google Shape;1254;p26"/>
            <p:cNvSpPr/>
            <p:nvPr/>
          </p:nvSpPr>
          <p:spPr>
            <a:xfrm>
              <a:off x="-6621300" y="3272575"/>
              <a:ext cx="231575" cy="194950"/>
            </a:xfrm>
            <a:custGeom>
              <a:rect b="b" l="l" r="r" t="t"/>
              <a:pathLst>
                <a:path extrusionOk="0" h="7798" w="9263">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1255" name="Google Shape;1255;p26"/>
          <p:cNvSpPr/>
          <p:nvPr/>
        </p:nvSpPr>
        <p:spPr>
          <a:xfrm>
            <a:off x="4173645" y="4299232"/>
            <a:ext cx="452695" cy="436648"/>
          </a:xfrm>
          <a:custGeom>
            <a:rect b="b" l="l" r="r" t="t"/>
            <a:pathLst>
              <a:path extrusionOk="0" h="11646" w="12074">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1256" name="Google Shape;1256;p26"/>
          <p:cNvGrpSpPr/>
          <p:nvPr/>
        </p:nvGrpSpPr>
        <p:grpSpPr>
          <a:xfrm>
            <a:off x="6997038" y="4325070"/>
            <a:ext cx="448908" cy="385095"/>
            <a:chOff x="-3037625" y="3254850"/>
            <a:chExt cx="299325" cy="256775"/>
          </a:xfrm>
        </p:grpSpPr>
        <p:sp>
          <p:nvSpPr>
            <p:cNvPr id="1257" name="Google Shape;1257;p26"/>
            <p:cNvSpPr/>
            <p:nvPr/>
          </p:nvSpPr>
          <p:spPr>
            <a:xfrm>
              <a:off x="-3037625" y="3460400"/>
              <a:ext cx="152825" cy="51225"/>
            </a:xfrm>
            <a:custGeom>
              <a:rect b="b" l="l" r="r" t="t"/>
              <a:pathLst>
                <a:path extrusionOk="0" h="2049" w="6113">
                  <a:moveTo>
                    <a:pt x="1356" y="1"/>
                  </a:moveTo>
                  <a:cubicBezTo>
                    <a:pt x="1" y="1"/>
                    <a:pt x="1" y="2049"/>
                    <a:pt x="1356" y="2049"/>
                  </a:cubicBezTo>
                  <a:lnTo>
                    <a:pt x="4758" y="2049"/>
                  </a:lnTo>
                  <a:cubicBezTo>
                    <a:pt x="6113" y="2049"/>
                    <a:pt x="6113" y="1"/>
                    <a:pt x="475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58" name="Google Shape;1258;p26"/>
            <p:cNvSpPr/>
            <p:nvPr/>
          </p:nvSpPr>
          <p:spPr>
            <a:xfrm>
              <a:off x="-2884825" y="3460400"/>
              <a:ext cx="146525" cy="51225"/>
            </a:xfrm>
            <a:custGeom>
              <a:rect b="b" l="l" r="r" t="t"/>
              <a:pathLst>
                <a:path extrusionOk="0" h="2049" w="5861">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59" name="Google Shape;1259;p26"/>
            <p:cNvSpPr/>
            <p:nvPr/>
          </p:nvSpPr>
          <p:spPr>
            <a:xfrm>
              <a:off x="-2909225" y="3313125"/>
              <a:ext cx="59875" cy="72475"/>
            </a:xfrm>
            <a:custGeom>
              <a:rect b="b" l="l" r="r" t="t"/>
              <a:pathLst>
                <a:path extrusionOk="0" h="2899" w="2395">
                  <a:moveTo>
                    <a:pt x="0" y="1"/>
                  </a:moveTo>
                  <a:lnTo>
                    <a:pt x="0" y="2899"/>
                  </a:lnTo>
                  <a:lnTo>
                    <a:pt x="2395" y="1450"/>
                  </a:lnTo>
                  <a:lnTo>
                    <a:pt x="0"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60" name="Google Shape;1260;p26"/>
            <p:cNvSpPr/>
            <p:nvPr/>
          </p:nvSpPr>
          <p:spPr>
            <a:xfrm>
              <a:off x="-3029750" y="3254850"/>
              <a:ext cx="291450" cy="188250"/>
            </a:xfrm>
            <a:custGeom>
              <a:rect b="b" l="l" r="r" t="t"/>
              <a:pathLst>
                <a:path extrusionOk="0" h="7530" w="11658">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61" name="Google Shape;1261;p26"/>
          <p:cNvGrpSpPr/>
          <p:nvPr/>
        </p:nvGrpSpPr>
        <p:grpSpPr>
          <a:xfrm>
            <a:off x="1919576" y="4298600"/>
            <a:ext cx="463080" cy="438035"/>
            <a:chOff x="-6338550" y="3272950"/>
            <a:chExt cx="308775" cy="292075"/>
          </a:xfrm>
        </p:grpSpPr>
        <p:sp>
          <p:nvSpPr>
            <p:cNvPr id="1262" name="Google Shape;1262;p26"/>
            <p:cNvSpPr/>
            <p:nvPr/>
          </p:nvSpPr>
          <p:spPr>
            <a:xfrm>
              <a:off x="-6338550" y="3272950"/>
              <a:ext cx="308775" cy="119750"/>
            </a:xfrm>
            <a:custGeom>
              <a:rect b="b" l="l" r="r" t="t"/>
              <a:pathLst>
                <a:path extrusionOk="0" h="4790" w="12351">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63" name="Google Shape;1263;p26"/>
            <p:cNvSpPr/>
            <p:nvPr/>
          </p:nvSpPr>
          <p:spPr>
            <a:xfrm>
              <a:off x="-6228275" y="3479325"/>
              <a:ext cx="86650" cy="85700"/>
            </a:xfrm>
            <a:custGeom>
              <a:rect b="b" l="l" r="r" t="t"/>
              <a:pathLst>
                <a:path extrusionOk="0" h="3428" w="3466">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64" name="Google Shape;1264;p26"/>
            <p:cNvSpPr/>
            <p:nvPr/>
          </p:nvSpPr>
          <p:spPr>
            <a:xfrm>
              <a:off x="-6292075" y="3410800"/>
              <a:ext cx="212675" cy="50425"/>
            </a:xfrm>
            <a:custGeom>
              <a:rect b="b" l="l" r="r" t="t"/>
              <a:pathLst>
                <a:path extrusionOk="0" h="2017" w="8507">
                  <a:moveTo>
                    <a:pt x="0" y="0"/>
                  </a:moveTo>
                  <a:lnTo>
                    <a:pt x="2048" y="2016"/>
                  </a:lnTo>
                  <a:lnTo>
                    <a:pt x="6459" y="2016"/>
                  </a:lnTo>
                  <a:lnTo>
                    <a:pt x="8507"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65" name="Google Shape;1265;p26"/>
          <p:cNvGrpSpPr/>
          <p:nvPr/>
        </p:nvGrpSpPr>
        <p:grpSpPr>
          <a:xfrm>
            <a:off x="4742737" y="4297306"/>
            <a:ext cx="440659" cy="440621"/>
            <a:chOff x="-4478975" y="3251700"/>
            <a:chExt cx="293825" cy="293800"/>
          </a:xfrm>
        </p:grpSpPr>
        <p:sp>
          <p:nvSpPr>
            <p:cNvPr id="1266" name="Google Shape;1266;p26"/>
            <p:cNvSpPr/>
            <p:nvPr/>
          </p:nvSpPr>
          <p:spPr>
            <a:xfrm>
              <a:off x="-4375000" y="3365100"/>
              <a:ext cx="85075" cy="110900"/>
            </a:xfrm>
            <a:custGeom>
              <a:rect b="b" l="l" r="r" t="t"/>
              <a:pathLst>
                <a:path extrusionOk="0" h="4436" w="3403">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67" name="Google Shape;1267;p26"/>
            <p:cNvSpPr/>
            <p:nvPr/>
          </p:nvSpPr>
          <p:spPr>
            <a:xfrm>
              <a:off x="-4408875" y="3321800"/>
              <a:ext cx="154400" cy="148875"/>
            </a:xfrm>
            <a:custGeom>
              <a:rect b="b" l="l" r="r" t="t"/>
              <a:pathLst>
                <a:path extrusionOk="0" h="5955" w="6176">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68" name="Google Shape;1268;p26"/>
            <p:cNvSpPr/>
            <p:nvPr/>
          </p:nvSpPr>
          <p:spPr>
            <a:xfrm>
              <a:off x="-4478975" y="3251700"/>
              <a:ext cx="293825" cy="293800"/>
            </a:xfrm>
            <a:custGeom>
              <a:rect b="b" l="l" r="r" t="t"/>
              <a:pathLst>
                <a:path extrusionOk="0" h="11752" w="11753">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69" name="Google Shape;1269;p26"/>
          <p:cNvGrpSpPr/>
          <p:nvPr/>
        </p:nvGrpSpPr>
        <p:grpSpPr>
          <a:xfrm>
            <a:off x="7568379" y="4299069"/>
            <a:ext cx="432373" cy="437097"/>
            <a:chOff x="-2668225" y="3239075"/>
            <a:chExt cx="288300" cy="291450"/>
          </a:xfrm>
        </p:grpSpPr>
        <p:sp>
          <p:nvSpPr>
            <p:cNvPr id="1270" name="Google Shape;1270;p26"/>
            <p:cNvSpPr/>
            <p:nvPr/>
          </p:nvSpPr>
          <p:spPr>
            <a:xfrm>
              <a:off x="-2592600" y="3239075"/>
              <a:ext cx="137850" cy="51225"/>
            </a:xfrm>
            <a:custGeom>
              <a:rect b="b" l="l" r="r" t="t"/>
              <a:pathLst>
                <a:path extrusionOk="0" h="2049" w="5514">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71" name="Google Shape;1271;p26"/>
            <p:cNvSpPr/>
            <p:nvPr/>
          </p:nvSpPr>
          <p:spPr>
            <a:xfrm>
              <a:off x="-2587875" y="3307875"/>
              <a:ext cx="129200" cy="69850"/>
            </a:xfrm>
            <a:custGeom>
              <a:rect b="b" l="l" r="r" t="t"/>
              <a:pathLst>
                <a:path extrusionOk="0" h="2794" w="5168">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72" name="Google Shape;1272;p26"/>
            <p:cNvSpPr/>
            <p:nvPr/>
          </p:nvSpPr>
          <p:spPr>
            <a:xfrm>
              <a:off x="-2566625" y="3427325"/>
              <a:ext cx="33125" cy="33100"/>
            </a:xfrm>
            <a:custGeom>
              <a:rect b="b" l="l" r="r" t="t"/>
              <a:pathLst>
                <a:path extrusionOk="0" h="1324" w="1325">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73" name="Google Shape;1273;p26"/>
            <p:cNvSpPr/>
            <p:nvPr/>
          </p:nvSpPr>
          <p:spPr>
            <a:xfrm>
              <a:off x="-2481550" y="3461200"/>
              <a:ext cx="18125" cy="18150"/>
            </a:xfrm>
            <a:custGeom>
              <a:rect b="b" l="l" r="r" t="t"/>
              <a:pathLst>
                <a:path extrusionOk="0" h="726" w="725">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74" name="Google Shape;1274;p26"/>
            <p:cNvSpPr/>
            <p:nvPr/>
          </p:nvSpPr>
          <p:spPr>
            <a:xfrm>
              <a:off x="-2668225" y="3393475"/>
              <a:ext cx="288300" cy="137050"/>
            </a:xfrm>
            <a:custGeom>
              <a:rect b="b" l="l" r="r" t="t"/>
              <a:pathLst>
                <a:path extrusionOk="0" h="5482" w="11532">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75" name="Google Shape;1275;p26"/>
          <p:cNvGrpSpPr/>
          <p:nvPr/>
        </p:nvGrpSpPr>
        <p:grpSpPr>
          <a:xfrm>
            <a:off x="2495040" y="4299669"/>
            <a:ext cx="438297" cy="435897"/>
            <a:chOff x="-5971525" y="3273750"/>
            <a:chExt cx="292250" cy="290650"/>
          </a:xfrm>
        </p:grpSpPr>
        <p:sp>
          <p:nvSpPr>
            <p:cNvPr id="1276" name="Google Shape;1276;p26"/>
            <p:cNvSpPr/>
            <p:nvPr/>
          </p:nvSpPr>
          <p:spPr>
            <a:xfrm>
              <a:off x="-5868325" y="3273750"/>
              <a:ext cx="85075" cy="84300"/>
            </a:xfrm>
            <a:custGeom>
              <a:rect b="b" l="l" r="r" t="t"/>
              <a:pathLst>
                <a:path extrusionOk="0" h="3372" w="3403">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77" name="Google Shape;1277;p26"/>
            <p:cNvSpPr/>
            <p:nvPr/>
          </p:nvSpPr>
          <p:spPr>
            <a:xfrm>
              <a:off x="-5971525" y="3308400"/>
              <a:ext cx="292250" cy="256000"/>
            </a:xfrm>
            <a:custGeom>
              <a:rect b="b" l="l" r="r" t="t"/>
              <a:pathLst>
                <a:path extrusionOk="0" h="10240" w="1169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78" name="Google Shape;1278;p26"/>
          <p:cNvGrpSpPr/>
          <p:nvPr/>
        </p:nvGrpSpPr>
        <p:grpSpPr>
          <a:xfrm>
            <a:off x="5304713" y="4299669"/>
            <a:ext cx="438260" cy="435897"/>
            <a:chOff x="-4118225" y="3253275"/>
            <a:chExt cx="292225" cy="290650"/>
          </a:xfrm>
        </p:grpSpPr>
        <p:sp>
          <p:nvSpPr>
            <p:cNvPr id="1279" name="Google Shape;1279;p26"/>
            <p:cNvSpPr/>
            <p:nvPr/>
          </p:nvSpPr>
          <p:spPr>
            <a:xfrm>
              <a:off x="-4118225" y="3287125"/>
              <a:ext cx="256725" cy="256800"/>
            </a:xfrm>
            <a:custGeom>
              <a:rect b="b" l="l" r="r" t="t"/>
              <a:pathLst>
                <a:path extrusionOk="0" h="10272" w="10269">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80" name="Google Shape;1280;p26"/>
            <p:cNvSpPr/>
            <p:nvPr/>
          </p:nvSpPr>
          <p:spPr>
            <a:xfrm>
              <a:off x="-3963850" y="3253275"/>
              <a:ext cx="137850" cy="137850"/>
            </a:xfrm>
            <a:custGeom>
              <a:rect b="b" l="l" r="r" t="t"/>
              <a:pathLst>
                <a:path extrusionOk="0" h="5514" w="5514">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81" name="Google Shape;1281;p26"/>
          <p:cNvGrpSpPr/>
          <p:nvPr/>
        </p:nvGrpSpPr>
        <p:grpSpPr>
          <a:xfrm>
            <a:off x="8140401" y="4297887"/>
            <a:ext cx="411115" cy="439460"/>
            <a:chOff x="-2312225" y="3238300"/>
            <a:chExt cx="274125" cy="293025"/>
          </a:xfrm>
        </p:grpSpPr>
        <p:sp>
          <p:nvSpPr>
            <p:cNvPr id="1282" name="Google Shape;1282;p26"/>
            <p:cNvSpPr/>
            <p:nvPr/>
          </p:nvSpPr>
          <p:spPr>
            <a:xfrm>
              <a:off x="-2241325" y="3289500"/>
              <a:ext cx="203225" cy="241825"/>
            </a:xfrm>
            <a:custGeom>
              <a:rect b="b" l="l" r="r" t="t"/>
              <a:pathLst>
                <a:path extrusionOk="0" h="9673" w="8129">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83" name="Google Shape;1283;p26"/>
            <p:cNvSpPr/>
            <p:nvPr/>
          </p:nvSpPr>
          <p:spPr>
            <a:xfrm>
              <a:off x="-2312225" y="3238300"/>
              <a:ext cx="241825" cy="241050"/>
            </a:xfrm>
            <a:custGeom>
              <a:rect b="b" l="l" r="r" t="t"/>
              <a:pathLst>
                <a:path extrusionOk="0" h="9642" w="9673">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84" name="Google Shape;1284;p26"/>
          <p:cNvGrpSpPr/>
          <p:nvPr/>
        </p:nvGrpSpPr>
        <p:grpSpPr>
          <a:xfrm>
            <a:off x="3055232" y="4299069"/>
            <a:ext cx="441821" cy="437097"/>
            <a:chOff x="-5611575" y="3272950"/>
            <a:chExt cx="294600" cy="291450"/>
          </a:xfrm>
        </p:grpSpPr>
        <p:sp>
          <p:nvSpPr>
            <p:cNvPr id="1285" name="Google Shape;1285;p26"/>
            <p:cNvSpPr/>
            <p:nvPr/>
          </p:nvSpPr>
          <p:spPr>
            <a:xfrm>
              <a:off x="-5594250" y="3273750"/>
              <a:ext cx="85875" cy="84300"/>
            </a:xfrm>
            <a:custGeom>
              <a:rect b="b" l="l" r="r" t="t"/>
              <a:pathLst>
                <a:path extrusionOk="0" h="3372" w="3435">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86" name="Google Shape;1286;p26"/>
            <p:cNvSpPr/>
            <p:nvPr/>
          </p:nvSpPr>
          <p:spPr>
            <a:xfrm>
              <a:off x="-5457200" y="3324950"/>
              <a:ext cx="67775" cy="67750"/>
            </a:xfrm>
            <a:custGeom>
              <a:rect b="b" l="l" r="r" t="t"/>
              <a:pathLst>
                <a:path extrusionOk="0" h="2710" w="2711">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87" name="Google Shape;1287;p26"/>
            <p:cNvSpPr/>
            <p:nvPr/>
          </p:nvSpPr>
          <p:spPr>
            <a:xfrm>
              <a:off x="-5415450" y="3325725"/>
              <a:ext cx="25225" cy="24450"/>
            </a:xfrm>
            <a:custGeom>
              <a:rect b="b" l="l" r="r" t="t"/>
              <a:pathLst>
                <a:path extrusionOk="0" h="978" w="1009">
                  <a:moveTo>
                    <a:pt x="0" y="1"/>
                  </a:moveTo>
                  <a:lnTo>
                    <a:pt x="0" y="977"/>
                  </a:lnTo>
                  <a:lnTo>
                    <a:pt x="1009" y="977"/>
                  </a:lnTo>
                  <a:cubicBezTo>
                    <a:pt x="883" y="473"/>
                    <a:pt x="473" y="127"/>
                    <a:pt x="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88" name="Google Shape;1288;p26"/>
            <p:cNvSpPr/>
            <p:nvPr/>
          </p:nvSpPr>
          <p:spPr>
            <a:xfrm>
              <a:off x="-5611575" y="3359600"/>
              <a:ext cx="118950" cy="204800"/>
            </a:xfrm>
            <a:custGeom>
              <a:rect b="b" l="l" r="r" t="t"/>
              <a:pathLst>
                <a:path extrusionOk="0" h="8192" w="4758">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89" name="Google Shape;1289;p26"/>
            <p:cNvSpPr/>
            <p:nvPr/>
          </p:nvSpPr>
          <p:spPr>
            <a:xfrm>
              <a:off x="-5510750" y="3272950"/>
              <a:ext cx="193775" cy="187475"/>
            </a:xfrm>
            <a:custGeom>
              <a:rect b="b" l="l" r="r" t="t"/>
              <a:pathLst>
                <a:path extrusionOk="0" h="7499" w="7751">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90" name="Google Shape;1290;p26"/>
          <p:cNvGrpSpPr/>
          <p:nvPr/>
        </p:nvGrpSpPr>
        <p:grpSpPr>
          <a:xfrm>
            <a:off x="5850126" y="4299293"/>
            <a:ext cx="452695" cy="436648"/>
            <a:chOff x="-3768700" y="3253275"/>
            <a:chExt cx="301850" cy="291150"/>
          </a:xfrm>
        </p:grpSpPr>
        <p:sp>
          <p:nvSpPr>
            <p:cNvPr id="1291" name="Google Shape;1291;p26"/>
            <p:cNvSpPr/>
            <p:nvPr/>
          </p:nvSpPr>
          <p:spPr>
            <a:xfrm>
              <a:off x="-3603925" y="3355650"/>
              <a:ext cx="69350" cy="33900"/>
            </a:xfrm>
            <a:custGeom>
              <a:rect b="b" l="l" r="r" t="t"/>
              <a:pathLst>
                <a:path extrusionOk="0" h="1356" w="2774">
                  <a:moveTo>
                    <a:pt x="1040" y="1"/>
                  </a:moveTo>
                  <a:cubicBezTo>
                    <a:pt x="505" y="1"/>
                    <a:pt x="1" y="473"/>
                    <a:pt x="1" y="1009"/>
                  </a:cubicBezTo>
                  <a:lnTo>
                    <a:pt x="1" y="1356"/>
                  </a:lnTo>
                  <a:lnTo>
                    <a:pt x="2773" y="1356"/>
                  </a:lnTo>
                  <a:lnTo>
                    <a:pt x="2773" y="1009"/>
                  </a:lnTo>
                  <a:cubicBezTo>
                    <a:pt x="2742" y="473"/>
                    <a:pt x="2269" y="1"/>
                    <a:pt x="170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92" name="Google Shape;1292;p26"/>
            <p:cNvSpPr/>
            <p:nvPr/>
          </p:nvSpPr>
          <p:spPr>
            <a:xfrm>
              <a:off x="-3586600" y="3305250"/>
              <a:ext cx="33125" cy="33100"/>
            </a:xfrm>
            <a:custGeom>
              <a:rect b="b" l="l" r="r" t="t"/>
              <a:pathLst>
                <a:path extrusionOk="0" h="1324" w="1325">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93" name="Google Shape;1293;p26"/>
            <p:cNvSpPr/>
            <p:nvPr/>
          </p:nvSpPr>
          <p:spPr>
            <a:xfrm>
              <a:off x="-3768700" y="3253275"/>
              <a:ext cx="301850" cy="291150"/>
            </a:xfrm>
            <a:custGeom>
              <a:rect b="b" l="l" r="r" t="t"/>
              <a:pathLst>
                <a:path extrusionOk="0" h="11646" w="12074">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94" name="Google Shape;1294;p26"/>
          <p:cNvGrpSpPr/>
          <p:nvPr/>
        </p:nvGrpSpPr>
        <p:grpSpPr>
          <a:xfrm>
            <a:off x="8694341" y="4350566"/>
            <a:ext cx="437735" cy="334103"/>
            <a:chOff x="-1951475" y="3273100"/>
            <a:chExt cx="291875" cy="222775"/>
          </a:xfrm>
        </p:grpSpPr>
        <p:sp>
          <p:nvSpPr>
            <p:cNvPr id="1295" name="Google Shape;1295;p26"/>
            <p:cNvSpPr/>
            <p:nvPr/>
          </p:nvSpPr>
          <p:spPr>
            <a:xfrm>
              <a:off x="-1951475" y="3325050"/>
              <a:ext cx="51225" cy="119250"/>
            </a:xfrm>
            <a:custGeom>
              <a:rect b="b" l="l" r="r" t="t"/>
              <a:pathLst>
                <a:path extrusionOk="0" h="4770" w="2049">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96" name="Google Shape;1296;p26"/>
            <p:cNvSpPr/>
            <p:nvPr/>
          </p:nvSpPr>
          <p:spPr>
            <a:xfrm>
              <a:off x="-1711250" y="3273100"/>
              <a:ext cx="51650" cy="221725"/>
            </a:xfrm>
            <a:custGeom>
              <a:rect b="b" l="l" r="r" t="t"/>
              <a:pathLst>
                <a:path extrusionOk="0" h="8869" w="2066">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97" name="Google Shape;1297;p26"/>
            <p:cNvSpPr/>
            <p:nvPr/>
          </p:nvSpPr>
          <p:spPr>
            <a:xfrm>
              <a:off x="-1886900" y="3296575"/>
              <a:ext cx="156775" cy="199300"/>
            </a:xfrm>
            <a:custGeom>
              <a:rect b="b" l="l" r="r" t="t"/>
              <a:pathLst>
                <a:path extrusionOk="0" h="7972" w="6271">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298" name="Google Shape;1298;p26"/>
          <p:cNvGrpSpPr/>
          <p:nvPr/>
        </p:nvGrpSpPr>
        <p:grpSpPr>
          <a:xfrm>
            <a:off x="10397927" y="4298487"/>
            <a:ext cx="438260" cy="438260"/>
            <a:chOff x="-804700" y="3226500"/>
            <a:chExt cx="292225" cy="292225"/>
          </a:xfrm>
        </p:grpSpPr>
        <p:sp>
          <p:nvSpPr>
            <p:cNvPr id="1299" name="Google Shape;1299;p26"/>
            <p:cNvSpPr/>
            <p:nvPr/>
          </p:nvSpPr>
          <p:spPr>
            <a:xfrm>
              <a:off x="-804700" y="3467500"/>
              <a:ext cx="85875" cy="51225"/>
            </a:xfrm>
            <a:custGeom>
              <a:rect b="b" l="l" r="r" t="t"/>
              <a:pathLst>
                <a:path extrusionOk="0" h="2049" w="3435">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00" name="Google Shape;1300;p26"/>
            <p:cNvSpPr/>
            <p:nvPr/>
          </p:nvSpPr>
          <p:spPr>
            <a:xfrm>
              <a:off x="-710975" y="3466700"/>
              <a:ext cx="196925" cy="51225"/>
            </a:xfrm>
            <a:custGeom>
              <a:rect b="b" l="l" r="r" t="t"/>
              <a:pathLst>
                <a:path extrusionOk="0" h="2049" w="7877">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01" name="Google Shape;1301;p26"/>
            <p:cNvSpPr/>
            <p:nvPr/>
          </p:nvSpPr>
          <p:spPr>
            <a:xfrm>
              <a:off x="-667650" y="3312350"/>
              <a:ext cx="18125" cy="17350"/>
            </a:xfrm>
            <a:custGeom>
              <a:rect b="b" l="l" r="r" t="t"/>
              <a:pathLst>
                <a:path extrusionOk="0" h="694" w="725">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02" name="Google Shape;1302;p26"/>
            <p:cNvSpPr/>
            <p:nvPr/>
          </p:nvSpPr>
          <p:spPr>
            <a:xfrm>
              <a:off x="-683400" y="3347775"/>
              <a:ext cx="48050" cy="16575"/>
            </a:xfrm>
            <a:custGeom>
              <a:rect b="b" l="l" r="r" t="t"/>
              <a:pathLst>
                <a:path extrusionOk="0" h="663" w="1922">
                  <a:moveTo>
                    <a:pt x="977" y="1"/>
                  </a:moveTo>
                  <a:cubicBezTo>
                    <a:pt x="567" y="1"/>
                    <a:pt x="158" y="253"/>
                    <a:pt x="0" y="662"/>
                  </a:cubicBezTo>
                  <a:lnTo>
                    <a:pt x="1922" y="662"/>
                  </a:lnTo>
                  <a:cubicBezTo>
                    <a:pt x="1796" y="253"/>
                    <a:pt x="1418" y="1"/>
                    <a:pt x="97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03" name="Google Shape;1303;p26"/>
            <p:cNvSpPr/>
            <p:nvPr/>
          </p:nvSpPr>
          <p:spPr>
            <a:xfrm>
              <a:off x="-735400" y="3261925"/>
              <a:ext cx="153625" cy="187875"/>
            </a:xfrm>
            <a:custGeom>
              <a:rect b="b" l="l" r="r" t="t"/>
              <a:pathLst>
                <a:path extrusionOk="0" h="7515" w="6145">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04" name="Google Shape;1304;p26"/>
            <p:cNvSpPr/>
            <p:nvPr/>
          </p:nvSpPr>
          <p:spPr>
            <a:xfrm>
              <a:off x="-804700" y="3226500"/>
              <a:ext cx="118175" cy="170925"/>
            </a:xfrm>
            <a:custGeom>
              <a:rect b="b" l="l" r="r" t="t"/>
              <a:pathLst>
                <a:path extrusionOk="0" h="6837" w="4727">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05" name="Google Shape;1305;p26"/>
            <p:cNvSpPr/>
            <p:nvPr/>
          </p:nvSpPr>
          <p:spPr>
            <a:xfrm>
              <a:off x="-630625" y="3226500"/>
              <a:ext cx="118150" cy="170950"/>
            </a:xfrm>
            <a:custGeom>
              <a:rect b="b" l="l" r="r" t="t"/>
              <a:pathLst>
                <a:path extrusionOk="0" h="6838" w="4726">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306" name="Google Shape;1306;p26"/>
          <p:cNvGrpSpPr/>
          <p:nvPr/>
        </p:nvGrpSpPr>
        <p:grpSpPr>
          <a:xfrm>
            <a:off x="3625990" y="4298469"/>
            <a:ext cx="438260" cy="438297"/>
            <a:chOff x="-5251625" y="3272950"/>
            <a:chExt cx="292225" cy="292250"/>
          </a:xfrm>
        </p:grpSpPr>
        <p:sp>
          <p:nvSpPr>
            <p:cNvPr id="1307" name="Google Shape;1307;p26"/>
            <p:cNvSpPr/>
            <p:nvPr/>
          </p:nvSpPr>
          <p:spPr>
            <a:xfrm>
              <a:off x="-5156325" y="3462775"/>
              <a:ext cx="33900" cy="33100"/>
            </a:xfrm>
            <a:custGeom>
              <a:rect b="b" l="l" r="r" t="t"/>
              <a:pathLst>
                <a:path extrusionOk="0" h="1324" w="1356">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08" name="Google Shape;1308;p26"/>
            <p:cNvSpPr/>
            <p:nvPr/>
          </p:nvSpPr>
          <p:spPr>
            <a:xfrm>
              <a:off x="-5251625" y="3272950"/>
              <a:ext cx="292225" cy="292250"/>
            </a:xfrm>
            <a:custGeom>
              <a:rect b="b" l="l" r="r" t="t"/>
              <a:pathLst>
                <a:path extrusionOk="0" h="11690" w="11689">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09" name="Google Shape;1309;p26"/>
            <p:cNvSpPr/>
            <p:nvPr/>
          </p:nvSpPr>
          <p:spPr>
            <a:xfrm>
              <a:off x="-5011400" y="3350150"/>
              <a:ext cx="33900" cy="33875"/>
            </a:xfrm>
            <a:custGeom>
              <a:rect b="b" l="l" r="r" t="t"/>
              <a:pathLst>
                <a:path extrusionOk="0" h="1355" w="1356">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310" name="Google Shape;1310;p26"/>
          <p:cNvGrpSpPr/>
          <p:nvPr/>
        </p:nvGrpSpPr>
        <p:grpSpPr>
          <a:xfrm>
            <a:off x="9284808" y="4297887"/>
            <a:ext cx="387456" cy="439460"/>
            <a:chOff x="-1575775" y="3238300"/>
            <a:chExt cx="258350" cy="293025"/>
          </a:xfrm>
        </p:grpSpPr>
        <p:sp>
          <p:nvSpPr>
            <p:cNvPr id="1311" name="Google Shape;1311;p26"/>
            <p:cNvSpPr/>
            <p:nvPr/>
          </p:nvSpPr>
          <p:spPr>
            <a:xfrm>
              <a:off x="-1489150" y="3306825"/>
              <a:ext cx="85875" cy="33100"/>
            </a:xfrm>
            <a:custGeom>
              <a:rect b="b" l="l" r="r" t="t"/>
              <a:pathLst>
                <a:path extrusionOk="0" h="1324" w="3435">
                  <a:moveTo>
                    <a:pt x="1" y="0"/>
                  </a:moveTo>
                  <a:lnTo>
                    <a:pt x="1702" y="1324"/>
                  </a:lnTo>
                  <a:lnTo>
                    <a:pt x="3435"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12" name="Google Shape;1312;p26"/>
            <p:cNvSpPr/>
            <p:nvPr/>
          </p:nvSpPr>
          <p:spPr>
            <a:xfrm>
              <a:off x="-1506475" y="3316275"/>
              <a:ext cx="46500" cy="67750"/>
            </a:xfrm>
            <a:custGeom>
              <a:rect b="b" l="l" r="r" t="t"/>
              <a:pathLst>
                <a:path extrusionOk="0" h="2710" w="1860">
                  <a:moveTo>
                    <a:pt x="1" y="1"/>
                  </a:moveTo>
                  <a:lnTo>
                    <a:pt x="1" y="2710"/>
                  </a:lnTo>
                  <a:lnTo>
                    <a:pt x="1859" y="1324"/>
                  </a:lnTo>
                  <a:lnTo>
                    <a:pt x="1"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13" name="Google Shape;1313;p26"/>
            <p:cNvSpPr/>
            <p:nvPr/>
          </p:nvSpPr>
          <p:spPr>
            <a:xfrm>
              <a:off x="-1575775" y="3238300"/>
              <a:ext cx="258350" cy="293025"/>
            </a:xfrm>
            <a:custGeom>
              <a:rect b="b" l="l" r="r" t="t"/>
              <a:pathLst>
                <a:path extrusionOk="0" h="11721" w="10334">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14" name="Google Shape;1314;p26"/>
            <p:cNvSpPr/>
            <p:nvPr/>
          </p:nvSpPr>
          <p:spPr>
            <a:xfrm>
              <a:off x="-1489150" y="3360375"/>
              <a:ext cx="85875" cy="32325"/>
            </a:xfrm>
            <a:custGeom>
              <a:rect b="b" l="l" r="r" t="t"/>
              <a:pathLst>
                <a:path extrusionOk="0" h="1293" w="3435">
                  <a:moveTo>
                    <a:pt x="1702" y="1"/>
                  </a:moveTo>
                  <a:lnTo>
                    <a:pt x="1" y="1293"/>
                  </a:lnTo>
                  <a:lnTo>
                    <a:pt x="3435" y="1293"/>
                  </a:lnTo>
                  <a:lnTo>
                    <a:pt x="1702"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15" name="Google Shape;1315;p26"/>
            <p:cNvSpPr/>
            <p:nvPr/>
          </p:nvSpPr>
          <p:spPr>
            <a:xfrm>
              <a:off x="-1431650" y="3316275"/>
              <a:ext cx="44925" cy="67750"/>
            </a:xfrm>
            <a:custGeom>
              <a:rect b="b" l="l" r="r" t="t"/>
              <a:pathLst>
                <a:path extrusionOk="0" h="2710" w="1797">
                  <a:moveTo>
                    <a:pt x="1796" y="1"/>
                  </a:moveTo>
                  <a:lnTo>
                    <a:pt x="0" y="1324"/>
                  </a:lnTo>
                  <a:lnTo>
                    <a:pt x="1796" y="2710"/>
                  </a:lnTo>
                  <a:lnTo>
                    <a:pt x="1796"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316" name="Google Shape;1316;p26"/>
          <p:cNvGrpSpPr/>
          <p:nvPr/>
        </p:nvGrpSpPr>
        <p:grpSpPr>
          <a:xfrm>
            <a:off x="6478190" y="4268607"/>
            <a:ext cx="333165" cy="437060"/>
            <a:chOff x="-3365275" y="3253275"/>
            <a:chExt cx="222150" cy="291425"/>
          </a:xfrm>
        </p:grpSpPr>
        <p:sp>
          <p:nvSpPr>
            <p:cNvPr id="1317" name="Google Shape;1317;p26"/>
            <p:cNvSpPr/>
            <p:nvPr/>
          </p:nvSpPr>
          <p:spPr>
            <a:xfrm>
              <a:off x="-3365275" y="3253275"/>
              <a:ext cx="222150" cy="291425"/>
            </a:xfrm>
            <a:custGeom>
              <a:rect b="b" l="l" r="r" t="t"/>
              <a:pathLst>
                <a:path extrusionOk="0" h="11657" w="8886">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18" name="Google Shape;1318;p26"/>
            <p:cNvSpPr/>
            <p:nvPr/>
          </p:nvSpPr>
          <p:spPr>
            <a:xfrm>
              <a:off x="-3314075" y="3476175"/>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319" name="Google Shape;1319;p26"/>
          <p:cNvGrpSpPr/>
          <p:nvPr/>
        </p:nvGrpSpPr>
        <p:grpSpPr>
          <a:xfrm>
            <a:off x="9819093" y="4347605"/>
            <a:ext cx="439460" cy="309545"/>
            <a:chOff x="-1199300" y="3279250"/>
            <a:chExt cx="293025" cy="206400"/>
          </a:xfrm>
        </p:grpSpPr>
        <p:sp>
          <p:nvSpPr>
            <p:cNvPr id="1320" name="Google Shape;1320;p26"/>
            <p:cNvSpPr/>
            <p:nvPr/>
          </p:nvSpPr>
          <p:spPr>
            <a:xfrm>
              <a:off x="-1183550" y="3395050"/>
              <a:ext cx="261525" cy="90600"/>
            </a:xfrm>
            <a:custGeom>
              <a:rect b="b" l="l" r="r" t="t"/>
              <a:pathLst>
                <a:path extrusionOk="0" h="3624" w="10461">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21" name="Google Shape;1321;p26"/>
            <p:cNvSpPr/>
            <p:nvPr/>
          </p:nvSpPr>
          <p:spPr>
            <a:xfrm>
              <a:off x="-1184325" y="3279250"/>
              <a:ext cx="261500" cy="129400"/>
            </a:xfrm>
            <a:custGeom>
              <a:rect b="b" l="l" r="r" t="t"/>
              <a:pathLst>
                <a:path extrusionOk="0" h="5176" w="1046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22" name="Google Shape;1322;p26"/>
            <p:cNvSpPr/>
            <p:nvPr/>
          </p:nvSpPr>
          <p:spPr>
            <a:xfrm>
              <a:off x="-1199300" y="3294225"/>
              <a:ext cx="90600" cy="175650"/>
            </a:xfrm>
            <a:custGeom>
              <a:rect b="b" l="l" r="r" t="t"/>
              <a:pathLst>
                <a:path extrusionOk="0" h="7026" w="3624">
                  <a:moveTo>
                    <a:pt x="126" y="0"/>
                  </a:moveTo>
                  <a:cubicBezTo>
                    <a:pt x="32" y="126"/>
                    <a:pt x="0" y="284"/>
                    <a:pt x="0" y="441"/>
                  </a:cubicBezTo>
                  <a:lnTo>
                    <a:pt x="0" y="6585"/>
                  </a:lnTo>
                  <a:cubicBezTo>
                    <a:pt x="0" y="6742"/>
                    <a:pt x="32" y="6900"/>
                    <a:pt x="126" y="7026"/>
                  </a:cubicBezTo>
                  <a:lnTo>
                    <a:pt x="3624" y="3466"/>
                  </a:lnTo>
                  <a:lnTo>
                    <a:pt x="126"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23" name="Google Shape;1323;p26"/>
            <p:cNvSpPr/>
            <p:nvPr/>
          </p:nvSpPr>
          <p:spPr>
            <a:xfrm>
              <a:off x="-996875" y="3294225"/>
              <a:ext cx="90600" cy="177225"/>
            </a:xfrm>
            <a:custGeom>
              <a:rect b="b" l="l" r="r" t="t"/>
              <a:pathLst>
                <a:path extrusionOk="0" h="7089" w="3624">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324" name="Google Shape;1324;p26"/>
          <p:cNvGrpSpPr/>
          <p:nvPr/>
        </p:nvGrpSpPr>
        <p:grpSpPr>
          <a:xfrm>
            <a:off x="1369437" y="3076991"/>
            <a:ext cx="445375" cy="445680"/>
            <a:chOff x="-35839800" y="3561025"/>
            <a:chExt cx="291450" cy="291650"/>
          </a:xfrm>
        </p:grpSpPr>
        <p:sp>
          <p:nvSpPr>
            <p:cNvPr id="1325" name="Google Shape;1325;p26"/>
            <p:cNvSpPr/>
            <p:nvPr/>
          </p:nvSpPr>
          <p:spPr>
            <a:xfrm>
              <a:off x="-35772850" y="3612425"/>
              <a:ext cx="155200" cy="142575"/>
            </a:xfrm>
            <a:custGeom>
              <a:rect b="b" l="l" r="r" t="t"/>
              <a:pathLst>
                <a:path extrusionOk="0" h="5703" w="6208">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26" name="Google Shape;1326;p26"/>
            <p:cNvSpPr/>
            <p:nvPr/>
          </p:nvSpPr>
          <p:spPr>
            <a:xfrm>
              <a:off x="-35621625" y="3694325"/>
              <a:ext cx="73275" cy="143375"/>
            </a:xfrm>
            <a:custGeom>
              <a:rect b="b" l="l" r="r" t="t"/>
              <a:pathLst>
                <a:path extrusionOk="0" h="5735" w="2931">
                  <a:moveTo>
                    <a:pt x="2931" y="1"/>
                  </a:moveTo>
                  <a:lnTo>
                    <a:pt x="1" y="2899"/>
                  </a:lnTo>
                  <a:lnTo>
                    <a:pt x="2805" y="5735"/>
                  </a:lnTo>
                  <a:cubicBezTo>
                    <a:pt x="2868" y="5609"/>
                    <a:pt x="2931" y="5451"/>
                    <a:pt x="2931" y="5294"/>
                  </a:cubicBezTo>
                  <a:lnTo>
                    <a:pt x="2931"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27" name="Google Shape;1327;p26"/>
            <p:cNvSpPr/>
            <p:nvPr/>
          </p:nvSpPr>
          <p:spPr>
            <a:xfrm>
              <a:off x="-35827200" y="3748675"/>
              <a:ext cx="263100" cy="104000"/>
            </a:xfrm>
            <a:custGeom>
              <a:rect b="b" l="l" r="r" t="t"/>
              <a:pathLst>
                <a:path extrusionOk="0" h="4160" w="10524">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28" name="Google Shape;1328;p26"/>
            <p:cNvSpPr/>
            <p:nvPr/>
          </p:nvSpPr>
          <p:spPr>
            <a:xfrm>
              <a:off x="-35831925" y="3635275"/>
              <a:ext cx="41775" cy="85075"/>
            </a:xfrm>
            <a:custGeom>
              <a:rect b="b" l="l" r="r" t="t"/>
              <a:pathLst>
                <a:path extrusionOk="0" h="3403" w="1671">
                  <a:moveTo>
                    <a:pt x="1671" y="0"/>
                  </a:moveTo>
                  <a:lnTo>
                    <a:pt x="1" y="1701"/>
                  </a:lnTo>
                  <a:lnTo>
                    <a:pt x="1671" y="3403"/>
                  </a:lnTo>
                  <a:lnTo>
                    <a:pt x="1671"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29" name="Google Shape;1329;p26"/>
            <p:cNvSpPr/>
            <p:nvPr/>
          </p:nvSpPr>
          <p:spPr>
            <a:xfrm>
              <a:off x="-35601150" y="3635275"/>
              <a:ext cx="43350" cy="85075"/>
            </a:xfrm>
            <a:custGeom>
              <a:rect b="b" l="l" r="r" t="t"/>
              <a:pathLst>
                <a:path extrusionOk="0" h="3403" w="1734">
                  <a:moveTo>
                    <a:pt x="1" y="0"/>
                  </a:moveTo>
                  <a:lnTo>
                    <a:pt x="1" y="3403"/>
                  </a:lnTo>
                  <a:lnTo>
                    <a:pt x="1734" y="1701"/>
                  </a:lnTo>
                  <a:lnTo>
                    <a:pt x="1"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30" name="Google Shape;1330;p26"/>
            <p:cNvSpPr/>
            <p:nvPr/>
          </p:nvSpPr>
          <p:spPr>
            <a:xfrm>
              <a:off x="-35750000" y="3561025"/>
              <a:ext cx="111075" cy="35675"/>
            </a:xfrm>
            <a:custGeom>
              <a:rect b="b" l="l" r="r" t="t"/>
              <a:pathLst>
                <a:path extrusionOk="0" h="1427" w="4443">
                  <a:moveTo>
                    <a:pt x="2182" y="1"/>
                  </a:moveTo>
                  <a:cubicBezTo>
                    <a:pt x="1686" y="1"/>
                    <a:pt x="1198" y="182"/>
                    <a:pt x="851" y="544"/>
                  </a:cubicBezTo>
                  <a:lnTo>
                    <a:pt x="0" y="1426"/>
                  </a:lnTo>
                  <a:lnTo>
                    <a:pt x="4443" y="1426"/>
                  </a:lnTo>
                  <a:lnTo>
                    <a:pt x="3560" y="544"/>
                  </a:lnTo>
                  <a:cubicBezTo>
                    <a:pt x="3182" y="182"/>
                    <a:pt x="2678" y="1"/>
                    <a:pt x="218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31" name="Google Shape;1331;p26"/>
            <p:cNvSpPr/>
            <p:nvPr/>
          </p:nvSpPr>
          <p:spPr>
            <a:xfrm>
              <a:off x="-35839800" y="3694325"/>
              <a:ext cx="72500" cy="143375"/>
            </a:xfrm>
            <a:custGeom>
              <a:rect b="b" l="l" r="r" t="t"/>
              <a:pathLst>
                <a:path extrusionOk="0" h="5735" w="2900">
                  <a:moveTo>
                    <a:pt x="1" y="1"/>
                  </a:moveTo>
                  <a:lnTo>
                    <a:pt x="1" y="5294"/>
                  </a:lnTo>
                  <a:cubicBezTo>
                    <a:pt x="1" y="5451"/>
                    <a:pt x="32" y="5609"/>
                    <a:pt x="95" y="5735"/>
                  </a:cubicBezTo>
                  <a:lnTo>
                    <a:pt x="2899" y="2899"/>
                  </a:lnTo>
                  <a:lnTo>
                    <a:pt x="1"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1332" name="Google Shape;1332;p26"/>
          <p:cNvSpPr/>
          <p:nvPr/>
        </p:nvSpPr>
        <p:spPr>
          <a:xfrm>
            <a:off x="1365767" y="3625637"/>
            <a:ext cx="447781" cy="445375"/>
          </a:xfrm>
          <a:custGeom>
            <a:rect b="b" l="l" r="r" t="t"/>
            <a:pathLst>
              <a:path extrusionOk="0" h="11658" w="11721">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1333" name="Google Shape;1333;p26"/>
          <p:cNvGrpSpPr/>
          <p:nvPr/>
        </p:nvGrpSpPr>
        <p:grpSpPr>
          <a:xfrm>
            <a:off x="4186769" y="3076703"/>
            <a:ext cx="446559" cy="446253"/>
            <a:chOff x="-34004625" y="3585850"/>
            <a:chExt cx="292225" cy="292025"/>
          </a:xfrm>
        </p:grpSpPr>
        <p:sp>
          <p:nvSpPr>
            <p:cNvPr id="1334" name="Google Shape;1334;p26"/>
            <p:cNvSpPr/>
            <p:nvPr/>
          </p:nvSpPr>
          <p:spPr>
            <a:xfrm>
              <a:off x="-33832150" y="3585850"/>
              <a:ext cx="103200" cy="154200"/>
            </a:xfrm>
            <a:custGeom>
              <a:rect b="b" l="l" r="r" t="t"/>
              <a:pathLst>
                <a:path extrusionOk="0" h="6168" w="4128">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35" name="Google Shape;1335;p26"/>
            <p:cNvSpPr/>
            <p:nvPr/>
          </p:nvSpPr>
          <p:spPr>
            <a:xfrm>
              <a:off x="-34004625" y="3690400"/>
              <a:ext cx="155175" cy="187475"/>
            </a:xfrm>
            <a:custGeom>
              <a:rect b="b" l="l" r="r" t="t"/>
              <a:pathLst>
                <a:path extrusionOk="0" h="7499" w="6207">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36" name="Google Shape;1336;p26"/>
            <p:cNvSpPr/>
            <p:nvPr/>
          </p:nvSpPr>
          <p:spPr>
            <a:xfrm>
              <a:off x="-33936100" y="3621075"/>
              <a:ext cx="51200" cy="51225"/>
            </a:xfrm>
            <a:custGeom>
              <a:rect b="b" l="l" r="r" t="t"/>
              <a:pathLst>
                <a:path extrusionOk="0" h="2049" w="2048">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37" name="Google Shape;1337;p26"/>
            <p:cNvSpPr/>
            <p:nvPr/>
          </p:nvSpPr>
          <p:spPr>
            <a:xfrm>
              <a:off x="-33952650" y="3690125"/>
              <a:ext cx="155975" cy="186950"/>
            </a:xfrm>
            <a:custGeom>
              <a:rect b="b" l="l" r="r" t="t"/>
              <a:pathLst>
                <a:path extrusionOk="0" h="7478" w="6239">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38" name="Google Shape;1338;p26"/>
            <p:cNvSpPr/>
            <p:nvPr/>
          </p:nvSpPr>
          <p:spPr>
            <a:xfrm>
              <a:off x="-33849475" y="3758125"/>
              <a:ext cx="137075" cy="33100"/>
            </a:xfrm>
            <a:custGeom>
              <a:rect b="b" l="l" r="r" t="t"/>
              <a:pathLst>
                <a:path extrusionOk="0" h="1324" w="5483">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339" name="Google Shape;1339;p26"/>
          <p:cNvGrpSpPr/>
          <p:nvPr/>
        </p:nvGrpSpPr>
        <p:grpSpPr>
          <a:xfrm>
            <a:off x="4186156" y="3624787"/>
            <a:ext cx="447781" cy="446597"/>
            <a:chOff x="-34005425" y="3945575"/>
            <a:chExt cx="293025" cy="292250"/>
          </a:xfrm>
        </p:grpSpPr>
        <p:sp>
          <p:nvSpPr>
            <p:cNvPr id="1340" name="Google Shape;1340;p26"/>
            <p:cNvSpPr/>
            <p:nvPr/>
          </p:nvSpPr>
          <p:spPr>
            <a:xfrm>
              <a:off x="-33952650" y="3998350"/>
              <a:ext cx="186700" cy="186700"/>
            </a:xfrm>
            <a:custGeom>
              <a:rect b="b" l="l" r="r" t="t"/>
              <a:pathLst>
                <a:path extrusionOk="0" h="7468" w="7468">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41" name="Google Shape;1341;p26"/>
            <p:cNvSpPr/>
            <p:nvPr/>
          </p:nvSpPr>
          <p:spPr>
            <a:xfrm>
              <a:off x="-33944775" y="3945575"/>
              <a:ext cx="232375" cy="247350"/>
            </a:xfrm>
            <a:custGeom>
              <a:rect b="b" l="l" r="r" t="t"/>
              <a:pathLst>
                <a:path extrusionOk="0" h="9894" w="9295">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42" name="Google Shape;1342;p26"/>
            <p:cNvSpPr/>
            <p:nvPr/>
          </p:nvSpPr>
          <p:spPr>
            <a:xfrm>
              <a:off x="-34005425" y="3987325"/>
              <a:ext cx="237100" cy="250500"/>
            </a:xfrm>
            <a:custGeom>
              <a:rect b="b" l="l" r="r" t="t"/>
              <a:pathLst>
                <a:path extrusionOk="0" h="10020" w="9484">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343" name="Google Shape;1343;p26"/>
          <p:cNvGrpSpPr/>
          <p:nvPr/>
        </p:nvGrpSpPr>
        <p:grpSpPr>
          <a:xfrm>
            <a:off x="6986534" y="2520503"/>
            <a:ext cx="451372" cy="447781"/>
            <a:chOff x="-32174975" y="3192625"/>
            <a:chExt cx="295375" cy="293025"/>
          </a:xfrm>
        </p:grpSpPr>
        <p:sp>
          <p:nvSpPr>
            <p:cNvPr id="1344" name="Google Shape;1344;p26"/>
            <p:cNvSpPr/>
            <p:nvPr/>
          </p:nvSpPr>
          <p:spPr>
            <a:xfrm>
              <a:off x="-32171050" y="3279250"/>
              <a:ext cx="291450" cy="153625"/>
            </a:xfrm>
            <a:custGeom>
              <a:rect b="b" l="l" r="r" t="t"/>
              <a:pathLst>
                <a:path extrusionOk="0" h="6145" w="11658">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45" name="Google Shape;1345;p26"/>
            <p:cNvSpPr/>
            <p:nvPr/>
          </p:nvSpPr>
          <p:spPr>
            <a:xfrm>
              <a:off x="-32067075" y="3313925"/>
              <a:ext cx="84300" cy="85075"/>
            </a:xfrm>
            <a:custGeom>
              <a:rect b="b" l="l" r="r" t="t"/>
              <a:pathLst>
                <a:path extrusionOk="0" h="3403" w="3372">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46" name="Google Shape;1346;p26"/>
            <p:cNvSpPr/>
            <p:nvPr/>
          </p:nvSpPr>
          <p:spPr>
            <a:xfrm>
              <a:off x="-32171050" y="3450950"/>
              <a:ext cx="291450" cy="34700"/>
            </a:xfrm>
            <a:custGeom>
              <a:rect b="b" l="l" r="r" t="t"/>
              <a:pathLst>
                <a:path extrusionOk="0" h="1388" w="11658">
                  <a:moveTo>
                    <a:pt x="1" y="1"/>
                  </a:moveTo>
                  <a:lnTo>
                    <a:pt x="1" y="347"/>
                  </a:lnTo>
                  <a:cubicBezTo>
                    <a:pt x="1" y="915"/>
                    <a:pt x="442" y="1387"/>
                    <a:pt x="1041" y="1387"/>
                  </a:cubicBezTo>
                  <a:lnTo>
                    <a:pt x="10650" y="1387"/>
                  </a:lnTo>
                  <a:cubicBezTo>
                    <a:pt x="11217" y="1387"/>
                    <a:pt x="11658" y="915"/>
                    <a:pt x="11658" y="347"/>
                  </a:cubicBezTo>
                  <a:lnTo>
                    <a:pt x="11658"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47" name="Google Shape;1347;p26"/>
            <p:cNvSpPr/>
            <p:nvPr/>
          </p:nvSpPr>
          <p:spPr>
            <a:xfrm>
              <a:off x="-32174975" y="3192625"/>
              <a:ext cx="295375" cy="70125"/>
            </a:xfrm>
            <a:custGeom>
              <a:rect b="b" l="l" r="r" t="t"/>
              <a:pathLst>
                <a:path extrusionOk="0" h="2805" w="11815">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1348" name="Google Shape;1348;p26"/>
          <p:cNvSpPr/>
          <p:nvPr/>
        </p:nvSpPr>
        <p:spPr>
          <a:xfrm>
            <a:off x="6981300" y="3076595"/>
            <a:ext cx="457408" cy="446903"/>
          </a:xfrm>
          <a:custGeom>
            <a:rect b="b" l="l" r="r" t="t"/>
            <a:pathLst>
              <a:path extrusionOk="0" h="11698" w="11973">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49" name="Google Shape;1349;p26"/>
          <p:cNvSpPr/>
          <p:nvPr/>
        </p:nvSpPr>
        <p:spPr>
          <a:xfrm>
            <a:off x="6987318" y="3625045"/>
            <a:ext cx="445375" cy="446559"/>
          </a:xfrm>
          <a:custGeom>
            <a:rect b="b" l="l" r="r" t="t"/>
            <a:pathLst>
              <a:path extrusionOk="0" h="11689" w="11658">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1350" name="Google Shape;1350;p26"/>
          <p:cNvGrpSpPr/>
          <p:nvPr/>
        </p:nvGrpSpPr>
        <p:grpSpPr>
          <a:xfrm>
            <a:off x="9806478" y="2521707"/>
            <a:ext cx="446559" cy="445375"/>
            <a:chOff x="-30345325" y="3184750"/>
            <a:chExt cx="292225" cy="291450"/>
          </a:xfrm>
        </p:grpSpPr>
        <p:sp>
          <p:nvSpPr>
            <p:cNvPr id="1351" name="Google Shape;1351;p26"/>
            <p:cNvSpPr/>
            <p:nvPr/>
          </p:nvSpPr>
          <p:spPr>
            <a:xfrm>
              <a:off x="-30328000" y="3184750"/>
              <a:ext cx="258375" cy="120950"/>
            </a:xfrm>
            <a:custGeom>
              <a:rect b="b" l="l" r="r" t="t"/>
              <a:pathLst>
                <a:path extrusionOk="0" h="4838" w="10335">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52" name="Google Shape;1352;p26"/>
            <p:cNvSpPr/>
            <p:nvPr/>
          </p:nvSpPr>
          <p:spPr>
            <a:xfrm>
              <a:off x="-30310675" y="3322575"/>
              <a:ext cx="68550" cy="69350"/>
            </a:xfrm>
            <a:custGeom>
              <a:rect b="b" l="l" r="r" t="t"/>
              <a:pathLst>
                <a:path extrusionOk="0" h="2774" w="2742">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53" name="Google Shape;1353;p26"/>
            <p:cNvSpPr/>
            <p:nvPr/>
          </p:nvSpPr>
          <p:spPr>
            <a:xfrm>
              <a:off x="-30345325" y="3408425"/>
              <a:ext cx="137075" cy="67775"/>
            </a:xfrm>
            <a:custGeom>
              <a:rect b="b" l="l" r="r" t="t"/>
              <a:pathLst>
                <a:path extrusionOk="0" h="2711" w="5483">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54" name="Google Shape;1354;p26"/>
            <p:cNvSpPr/>
            <p:nvPr/>
          </p:nvSpPr>
          <p:spPr>
            <a:xfrm>
              <a:off x="-30156300" y="3322575"/>
              <a:ext cx="68550" cy="69350"/>
            </a:xfrm>
            <a:custGeom>
              <a:rect b="b" l="l" r="r" t="t"/>
              <a:pathLst>
                <a:path extrusionOk="0" h="2774" w="2742">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55" name="Google Shape;1355;p26"/>
            <p:cNvSpPr/>
            <p:nvPr/>
          </p:nvSpPr>
          <p:spPr>
            <a:xfrm>
              <a:off x="-30190950" y="3408425"/>
              <a:ext cx="137850" cy="67775"/>
            </a:xfrm>
            <a:custGeom>
              <a:rect b="b" l="l" r="r" t="t"/>
              <a:pathLst>
                <a:path extrusionOk="0" h="2711" w="5514">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356" name="Google Shape;1356;p26"/>
          <p:cNvGrpSpPr/>
          <p:nvPr/>
        </p:nvGrpSpPr>
        <p:grpSpPr>
          <a:xfrm>
            <a:off x="1932534" y="3077755"/>
            <a:ext cx="446559" cy="444152"/>
            <a:chOff x="-35482200" y="3561225"/>
            <a:chExt cx="292225" cy="290650"/>
          </a:xfrm>
        </p:grpSpPr>
        <p:sp>
          <p:nvSpPr>
            <p:cNvPr id="1357" name="Google Shape;1357;p26"/>
            <p:cNvSpPr/>
            <p:nvPr/>
          </p:nvSpPr>
          <p:spPr>
            <a:xfrm>
              <a:off x="-35482200" y="3749475"/>
              <a:ext cx="292225" cy="102400"/>
            </a:xfrm>
            <a:custGeom>
              <a:rect b="b" l="l" r="r" t="t"/>
              <a:pathLst>
                <a:path extrusionOk="0" h="4096" w="11689">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58" name="Google Shape;1358;p26"/>
            <p:cNvSpPr/>
            <p:nvPr/>
          </p:nvSpPr>
          <p:spPr>
            <a:xfrm>
              <a:off x="-35371150" y="3561225"/>
              <a:ext cx="68550" cy="68550"/>
            </a:xfrm>
            <a:custGeom>
              <a:rect b="b" l="l" r="r" t="t"/>
              <a:pathLst>
                <a:path extrusionOk="0" h="2742" w="2742">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59" name="Google Shape;1359;p26"/>
            <p:cNvSpPr/>
            <p:nvPr/>
          </p:nvSpPr>
          <p:spPr>
            <a:xfrm>
              <a:off x="-35405025" y="3647075"/>
              <a:ext cx="136275" cy="119750"/>
            </a:xfrm>
            <a:custGeom>
              <a:rect b="b" l="l" r="r" t="t"/>
              <a:pathLst>
                <a:path extrusionOk="0" h="4790" w="5451">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360" name="Google Shape;1360;p26"/>
          <p:cNvGrpSpPr/>
          <p:nvPr/>
        </p:nvGrpSpPr>
        <p:grpSpPr>
          <a:xfrm>
            <a:off x="1933126" y="3625419"/>
            <a:ext cx="445375" cy="445336"/>
            <a:chOff x="-35481425" y="3919600"/>
            <a:chExt cx="291450" cy="291425"/>
          </a:xfrm>
        </p:grpSpPr>
        <p:sp>
          <p:nvSpPr>
            <p:cNvPr id="1361" name="Google Shape;1361;p26"/>
            <p:cNvSpPr/>
            <p:nvPr/>
          </p:nvSpPr>
          <p:spPr>
            <a:xfrm>
              <a:off x="-35327050" y="4125150"/>
              <a:ext cx="84300" cy="85100"/>
            </a:xfrm>
            <a:custGeom>
              <a:rect b="b" l="l" r="r" t="t"/>
              <a:pathLst>
                <a:path extrusionOk="0" h="3404" w="3372">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62" name="Google Shape;1362;p26"/>
            <p:cNvSpPr/>
            <p:nvPr/>
          </p:nvSpPr>
          <p:spPr>
            <a:xfrm>
              <a:off x="-35429450" y="3921175"/>
              <a:ext cx="84300" cy="85075"/>
            </a:xfrm>
            <a:custGeom>
              <a:rect b="b" l="l" r="r" t="t"/>
              <a:pathLst>
                <a:path extrusionOk="0" h="3403" w="3372">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63" name="Google Shape;1363;p26"/>
            <p:cNvSpPr/>
            <p:nvPr/>
          </p:nvSpPr>
          <p:spPr>
            <a:xfrm>
              <a:off x="-35481425" y="4021975"/>
              <a:ext cx="137075" cy="35475"/>
            </a:xfrm>
            <a:custGeom>
              <a:rect b="b" l="l" r="r" t="t"/>
              <a:pathLst>
                <a:path extrusionOk="0" h="1419" w="5483">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64" name="Google Shape;1364;p26"/>
            <p:cNvSpPr/>
            <p:nvPr/>
          </p:nvSpPr>
          <p:spPr>
            <a:xfrm>
              <a:off x="-35481425" y="4073975"/>
              <a:ext cx="136275" cy="85875"/>
            </a:xfrm>
            <a:custGeom>
              <a:rect b="b" l="l" r="r" t="t"/>
              <a:pathLst>
                <a:path extrusionOk="0" h="3435" w="5451">
                  <a:moveTo>
                    <a:pt x="1" y="0"/>
                  </a:moveTo>
                  <a:lnTo>
                    <a:pt x="1" y="3434"/>
                  </a:lnTo>
                  <a:lnTo>
                    <a:pt x="5451" y="3434"/>
                  </a:lnTo>
                  <a:lnTo>
                    <a:pt x="5451"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65" name="Google Shape;1365;p26"/>
            <p:cNvSpPr/>
            <p:nvPr/>
          </p:nvSpPr>
          <p:spPr>
            <a:xfrm>
              <a:off x="-35481425" y="4176350"/>
              <a:ext cx="136275" cy="34675"/>
            </a:xfrm>
            <a:custGeom>
              <a:rect b="b" l="l" r="r" t="t"/>
              <a:pathLst>
                <a:path extrusionOk="0" h="1387" w="5451">
                  <a:moveTo>
                    <a:pt x="1" y="1"/>
                  </a:moveTo>
                  <a:lnTo>
                    <a:pt x="1" y="347"/>
                  </a:lnTo>
                  <a:cubicBezTo>
                    <a:pt x="1" y="946"/>
                    <a:pt x="410" y="1387"/>
                    <a:pt x="1009" y="1387"/>
                  </a:cubicBezTo>
                  <a:lnTo>
                    <a:pt x="4443" y="1387"/>
                  </a:lnTo>
                  <a:cubicBezTo>
                    <a:pt x="4978" y="1387"/>
                    <a:pt x="5451" y="914"/>
                    <a:pt x="5451" y="347"/>
                  </a:cubicBezTo>
                  <a:lnTo>
                    <a:pt x="5451"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66" name="Google Shape;1366;p26"/>
            <p:cNvSpPr/>
            <p:nvPr/>
          </p:nvSpPr>
          <p:spPr>
            <a:xfrm>
              <a:off x="-35327050" y="3919600"/>
              <a:ext cx="137075" cy="33875"/>
            </a:xfrm>
            <a:custGeom>
              <a:rect b="b" l="l" r="r" t="t"/>
              <a:pathLst>
                <a:path extrusionOk="0" h="1355" w="5483">
                  <a:moveTo>
                    <a:pt x="1009" y="0"/>
                  </a:moveTo>
                  <a:cubicBezTo>
                    <a:pt x="473" y="0"/>
                    <a:pt x="1" y="473"/>
                    <a:pt x="1" y="1008"/>
                  </a:cubicBezTo>
                  <a:lnTo>
                    <a:pt x="1" y="1355"/>
                  </a:lnTo>
                  <a:lnTo>
                    <a:pt x="5482" y="1355"/>
                  </a:lnTo>
                  <a:lnTo>
                    <a:pt x="5482" y="1008"/>
                  </a:lnTo>
                  <a:cubicBezTo>
                    <a:pt x="5482" y="473"/>
                    <a:pt x="5010" y="0"/>
                    <a:pt x="444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67" name="Google Shape;1367;p26"/>
            <p:cNvSpPr/>
            <p:nvPr/>
          </p:nvSpPr>
          <p:spPr>
            <a:xfrm>
              <a:off x="-35327825" y="3970800"/>
              <a:ext cx="136275" cy="85875"/>
            </a:xfrm>
            <a:custGeom>
              <a:rect b="b" l="l" r="r" t="t"/>
              <a:pathLst>
                <a:path extrusionOk="0" h="3435" w="5451">
                  <a:moveTo>
                    <a:pt x="0" y="0"/>
                  </a:moveTo>
                  <a:lnTo>
                    <a:pt x="0" y="3434"/>
                  </a:lnTo>
                  <a:lnTo>
                    <a:pt x="5450" y="3434"/>
                  </a:lnTo>
                  <a:lnTo>
                    <a:pt x="5450"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68" name="Google Shape;1368;p26"/>
            <p:cNvSpPr/>
            <p:nvPr/>
          </p:nvSpPr>
          <p:spPr>
            <a:xfrm>
              <a:off x="-35327825" y="4073975"/>
              <a:ext cx="136275" cy="35450"/>
            </a:xfrm>
            <a:custGeom>
              <a:rect b="b" l="l" r="r" t="t"/>
              <a:pathLst>
                <a:path extrusionOk="0" h="1418" w="5451">
                  <a:moveTo>
                    <a:pt x="0" y="0"/>
                  </a:moveTo>
                  <a:lnTo>
                    <a:pt x="0" y="347"/>
                  </a:lnTo>
                  <a:cubicBezTo>
                    <a:pt x="0" y="914"/>
                    <a:pt x="473" y="1418"/>
                    <a:pt x="1008" y="1418"/>
                  </a:cubicBezTo>
                  <a:lnTo>
                    <a:pt x="4442" y="1418"/>
                  </a:lnTo>
                  <a:cubicBezTo>
                    <a:pt x="4978" y="1418"/>
                    <a:pt x="5450" y="945"/>
                    <a:pt x="5450" y="347"/>
                  </a:cubicBezTo>
                  <a:lnTo>
                    <a:pt x="5450"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369" name="Google Shape;1369;p26"/>
          <p:cNvGrpSpPr/>
          <p:nvPr/>
        </p:nvGrpSpPr>
        <p:grpSpPr>
          <a:xfrm>
            <a:off x="4749865" y="3076550"/>
            <a:ext cx="447743" cy="446559"/>
            <a:chOff x="-33646250" y="3586425"/>
            <a:chExt cx="293000" cy="292225"/>
          </a:xfrm>
        </p:grpSpPr>
        <p:sp>
          <p:nvSpPr>
            <p:cNvPr id="1370" name="Google Shape;1370;p26"/>
            <p:cNvSpPr/>
            <p:nvPr/>
          </p:nvSpPr>
          <p:spPr>
            <a:xfrm>
              <a:off x="-33646250" y="3739225"/>
              <a:ext cx="141775" cy="139425"/>
            </a:xfrm>
            <a:custGeom>
              <a:rect b="b" l="l" r="r" t="t"/>
              <a:pathLst>
                <a:path extrusionOk="0" h="5577" w="5671">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71" name="Google Shape;1371;p26"/>
            <p:cNvSpPr/>
            <p:nvPr/>
          </p:nvSpPr>
          <p:spPr>
            <a:xfrm>
              <a:off x="-33541500" y="3586425"/>
              <a:ext cx="188250" cy="187475"/>
            </a:xfrm>
            <a:custGeom>
              <a:rect b="b" l="l" r="r" t="t"/>
              <a:pathLst>
                <a:path extrusionOk="0" h="7499" w="7530">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372" name="Google Shape;1372;p26"/>
          <p:cNvGrpSpPr/>
          <p:nvPr/>
        </p:nvGrpSpPr>
        <p:grpSpPr>
          <a:xfrm>
            <a:off x="4750457" y="3624195"/>
            <a:ext cx="446559" cy="447781"/>
            <a:chOff x="-33645475" y="3944800"/>
            <a:chExt cx="292225" cy="293025"/>
          </a:xfrm>
        </p:grpSpPr>
        <p:sp>
          <p:nvSpPr>
            <p:cNvPr id="1373" name="Google Shape;1373;p26"/>
            <p:cNvSpPr/>
            <p:nvPr/>
          </p:nvSpPr>
          <p:spPr>
            <a:xfrm>
              <a:off x="-33549375" y="3944800"/>
              <a:ext cx="98475" cy="70900"/>
            </a:xfrm>
            <a:custGeom>
              <a:rect b="b" l="l" r="r" t="t"/>
              <a:pathLst>
                <a:path extrusionOk="0" h="2836" w="3939">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74" name="Google Shape;1374;p26"/>
            <p:cNvSpPr/>
            <p:nvPr/>
          </p:nvSpPr>
          <p:spPr>
            <a:xfrm>
              <a:off x="-33645475" y="4041675"/>
              <a:ext cx="70900" cy="98475"/>
            </a:xfrm>
            <a:custGeom>
              <a:rect b="b" l="l" r="r" t="t"/>
              <a:pathLst>
                <a:path extrusionOk="0" h="3939" w="2836">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75" name="Google Shape;1375;p26"/>
            <p:cNvSpPr/>
            <p:nvPr/>
          </p:nvSpPr>
          <p:spPr>
            <a:xfrm>
              <a:off x="-33424150" y="4042450"/>
              <a:ext cx="70900" cy="52025"/>
            </a:xfrm>
            <a:custGeom>
              <a:rect b="b" l="l" r="r" t="t"/>
              <a:pathLst>
                <a:path extrusionOk="0" h="2081" w="2836">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76" name="Google Shape;1376;p26"/>
            <p:cNvSpPr/>
            <p:nvPr/>
          </p:nvSpPr>
          <p:spPr>
            <a:xfrm>
              <a:off x="-33549375" y="4165325"/>
              <a:ext cx="86650" cy="70925"/>
            </a:xfrm>
            <a:custGeom>
              <a:rect b="b" l="l" r="r" t="t"/>
              <a:pathLst>
                <a:path extrusionOk="0" h="2837" w="3466">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77" name="Google Shape;1377;p26"/>
            <p:cNvSpPr/>
            <p:nvPr/>
          </p:nvSpPr>
          <p:spPr>
            <a:xfrm>
              <a:off x="-33558825" y="4030650"/>
              <a:ext cx="118950" cy="120525"/>
            </a:xfrm>
            <a:custGeom>
              <a:rect b="b" l="l" r="r" t="t"/>
              <a:pathLst>
                <a:path extrusionOk="0" h="4821" w="4758">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78" name="Google Shape;1378;p26"/>
            <p:cNvSpPr/>
            <p:nvPr/>
          </p:nvSpPr>
          <p:spPr>
            <a:xfrm>
              <a:off x="-33639950" y="4129900"/>
              <a:ext cx="100825" cy="100825"/>
            </a:xfrm>
            <a:custGeom>
              <a:rect b="b" l="l" r="r" t="t"/>
              <a:pathLst>
                <a:path extrusionOk="0" h="4033" w="4033">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79" name="Google Shape;1379;p26"/>
            <p:cNvSpPr/>
            <p:nvPr/>
          </p:nvSpPr>
          <p:spPr>
            <a:xfrm>
              <a:off x="-33459600" y="3951875"/>
              <a:ext cx="100850" cy="100075"/>
            </a:xfrm>
            <a:custGeom>
              <a:rect b="b" l="l" r="r" t="t"/>
              <a:pathLst>
                <a:path extrusionOk="0" h="4003" w="4034">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80" name="Google Shape;1380;p26"/>
            <p:cNvSpPr/>
            <p:nvPr/>
          </p:nvSpPr>
          <p:spPr>
            <a:xfrm>
              <a:off x="-33639950" y="3951100"/>
              <a:ext cx="100825" cy="100050"/>
            </a:xfrm>
            <a:custGeom>
              <a:rect b="b" l="l" r="r" t="t"/>
              <a:pathLst>
                <a:path extrusionOk="0" h="4002" w="4033">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81" name="Google Shape;1381;p26"/>
            <p:cNvSpPr/>
            <p:nvPr/>
          </p:nvSpPr>
          <p:spPr>
            <a:xfrm>
              <a:off x="-33472975" y="4082625"/>
              <a:ext cx="119725" cy="155200"/>
            </a:xfrm>
            <a:custGeom>
              <a:rect b="b" l="l" r="r" t="t"/>
              <a:pathLst>
                <a:path extrusionOk="0" h="6208" w="4789">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82" name="Google Shape;1382;p26"/>
            <p:cNvSpPr/>
            <p:nvPr/>
          </p:nvSpPr>
          <p:spPr>
            <a:xfrm>
              <a:off x="-33421775" y="4133825"/>
              <a:ext cx="17350" cy="18150"/>
            </a:xfrm>
            <a:custGeom>
              <a:rect b="b" l="l" r="r" t="t"/>
              <a:pathLst>
                <a:path extrusionOk="0" h="726" w="694">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383" name="Google Shape;1383;p26"/>
          <p:cNvGrpSpPr/>
          <p:nvPr/>
        </p:nvGrpSpPr>
        <p:grpSpPr>
          <a:xfrm>
            <a:off x="7550116" y="3623396"/>
            <a:ext cx="461000" cy="449385"/>
            <a:chOff x="-31817400" y="3910025"/>
            <a:chExt cx="301675" cy="294075"/>
          </a:xfrm>
        </p:grpSpPr>
        <p:sp>
          <p:nvSpPr>
            <p:cNvPr id="1384" name="Google Shape;1384;p26"/>
            <p:cNvSpPr/>
            <p:nvPr/>
          </p:nvSpPr>
          <p:spPr>
            <a:xfrm>
              <a:off x="-31817400" y="3911550"/>
              <a:ext cx="301675" cy="292550"/>
            </a:xfrm>
            <a:custGeom>
              <a:rect b="b" l="l" r="r" t="t"/>
              <a:pathLst>
                <a:path extrusionOk="0" h="11702" w="12067">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85" name="Google Shape;1385;p26"/>
            <p:cNvSpPr/>
            <p:nvPr/>
          </p:nvSpPr>
          <p:spPr>
            <a:xfrm>
              <a:off x="-31816600" y="4062950"/>
              <a:ext cx="144150" cy="140600"/>
            </a:xfrm>
            <a:custGeom>
              <a:rect b="b" l="l" r="r" t="t"/>
              <a:pathLst>
                <a:path extrusionOk="0" h="5624" w="5766">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86" name="Google Shape;1386;p26"/>
            <p:cNvSpPr/>
            <p:nvPr/>
          </p:nvSpPr>
          <p:spPr>
            <a:xfrm>
              <a:off x="-31648050" y="3910025"/>
              <a:ext cx="129175" cy="127725"/>
            </a:xfrm>
            <a:custGeom>
              <a:rect b="b" l="l" r="r" t="t"/>
              <a:pathLst>
                <a:path extrusionOk="0" h="5109" w="5167">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387" name="Google Shape;1387;p26"/>
          <p:cNvGrpSpPr/>
          <p:nvPr/>
        </p:nvGrpSpPr>
        <p:grpSpPr>
          <a:xfrm>
            <a:off x="9806459" y="3076551"/>
            <a:ext cx="446597" cy="446559"/>
            <a:chOff x="-30354000" y="3569100"/>
            <a:chExt cx="292250" cy="292225"/>
          </a:xfrm>
        </p:grpSpPr>
        <p:sp>
          <p:nvSpPr>
            <p:cNvPr id="1388" name="Google Shape;1388;p26"/>
            <p:cNvSpPr/>
            <p:nvPr/>
          </p:nvSpPr>
          <p:spPr>
            <a:xfrm>
              <a:off x="-30354000" y="3604550"/>
              <a:ext cx="137875" cy="256000"/>
            </a:xfrm>
            <a:custGeom>
              <a:rect b="b" l="l" r="r" t="t"/>
              <a:pathLst>
                <a:path extrusionOk="0" h="10240" w="5515">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89" name="Google Shape;1389;p26"/>
            <p:cNvSpPr/>
            <p:nvPr/>
          </p:nvSpPr>
          <p:spPr>
            <a:xfrm>
              <a:off x="-30198825" y="3604550"/>
              <a:ext cx="137075" cy="256775"/>
            </a:xfrm>
            <a:custGeom>
              <a:rect b="b" l="l" r="r" t="t"/>
              <a:pathLst>
                <a:path extrusionOk="0" h="10271" w="5483">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90" name="Google Shape;1390;p26"/>
            <p:cNvSpPr/>
            <p:nvPr/>
          </p:nvSpPr>
          <p:spPr>
            <a:xfrm>
              <a:off x="-30139750" y="3636850"/>
              <a:ext cx="26000" cy="37825"/>
            </a:xfrm>
            <a:custGeom>
              <a:rect b="b" l="l" r="r" t="t"/>
              <a:pathLst>
                <a:path extrusionOk="0" h="1513" w="104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91" name="Google Shape;1391;p26"/>
            <p:cNvSpPr/>
            <p:nvPr/>
          </p:nvSpPr>
          <p:spPr>
            <a:xfrm>
              <a:off x="-30302800" y="3638950"/>
              <a:ext cx="25225" cy="36500"/>
            </a:xfrm>
            <a:custGeom>
              <a:rect b="b" l="l" r="r" t="t"/>
              <a:pathLst>
                <a:path extrusionOk="0" h="1460" w="1009">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92" name="Google Shape;1392;p26"/>
            <p:cNvSpPr/>
            <p:nvPr/>
          </p:nvSpPr>
          <p:spPr>
            <a:xfrm>
              <a:off x="-30242925" y="3569100"/>
              <a:ext cx="68525" cy="68550"/>
            </a:xfrm>
            <a:custGeom>
              <a:rect b="b" l="l" r="r" t="t"/>
              <a:pathLst>
                <a:path extrusionOk="0" h="2742" w="2741">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93" name="Google Shape;1393;p26"/>
            <p:cNvSpPr/>
            <p:nvPr/>
          </p:nvSpPr>
          <p:spPr>
            <a:xfrm>
              <a:off x="-30262625" y="3654950"/>
              <a:ext cx="107925" cy="68550"/>
            </a:xfrm>
            <a:custGeom>
              <a:rect b="b" l="l" r="r" t="t"/>
              <a:pathLst>
                <a:path extrusionOk="0" h="2742" w="4317">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394" name="Google Shape;1394;p26"/>
          <p:cNvGrpSpPr/>
          <p:nvPr/>
        </p:nvGrpSpPr>
        <p:grpSpPr>
          <a:xfrm>
            <a:off x="2496815" y="3077411"/>
            <a:ext cx="446559" cy="444840"/>
            <a:chOff x="-35123050" y="3561225"/>
            <a:chExt cx="292225" cy="291100"/>
          </a:xfrm>
        </p:grpSpPr>
        <p:sp>
          <p:nvSpPr>
            <p:cNvPr id="1395" name="Google Shape;1395;p26"/>
            <p:cNvSpPr/>
            <p:nvPr/>
          </p:nvSpPr>
          <p:spPr>
            <a:xfrm>
              <a:off x="-35123050" y="3629750"/>
              <a:ext cx="205575" cy="222575"/>
            </a:xfrm>
            <a:custGeom>
              <a:rect b="b" l="l" r="r" t="t"/>
              <a:pathLst>
                <a:path extrusionOk="0" h="8903" w="8223">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96" name="Google Shape;1396;p26"/>
            <p:cNvSpPr/>
            <p:nvPr/>
          </p:nvSpPr>
          <p:spPr>
            <a:xfrm>
              <a:off x="-35053750" y="3561225"/>
              <a:ext cx="222925" cy="221825"/>
            </a:xfrm>
            <a:custGeom>
              <a:rect b="b" l="l" r="r" t="t"/>
              <a:pathLst>
                <a:path extrusionOk="0" h="8873" w="8917">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397" name="Google Shape;1397;p26"/>
          <p:cNvGrpSpPr/>
          <p:nvPr/>
        </p:nvGrpSpPr>
        <p:grpSpPr>
          <a:xfrm>
            <a:off x="2549783" y="3625419"/>
            <a:ext cx="340621" cy="445336"/>
            <a:chOff x="-35089175" y="3919600"/>
            <a:chExt cx="222900" cy="291425"/>
          </a:xfrm>
        </p:grpSpPr>
        <p:sp>
          <p:nvSpPr>
            <p:cNvPr id="1398" name="Google Shape;1398;p26"/>
            <p:cNvSpPr/>
            <p:nvPr/>
          </p:nvSpPr>
          <p:spPr>
            <a:xfrm>
              <a:off x="-35089175" y="3919600"/>
              <a:ext cx="222900" cy="291425"/>
            </a:xfrm>
            <a:custGeom>
              <a:rect b="b" l="l" r="r" t="t"/>
              <a:pathLst>
                <a:path extrusionOk="0" h="11657" w="8916">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99" name="Google Shape;1399;p26"/>
            <p:cNvSpPr/>
            <p:nvPr/>
          </p:nvSpPr>
          <p:spPr>
            <a:xfrm>
              <a:off x="-35038000" y="3971575"/>
              <a:ext cx="120525" cy="120525"/>
            </a:xfrm>
            <a:custGeom>
              <a:rect b="b" l="l" r="r" t="t"/>
              <a:pathLst>
                <a:path extrusionOk="0" h="4821" w="4821">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00" name="Google Shape;1400;p26"/>
          <p:cNvGrpSpPr/>
          <p:nvPr/>
        </p:nvGrpSpPr>
        <p:grpSpPr>
          <a:xfrm>
            <a:off x="5305809" y="3077143"/>
            <a:ext cx="445375" cy="445375"/>
            <a:chOff x="-33286325" y="3586425"/>
            <a:chExt cx="291450" cy="291450"/>
          </a:xfrm>
        </p:grpSpPr>
        <p:sp>
          <p:nvSpPr>
            <p:cNvPr id="1401" name="Google Shape;1401;p26"/>
            <p:cNvSpPr/>
            <p:nvPr/>
          </p:nvSpPr>
          <p:spPr>
            <a:xfrm>
              <a:off x="-33114625" y="3586425"/>
              <a:ext cx="119750" cy="120525"/>
            </a:xfrm>
            <a:custGeom>
              <a:rect b="b" l="l" r="r" t="t"/>
              <a:pathLst>
                <a:path extrusionOk="0" h="4821" w="4790">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02" name="Google Shape;1402;p26"/>
            <p:cNvSpPr/>
            <p:nvPr/>
          </p:nvSpPr>
          <p:spPr>
            <a:xfrm>
              <a:off x="-33286325" y="3825875"/>
              <a:ext cx="241050" cy="52000"/>
            </a:xfrm>
            <a:custGeom>
              <a:rect b="b" l="l" r="r" t="t"/>
              <a:pathLst>
                <a:path extrusionOk="0" h="2080" w="9642">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03" name="Google Shape;1403;p26"/>
            <p:cNvSpPr/>
            <p:nvPr/>
          </p:nvSpPr>
          <p:spPr>
            <a:xfrm>
              <a:off x="-33183925" y="3756550"/>
              <a:ext cx="103200" cy="52025"/>
            </a:xfrm>
            <a:custGeom>
              <a:rect b="b" l="l" r="r" t="t"/>
              <a:pathLst>
                <a:path extrusionOk="0" h="2081" w="4128">
                  <a:moveTo>
                    <a:pt x="1040" y="1"/>
                  </a:moveTo>
                  <a:cubicBezTo>
                    <a:pt x="473" y="1"/>
                    <a:pt x="1" y="505"/>
                    <a:pt x="1" y="1040"/>
                  </a:cubicBezTo>
                  <a:lnTo>
                    <a:pt x="1" y="2080"/>
                  </a:lnTo>
                  <a:lnTo>
                    <a:pt x="4128" y="2080"/>
                  </a:lnTo>
                  <a:lnTo>
                    <a:pt x="4128" y="1040"/>
                  </a:lnTo>
                  <a:cubicBezTo>
                    <a:pt x="4128" y="505"/>
                    <a:pt x="3687" y="1"/>
                    <a:pt x="312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04" name="Google Shape;1404;p26"/>
            <p:cNvSpPr/>
            <p:nvPr/>
          </p:nvSpPr>
          <p:spPr>
            <a:xfrm>
              <a:off x="-33252450" y="3636850"/>
              <a:ext cx="68550" cy="69325"/>
            </a:xfrm>
            <a:custGeom>
              <a:rect b="b" l="l" r="r" t="t"/>
              <a:pathLst>
                <a:path extrusionOk="0" h="2773" w="2742">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05" name="Google Shape;1405;p26"/>
            <p:cNvSpPr/>
            <p:nvPr/>
          </p:nvSpPr>
          <p:spPr>
            <a:xfrm>
              <a:off x="-33286325" y="3723050"/>
              <a:ext cx="116600" cy="85525"/>
            </a:xfrm>
            <a:custGeom>
              <a:rect b="b" l="l" r="r" t="t"/>
              <a:pathLst>
                <a:path extrusionOk="0" h="3421" w="4664">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06" name="Google Shape;1406;p26"/>
          <p:cNvGrpSpPr/>
          <p:nvPr/>
        </p:nvGrpSpPr>
        <p:grpSpPr>
          <a:xfrm>
            <a:off x="5305809" y="3624195"/>
            <a:ext cx="445375" cy="447781"/>
            <a:chOff x="-33286325" y="3944800"/>
            <a:chExt cx="291450" cy="293025"/>
          </a:xfrm>
        </p:grpSpPr>
        <p:sp>
          <p:nvSpPr>
            <p:cNvPr id="1407" name="Google Shape;1407;p26"/>
            <p:cNvSpPr/>
            <p:nvPr/>
          </p:nvSpPr>
          <p:spPr>
            <a:xfrm>
              <a:off x="-33194950" y="3996000"/>
              <a:ext cx="200075" cy="241825"/>
            </a:xfrm>
            <a:custGeom>
              <a:rect b="b" l="l" r="r" t="t"/>
              <a:pathLst>
                <a:path extrusionOk="0" h="9673" w="8003">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08" name="Google Shape;1408;p26"/>
            <p:cNvSpPr/>
            <p:nvPr/>
          </p:nvSpPr>
          <p:spPr>
            <a:xfrm>
              <a:off x="-33027975" y="3962900"/>
              <a:ext cx="33100" cy="105575"/>
            </a:xfrm>
            <a:custGeom>
              <a:rect b="b" l="l" r="r" t="t"/>
              <a:pathLst>
                <a:path extrusionOk="0" h="4223" w="1324">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09" name="Google Shape;1409;p26"/>
            <p:cNvSpPr/>
            <p:nvPr/>
          </p:nvSpPr>
          <p:spPr>
            <a:xfrm>
              <a:off x="-33286325" y="3962125"/>
              <a:ext cx="96125" cy="205600"/>
            </a:xfrm>
            <a:custGeom>
              <a:rect b="b" l="l" r="r" t="t"/>
              <a:pathLst>
                <a:path extrusionOk="0" h="8224" w="3845">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10" name="Google Shape;1410;p26"/>
            <p:cNvSpPr/>
            <p:nvPr/>
          </p:nvSpPr>
          <p:spPr>
            <a:xfrm>
              <a:off x="-33235125" y="3944800"/>
              <a:ext cx="189050" cy="171725"/>
            </a:xfrm>
            <a:custGeom>
              <a:rect b="b" l="l" r="r" t="t"/>
              <a:pathLst>
                <a:path extrusionOk="0" h="6869" w="7562">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11" name="Google Shape;1411;p26"/>
          <p:cNvGrpSpPr/>
          <p:nvPr/>
        </p:nvGrpSpPr>
        <p:grpSpPr>
          <a:xfrm>
            <a:off x="8120414" y="2519891"/>
            <a:ext cx="445375" cy="449004"/>
            <a:chOff x="-31452725" y="3191825"/>
            <a:chExt cx="291450" cy="293825"/>
          </a:xfrm>
        </p:grpSpPr>
        <p:sp>
          <p:nvSpPr>
            <p:cNvPr id="1412" name="Google Shape;1412;p26"/>
            <p:cNvSpPr/>
            <p:nvPr/>
          </p:nvSpPr>
          <p:spPr>
            <a:xfrm>
              <a:off x="-31314900" y="3278475"/>
              <a:ext cx="103200" cy="18125"/>
            </a:xfrm>
            <a:custGeom>
              <a:rect b="b" l="l" r="r" t="t"/>
              <a:pathLst>
                <a:path extrusionOk="0" h="725" w="4128">
                  <a:moveTo>
                    <a:pt x="1" y="0"/>
                  </a:moveTo>
                  <a:lnTo>
                    <a:pt x="1" y="725"/>
                  </a:lnTo>
                  <a:lnTo>
                    <a:pt x="4128" y="725"/>
                  </a:lnTo>
                  <a:lnTo>
                    <a:pt x="4128"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13" name="Google Shape;1413;p26"/>
            <p:cNvSpPr/>
            <p:nvPr/>
          </p:nvSpPr>
          <p:spPr>
            <a:xfrm>
              <a:off x="-31367675" y="3227275"/>
              <a:ext cx="206400" cy="221350"/>
            </a:xfrm>
            <a:custGeom>
              <a:rect b="b" l="l" r="r" t="t"/>
              <a:pathLst>
                <a:path extrusionOk="0" h="8854" w="8256">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14" name="Google Shape;1414;p26"/>
            <p:cNvSpPr/>
            <p:nvPr/>
          </p:nvSpPr>
          <p:spPr>
            <a:xfrm>
              <a:off x="-31452725" y="3191825"/>
              <a:ext cx="86650" cy="259150"/>
            </a:xfrm>
            <a:custGeom>
              <a:rect b="b" l="l" r="r" t="t"/>
              <a:pathLst>
                <a:path extrusionOk="0" h="10366" w="3466">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15" name="Google Shape;1415;p26"/>
            <p:cNvSpPr/>
            <p:nvPr/>
          </p:nvSpPr>
          <p:spPr>
            <a:xfrm>
              <a:off x="-31409400" y="3468275"/>
              <a:ext cx="92950" cy="17375"/>
            </a:xfrm>
            <a:custGeom>
              <a:rect b="b" l="l" r="r" t="t"/>
              <a:pathLst>
                <a:path extrusionOk="0" h="695" w="3718">
                  <a:moveTo>
                    <a:pt x="0" y="1"/>
                  </a:moveTo>
                  <a:cubicBezTo>
                    <a:pt x="0" y="379"/>
                    <a:pt x="315" y="694"/>
                    <a:pt x="662" y="694"/>
                  </a:cubicBezTo>
                  <a:lnTo>
                    <a:pt x="3056" y="694"/>
                  </a:lnTo>
                  <a:cubicBezTo>
                    <a:pt x="3466" y="694"/>
                    <a:pt x="3718" y="379"/>
                    <a:pt x="371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16" name="Google Shape;1416;p26"/>
          <p:cNvGrpSpPr/>
          <p:nvPr/>
        </p:nvGrpSpPr>
        <p:grpSpPr>
          <a:xfrm>
            <a:off x="8119822" y="3076553"/>
            <a:ext cx="446559" cy="446559"/>
            <a:chOff x="-31452725" y="3551775"/>
            <a:chExt cx="292225" cy="292225"/>
          </a:xfrm>
        </p:grpSpPr>
        <p:sp>
          <p:nvSpPr>
            <p:cNvPr id="1417" name="Google Shape;1417;p26"/>
            <p:cNvSpPr/>
            <p:nvPr/>
          </p:nvSpPr>
          <p:spPr>
            <a:xfrm>
              <a:off x="-31452725" y="3756550"/>
              <a:ext cx="155175" cy="34675"/>
            </a:xfrm>
            <a:custGeom>
              <a:rect b="b" l="l" r="r" t="t"/>
              <a:pathLst>
                <a:path extrusionOk="0" h="1387" w="6207">
                  <a:moveTo>
                    <a:pt x="32" y="1"/>
                  </a:moveTo>
                  <a:lnTo>
                    <a:pt x="32" y="1040"/>
                  </a:lnTo>
                  <a:cubicBezTo>
                    <a:pt x="0" y="1292"/>
                    <a:pt x="158" y="1387"/>
                    <a:pt x="347" y="1387"/>
                  </a:cubicBezTo>
                  <a:lnTo>
                    <a:pt x="6207" y="1387"/>
                  </a:lnTo>
                  <a:lnTo>
                    <a:pt x="6207"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18" name="Google Shape;1418;p26"/>
            <p:cNvSpPr/>
            <p:nvPr/>
          </p:nvSpPr>
          <p:spPr>
            <a:xfrm>
              <a:off x="-31452725" y="3551775"/>
              <a:ext cx="183525" cy="188275"/>
            </a:xfrm>
            <a:custGeom>
              <a:rect b="b" l="l" r="r" t="t"/>
              <a:pathLst>
                <a:path extrusionOk="0" h="7531" w="7341">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19" name="Google Shape;1419;p26"/>
            <p:cNvSpPr/>
            <p:nvPr/>
          </p:nvSpPr>
          <p:spPr>
            <a:xfrm>
              <a:off x="-31366100" y="3808550"/>
              <a:ext cx="52025" cy="35450"/>
            </a:xfrm>
            <a:custGeom>
              <a:rect b="b" l="l" r="r" t="t"/>
              <a:pathLst>
                <a:path extrusionOk="0" h="1418" w="2081">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20" name="Google Shape;1420;p26"/>
            <p:cNvSpPr/>
            <p:nvPr/>
          </p:nvSpPr>
          <p:spPr>
            <a:xfrm>
              <a:off x="-31281025" y="3621075"/>
              <a:ext cx="120525" cy="171725"/>
            </a:xfrm>
            <a:custGeom>
              <a:rect b="b" l="l" r="r" t="t"/>
              <a:pathLst>
                <a:path extrusionOk="0" h="6869" w="4821">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21" name="Google Shape;1421;p26"/>
          <p:cNvGrpSpPr/>
          <p:nvPr/>
        </p:nvGrpSpPr>
        <p:grpSpPr>
          <a:xfrm>
            <a:off x="8118007" y="3623604"/>
            <a:ext cx="450188" cy="448965"/>
            <a:chOff x="-31455100" y="3909350"/>
            <a:chExt cx="294600" cy="293800"/>
          </a:xfrm>
        </p:grpSpPr>
        <p:sp>
          <p:nvSpPr>
            <p:cNvPr id="1422" name="Google Shape;1422;p26"/>
            <p:cNvSpPr/>
            <p:nvPr/>
          </p:nvSpPr>
          <p:spPr>
            <a:xfrm>
              <a:off x="-31455100" y="3909350"/>
              <a:ext cx="294600" cy="293800"/>
            </a:xfrm>
            <a:custGeom>
              <a:rect b="b" l="l" r="r" t="t"/>
              <a:pathLst>
                <a:path extrusionOk="0" h="11752" w="11784">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23" name="Google Shape;1423;p26"/>
            <p:cNvSpPr/>
            <p:nvPr/>
          </p:nvSpPr>
          <p:spPr>
            <a:xfrm>
              <a:off x="-31455100" y="3997350"/>
              <a:ext cx="215050" cy="205025"/>
            </a:xfrm>
            <a:custGeom>
              <a:rect b="b" l="l" r="r" t="t"/>
              <a:pathLst>
                <a:path extrusionOk="0" h="8201" w="8602">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24" name="Google Shape;1424;p26"/>
          <p:cNvGrpSpPr/>
          <p:nvPr/>
        </p:nvGrpSpPr>
        <p:grpSpPr>
          <a:xfrm>
            <a:off x="9807070" y="3624809"/>
            <a:ext cx="445375" cy="446559"/>
            <a:chOff x="-30345325" y="3918800"/>
            <a:chExt cx="291450" cy="292225"/>
          </a:xfrm>
        </p:grpSpPr>
        <p:sp>
          <p:nvSpPr>
            <p:cNvPr id="1425" name="Google Shape;1425;p26"/>
            <p:cNvSpPr/>
            <p:nvPr/>
          </p:nvSpPr>
          <p:spPr>
            <a:xfrm>
              <a:off x="-30174425" y="3988125"/>
              <a:ext cx="120550" cy="120175"/>
            </a:xfrm>
            <a:custGeom>
              <a:rect b="b" l="l" r="r" t="t"/>
              <a:pathLst>
                <a:path extrusionOk="0" h="4807" w="4822">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26" name="Google Shape;1426;p26"/>
            <p:cNvSpPr/>
            <p:nvPr/>
          </p:nvSpPr>
          <p:spPr>
            <a:xfrm>
              <a:off x="-30345325" y="3988125"/>
              <a:ext cx="119750" cy="120175"/>
            </a:xfrm>
            <a:custGeom>
              <a:rect b="b" l="l" r="r" t="t"/>
              <a:pathLst>
                <a:path extrusionOk="0" h="4807" w="4790">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27" name="Google Shape;1427;p26"/>
            <p:cNvSpPr/>
            <p:nvPr/>
          </p:nvSpPr>
          <p:spPr>
            <a:xfrm>
              <a:off x="-30293350" y="4159025"/>
              <a:ext cx="188275" cy="52000"/>
            </a:xfrm>
            <a:custGeom>
              <a:rect b="b" l="l" r="r" t="t"/>
              <a:pathLst>
                <a:path extrusionOk="0" h="2080" w="7531">
                  <a:moveTo>
                    <a:pt x="1" y="1"/>
                  </a:moveTo>
                  <a:lnTo>
                    <a:pt x="1" y="1040"/>
                  </a:lnTo>
                  <a:cubicBezTo>
                    <a:pt x="1" y="1607"/>
                    <a:pt x="473" y="2080"/>
                    <a:pt x="1040" y="2080"/>
                  </a:cubicBezTo>
                  <a:lnTo>
                    <a:pt x="6491" y="2080"/>
                  </a:lnTo>
                  <a:cubicBezTo>
                    <a:pt x="7058" y="2080"/>
                    <a:pt x="7530" y="1607"/>
                    <a:pt x="7530" y="1040"/>
                  </a:cubicBezTo>
                  <a:lnTo>
                    <a:pt x="7530"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28" name="Google Shape;1428;p26"/>
            <p:cNvSpPr/>
            <p:nvPr/>
          </p:nvSpPr>
          <p:spPr>
            <a:xfrm>
              <a:off x="-30293350" y="3918800"/>
              <a:ext cx="188275" cy="34675"/>
            </a:xfrm>
            <a:custGeom>
              <a:rect b="b" l="l" r="r" t="t"/>
              <a:pathLst>
                <a:path extrusionOk="0" h="1387" w="7531">
                  <a:moveTo>
                    <a:pt x="1040" y="1"/>
                  </a:moveTo>
                  <a:cubicBezTo>
                    <a:pt x="473" y="1"/>
                    <a:pt x="1" y="473"/>
                    <a:pt x="1" y="1040"/>
                  </a:cubicBezTo>
                  <a:lnTo>
                    <a:pt x="1" y="1387"/>
                  </a:lnTo>
                  <a:lnTo>
                    <a:pt x="7530" y="1387"/>
                  </a:lnTo>
                  <a:lnTo>
                    <a:pt x="7530" y="1040"/>
                  </a:lnTo>
                  <a:cubicBezTo>
                    <a:pt x="7530" y="505"/>
                    <a:pt x="7058" y="1"/>
                    <a:pt x="649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29" name="Google Shape;1429;p26"/>
            <p:cNvSpPr/>
            <p:nvPr/>
          </p:nvSpPr>
          <p:spPr>
            <a:xfrm>
              <a:off x="-30294125" y="3970800"/>
              <a:ext cx="188250" cy="170925"/>
            </a:xfrm>
            <a:custGeom>
              <a:rect b="b" l="l" r="r" t="t"/>
              <a:pathLst>
                <a:path extrusionOk="0" h="6837" w="7530">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30" name="Google Shape;1430;p26"/>
          <p:cNvGrpSpPr/>
          <p:nvPr/>
        </p:nvGrpSpPr>
        <p:grpSpPr>
          <a:xfrm>
            <a:off x="3060503" y="3077145"/>
            <a:ext cx="445375" cy="445375"/>
            <a:chOff x="-34763900" y="3561225"/>
            <a:chExt cx="291450" cy="291450"/>
          </a:xfrm>
        </p:grpSpPr>
        <p:sp>
          <p:nvSpPr>
            <p:cNvPr id="1431" name="Google Shape;1431;p26"/>
            <p:cNvSpPr/>
            <p:nvPr/>
          </p:nvSpPr>
          <p:spPr>
            <a:xfrm>
              <a:off x="-34693800" y="3629750"/>
              <a:ext cx="152025" cy="152825"/>
            </a:xfrm>
            <a:custGeom>
              <a:rect b="b" l="l" r="r" t="t"/>
              <a:pathLst>
                <a:path extrusionOk="0" h="6113" w="6081">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32" name="Google Shape;1432;p26"/>
            <p:cNvSpPr/>
            <p:nvPr/>
          </p:nvSpPr>
          <p:spPr>
            <a:xfrm>
              <a:off x="-34763900" y="3561225"/>
              <a:ext cx="291450" cy="291450"/>
            </a:xfrm>
            <a:custGeom>
              <a:rect b="b" l="l" r="r" t="t"/>
              <a:pathLst>
                <a:path extrusionOk="0" h="11658" w="11658">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33" name="Google Shape;1433;p26"/>
            <p:cNvSpPr/>
            <p:nvPr/>
          </p:nvSpPr>
          <p:spPr>
            <a:xfrm>
              <a:off x="-34644175" y="3680950"/>
              <a:ext cx="51225" cy="51225"/>
            </a:xfrm>
            <a:custGeom>
              <a:rect b="b" l="l" r="r" t="t"/>
              <a:pathLst>
                <a:path extrusionOk="0" h="2049" w="2049">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1434" name="Google Shape;1434;p26"/>
          <p:cNvSpPr/>
          <p:nvPr/>
        </p:nvSpPr>
        <p:spPr>
          <a:xfrm>
            <a:off x="3058111" y="3625655"/>
            <a:ext cx="445375" cy="445336"/>
          </a:xfrm>
          <a:custGeom>
            <a:rect b="b" l="l" r="r" t="t"/>
            <a:pathLst>
              <a:path extrusionOk="0" h="11657" w="11658">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1435" name="Google Shape;1435;p26"/>
          <p:cNvGrpSpPr/>
          <p:nvPr/>
        </p:nvGrpSpPr>
        <p:grpSpPr>
          <a:xfrm>
            <a:off x="5870090" y="3077143"/>
            <a:ext cx="447781" cy="445375"/>
            <a:chOff x="-32927950" y="3586425"/>
            <a:chExt cx="293025" cy="291450"/>
          </a:xfrm>
        </p:grpSpPr>
        <p:sp>
          <p:nvSpPr>
            <p:cNvPr id="1436" name="Google Shape;1436;p26"/>
            <p:cNvSpPr/>
            <p:nvPr/>
          </p:nvSpPr>
          <p:spPr>
            <a:xfrm>
              <a:off x="-32927950" y="3843975"/>
              <a:ext cx="293025" cy="33900"/>
            </a:xfrm>
            <a:custGeom>
              <a:rect b="b" l="l" r="r" t="t"/>
              <a:pathLst>
                <a:path extrusionOk="0" h="1356" w="11721">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37" name="Google Shape;1437;p26"/>
            <p:cNvSpPr/>
            <p:nvPr/>
          </p:nvSpPr>
          <p:spPr>
            <a:xfrm>
              <a:off x="-32872025" y="3723475"/>
              <a:ext cx="180400" cy="52000"/>
            </a:xfrm>
            <a:custGeom>
              <a:rect b="b" l="l" r="r" t="t"/>
              <a:pathLst>
                <a:path extrusionOk="0" h="2080" w="7216">
                  <a:moveTo>
                    <a:pt x="757" y="1"/>
                  </a:moveTo>
                  <a:lnTo>
                    <a:pt x="0" y="2080"/>
                  </a:lnTo>
                  <a:lnTo>
                    <a:pt x="7215" y="2080"/>
                  </a:lnTo>
                  <a:lnTo>
                    <a:pt x="6522"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38" name="Google Shape;1438;p26"/>
            <p:cNvSpPr/>
            <p:nvPr/>
          </p:nvSpPr>
          <p:spPr>
            <a:xfrm>
              <a:off x="-32890150" y="3792775"/>
              <a:ext cx="217425" cy="33900"/>
            </a:xfrm>
            <a:custGeom>
              <a:rect b="b" l="l" r="r" t="t"/>
              <a:pathLst>
                <a:path extrusionOk="0" h="1356" w="8697">
                  <a:moveTo>
                    <a:pt x="505" y="1"/>
                  </a:moveTo>
                  <a:lnTo>
                    <a:pt x="1" y="1356"/>
                  </a:lnTo>
                  <a:lnTo>
                    <a:pt x="8696" y="1356"/>
                  </a:lnTo>
                  <a:lnTo>
                    <a:pt x="8224"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39" name="Google Shape;1439;p26"/>
            <p:cNvSpPr/>
            <p:nvPr/>
          </p:nvSpPr>
          <p:spPr>
            <a:xfrm>
              <a:off x="-32822400" y="3586425"/>
              <a:ext cx="82725" cy="52800"/>
            </a:xfrm>
            <a:custGeom>
              <a:rect b="b" l="l" r="r" t="t"/>
              <a:pathLst>
                <a:path extrusionOk="0" h="2112" w="3309">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40" name="Google Shape;1440;p26"/>
            <p:cNvSpPr/>
            <p:nvPr/>
          </p:nvSpPr>
          <p:spPr>
            <a:xfrm>
              <a:off x="-32846825" y="3655750"/>
              <a:ext cx="131550" cy="51200"/>
            </a:xfrm>
            <a:custGeom>
              <a:rect b="b" l="l" r="r" t="t"/>
              <a:pathLst>
                <a:path extrusionOk="0" h="2048" w="5262">
                  <a:moveTo>
                    <a:pt x="694" y="0"/>
                  </a:moveTo>
                  <a:lnTo>
                    <a:pt x="1" y="2048"/>
                  </a:lnTo>
                  <a:lnTo>
                    <a:pt x="5262" y="2048"/>
                  </a:lnTo>
                  <a:lnTo>
                    <a:pt x="4506"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41" name="Google Shape;1441;p26"/>
          <p:cNvGrpSpPr/>
          <p:nvPr/>
        </p:nvGrpSpPr>
        <p:grpSpPr>
          <a:xfrm>
            <a:off x="5870701" y="3624195"/>
            <a:ext cx="446559" cy="447781"/>
            <a:chOff x="-32927950" y="3944800"/>
            <a:chExt cx="292225" cy="293025"/>
          </a:xfrm>
        </p:grpSpPr>
        <p:sp>
          <p:nvSpPr>
            <p:cNvPr id="1442" name="Google Shape;1442;p26"/>
            <p:cNvSpPr/>
            <p:nvPr/>
          </p:nvSpPr>
          <p:spPr>
            <a:xfrm>
              <a:off x="-32927950" y="3944800"/>
              <a:ext cx="69325" cy="292225"/>
            </a:xfrm>
            <a:custGeom>
              <a:rect b="b" l="l" r="r" t="t"/>
              <a:pathLst>
                <a:path extrusionOk="0" h="11689" w="2773">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43" name="Google Shape;1443;p26"/>
            <p:cNvSpPr/>
            <p:nvPr/>
          </p:nvSpPr>
          <p:spPr>
            <a:xfrm>
              <a:off x="-32720800" y="4057425"/>
              <a:ext cx="85075" cy="25225"/>
            </a:xfrm>
            <a:custGeom>
              <a:rect b="b" l="l" r="r" t="t"/>
              <a:pathLst>
                <a:path extrusionOk="0" h="1009" w="3403">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44" name="Google Shape;1444;p26"/>
            <p:cNvSpPr/>
            <p:nvPr/>
          </p:nvSpPr>
          <p:spPr>
            <a:xfrm>
              <a:off x="-32720800" y="4099950"/>
              <a:ext cx="85075" cy="25225"/>
            </a:xfrm>
            <a:custGeom>
              <a:rect b="b" l="l" r="r" t="t"/>
              <a:pathLst>
                <a:path extrusionOk="0" h="1009" w="3403">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45" name="Google Shape;1445;p26"/>
            <p:cNvSpPr/>
            <p:nvPr/>
          </p:nvSpPr>
          <p:spPr>
            <a:xfrm>
              <a:off x="-32720800" y="4141700"/>
              <a:ext cx="67750" cy="26025"/>
            </a:xfrm>
            <a:custGeom>
              <a:rect b="b" l="l" r="r" t="t"/>
              <a:pathLst>
                <a:path extrusionOk="0" h="1041" w="2710">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46" name="Google Shape;1446;p26"/>
            <p:cNvSpPr/>
            <p:nvPr/>
          </p:nvSpPr>
          <p:spPr>
            <a:xfrm>
              <a:off x="-32754675" y="3944800"/>
              <a:ext cx="51225" cy="52000"/>
            </a:xfrm>
            <a:custGeom>
              <a:rect b="b" l="l" r="r" t="t"/>
              <a:pathLst>
                <a:path extrusionOk="0" h="2080" w="2049">
                  <a:moveTo>
                    <a:pt x="1702" y="0"/>
                  </a:moveTo>
                  <a:cubicBezTo>
                    <a:pt x="757" y="0"/>
                    <a:pt x="1" y="788"/>
                    <a:pt x="1" y="1733"/>
                  </a:cubicBezTo>
                  <a:lnTo>
                    <a:pt x="1" y="2080"/>
                  </a:lnTo>
                  <a:lnTo>
                    <a:pt x="2049" y="2080"/>
                  </a:lnTo>
                  <a:lnTo>
                    <a:pt x="2049"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47" name="Google Shape;1447;p26"/>
            <p:cNvSpPr/>
            <p:nvPr/>
          </p:nvSpPr>
          <p:spPr>
            <a:xfrm>
              <a:off x="-32687725" y="3944800"/>
              <a:ext cx="34675" cy="55150"/>
            </a:xfrm>
            <a:custGeom>
              <a:rect b="b" l="l" r="r" t="t"/>
              <a:pathLst>
                <a:path extrusionOk="0" h="2206" w="1387">
                  <a:moveTo>
                    <a:pt x="1" y="0"/>
                  </a:moveTo>
                  <a:lnTo>
                    <a:pt x="1" y="2111"/>
                  </a:lnTo>
                  <a:lnTo>
                    <a:pt x="883" y="2111"/>
                  </a:lnTo>
                  <a:cubicBezTo>
                    <a:pt x="1072" y="2111"/>
                    <a:pt x="1261" y="2143"/>
                    <a:pt x="1387" y="2206"/>
                  </a:cubicBezTo>
                  <a:lnTo>
                    <a:pt x="1387" y="1040"/>
                  </a:lnTo>
                  <a:cubicBezTo>
                    <a:pt x="1387" y="473"/>
                    <a:pt x="914" y="0"/>
                    <a:pt x="34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48" name="Google Shape;1448;p26"/>
            <p:cNvSpPr/>
            <p:nvPr/>
          </p:nvSpPr>
          <p:spPr>
            <a:xfrm>
              <a:off x="-32860200" y="4014100"/>
              <a:ext cx="207150" cy="153625"/>
            </a:xfrm>
            <a:custGeom>
              <a:rect b="b" l="l" r="r" t="t"/>
              <a:pathLst>
                <a:path extrusionOk="0" h="6145" w="8286">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49" name="Google Shape;1449;p26"/>
            <p:cNvSpPr/>
            <p:nvPr/>
          </p:nvSpPr>
          <p:spPr>
            <a:xfrm>
              <a:off x="-32755450" y="4055850"/>
              <a:ext cx="51200" cy="181175"/>
            </a:xfrm>
            <a:custGeom>
              <a:rect b="b" l="l" r="r" t="t"/>
              <a:pathLst>
                <a:path extrusionOk="0" h="7247" w="2048">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50" name="Google Shape;1450;p26"/>
            <p:cNvSpPr/>
            <p:nvPr/>
          </p:nvSpPr>
          <p:spPr>
            <a:xfrm>
              <a:off x="-32686925" y="4182650"/>
              <a:ext cx="34675" cy="55175"/>
            </a:xfrm>
            <a:custGeom>
              <a:rect b="b" l="l" r="r" t="t"/>
              <a:pathLst>
                <a:path extrusionOk="0" h="2207" w="1387">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51" name="Google Shape;1451;p26"/>
          <p:cNvGrpSpPr/>
          <p:nvPr/>
        </p:nvGrpSpPr>
        <p:grpSpPr>
          <a:xfrm>
            <a:off x="8677599" y="2521553"/>
            <a:ext cx="446559" cy="445680"/>
            <a:chOff x="-31094350" y="3194000"/>
            <a:chExt cx="292225" cy="291650"/>
          </a:xfrm>
        </p:grpSpPr>
        <p:sp>
          <p:nvSpPr>
            <p:cNvPr id="1452" name="Google Shape;1452;p26"/>
            <p:cNvSpPr/>
            <p:nvPr/>
          </p:nvSpPr>
          <p:spPr>
            <a:xfrm>
              <a:off x="-31033700" y="3194000"/>
              <a:ext cx="103200" cy="34100"/>
            </a:xfrm>
            <a:custGeom>
              <a:rect b="b" l="l" r="r" t="t"/>
              <a:pathLst>
                <a:path extrusionOk="0" h="1364" w="4128">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53" name="Google Shape;1453;p26"/>
            <p:cNvSpPr/>
            <p:nvPr/>
          </p:nvSpPr>
          <p:spPr>
            <a:xfrm>
              <a:off x="-31042375" y="3346200"/>
              <a:ext cx="16550" cy="18150"/>
            </a:xfrm>
            <a:custGeom>
              <a:rect b="b" l="l" r="r" t="t"/>
              <a:pathLst>
                <a:path extrusionOk="0" h="726" w="662">
                  <a:moveTo>
                    <a:pt x="1" y="1"/>
                  </a:moveTo>
                  <a:lnTo>
                    <a:pt x="1" y="725"/>
                  </a:lnTo>
                  <a:lnTo>
                    <a:pt x="662" y="725"/>
                  </a:lnTo>
                  <a:lnTo>
                    <a:pt x="662"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54" name="Google Shape;1454;p26"/>
            <p:cNvSpPr/>
            <p:nvPr/>
          </p:nvSpPr>
          <p:spPr>
            <a:xfrm>
              <a:off x="-31042375" y="3278475"/>
              <a:ext cx="16550" cy="16550"/>
            </a:xfrm>
            <a:custGeom>
              <a:rect b="b" l="l" r="r" t="t"/>
              <a:pathLst>
                <a:path extrusionOk="0" h="662" w="662">
                  <a:moveTo>
                    <a:pt x="1" y="0"/>
                  </a:moveTo>
                  <a:lnTo>
                    <a:pt x="1" y="662"/>
                  </a:lnTo>
                  <a:lnTo>
                    <a:pt x="662" y="662"/>
                  </a:lnTo>
                  <a:lnTo>
                    <a:pt x="662"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55" name="Google Shape;1455;p26"/>
            <p:cNvSpPr/>
            <p:nvPr/>
          </p:nvSpPr>
          <p:spPr>
            <a:xfrm>
              <a:off x="-31042375" y="3416300"/>
              <a:ext cx="16550" cy="16575"/>
            </a:xfrm>
            <a:custGeom>
              <a:rect b="b" l="l" r="r" t="t"/>
              <a:pathLst>
                <a:path extrusionOk="0" h="663" w="662">
                  <a:moveTo>
                    <a:pt x="1" y="1"/>
                  </a:moveTo>
                  <a:lnTo>
                    <a:pt x="1" y="662"/>
                  </a:lnTo>
                  <a:lnTo>
                    <a:pt x="662" y="662"/>
                  </a:lnTo>
                  <a:lnTo>
                    <a:pt x="662"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56" name="Google Shape;1456;p26"/>
            <p:cNvSpPr/>
            <p:nvPr/>
          </p:nvSpPr>
          <p:spPr>
            <a:xfrm>
              <a:off x="-31094350" y="3210725"/>
              <a:ext cx="222900" cy="274925"/>
            </a:xfrm>
            <a:custGeom>
              <a:rect b="b" l="l" r="r" t="t"/>
              <a:pathLst>
                <a:path extrusionOk="0" h="10997" w="8916">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57" name="Google Shape;1457;p26"/>
            <p:cNvSpPr/>
            <p:nvPr/>
          </p:nvSpPr>
          <p:spPr>
            <a:xfrm>
              <a:off x="-30853350" y="3295000"/>
              <a:ext cx="51225" cy="104000"/>
            </a:xfrm>
            <a:custGeom>
              <a:rect b="b" l="l" r="r" t="t"/>
              <a:pathLst>
                <a:path extrusionOk="0" h="4160" w="2049">
                  <a:moveTo>
                    <a:pt x="1" y="1"/>
                  </a:moveTo>
                  <a:lnTo>
                    <a:pt x="1" y="4160"/>
                  </a:lnTo>
                  <a:lnTo>
                    <a:pt x="2049" y="4160"/>
                  </a:lnTo>
                  <a:lnTo>
                    <a:pt x="2049"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58" name="Google Shape;1458;p26"/>
            <p:cNvSpPr/>
            <p:nvPr/>
          </p:nvSpPr>
          <p:spPr>
            <a:xfrm>
              <a:off x="-30853350" y="3227275"/>
              <a:ext cx="51225" cy="51225"/>
            </a:xfrm>
            <a:custGeom>
              <a:rect b="b" l="l" r="r" t="t"/>
              <a:pathLst>
                <a:path extrusionOk="0" h="2049" w="2049">
                  <a:moveTo>
                    <a:pt x="1009" y="1"/>
                  </a:moveTo>
                  <a:cubicBezTo>
                    <a:pt x="473" y="1"/>
                    <a:pt x="1" y="473"/>
                    <a:pt x="1" y="1040"/>
                  </a:cubicBezTo>
                  <a:lnTo>
                    <a:pt x="1" y="2048"/>
                  </a:lnTo>
                  <a:lnTo>
                    <a:pt x="2049" y="2048"/>
                  </a:lnTo>
                  <a:lnTo>
                    <a:pt x="2049" y="1040"/>
                  </a:lnTo>
                  <a:cubicBezTo>
                    <a:pt x="2049" y="473"/>
                    <a:pt x="1576" y="1"/>
                    <a:pt x="100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59" name="Google Shape;1459;p26"/>
            <p:cNvSpPr/>
            <p:nvPr/>
          </p:nvSpPr>
          <p:spPr>
            <a:xfrm>
              <a:off x="-30851775" y="3416300"/>
              <a:ext cx="46500" cy="51225"/>
            </a:xfrm>
            <a:custGeom>
              <a:rect b="b" l="l" r="r" t="t"/>
              <a:pathLst>
                <a:path extrusionOk="0" h="2049" w="1860">
                  <a:moveTo>
                    <a:pt x="1" y="1"/>
                  </a:moveTo>
                  <a:lnTo>
                    <a:pt x="599" y="1796"/>
                  </a:lnTo>
                  <a:cubicBezTo>
                    <a:pt x="694" y="1985"/>
                    <a:pt x="788" y="2048"/>
                    <a:pt x="946" y="2048"/>
                  </a:cubicBezTo>
                  <a:cubicBezTo>
                    <a:pt x="1103" y="2048"/>
                    <a:pt x="1229" y="1985"/>
                    <a:pt x="1261" y="1796"/>
                  </a:cubicBezTo>
                  <a:lnTo>
                    <a:pt x="1860"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60" name="Google Shape;1460;p26"/>
          <p:cNvGrpSpPr/>
          <p:nvPr/>
        </p:nvGrpSpPr>
        <p:grpSpPr>
          <a:xfrm>
            <a:off x="8678193" y="3076801"/>
            <a:ext cx="445375" cy="446063"/>
            <a:chOff x="-31093575" y="3552550"/>
            <a:chExt cx="291450" cy="291900"/>
          </a:xfrm>
        </p:grpSpPr>
        <p:sp>
          <p:nvSpPr>
            <p:cNvPr id="1461" name="Google Shape;1461;p26"/>
            <p:cNvSpPr/>
            <p:nvPr/>
          </p:nvSpPr>
          <p:spPr>
            <a:xfrm>
              <a:off x="-31011650" y="3745525"/>
              <a:ext cx="7900" cy="12625"/>
            </a:xfrm>
            <a:custGeom>
              <a:rect b="b" l="l" r="r" t="t"/>
              <a:pathLst>
                <a:path extrusionOk="0" h="505" w="316">
                  <a:moveTo>
                    <a:pt x="158" y="1"/>
                  </a:moveTo>
                  <a:lnTo>
                    <a:pt x="0" y="505"/>
                  </a:lnTo>
                  <a:lnTo>
                    <a:pt x="315" y="505"/>
                  </a:lnTo>
                  <a:lnTo>
                    <a:pt x="158"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62" name="Google Shape;1462;p26"/>
            <p:cNvSpPr/>
            <p:nvPr/>
          </p:nvSpPr>
          <p:spPr>
            <a:xfrm>
              <a:off x="-31093575" y="3671500"/>
              <a:ext cx="171725" cy="172950"/>
            </a:xfrm>
            <a:custGeom>
              <a:rect b="b" l="l" r="r" t="t"/>
              <a:pathLst>
                <a:path extrusionOk="0" h="6918" w="6869">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63" name="Google Shape;1463;p26"/>
            <p:cNvSpPr/>
            <p:nvPr/>
          </p:nvSpPr>
          <p:spPr>
            <a:xfrm>
              <a:off x="-30895875" y="3621075"/>
              <a:ext cx="15775" cy="26025"/>
            </a:xfrm>
            <a:custGeom>
              <a:rect b="b" l="l" r="r" t="t"/>
              <a:pathLst>
                <a:path extrusionOk="0" h="1041" w="631">
                  <a:moveTo>
                    <a:pt x="0" y="1"/>
                  </a:moveTo>
                  <a:cubicBezTo>
                    <a:pt x="32" y="410"/>
                    <a:pt x="126" y="694"/>
                    <a:pt x="315" y="1041"/>
                  </a:cubicBezTo>
                  <a:cubicBezTo>
                    <a:pt x="473" y="694"/>
                    <a:pt x="599" y="347"/>
                    <a:pt x="63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64" name="Google Shape;1464;p26"/>
            <p:cNvSpPr/>
            <p:nvPr/>
          </p:nvSpPr>
          <p:spPr>
            <a:xfrm>
              <a:off x="-30974650" y="3552550"/>
              <a:ext cx="172525" cy="172400"/>
            </a:xfrm>
            <a:custGeom>
              <a:rect b="b" l="l" r="r" t="t"/>
              <a:pathLst>
                <a:path extrusionOk="0" h="6896" w="6901">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65" name="Google Shape;1465;p26"/>
          <p:cNvGrpSpPr/>
          <p:nvPr/>
        </p:nvGrpSpPr>
        <p:grpSpPr>
          <a:xfrm>
            <a:off x="8678193" y="3625419"/>
            <a:ext cx="445375" cy="445336"/>
            <a:chOff x="-31093575" y="3911725"/>
            <a:chExt cx="291450" cy="291425"/>
          </a:xfrm>
        </p:grpSpPr>
        <p:sp>
          <p:nvSpPr>
            <p:cNvPr id="1466" name="Google Shape;1466;p26"/>
            <p:cNvSpPr/>
            <p:nvPr/>
          </p:nvSpPr>
          <p:spPr>
            <a:xfrm>
              <a:off x="-31093575" y="3911725"/>
              <a:ext cx="291450" cy="291425"/>
            </a:xfrm>
            <a:custGeom>
              <a:rect b="b" l="l" r="r" t="t"/>
              <a:pathLst>
                <a:path extrusionOk="0" h="11657" w="11658">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67" name="Google Shape;1467;p26"/>
            <p:cNvSpPr/>
            <p:nvPr/>
          </p:nvSpPr>
          <p:spPr>
            <a:xfrm>
              <a:off x="-31025825" y="3980250"/>
              <a:ext cx="156750" cy="154250"/>
            </a:xfrm>
            <a:custGeom>
              <a:rect b="b" l="l" r="r" t="t"/>
              <a:pathLst>
                <a:path extrusionOk="0" h="6170" w="627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68" name="Google Shape;1468;p26"/>
          <p:cNvGrpSpPr/>
          <p:nvPr/>
        </p:nvGrpSpPr>
        <p:grpSpPr>
          <a:xfrm>
            <a:off x="10372052" y="2521114"/>
            <a:ext cx="448965" cy="446559"/>
            <a:chOff x="-29946000" y="3183175"/>
            <a:chExt cx="293800" cy="292225"/>
          </a:xfrm>
        </p:grpSpPr>
        <p:sp>
          <p:nvSpPr>
            <p:cNvPr id="1469" name="Google Shape;1469;p26"/>
            <p:cNvSpPr/>
            <p:nvPr/>
          </p:nvSpPr>
          <p:spPr>
            <a:xfrm>
              <a:off x="-29839675" y="3355650"/>
              <a:ext cx="186700" cy="33900"/>
            </a:xfrm>
            <a:custGeom>
              <a:rect b="b" l="l" r="r" t="t"/>
              <a:pathLst>
                <a:path extrusionOk="0" h="1356" w="7468">
                  <a:moveTo>
                    <a:pt x="568" y="1"/>
                  </a:moveTo>
                  <a:cubicBezTo>
                    <a:pt x="568" y="505"/>
                    <a:pt x="379" y="977"/>
                    <a:pt x="1" y="1356"/>
                  </a:cubicBezTo>
                  <a:lnTo>
                    <a:pt x="7467" y="1356"/>
                  </a:lnTo>
                  <a:lnTo>
                    <a:pt x="7467"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70" name="Google Shape;1470;p26"/>
            <p:cNvSpPr/>
            <p:nvPr/>
          </p:nvSpPr>
          <p:spPr>
            <a:xfrm>
              <a:off x="-29824700" y="3406850"/>
              <a:ext cx="172500" cy="68550"/>
            </a:xfrm>
            <a:custGeom>
              <a:rect b="b" l="l" r="r" t="t"/>
              <a:pathLst>
                <a:path extrusionOk="0" h="2742" w="6900">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71" name="Google Shape;1471;p26"/>
            <p:cNvSpPr/>
            <p:nvPr/>
          </p:nvSpPr>
          <p:spPr>
            <a:xfrm>
              <a:off x="-29756975" y="3183175"/>
              <a:ext cx="69325" cy="68550"/>
            </a:xfrm>
            <a:custGeom>
              <a:rect b="b" l="l" r="r" t="t"/>
              <a:pathLst>
                <a:path extrusionOk="0" h="2742" w="2773">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72" name="Google Shape;1472;p26"/>
            <p:cNvSpPr/>
            <p:nvPr/>
          </p:nvSpPr>
          <p:spPr>
            <a:xfrm>
              <a:off x="-29790850" y="3269025"/>
              <a:ext cx="137875" cy="68550"/>
            </a:xfrm>
            <a:custGeom>
              <a:rect b="b" l="l" r="r" t="t"/>
              <a:pathLst>
                <a:path extrusionOk="0" h="2742" w="5515">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73" name="Google Shape;1473;p26"/>
            <p:cNvSpPr/>
            <p:nvPr/>
          </p:nvSpPr>
          <p:spPr>
            <a:xfrm>
              <a:off x="-29911350" y="3321000"/>
              <a:ext cx="69325" cy="68550"/>
            </a:xfrm>
            <a:custGeom>
              <a:rect b="b" l="l" r="r" t="t"/>
              <a:pathLst>
                <a:path extrusionOk="0" h="2742" w="2773">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74" name="Google Shape;1474;p26"/>
            <p:cNvSpPr/>
            <p:nvPr/>
          </p:nvSpPr>
          <p:spPr>
            <a:xfrm>
              <a:off x="-29946000" y="3406850"/>
              <a:ext cx="137075" cy="67775"/>
            </a:xfrm>
            <a:custGeom>
              <a:rect b="b" l="l" r="r" t="t"/>
              <a:pathLst>
                <a:path extrusionOk="0" h="2711" w="5483">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75" name="Google Shape;1475;p26"/>
          <p:cNvGrpSpPr/>
          <p:nvPr/>
        </p:nvGrpSpPr>
        <p:grpSpPr>
          <a:xfrm>
            <a:off x="3614671" y="3075502"/>
            <a:ext cx="446559" cy="448660"/>
            <a:chOff x="-34405525" y="3558075"/>
            <a:chExt cx="292225" cy="293600"/>
          </a:xfrm>
        </p:grpSpPr>
        <p:sp>
          <p:nvSpPr>
            <p:cNvPr id="1476" name="Google Shape;1476;p26"/>
            <p:cNvSpPr/>
            <p:nvPr/>
          </p:nvSpPr>
          <p:spPr>
            <a:xfrm>
              <a:off x="-34303150" y="3663825"/>
              <a:ext cx="189850" cy="187850"/>
            </a:xfrm>
            <a:custGeom>
              <a:rect b="b" l="l" r="r" t="t"/>
              <a:pathLst>
                <a:path extrusionOk="0" h="7514" w="7594">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77" name="Google Shape;1477;p26"/>
            <p:cNvSpPr/>
            <p:nvPr/>
          </p:nvSpPr>
          <p:spPr>
            <a:xfrm>
              <a:off x="-34250375" y="3565950"/>
              <a:ext cx="46500" cy="46500"/>
            </a:xfrm>
            <a:custGeom>
              <a:rect b="b" l="l" r="r" t="t"/>
              <a:pathLst>
                <a:path extrusionOk="0" h="1860" w="1860">
                  <a:moveTo>
                    <a:pt x="1" y="1"/>
                  </a:moveTo>
                  <a:lnTo>
                    <a:pt x="1" y="1859"/>
                  </a:lnTo>
                  <a:lnTo>
                    <a:pt x="1860" y="1859"/>
                  </a:lnTo>
                  <a:lnTo>
                    <a:pt x="1"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78" name="Google Shape;1478;p26"/>
            <p:cNvSpPr/>
            <p:nvPr/>
          </p:nvSpPr>
          <p:spPr>
            <a:xfrm>
              <a:off x="-34405525" y="3558075"/>
              <a:ext cx="206375" cy="276475"/>
            </a:xfrm>
            <a:custGeom>
              <a:rect b="b" l="l" r="r" t="t"/>
              <a:pathLst>
                <a:path extrusionOk="0" h="11059" w="8255">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79" name="Google Shape;1479;p26"/>
          <p:cNvGrpSpPr/>
          <p:nvPr/>
        </p:nvGrpSpPr>
        <p:grpSpPr>
          <a:xfrm>
            <a:off x="3614059" y="3625419"/>
            <a:ext cx="447781" cy="445336"/>
            <a:chOff x="-34406325" y="3919600"/>
            <a:chExt cx="293025" cy="291425"/>
          </a:xfrm>
        </p:grpSpPr>
        <p:sp>
          <p:nvSpPr>
            <p:cNvPr id="1480" name="Google Shape;1480;p26"/>
            <p:cNvSpPr/>
            <p:nvPr/>
          </p:nvSpPr>
          <p:spPr>
            <a:xfrm>
              <a:off x="-34167675" y="3932000"/>
              <a:ext cx="42550" cy="40575"/>
            </a:xfrm>
            <a:custGeom>
              <a:rect b="b" l="l" r="r" t="t"/>
              <a:pathLst>
                <a:path extrusionOk="0" h="1623" w="1702">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81" name="Google Shape;1481;p26"/>
            <p:cNvSpPr/>
            <p:nvPr/>
          </p:nvSpPr>
          <p:spPr>
            <a:xfrm>
              <a:off x="-34286600" y="3922950"/>
              <a:ext cx="171725" cy="167575"/>
            </a:xfrm>
            <a:custGeom>
              <a:rect b="b" l="l" r="r" t="t"/>
              <a:pathLst>
                <a:path extrusionOk="0" h="6703" w="6869">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82" name="Google Shape;1482;p26"/>
            <p:cNvSpPr/>
            <p:nvPr/>
          </p:nvSpPr>
          <p:spPr>
            <a:xfrm>
              <a:off x="-34406325" y="4115900"/>
              <a:ext cx="98475" cy="95125"/>
            </a:xfrm>
            <a:custGeom>
              <a:rect b="b" l="l" r="r" t="t"/>
              <a:pathLst>
                <a:path extrusionOk="0" h="3805" w="3939">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83" name="Google Shape;1483;p26"/>
            <p:cNvSpPr/>
            <p:nvPr/>
          </p:nvSpPr>
          <p:spPr>
            <a:xfrm>
              <a:off x="-34364575" y="3966850"/>
              <a:ext cx="204025" cy="204025"/>
            </a:xfrm>
            <a:custGeom>
              <a:rect b="b" l="l" r="r" t="t"/>
              <a:pathLst>
                <a:path extrusionOk="0" h="8161" w="8161">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84" name="Google Shape;1484;p26"/>
            <p:cNvSpPr/>
            <p:nvPr/>
          </p:nvSpPr>
          <p:spPr>
            <a:xfrm>
              <a:off x="-34200750" y="3919600"/>
              <a:ext cx="17350" cy="33875"/>
            </a:xfrm>
            <a:custGeom>
              <a:rect b="b" l="l" r="r" t="t"/>
              <a:pathLst>
                <a:path extrusionOk="0" h="1355" w="694">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85" name="Google Shape;1485;p26"/>
            <p:cNvSpPr/>
            <p:nvPr/>
          </p:nvSpPr>
          <p:spPr>
            <a:xfrm>
              <a:off x="-34147975" y="3989700"/>
              <a:ext cx="34675" cy="17350"/>
            </a:xfrm>
            <a:custGeom>
              <a:rect b="b" l="l" r="r" t="t"/>
              <a:pathLst>
                <a:path extrusionOk="0" h="694" w="1387">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86" name="Google Shape;1486;p26"/>
            <p:cNvSpPr/>
            <p:nvPr/>
          </p:nvSpPr>
          <p:spPr>
            <a:xfrm>
              <a:off x="-34278725" y="4116500"/>
              <a:ext cx="116600" cy="68600"/>
            </a:xfrm>
            <a:custGeom>
              <a:rect b="b" l="l" r="r" t="t"/>
              <a:pathLst>
                <a:path extrusionOk="0" h="2744" w="4664">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87" name="Google Shape;1487;p26"/>
          <p:cNvGrpSpPr/>
          <p:nvPr/>
        </p:nvGrpSpPr>
        <p:grpSpPr>
          <a:xfrm>
            <a:off x="6435001" y="3077143"/>
            <a:ext cx="446559" cy="445375"/>
            <a:chOff x="-32569575" y="3586425"/>
            <a:chExt cx="292225" cy="291450"/>
          </a:xfrm>
        </p:grpSpPr>
        <p:sp>
          <p:nvSpPr>
            <p:cNvPr id="1488" name="Google Shape;1488;p26"/>
            <p:cNvSpPr/>
            <p:nvPr/>
          </p:nvSpPr>
          <p:spPr>
            <a:xfrm>
              <a:off x="-32569575" y="3672275"/>
              <a:ext cx="292225" cy="205600"/>
            </a:xfrm>
            <a:custGeom>
              <a:rect b="b" l="l" r="r" t="t"/>
              <a:pathLst>
                <a:path extrusionOk="0" h="8224" w="11689">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89" name="Google Shape;1489;p26"/>
            <p:cNvSpPr/>
            <p:nvPr/>
          </p:nvSpPr>
          <p:spPr>
            <a:xfrm>
              <a:off x="-32456950" y="3586425"/>
              <a:ext cx="68550" cy="69350"/>
            </a:xfrm>
            <a:custGeom>
              <a:rect b="b" l="l" r="r" t="t"/>
              <a:pathLst>
                <a:path extrusionOk="0" h="2774" w="2742">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90" name="Google Shape;1490;p26"/>
          <p:cNvGrpSpPr/>
          <p:nvPr/>
        </p:nvGrpSpPr>
        <p:grpSpPr>
          <a:xfrm>
            <a:off x="6423559" y="3624959"/>
            <a:ext cx="469443" cy="446253"/>
            <a:chOff x="-32576675" y="3944600"/>
            <a:chExt cx="307200" cy="292025"/>
          </a:xfrm>
        </p:grpSpPr>
        <p:sp>
          <p:nvSpPr>
            <p:cNvPr id="1491" name="Google Shape;1491;p26"/>
            <p:cNvSpPr/>
            <p:nvPr/>
          </p:nvSpPr>
          <p:spPr>
            <a:xfrm>
              <a:off x="-32482950" y="3944600"/>
              <a:ext cx="213475" cy="214650"/>
            </a:xfrm>
            <a:custGeom>
              <a:rect b="b" l="l" r="r" t="t"/>
              <a:pathLst>
                <a:path extrusionOk="0" h="8586" w="8539">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92" name="Google Shape;1492;p26"/>
            <p:cNvSpPr/>
            <p:nvPr/>
          </p:nvSpPr>
          <p:spPr>
            <a:xfrm>
              <a:off x="-32576675" y="4020200"/>
              <a:ext cx="215850" cy="216425"/>
            </a:xfrm>
            <a:custGeom>
              <a:rect b="b" l="l" r="r" t="t"/>
              <a:pathLst>
                <a:path extrusionOk="0" h="8657" w="8634">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493" name="Google Shape;1493;p26"/>
          <p:cNvGrpSpPr/>
          <p:nvPr/>
        </p:nvGrpSpPr>
        <p:grpSpPr>
          <a:xfrm>
            <a:off x="9250830" y="2521114"/>
            <a:ext cx="446559" cy="446559"/>
            <a:chOff x="-30735200" y="3192625"/>
            <a:chExt cx="292225" cy="292225"/>
          </a:xfrm>
        </p:grpSpPr>
        <p:sp>
          <p:nvSpPr>
            <p:cNvPr id="1494" name="Google Shape;1494;p26"/>
            <p:cNvSpPr/>
            <p:nvPr/>
          </p:nvSpPr>
          <p:spPr>
            <a:xfrm>
              <a:off x="-30665100" y="3192625"/>
              <a:ext cx="175650" cy="223700"/>
            </a:xfrm>
            <a:custGeom>
              <a:rect b="b" l="l" r="r" t="t"/>
              <a:pathLst>
                <a:path extrusionOk="0" h="8948" w="7026">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95" name="Google Shape;1495;p26"/>
            <p:cNvSpPr/>
            <p:nvPr/>
          </p:nvSpPr>
          <p:spPr>
            <a:xfrm>
              <a:off x="-30615475" y="3278475"/>
              <a:ext cx="52775" cy="52000"/>
            </a:xfrm>
            <a:custGeom>
              <a:rect b="b" l="l" r="r" t="t"/>
              <a:pathLst>
                <a:path extrusionOk="0" h="2080" w="2111">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96" name="Google Shape;1496;p26"/>
            <p:cNvSpPr/>
            <p:nvPr/>
          </p:nvSpPr>
          <p:spPr>
            <a:xfrm>
              <a:off x="-30528850" y="3296575"/>
              <a:ext cx="85875" cy="25250"/>
            </a:xfrm>
            <a:custGeom>
              <a:rect b="b" l="l" r="r" t="t"/>
              <a:pathLst>
                <a:path extrusionOk="0" h="1010" w="3435">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97" name="Google Shape;1497;p26"/>
            <p:cNvSpPr/>
            <p:nvPr/>
          </p:nvSpPr>
          <p:spPr>
            <a:xfrm>
              <a:off x="-30546175" y="3338325"/>
              <a:ext cx="85875" cy="26025"/>
            </a:xfrm>
            <a:custGeom>
              <a:rect b="b" l="l" r="r" t="t"/>
              <a:pathLst>
                <a:path extrusionOk="0" h="1041" w="3435">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98" name="Google Shape;1498;p26"/>
            <p:cNvSpPr/>
            <p:nvPr/>
          </p:nvSpPr>
          <p:spPr>
            <a:xfrm>
              <a:off x="-30546175" y="3381650"/>
              <a:ext cx="67750" cy="26025"/>
            </a:xfrm>
            <a:custGeom>
              <a:rect b="b" l="l" r="r" t="t"/>
              <a:pathLst>
                <a:path extrusionOk="0" h="1041" w="271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99" name="Google Shape;1499;p26"/>
            <p:cNvSpPr/>
            <p:nvPr/>
          </p:nvSpPr>
          <p:spPr>
            <a:xfrm>
              <a:off x="-30546175" y="3424175"/>
              <a:ext cx="51225" cy="26025"/>
            </a:xfrm>
            <a:custGeom>
              <a:rect b="b" l="l" r="r" t="t"/>
              <a:pathLst>
                <a:path extrusionOk="0" h="1041" w="2049">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00" name="Google Shape;1500;p26"/>
            <p:cNvSpPr/>
            <p:nvPr/>
          </p:nvSpPr>
          <p:spPr>
            <a:xfrm>
              <a:off x="-30735200" y="3209325"/>
              <a:ext cx="174075" cy="275525"/>
            </a:xfrm>
            <a:custGeom>
              <a:rect b="b" l="l" r="r" t="t"/>
              <a:pathLst>
                <a:path extrusionOk="0" h="11021" w="6963">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01" name="Google Shape;1501;p26"/>
          <p:cNvGrpSpPr/>
          <p:nvPr/>
        </p:nvGrpSpPr>
        <p:grpSpPr>
          <a:xfrm>
            <a:off x="9250830" y="3077546"/>
            <a:ext cx="446559" cy="444572"/>
            <a:chOff x="-30735200" y="3552550"/>
            <a:chExt cx="292225" cy="290925"/>
          </a:xfrm>
        </p:grpSpPr>
        <p:sp>
          <p:nvSpPr>
            <p:cNvPr id="1502" name="Google Shape;1502;p26"/>
            <p:cNvSpPr/>
            <p:nvPr/>
          </p:nvSpPr>
          <p:spPr>
            <a:xfrm>
              <a:off x="-30613900" y="3655750"/>
              <a:ext cx="170925" cy="187725"/>
            </a:xfrm>
            <a:custGeom>
              <a:rect b="b" l="l" r="r" t="t"/>
              <a:pathLst>
                <a:path extrusionOk="0" h="7509" w="6837">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03" name="Google Shape;1503;p26"/>
            <p:cNvSpPr/>
            <p:nvPr/>
          </p:nvSpPr>
          <p:spPr>
            <a:xfrm>
              <a:off x="-30735200" y="3552550"/>
              <a:ext cx="188275" cy="205075"/>
            </a:xfrm>
            <a:custGeom>
              <a:rect b="b" l="l" r="r" t="t"/>
              <a:pathLst>
                <a:path extrusionOk="0" h="8203" w="7531">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04" name="Google Shape;1504;p26"/>
          <p:cNvGrpSpPr/>
          <p:nvPr/>
        </p:nvGrpSpPr>
        <p:grpSpPr>
          <a:xfrm>
            <a:off x="9250830" y="3625401"/>
            <a:ext cx="446559" cy="445375"/>
            <a:chOff x="-30735200" y="3910925"/>
            <a:chExt cx="292225" cy="291450"/>
          </a:xfrm>
        </p:grpSpPr>
        <p:sp>
          <p:nvSpPr>
            <p:cNvPr id="1505" name="Google Shape;1505;p26"/>
            <p:cNvSpPr/>
            <p:nvPr/>
          </p:nvSpPr>
          <p:spPr>
            <a:xfrm>
              <a:off x="-30683225" y="3962900"/>
              <a:ext cx="188275" cy="186700"/>
            </a:xfrm>
            <a:custGeom>
              <a:rect b="b" l="l" r="r" t="t"/>
              <a:pathLst>
                <a:path extrusionOk="0" h="7468" w="7531">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06" name="Google Shape;1506;p26"/>
            <p:cNvSpPr/>
            <p:nvPr/>
          </p:nvSpPr>
          <p:spPr>
            <a:xfrm>
              <a:off x="-30735200" y="3910925"/>
              <a:ext cx="292225" cy="291450"/>
            </a:xfrm>
            <a:custGeom>
              <a:rect b="b" l="l" r="r" t="t"/>
              <a:pathLst>
                <a:path extrusionOk="0" h="11658" w="11689">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1507" name="Google Shape;1507;p26"/>
          <p:cNvSpPr/>
          <p:nvPr/>
        </p:nvSpPr>
        <p:spPr>
          <a:xfrm>
            <a:off x="10371195" y="3077359"/>
            <a:ext cx="446559" cy="445375"/>
          </a:xfrm>
          <a:custGeom>
            <a:rect b="b" l="l" r="r" t="t"/>
            <a:pathLst>
              <a:path extrusionOk="0" h="11658" w="11689">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1508" name="Google Shape;1508;p26"/>
          <p:cNvGrpSpPr/>
          <p:nvPr/>
        </p:nvGrpSpPr>
        <p:grpSpPr>
          <a:xfrm>
            <a:off x="7558540" y="2490137"/>
            <a:ext cx="444152" cy="447552"/>
            <a:chOff x="-31809525" y="3192625"/>
            <a:chExt cx="290650" cy="292875"/>
          </a:xfrm>
        </p:grpSpPr>
        <p:sp>
          <p:nvSpPr>
            <p:cNvPr id="1509" name="Google Shape;1509;p26"/>
            <p:cNvSpPr/>
            <p:nvPr/>
          </p:nvSpPr>
          <p:spPr>
            <a:xfrm>
              <a:off x="-31767775" y="3192625"/>
              <a:ext cx="204800" cy="153600"/>
            </a:xfrm>
            <a:custGeom>
              <a:rect b="b" l="l" r="r" t="t"/>
              <a:pathLst>
                <a:path extrusionOk="0" h="6144" w="8192">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10" name="Google Shape;1510;p26"/>
            <p:cNvSpPr/>
            <p:nvPr/>
          </p:nvSpPr>
          <p:spPr>
            <a:xfrm>
              <a:off x="-31715000" y="3244600"/>
              <a:ext cx="101625" cy="52450"/>
            </a:xfrm>
            <a:custGeom>
              <a:rect b="b" l="l" r="r" t="t"/>
              <a:pathLst>
                <a:path extrusionOk="0" h="2098" w="4065">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11" name="Google Shape;1511;p26"/>
            <p:cNvSpPr/>
            <p:nvPr/>
          </p:nvSpPr>
          <p:spPr>
            <a:xfrm>
              <a:off x="-31716575" y="3308400"/>
              <a:ext cx="102400" cy="73275"/>
            </a:xfrm>
            <a:custGeom>
              <a:rect b="b" l="l" r="r" t="t"/>
              <a:pathLst>
                <a:path extrusionOk="0" h="2931" w="4096">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12" name="Google Shape;1512;p26"/>
            <p:cNvSpPr/>
            <p:nvPr/>
          </p:nvSpPr>
          <p:spPr>
            <a:xfrm>
              <a:off x="-31809525" y="3386375"/>
              <a:ext cx="290650" cy="99125"/>
            </a:xfrm>
            <a:custGeom>
              <a:rect b="b" l="l" r="r" t="t"/>
              <a:pathLst>
                <a:path extrusionOk="0" h="3965" w="11626">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13" name="Google Shape;1513;p26"/>
          <p:cNvGrpSpPr/>
          <p:nvPr/>
        </p:nvGrpSpPr>
        <p:grpSpPr>
          <a:xfrm>
            <a:off x="7557929" y="3045462"/>
            <a:ext cx="445375" cy="447781"/>
            <a:chOff x="-31811100" y="3550975"/>
            <a:chExt cx="291450" cy="293025"/>
          </a:xfrm>
        </p:grpSpPr>
        <p:sp>
          <p:nvSpPr>
            <p:cNvPr id="1514" name="Google Shape;1514;p26"/>
            <p:cNvSpPr/>
            <p:nvPr/>
          </p:nvSpPr>
          <p:spPr>
            <a:xfrm>
              <a:off x="-31554325" y="3595875"/>
              <a:ext cx="34675" cy="33900"/>
            </a:xfrm>
            <a:custGeom>
              <a:rect b="b" l="l" r="r" t="t"/>
              <a:pathLst>
                <a:path extrusionOk="0" h="1356" w="1387">
                  <a:moveTo>
                    <a:pt x="0" y="1"/>
                  </a:moveTo>
                  <a:lnTo>
                    <a:pt x="0" y="1355"/>
                  </a:lnTo>
                  <a:lnTo>
                    <a:pt x="662" y="1355"/>
                  </a:lnTo>
                  <a:cubicBezTo>
                    <a:pt x="1071" y="1355"/>
                    <a:pt x="1324" y="1040"/>
                    <a:pt x="1324" y="694"/>
                  </a:cubicBezTo>
                  <a:cubicBezTo>
                    <a:pt x="1387" y="316"/>
                    <a:pt x="1071" y="1"/>
                    <a:pt x="66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15" name="Google Shape;1515;p26"/>
            <p:cNvSpPr/>
            <p:nvPr/>
          </p:nvSpPr>
          <p:spPr>
            <a:xfrm>
              <a:off x="-31659075" y="3628650"/>
              <a:ext cx="139425" cy="71650"/>
            </a:xfrm>
            <a:custGeom>
              <a:rect b="b" l="l" r="r" t="t"/>
              <a:pathLst>
                <a:path extrusionOk="0" h="2866" w="5577">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16" name="Google Shape;1516;p26"/>
            <p:cNvSpPr/>
            <p:nvPr/>
          </p:nvSpPr>
          <p:spPr>
            <a:xfrm>
              <a:off x="-31811100" y="3647075"/>
              <a:ext cx="33100" cy="33100"/>
            </a:xfrm>
            <a:custGeom>
              <a:rect b="b" l="l" r="r" t="t"/>
              <a:pathLst>
                <a:path extrusionOk="0" h="1324" w="1324">
                  <a:moveTo>
                    <a:pt x="662" y="1"/>
                  </a:moveTo>
                  <a:cubicBezTo>
                    <a:pt x="253" y="1"/>
                    <a:pt x="1" y="316"/>
                    <a:pt x="1" y="662"/>
                  </a:cubicBezTo>
                  <a:cubicBezTo>
                    <a:pt x="1" y="1040"/>
                    <a:pt x="316" y="1324"/>
                    <a:pt x="662" y="1324"/>
                  </a:cubicBezTo>
                  <a:lnTo>
                    <a:pt x="1324" y="1324"/>
                  </a:lnTo>
                  <a:lnTo>
                    <a:pt x="1324"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17" name="Google Shape;1517;p26"/>
            <p:cNvSpPr/>
            <p:nvPr/>
          </p:nvSpPr>
          <p:spPr>
            <a:xfrm>
              <a:off x="-31811100" y="3678325"/>
              <a:ext cx="138650" cy="72250"/>
            </a:xfrm>
            <a:custGeom>
              <a:rect b="b" l="l" r="r" t="t"/>
              <a:pathLst>
                <a:path extrusionOk="0" h="2890" w="5546">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18" name="Google Shape;1518;p26"/>
            <p:cNvSpPr/>
            <p:nvPr/>
          </p:nvSpPr>
          <p:spPr>
            <a:xfrm>
              <a:off x="-31759900" y="3791200"/>
              <a:ext cx="187475" cy="52800"/>
            </a:xfrm>
            <a:custGeom>
              <a:rect b="b" l="l" r="r" t="t"/>
              <a:pathLst>
                <a:path extrusionOk="0" h="2112" w="7499">
                  <a:moveTo>
                    <a:pt x="1" y="1"/>
                  </a:moveTo>
                  <a:lnTo>
                    <a:pt x="1" y="1072"/>
                  </a:lnTo>
                  <a:cubicBezTo>
                    <a:pt x="1" y="1639"/>
                    <a:pt x="473" y="2112"/>
                    <a:pt x="1009" y="2112"/>
                  </a:cubicBezTo>
                  <a:lnTo>
                    <a:pt x="6491" y="2112"/>
                  </a:lnTo>
                  <a:cubicBezTo>
                    <a:pt x="7026" y="2112"/>
                    <a:pt x="7499" y="1639"/>
                    <a:pt x="7499" y="1072"/>
                  </a:cubicBezTo>
                  <a:lnTo>
                    <a:pt x="7499"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19" name="Google Shape;1519;p26"/>
            <p:cNvSpPr/>
            <p:nvPr/>
          </p:nvSpPr>
          <p:spPr>
            <a:xfrm>
              <a:off x="-31759900" y="3550975"/>
              <a:ext cx="187475" cy="35475"/>
            </a:xfrm>
            <a:custGeom>
              <a:rect b="b" l="l" r="r" t="t"/>
              <a:pathLst>
                <a:path extrusionOk="0" h="1419" w="7499">
                  <a:moveTo>
                    <a:pt x="1009" y="1"/>
                  </a:moveTo>
                  <a:cubicBezTo>
                    <a:pt x="473" y="1"/>
                    <a:pt x="1" y="474"/>
                    <a:pt x="1" y="1072"/>
                  </a:cubicBezTo>
                  <a:lnTo>
                    <a:pt x="1" y="1419"/>
                  </a:lnTo>
                  <a:lnTo>
                    <a:pt x="7499" y="1419"/>
                  </a:lnTo>
                  <a:lnTo>
                    <a:pt x="7499" y="1072"/>
                  </a:lnTo>
                  <a:cubicBezTo>
                    <a:pt x="7499" y="537"/>
                    <a:pt x="7026" y="1"/>
                    <a:pt x="649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20" name="Google Shape;1520;p26"/>
            <p:cNvSpPr/>
            <p:nvPr/>
          </p:nvSpPr>
          <p:spPr>
            <a:xfrm>
              <a:off x="-31759100" y="3602975"/>
              <a:ext cx="188250" cy="172500"/>
            </a:xfrm>
            <a:custGeom>
              <a:rect b="b" l="l" r="r" t="t"/>
              <a:pathLst>
                <a:path extrusionOk="0" h="6900" w="753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21" name="Google Shape;1521;p26"/>
          <p:cNvGrpSpPr/>
          <p:nvPr/>
        </p:nvGrpSpPr>
        <p:grpSpPr>
          <a:xfrm>
            <a:off x="1406743" y="2491226"/>
            <a:ext cx="370764" cy="445375"/>
            <a:chOff x="-35814600" y="3202075"/>
            <a:chExt cx="242625" cy="291450"/>
          </a:xfrm>
        </p:grpSpPr>
        <p:sp>
          <p:nvSpPr>
            <p:cNvPr id="1522" name="Google Shape;1522;p26"/>
            <p:cNvSpPr/>
            <p:nvPr/>
          </p:nvSpPr>
          <p:spPr>
            <a:xfrm>
              <a:off x="-35814600" y="3202075"/>
              <a:ext cx="51225" cy="202450"/>
            </a:xfrm>
            <a:custGeom>
              <a:rect b="b" l="l" r="r" t="t"/>
              <a:pathLst>
                <a:path extrusionOk="0" h="8098" w="2049">
                  <a:moveTo>
                    <a:pt x="1702" y="0"/>
                  </a:moveTo>
                  <a:cubicBezTo>
                    <a:pt x="757" y="0"/>
                    <a:pt x="1" y="788"/>
                    <a:pt x="1" y="1733"/>
                  </a:cubicBezTo>
                  <a:lnTo>
                    <a:pt x="1" y="8097"/>
                  </a:lnTo>
                  <a:cubicBezTo>
                    <a:pt x="348" y="7782"/>
                    <a:pt x="820" y="7562"/>
                    <a:pt x="1387" y="7562"/>
                  </a:cubicBezTo>
                  <a:lnTo>
                    <a:pt x="2049" y="7562"/>
                  </a:lnTo>
                  <a:lnTo>
                    <a:pt x="2049"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23" name="Google Shape;1523;p26"/>
            <p:cNvSpPr/>
            <p:nvPr/>
          </p:nvSpPr>
          <p:spPr>
            <a:xfrm>
              <a:off x="-35814600" y="3407650"/>
              <a:ext cx="242625" cy="68550"/>
            </a:xfrm>
            <a:custGeom>
              <a:rect b="b" l="l" r="r" t="t"/>
              <a:pathLst>
                <a:path extrusionOk="0" h="2742" w="9705">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24" name="Google Shape;1524;p26"/>
            <p:cNvSpPr/>
            <p:nvPr/>
          </p:nvSpPr>
          <p:spPr>
            <a:xfrm>
              <a:off x="-35627125" y="3450950"/>
              <a:ext cx="55150" cy="25250"/>
            </a:xfrm>
            <a:custGeom>
              <a:rect b="b" l="l" r="r" t="t"/>
              <a:pathLst>
                <a:path extrusionOk="0" h="1010" w="2206">
                  <a:moveTo>
                    <a:pt x="0" y="1"/>
                  </a:moveTo>
                  <a:lnTo>
                    <a:pt x="0" y="1009"/>
                  </a:lnTo>
                  <a:lnTo>
                    <a:pt x="1670" y="1009"/>
                  </a:lnTo>
                  <a:cubicBezTo>
                    <a:pt x="1953" y="1009"/>
                    <a:pt x="2205" y="788"/>
                    <a:pt x="1953" y="505"/>
                  </a:cubicBezTo>
                  <a:cubicBezTo>
                    <a:pt x="1827" y="347"/>
                    <a:pt x="1764" y="190"/>
                    <a:pt x="167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25" name="Google Shape;1525;p26"/>
            <p:cNvSpPr/>
            <p:nvPr/>
          </p:nvSpPr>
          <p:spPr>
            <a:xfrm>
              <a:off x="-35703525" y="3305250"/>
              <a:ext cx="84300" cy="34675"/>
            </a:xfrm>
            <a:custGeom>
              <a:rect b="b" l="l" r="r" t="t"/>
              <a:pathLst>
                <a:path extrusionOk="0" h="1387" w="3372">
                  <a:moveTo>
                    <a:pt x="1701" y="0"/>
                  </a:moveTo>
                  <a:cubicBezTo>
                    <a:pt x="882" y="0"/>
                    <a:pt x="221" y="599"/>
                    <a:pt x="0" y="1387"/>
                  </a:cubicBezTo>
                  <a:lnTo>
                    <a:pt x="3371" y="1387"/>
                  </a:lnTo>
                  <a:cubicBezTo>
                    <a:pt x="3214" y="599"/>
                    <a:pt x="2521" y="0"/>
                    <a:pt x="170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26" name="Google Shape;1526;p26"/>
            <p:cNvSpPr/>
            <p:nvPr/>
          </p:nvSpPr>
          <p:spPr>
            <a:xfrm>
              <a:off x="-35677550" y="3254050"/>
              <a:ext cx="33100" cy="33100"/>
            </a:xfrm>
            <a:custGeom>
              <a:rect b="b" l="l" r="r" t="t"/>
              <a:pathLst>
                <a:path extrusionOk="0" h="1324" w="1324">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27" name="Google Shape;1527;p26"/>
            <p:cNvSpPr/>
            <p:nvPr/>
          </p:nvSpPr>
          <p:spPr>
            <a:xfrm>
              <a:off x="-35746850" y="3202075"/>
              <a:ext cx="171725" cy="189050"/>
            </a:xfrm>
            <a:custGeom>
              <a:rect b="b" l="l" r="r" t="t"/>
              <a:pathLst>
                <a:path extrusionOk="0" h="7562" w="6869">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28" name="Google Shape;1528;p26"/>
            <p:cNvSpPr/>
            <p:nvPr/>
          </p:nvSpPr>
          <p:spPr>
            <a:xfrm>
              <a:off x="-35677550" y="3450950"/>
              <a:ext cx="34675" cy="42575"/>
            </a:xfrm>
            <a:custGeom>
              <a:rect b="b" l="l" r="r" t="t"/>
              <a:pathLst>
                <a:path extrusionOk="0" h="1703" w="1387">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29" name="Google Shape;1529;p26"/>
          <p:cNvGrpSpPr/>
          <p:nvPr/>
        </p:nvGrpSpPr>
        <p:grpSpPr>
          <a:xfrm>
            <a:off x="4187361" y="2491225"/>
            <a:ext cx="445375" cy="445375"/>
            <a:chOff x="-34003850" y="3227275"/>
            <a:chExt cx="291450" cy="291450"/>
          </a:xfrm>
        </p:grpSpPr>
        <p:sp>
          <p:nvSpPr>
            <p:cNvPr id="1530" name="Google Shape;1530;p26"/>
            <p:cNvSpPr/>
            <p:nvPr/>
          </p:nvSpPr>
          <p:spPr>
            <a:xfrm>
              <a:off x="-33852625" y="3313925"/>
              <a:ext cx="128425" cy="49625"/>
            </a:xfrm>
            <a:custGeom>
              <a:rect b="b" l="l" r="r" t="t"/>
              <a:pathLst>
                <a:path extrusionOk="0" h="1985" w="5137">
                  <a:moveTo>
                    <a:pt x="473" y="0"/>
                  </a:moveTo>
                  <a:cubicBezTo>
                    <a:pt x="316" y="0"/>
                    <a:pt x="158" y="32"/>
                    <a:pt x="1" y="126"/>
                  </a:cubicBezTo>
                  <a:lnTo>
                    <a:pt x="2521" y="1985"/>
                  </a:lnTo>
                  <a:lnTo>
                    <a:pt x="5136" y="158"/>
                  </a:lnTo>
                  <a:cubicBezTo>
                    <a:pt x="4979" y="32"/>
                    <a:pt x="4790" y="0"/>
                    <a:pt x="456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31" name="Google Shape;1531;p26"/>
            <p:cNvSpPr/>
            <p:nvPr/>
          </p:nvSpPr>
          <p:spPr>
            <a:xfrm>
              <a:off x="-33866000" y="3328875"/>
              <a:ext cx="153600" cy="103200"/>
            </a:xfrm>
            <a:custGeom>
              <a:rect b="b" l="l" r="r" t="t"/>
              <a:pathLst>
                <a:path extrusionOk="0" h="4128" w="6144">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32" name="Google Shape;1532;p26"/>
            <p:cNvSpPr/>
            <p:nvPr/>
          </p:nvSpPr>
          <p:spPr>
            <a:xfrm>
              <a:off x="-34003850" y="3279250"/>
              <a:ext cx="189050" cy="188275"/>
            </a:xfrm>
            <a:custGeom>
              <a:rect b="b" l="l" r="r" t="t"/>
              <a:pathLst>
                <a:path extrusionOk="0" h="7531" w="7562">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33" name="Google Shape;1533;p26"/>
            <p:cNvSpPr/>
            <p:nvPr/>
          </p:nvSpPr>
          <p:spPr>
            <a:xfrm>
              <a:off x="-34003850" y="3227275"/>
              <a:ext cx="189050" cy="34675"/>
            </a:xfrm>
            <a:custGeom>
              <a:rect b="b" l="l" r="r" t="t"/>
              <a:pathLst>
                <a:path extrusionOk="0" h="1387" w="7562">
                  <a:moveTo>
                    <a:pt x="1009" y="1"/>
                  </a:moveTo>
                  <a:cubicBezTo>
                    <a:pt x="473" y="1"/>
                    <a:pt x="1" y="473"/>
                    <a:pt x="1" y="1040"/>
                  </a:cubicBezTo>
                  <a:lnTo>
                    <a:pt x="1" y="1387"/>
                  </a:lnTo>
                  <a:lnTo>
                    <a:pt x="7562" y="1387"/>
                  </a:lnTo>
                  <a:lnTo>
                    <a:pt x="7562" y="1040"/>
                  </a:lnTo>
                  <a:cubicBezTo>
                    <a:pt x="7562" y="473"/>
                    <a:pt x="7089" y="1"/>
                    <a:pt x="652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34" name="Google Shape;1534;p26"/>
            <p:cNvSpPr/>
            <p:nvPr/>
          </p:nvSpPr>
          <p:spPr>
            <a:xfrm>
              <a:off x="-34003850" y="3484050"/>
              <a:ext cx="189050" cy="34675"/>
            </a:xfrm>
            <a:custGeom>
              <a:rect b="b" l="l" r="r" t="t"/>
              <a:pathLst>
                <a:path extrusionOk="0" h="1387" w="7562">
                  <a:moveTo>
                    <a:pt x="1" y="0"/>
                  </a:moveTo>
                  <a:lnTo>
                    <a:pt x="1" y="347"/>
                  </a:lnTo>
                  <a:cubicBezTo>
                    <a:pt x="1" y="945"/>
                    <a:pt x="442" y="1386"/>
                    <a:pt x="1009" y="1386"/>
                  </a:cubicBezTo>
                  <a:lnTo>
                    <a:pt x="6522" y="1386"/>
                  </a:lnTo>
                  <a:cubicBezTo>
                    <a:pt x="7089" y="1386"/>
                    <a:pt x="7562" y="914"/>
                    <a:pt x="7562" y="347"/>
                  </a:cubicBezTo>
                  <a:lnTo>
                    <a:pt x="7562"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35" name="Google Shape;1535;p26"/>
          <p:cNvGrpSpPr/>
          <p:nvPr/>
        </p:nvGrpSpPr>
        <p:grpSpPr>
          <a:xfrm>
            <a:off x="1933126" y="2491226"/>
            <a:ext cx="445375" cy="445375"/>
            <a:chOff x="-35481425" y="3202075"/>
            <a:chExt cx="291450" cy="291450"/>
          </a:xfrm>
        </p:grpSpPr>
        <p:sp>
          <p:nvSpPr>
            <p:cNvPr id="1536" name="Google Shape;1536;p26"/>
            <p:cNvSpPr/>
            <p:nvPr/>
          </p:nvSpPr>
          <p:spPr>
            <a:xfrm>
              <a:off x="-35414475" y="3304600"/>
              <a:ext cx="154400" cy="85975"/>
            </a:xfrm>
            <a:custGeom>
              <a:rect b="b" l="l" r="r" t="t"/>
              <a:pathLst>
                <a:path extrusionOk="0" h="3439" w="6176">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37" name="Google Shape;1537;p26"/>
            <p:cNvSpPr/>
            <p:nvPr/>
          </p:nvSpPr>
          <p:spPr>
            <a:xfrm>
              <a:off x="-35413700" y="3202075"/>
              <a:ext cx="34700" cy="103200"/>
            </a:xfrm>
            <a:custGeom>
              <a:rect b="b" l="l" r="r" t="t"/>
              <a:pathLst>
                <a:path extrusionOk="0" h="4128" w="1388">
                  <a:moveTo>
                    <a:pt x="1" y="0"/>
                  </a:moveTo>
                  <a:lnTo>
                    <a:pt x="1" y="4127"/>
                  </a:lnTo>
                  <a:lnTo>
                    <a:pt x="348" y="4127"/>
                  </a:lnTo>
                  <a:cubicBezTo>
                    <a:pt x="915" y="4127"/>
                    <a:pt x="1387" y="3655"/>
                    <a:pt x="1387" y="3088"/>
                  </a:cubicBezTo>
                  <a:lnTo>
                    <a:pt x="1387" y="1009"/>
                  </a:lnTo>
                  <a:cubicBezTo>
                    <a:pt x="1387" y="473"/>
                    <a:pt x="915" y="0"/>
                    <a:pt x="34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38" name="Google Shape;1538;p26"/>
            <p:cNvSpPr/>
            <p:nvPr/>
          </p:nvSpPr>
          <p:spPr>
            <a:xfrm>
              <a:off x="-35413700" y="3389525"/>
              <a:ext cx="34700" cy="103250"/>
            </a:xfrm>
            <a:custGeom>
              <a:rect b="b" l="l" r="r" t="t"/>
              <a:pathLst>
                <a:path extrusionOk="0" h="4130" w="1388">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39" name="Google Shape;1539;p26"/>
            <p:cNvSpPr/>
            <p:nvPr/>
          </p:nvSpPr>
          <p:spPr>
            <a:xfrm>
              <a:off x="-35292400" y="3202075"/>
              <a:ext cx="33900" cy="103200"/>
            </a:xfrm>
            <a:custGeom>
              <a:rect b="b" l="l" r="r" t="t"/>
              <a:pathLst>
                <a:path extrusionOk="0" h="4128" w="1356">
                  <a:moveTo>
                    <a:pt x="1009" y="0"/>
                  </a:moveTo>
                  <a:cubicBezTo>
                    <a:pt x="473" y="0"/>
                    <a:pt x="1" y="473"/>
                    <a:pt x="1" y="1009"/>
                  </a:cubicBezTo>
                  <a:lnTo>
                    <a:pt x="1" y="3088"/>
                  </a:lnTo>
                  <a:cubicBezTo>
                    <a:pt x="1" y="3655"/>
                    <a:pt x="410" y="4127"/>
                    <a:pt x="1009" y="4127"/>
                  </a:cubicBezTo>
                  <a:lnTo>
                    <a:pt x="1355" y="4127"/>
                  </a:lnTo>
                  <a:lnTo>
                    <a:pt x="1355"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40" name="Google Shape;1540;p26"/>
            <p:cNvSpPr/>
            <p:nvPr/>
          </p:nvSpPr>
          <p:spPr>
            <a:xfrm>
              <a:off x="-35241200" y="3202850"/>
              <a:ext cx="51225" cy="290675"/>
            </a:xfrm>
            <a:custGeom>
              <a:rect b="b" l="l" r="r" t="t"/>
              <a:pathLst>
                <a:path extrusionOk="0" h="11627" w="2049">
                  <a:moveTo>
                    <a:pt x="1" y="1"/>
                  </a:moveTo>
                  <a:lnTo>
                    <a:pt x="1" y="11626"/>
                  </a:lnTo>
                  <a:cubicBezTo>
                    <a:pt x="1135" y="11469"/>
                    <a:pt x="2048" y="10460"/>
                    <a:pt x="2048" y="9263"/>
                  </a:cubicBezTo>
                  <a:lnTo>
                    <a:pt x="2048" y="2395"/>
                  </a:lnTo>
                  <a:cubicBezTo>
                    <a:pt x="2048" y="1167"/>
                    <a:pt x="1135" y="158"/>
                    <a:pt x="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41" name="Google Shape;1541;p26"/>
            <p:cNvSpPr/>
            <p:nvPr/>
          </p:nvSpPr>
          <p:spPr>
            <a:xfrm>
              <a:off x="-35292400" y="3389525"/>
              <a:ext cx="33900" cy="104000"/>
            </a:xfrm>
            <a:custGeom>
              <a:rect b="b" l="l" r="r" t="t"/>
              <a:pathLst>
                <a:path extrusionOk="0" h="4160" w="1356">
                  <a:moveTo>
                    <a:pt x="1009" y="1"/>
                  </a:moveTo>
                  <a:cubicBezTo>
                    <a:pt x="473" y="1"/>
                    <a:pt x="1" y="473"/>
                    <a:pt x="1" y="1040"/>
                  </a:cubicBezTo>
                  <a:lnTo>
                    <a:pt x="1" y="3119"/>
                  </a:lnTo>
                  <a:cubicBezTo>
                    <a:pt x="1" y="3718"/>
                    <a:pt x="410" y="4159"/>
                    <a:pt x="1009" y="4159"/>
                  </a:cubicBezTo>
                  <a:lnTo>
                    <a:pt x="1355" y="4159"/>
                  </a:lnTo>
                  <a:lnTo>
                    <a:pt x="1355"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42" name="Google Shape;1542;p26"/>
            <p:cNvSpPr/>
            <p:nvPr/>
          </p:nvSpPr>
          <p:spPr>
            <a:xfrm>
              <a:off x="-35481425" y="3202075"/>
              <a:ext cx="51225" cy="289875"/>
            </a:xfrm>
            <a:custGeom>
              <a:rect b="b" l="l" r="r" t="t"/>
              <a:pathLst>
                <a:path extrusionOk="0" h="11595" w="2049">
                  <a:moveTo>
                    <a:pt x="2048" y="0"/>
                  </a:moveTo>
                  <a:cubicBezTo>
                    <a:pt x="883" y="158"/>
                    <a:pt x="1" y="1166"/>
                    <a:pt x="1" y="2363"/>
                  </a:cubicBezTo>
                  <a:lnTo>
                    <a:pt x="1" y="9200"/>
                  </a:lnTo>
                  <a:cubicBezTo>
                    <a:pt x="1" y="10460"/>
                    <a:pt x="851" y="11437"/>
                    <a:pt x="2048" y="11594"/>
                  </a:cubicBezTo>
                  <a:lnTo>
                    <a:pt x="2048"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43" name="Google Shape;1543;p26"/>
          <p:cNvGrpSpPr/>
          <p:nvPr/>
        </p:nvGrpSpPr>
        <p:grpSpPr>
          <a:xfrm>
            <a:off x="4748642" y="2491835"/>
            <a:ext cx="450188" cy="444152"/>
            <a:chOff x="-33645475" y="3228075"/>
            <a:chExt cx="294600" cy="290650"/>
          </a:xfrm>
        </p:grpSpPr>
        <p:sp>
          <p:nvSpPr>
            <p:cNvPr id="1544" name="Google Shape;1544;p26"/>
            <p:cNvSpPr/>
            <p:nvPr/>
          </p:nvSpPr>
          <p:spPr>
            <a:xfrm>
              <a:off x="-33456450" y="3261925"/>
              <a:ext cx="84300" cy="85100"/>
            </a:xfrm>
            <a:custGeom>
              <a:rect b="b" l="l" r="r" t="t"/>
              <a:pathLst>
                <a:path extrusionOk="0" h="3404" w="3372">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45" name="Google Shape;1545;p26"/>
            <p:cNvSpPr/>
            <p:nvPr/>
          </p:nvSpPr>
          <p:spPr>
            <a:xfrm>
              <a:off x="-33575375" y="3433625"/>
              <a:ext cx="85075" cy="85100"/>
            </a:xfrm>
            <a:custGeom>
              <a:rect b="b" l="l" r="r" t="t"/>
              <a:pathLst>
                <a:path extrusionOk="0" h="3404" w="3403">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46" name="Google Shape;1546;p26"/>
            <p:cNvSpPr/>
            <p:nvPr/>
          </p:nvSpPr>
          <p:spPr>
            <a:xfrm>
              <a:off x="-33645475" y="3228075"/>
              <a:ext cx="206375" cy="153600"/>
            </a:xfrm>
            <a:custGeom>
              <a:rect b="b" l="l" r="r" t="t"/>
              <a:pathLst>
                <a:path extrusionOk="0" h="6144" w="8255">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47" name="Google Shape;1547;p26"/>
            <p:cNvSpPr/>
            <p:nvPr/>
          </p:nvSpPr>
          <p:spPr>
            <a:xfrm>
              <a:off x="-33593500" y="3279250"/>
              <a:ext cx="104775" cy="52275"/>
            </a:xfrm>
            <a:custGeom>
              <a:rect b="b" l="l" r="r" t="t"/>
              <a:pathLst>
                <a:path extrusionOk="0" h="2091" w="4191">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48" name="Google Shape;1548;p26"/>
            <p:cNvSpPr/>
            <p:nvPr/>
          </p:nvSpPr>
          <p:spPr>
            <a:xfrm>
              <a:off x="-33593500" y="3341475"/>
              <a:ext cx="104775" cy="74075"/>
            </a:xfrm>
            <a:custGeom>
              <a:rect b="b" l="l" r="r" t="t"/>
              <a:pathLst>
                <a:path extrusionOk="0" h="2963" w="4191">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49" name="Google Shape;1549;p26"/>
            <p:cNvSpPr/>
            <p:nvPr/>
          </p:nvSpPr>
          <p:spPr>
            <a:xfrm>
              <a:off x="-33455650" y="3381650"/>
              <a:ext cx="104775" cy="52250"/>
            </a:xfrm>
            <a:custGeom>
              <a:rect b="b" l="l" r="r" t="t"/>
              <a:pathLst>
                <a:path extrusionOk="0" h="2090" w="4191">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50" name="Google Shape;1550;p26"/>
            <p:cNvSpPr/>
            <p:nvPr/>
          </p:nvSpPr>
          <p:spPr>
            <a:xfrm>
              <a:off x="-33456450" y="3443875"/>
              <a:ext cx="102425" cy="74850"/>
            </a:xfrm>
            <a:custGeom>
              <a:rect b="b" l="l" r="r" t="t"/>
              <a:pathLst>
                <a:path extrusionOk="0" h="2994" w="4097">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51" name="Google Shape;1551;p26"/>
          <p:cNvGrpSpPr/>
          <p:nvPr/>
        </p:nvGrpSpPr>
        <p:grpSpPr>
          <a:xfrm>
            <a:off x="2504645" y="2491226"/>
            <a:ext cx="430896" cy="445375"/>
            <a:chOff x="-35118325" y="3202075"/>
            <a:chExt cx="281975" cy="291450"/>
          </a:xfrm>
        </p:grpSpPr>
        <p:sp>
          <p:nvSpPr>
            <p:cNvPr id="1552" name="Google Shape;1552;p26"/>
            <p:cNvSpPr/>
            <p:nvPr/>
          </p:nvSpPr>
          <p:spPr>
            <a:xfrm>
              <a:off x="-35008050" y="3202075"/>
              <a:ext cx="171700" cy="171250"/>
            </a:xfrm>
            <a:custGeom>
              <a:rect b="b" l="l" r="r" t="t"/>
              <a:pathLst>
                <a:path extrusionOk="0" h="6850" w="6868">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53" name="Google Shape;1553;p26"/>
            <p:cNvSpPr/>
            <p:nvPr/>
          </p:nvSpPr>
          <p:spPr>
            <a:xfrm>
              <a:off x="-34937975" y="3254050"/>
              <a:ext cx="33125" cy="67775"/>
            </a:xfrm>
            <a:custGeom>
              <a:rect b="b" l="l" r="r" t="t"/>
              <a:pathLst>
                <a:path extrusionOk="0" h="2711" w="1325">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54" name="Google Shape;1554;p26"/>
            <p:cNvSpPr/>
            <p:nvPr/>
          </p:nvSpPr>
          <p:spPr>
            <a:xfrm>
              <a:off x="-35085250" y="3338325"/>
              <a:ext cx="69325" cy="69350"/>
            </a:xfrm>
            <a:custGeom>
              <a:rect b="b" l="l" r="r" t="t"/>
              <a:pathLst>
                <a:path extrusionOk="0" h="2774" w="2773">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55" name="Google Shape;1555;p26"/>
            <p:cNvSpPr/>
            <p:nvPr/>
          </p:nvSpPr>
          <p:spPr>
            <a:xfrm>
              <a:off x="-35118325" y="3424175"/>
              <a:ext cx="137075" cy="69350"/>
            </a:xfrm>
            <a:custGeom>
              <a:rect b="b" l="l" r="r" t="t"/>
              <a:pathLst>
                <a:path extrusionOk="0" h="2774" w="5483">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56" name="Google Shape;1556;p26"/>
          <p:cNvGrpSpPr/>
          <p:nvPr/>
        </p:nvGrpSpPr>
        <p:grpSpPr>
          <a:xfrm>
            <a:off x="5316640" y="2490918"/>
            <a:ext cx="423713" cy="445985"/>
            <a:chOff x="-33277650" y="3226875"/>
            <a:chExt cx="277275" cy="291850"/>
          </a:xfrm>
        </p:grpSpPr>
        <p:sp>
          <p:nvSpPr>
            <p:cNvPr id="1557" name="Google Shape;1557;p26"/>
            <p:cNvSpPr/>
            <p:nvPr/>
          </p:nvSpPr>
          <p:spPr>
            <a:xfrm>
              <a:off x="-33071300" y="3440725"/>
              <a:ext cx="33100" cy="33900"/>
            </a:xfrm>
            <a:custGeom>
              <a:rect b="b" l="l" r="r" t="t"/>
              <a:pathLst>
                <a:path extrusionOk="0" h="1356" w="1324">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58" name="Google Shape;1558;p26"/>
            <p:cNvSpPr/>
            <p:nvPr/>
          </p:nvSpPr>
          <p:spPr>
            <a:xfrm>
              <a:off x="-33157925" y="3227275"/>
              <a:ext cx="17350" cy="103200"/>
            </a:xfrm>
            <a:custGeom>
              <a:rect b="b" l="l" r="r" t="t"/>
              <a:pathLst>
                <a:path extrusionOk="0" h="4128" w="694">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59" name="Google Shape;1559;p26"/>
            <p:cNvSpPr/>
            <p:nvPr/>
          </p:nvSpPr>
          <p:spPr>
            <a:xfrm>
              <a:off x="-33175250" y="3347650"/>
              <a:ext cx="51200" cy="51350"/>
            </a:xfrm>
            <a:custGeom>
              <a:rect b="b" l="l" r="r" t="t"/>
              <a:pathLst>
                <a:path extrusionOk="0" h="2054" w="2048">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60" name="Google Shape;1560;p26"/>
            <p:cNvSpPr/>
            <p:nvPr/>
          </p:nvSpPr>
          <p:spPr>
            <a:xfrm>
              <a:off x="-33224875" y="3404500"/>
              <a:ext cx="159900" cy="114225"/>
            </a:xfrm>
            <a:custGeom>
              <a:rect b="b" l="l" r="r" t="t"/>
              <a:pathLst>
                <a:path extrusionOk="0" h="4569" w="6396">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61" name="Google Shape;1561;p26"/>
            <p:cNvSpPr/>
            <p:nvPr/>
          </p:nvSpPr>
          <p:spPr>
            <a:xfrm>
              <a:off x="-33141400" y="3312350"/>
              <a:ext cx="127625" cy="138625"/>
            </a:xfrm>
            <a:custGeom>
              <a:rect b="b" l="l" r="r" t="t"/>
              <a:pathLst>
                <a:path extrusionOk="0" h="5545" w="5105">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62" name="Google Shape;1562;p26"/>
            <p:cNvSpPr/>
            <p:nvPr/>
          </p:nvSpPr>
          <p:spPr>
            <a:xfrm>
              <a:off x="-33122500" y="3226875"/>
              <a:ext cx="122125" cy="83925"/>
            </a:xfrm>
            <a:custGeom>
              <a:rect b="b" l="l" r="r" t="t"/>
              <a:pathLst>
                <a:path extrusionOk="0" h="3357" w="4885">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63" name="Google Shape;1563;p26"/>
            <p:cNvSpPr/>
            <p:nvPr/>
          </p:nvSpPr>
          <p:spPr>
            <a:xfrm>
              <a:off x="-33277650" y="3245400"/>
              <a:ext cx="102400" cy="198500"/>
            </a:xfrm>
            <a:custGeom>
              <a:rect b="b" l="l" r="r" t="t"/>
              <a:pathLst>
                <a:path extrusionOk="0" h="7940" w="4096">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64" name="Google Shape;1564;p26"/>
          <p:cNvGrpSpPr/>
          <p:nvPr/>
        </p:nvGrpSpPr>
        <p:grpSpPr>
          <a:xfrm>
            <a:off x="3073760" y="2491226"/>
            <a:ext cx="418861" cy="445375"/>
            <a:chOff x="-34755225" y="3202075"/>
            <a:chExt cx="274100" cy="291450"/>
          </a:xfrm>
        </p:grpSpPr>
        <p:sp>
          <p:nvSpPr>
            <p:cNvPr id="1565" name="Google Shape;1565;p26"/>
            <p:cNvSpPr/>
            <p:nvPr/>
          </p:nvSpPr>
          <p:spPr>
            <a:xfrm>
              <a:off x="-34703250" y="3389525"/>
              <a:ext cx="84300" cy="34675"/>
            </a:xfrm>
            <a:custGeom>
              <a:rect b="b" l="l" r="r" t="t"/>
              <a:pathLst>
                <a:path extrusionOk="0" h="1387" w="3372">
                  <a:moveTo>
                    <a:pt x="1670" y="1"/>
                  </a:moveTo>
                  <a:cubicBezTo>
                    <a:pt x="883" y="1"/>
                    <a:pt x="158" y="599"/>
                    <a:pt x="0" y="1387"/>
                  </a:cubicBezTo>
                  <a:lnTo>
                    <a:pt x="3371" y="1387"/>
                  </a:lnTo>
                  <a:cubicBezTo>
                    <a:pt x="3214" y="599"/>
                    <a:pt x="2489" y="1"/>
                    <a:pt x="167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66" name="Google Shape;1566;p26"/>
            <p:cNvSpPr/>
            <p:nvPr/>
          </p:nvSpPr>
          <p:spPr>
            <a:xfrm>
              <a:off x="-34636300" y="3348575"/>
              <a:ext cx="69325" cy="75625"/>
            </a:xfrm>
            <a:custGeom>
              <a:rect b="b" l="l" r="r" t="t"/>
              <a:pathLst>
                <a:path extrusionOk="0" h="3025" w="2773">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67" name="Google Shape;1567;p26"/>
            <p:cNvSpPr/>
            <p:nvPr/>
          </p:nvSpPr>
          <p:spPr>
            <a:xfrm>
              <a:off x="-34752875" y="3253275"/>
              <a:ext cx="126050" cy="170925"/>
            </a:xfrm>
            <a:custGeom>
              <a:rect b="b" l="l" r="r" t="t"/>
              <a:pathLst>
                <a:path extrusionOk="0" h="6837" w="5042">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68" name="Google Shape;1568;p26"/>
            <p:cNvSpPr/>
            <p:nvPr/>
          </p:nvSpPr>
          <p:spPr>
            <a:xfrm>
              <a:off x="-34677250" y="3338325"/>
              <a:ext cx="33875" cy="33900"/>
            </a:xfrm>
            <a:custGeom>
              <a:rect b="b" l="l" r="r" t="t"/>
              <a:pathLst>
                <a:path extrusionOk="0" h="1356" w="1355">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69" name="Google Shape;1569;p26"/>
            <p:cNvSpPr/>
            <p:nvPr/>
          </p:nvSpPr>
          <p:spPr>
            <a:xfrm>
              <a:off x="-34618200" y="3202500"/>
              <a:ext cx="137075" cy="135850"/>
            </a:xfrm>
            <a:custGeom>
              <a:rect b="b" l="l" r="r" t="t"/>
              <a:pathLst>
                <a:path extrusionOk="0" h="5434" w="5483">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70" name="Google Shape;1570;p26"/>
            <p:cNvSpPr/>
            <p:nvPr/>
          </p:nvSpPr>
          <p:spPr>
            <a:xfrm>
              <a:off x="-34755225" y="3440725"/>
              <a:ext cx="188250" cy="52800"/>
            </a:xfrm>
            <a:custGeom>
              <a:rect b="b" l="l" r="r" t="t"/>
              <a:pathLst>
                <a:path extrusionOk="0" h="2112" w="7530">
                  <a:moveTo>
                    <a:pt x="0" y="0"/>
                  </a:moveTo>
                  <a:lnTo>
                    <a:pt x="0" y="1071"/>
                  </a:lnTo>
                  <a:cubicBezTo>
                    <a:pt x="0" y="1670"/>
                    <a:pt x="473" y="2111"/>
                    <a:pt x="1040" y="2111"/>
                  </a:cubicBezTo>
                  <a:lnTo>
                    <a:pt x="6490" y="2111"/>
                  </a:lnTo>
                  <a:cubicBezTo>
                    <a:pt x="7057" y="2111"/>
                    <a:pt x="7530" y="1639"/>
                    <a:pt x="7530" y="1071"/>
                  </a:cubicBezTo>
                  <a:lnTo>
                    <a:pt x="7530"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71" name="Google Shape;1571;p26"/>
            <p:cNvSpPr/>
            <p:nvPr/>
          </p:nvSpPr>
          <p:spPr>
            <a:xfrm>
              <a:off x="-34754450" y="3202075"/>
              <a:ext cx="153600" cy="33900"/>
            </a:xfrm>
            <a:custGeom>
              <a:rect b="b" l="l" r="r" t="t"/>
              <a:pathLst>
                <a:path extrusionOk="0" h="1356" w="6144">
                  <a:moveTo>
                    <a:pt x="1040" y="0"/>
                  </a:moveTo>
                  <a:cubicBezTo>
                    <a:pt x="473" y="0"/>
                    <a:pt x="1" y="473"/>
                    <a:pt x="1" y="1009"/>
                  </a:cubicBezTo>
                  <a:lnTo>
                    <a:pt x="1" y="1355"/>
                  </a:lnTo>
                  <a:lnTo>
                    <a:pt x="5104" y="1355"/>
                  </a:lnTo>
                  <a:cubicBezTo>
                    <a:pt x="5293" y="819"/>
                    <a:pt x="5672" y="347"/>
                    <a:pt x="614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72" name="Google Shape;1572;p26"/>
          <p:cNvGrpSpPr/>
          <p:nvPr/>
        </p:nvGrpSpPr>
        <p:grpSpPr>
          <a:xfrm>
            <a:off x="5870701" y="2490631"/>
            <a:ext cx="446559" cy="446559"/>
            <a:chOff x="-32927950" y="3227275"/>
            <a:chExt cx="292225" cy="292225"/>
          </a:xfrm>
        </p:grpSpPr>
        <p:sp>
          <p:nvSpPr>
            <p:cNvPr id="1573" name="Google Shape;1573;p26"/>
            <p:cNvSpPr/>
            <p:nvPr/>
          </p:nvSpPr>
          <p:spPr>
            <a:xfrm>
              <a:off x="-32927950" y="3228075"/>
              <a:ext cx="69325" cy="291425"/>
            </a:xfrm>
            <a:custGeom>
              <a:rect b="b" l="l" r="r" t="t"/>
              <a:pathLst>
                <a:path extrusionOk="0" h="11657" w="2773">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74" name="Google Shape;1574;p26"/>
            <p:cNvSpPr/>
            <p:nvPr/>
          </p:nvSpPr>
          <p:spPr>
            <a:xfrm>
              <a:off x="-32841300" y="3227275"/>
              <a:ext cx="154400" cy="291450"/>
            </a:xfrm>
            <a:custGeom>
              <a:rect b="b" l="l" r="r" t="t"/>
              <a:pathLst>
                <a:path extrusionOk="0" h="11658" w="6176">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75" name="Google Shape;1575;p26"/>
            <p:cNvSpPr/>
            <p:nvPr/>
          </p:nvSpPr>
          <p:spPr>
            <a:xfrm>
              <a:off x="-32669600" y="3261925"/>
              <a:ext cx="33875" cy="51225"/>
            </a:xfrm>
            <a:custGeom>
              <a:rect b="b" l="l" r="r" t="t"/>
              <a:pathLst>
                <a:path extrusionOk="0" h="2049" w="1355">
                  <a:moveTo>
                    <a:pt x="0" y="1"/>
                  </a:moveTo>
                  <a:lnTo>
                    <a:pt x="0" y="2049"/>
                  </a:lnTo>
                  <a:lnTo>
                    <a:pt x="1355" y="2049"/>
                  </a:lnTo>
                  <a:lnTo>
                    <a:pt x="1355" y="347"/>
                  </a:lnTo>
                  <a:cubicBezTo>
                    <a:pt x="1355" y="158"/>
                    <a:pt x="1197" y="1"/>
                    <a:pt x="100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76" name="Google Shape;1576;p26"/>
            <p:cNvSpPr/>
            <p:nvPr/>
          </p:nvSpPr>
          <p:spPr>
            <a:xfrm>
              <a:off x="-32669600" y="3329675"/>
              <a:ext cx="33875" cy="35450"/>
            </a:xfrm>
            <a:custGeom>
              <a:rect b="b" l="l" r="r" t="t"/>
              <a:pathLst>
                <a:path extrusionOk="0" h="1418" w="1355">
                  <a:moveTo>
                    <a:pt x="0" y="0"/>
                  </a:moveTo>
                  <a:lnTo>
                    <a:pt x="0" y="1418"/>
                  </a:lnTo>
                  <a:lnTo>
                    <a:pt x="1355" y="1418"/>
                  </a:lnTo>
                  <a:lnTo>
                    <a:pt x="1355"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77" name="Google Shape;1577;p26"/>
            <p:cNvSpPr/>
            <p:nvPr/>
          </p:nvSpPr>
          <p:spPr>
            <a:xfrm>
              <a:off x="-32669600" y="3381650"/>
              <a:ext cx="33875" cy="51225"/>
            </a:xfrm>
            <a:custGeom>
              <a:rect b="b" l="l" r="r" t="t"/>
              <a:pathLst>
                <a:path extrusionOk="0" h="2049" w="1355">
                  <a:moveTo>
                    <a:pt x="0" y="0"/>
                  </a:moveTo>
                  <a:lnTo>
                    <a:pt x="0" y="2048"/>
                  </a:lnTo>
                  <a:lnTo>
                    <a:pt x="1008" y="2048"/>
                  </a:lnTo>
                  <a:cubicBezTo>
                    <a:pt x="1197" y="2048"/>
                    <a:pt x="1355" y="1891"/>
                    <a:pt x="1355" y="1702"/>
                  </a:cubicBezTo>
                  <a:lnTo>
                    <a:pt x="1355"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78" name="Google Shape;1578;p26"/>
          <p:cNvGrpSpPr/>
          <p:nvPr/>
        </p:nvGrpSpPr>
        <p:grpSpPr>
          <a:xfrm>
            <a:off x="3612265" y="2490900"/>
            <a:ext cx="451372" cy="446024"/>
            <a:chOff x="-34408675" y="3202075"/>
            <a:chExt cx="295375" cy="291875"/>
          </a:xfrm>
        </p:grpSpPr>
        <p:sp>
          <p:nvSpPr>
            <p:cNvPr id="1579" name="Google Shape;1579;p26"/>
            <p:cNvSpPr/>
            <p:nvPr/>
          </p:nvSpPr>
          <p:spPr>
            <a:xfrm>
              <a:off x="-34274775" y="3202075"/>
              <a:ext cx="161475" cy="161475"/>
            </a:xfrm>
            <a:custGeom>
              <a:rect b="b" l="l" r="r" t="t"/>
              <a:pathLst>
                <a:path extrusionOk="0" h="6459" w="6459">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80" name="Google Shape;1580;p26"/>
            <p:cNvSpPr/>
            <p:nvPr/>
          </p:nvSpPr>
          <p:spPr>
            <a:xfrm>
              <a:off x="-34378750" y="3263175"/>
              <a:ext cx="76425" cy="73600"/>
            </a:xfrm>
            <a:custGeom>
              <a:rect b="b" l="l" r="r" t="t"/>
              <a:pathLst>
                <a:path extrusionOk="0" h="2944" w="3057">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81" name="Google Shape;1581;p26"/>
            <p:cNvSpPr/>
            <p:nvPr/>
          </p:nvSpPr>
          <p:spPr>
            <a:xfrm>
              <a:off x="-34250375" y="3392300"/>
              <a:ext cx="77225" cy="74425"/>
            </a:xfrm>
            <a:custGeom>
              <a:rect b="b" l="l" r="r" t="t"/>
              <a:pathLst>
                <a:path extrusionOk="0" h="2977" w="3089">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82" name="Google Shape;1582;p26"/>
            <p:cNvSpPr/>
            <p:nvPr/>
          </p:nvSpPr>
          <p:spPr>
            <a:xfrm>
              <a:off x="-34408675" y="3290275"/>
              <a:ext cx="207150" cy="203675"/>
            </a:xfrm>
            <a:custGeom>
              <a:rect b="b" l="l" r="r" t="t"/>
              <a:pathLst>
                <a:path extrusionOk="0" h="8147" w="8286">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83" name="Google Shape;1583;p26"/>
          <p:cNvGrpSpPr/>
          <p:nvPr/>
        </p:nvGrpSpPr>
        <p:grpSpPr>
          <a:xfrm>
            <a:off x="6435593" y="2498444"/>
            <a:ext cx="445375" cy="430933"/>
            <a:chOff x="-32568800" y="3232000"/>
            <a:chExt cx="291450" cy="282000"/>
          </a:xfrm>
        </p:grpSpPr>
        <p:sp>
          <p:nvSpPr>
            <p:cNvPr id="1584" name="Google Shape;1584;p26"/>
            <p:cNvSpPr/>
            <p:nvPr/>
          </p:nvSpPr>
          <p:spPr>
            <a:xfrm>
              <a:off x="-32545150" y="3232000"/>
              <a:ext cx="244175" cy="246550"/>
            </a:xfrm>
            <a:custGeom>
              <a:rect b="b" l="l" r="r" t="t"/>
              <a:pathLst>
                <a:path extrusionOk="0" h="9862" w="9767">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85" name="Google Shape;1585;p26"/>
            <p:cNvSpPr/>
            <p:nvPr/>
          </p:nvSpPr>
          <p:spPr>
            <a:xfrm>
              <a:off x="-32568800" y="3392675"/>
              <a:ext cx="291450" cy="121325"/>
            </a:xfrm>
            <a:custGeom>
              <a:rect b="b" l="l" r="r" t="t"/>
              <a:pathLst>
                <a:path extrusionOk="0" h="4853" w="11658">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86" name="Google Shape;1586;p26"/>
          <p:cNvGrpSpPr/>
          <p:nvPr/>
        </p:nvGrpSpPr>
        <p:grpSpPr>
          <a:xfrm>
            <a:off x="1461290" y="1373529"/>
            <a:ext cx="443607" cy="442464"/>
            <a:chOff x="-50504575" y="3550975"/>
            <a:chExt cx="300900" cy="300125"/>
          </a:xfrm>
        </p:grpSpPr>
        <p:sp>
          <p:nvSpPr>
            <p:cNvPr id="1587" name="Google Shape;1587;p26"/>
            <p:cNvSpPr/>
            <p:nvPr/>
          </p:nvSpPr>
          <p:spPr>
            <a:xfrm>
              <a:off x="-50504575" y="3550975"/>
              <a:ext cx="300900" cy="176475"/>
            </a:xfrm>
            <a:custGeom>
              <a:rect b="b" l="l" r="r" t="t"/>
              <a:pathLst>
                <a:path extrusionOk="0" h="7059" w="12036">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88" name="Google Shape;1588;p26"/>
            <p:cNvSpPr/>
            <p:nvPr/>
          </p:nvSpPr>
          <p:spPr>
            <a:xfrm>
              <a:off x="-50432100" y="3622650"/>
              <a:ext cx="157550" cy="175675"/>
            </a:xfrm>
            <a:custGeom>
              <a:rect b="b" l="l" r="r" t="t"/>
              <a:pathLst>
                <a:path extrusionOk="0" h="7027" w="6302">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89" name="Google Shape;1589;p26"/>
            <p:cNvSpPr/>
            <p:nvPr/>
          </p:nvSpPr>
          <p:spPr>
            <a:xfrm>
              <a:off x="-50414775" y="3815625"/>
              <a:ext cx="122900" cy="35475"/>
            </a:xfrm>
            <a:custGeom>
              <a:rect b="b" l="l" r="r" t="t"/>
              <a:pathLst>
                <a:path extrusionOk="0" h="1419" w="4916">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90" name="Google Shape;1590;p26"/>
            <p:cNvSpPr/>
            <p:nvPr/>
          </p:nvSpPr>
          <p:spPr>
            <a:xfrm>
              <a:off x="-50362000" y="3727425"/>
              <a:ext cx="18125" cy="17350"/>
            </a:xfrm>
            <a:custGeom>
              <a:rect b="b" l="l" r="r" t="t"/>
              <a:pathLst>
                <a:path extrusionOk="0" h="694" w="725">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91" name="Google Shape;1591;p26"/>
          <p:cNvGrpSpPr/>
          <p:nvPr/>
        </p:nvGrpSpPr>
        <p:grpSpPr>
          <a:xfrm>
            <a:off x="1461290" y="1919303"/>
            <a:ext cx="443607" cy="441285"/>
            <a:chOff x="-50503000" y="3921175"/>
            <a:chExt cx="300900" cy="299325"/>
          </a:xfrm>
        </p:grpSpPr>
        <p:sp>
          <p:nvSpPr>
            <p:cNvPr id="1592" name="Google Shape;1592;p26"/>
            <p:cNvSpPr/>
            <p:nvPr/>
          </p:nvSpPr>
          <p:spPr>
            <a:xfrm>
              <a:off x="-50432900" y="3921175"/>
              <a:ext cx="177250" cy="53575"/>
            </a:xfrm>
            <a:custGeom>
              <a:rect b="b" l="l" r="r" t="t"/>
              <a:pathLst>
                <a:path extrusionOk="0" h="2143" w="7090">
                  <a:moveTo>
                    <a:pt x="1" y="0"/>
                  </a:moveTo>
                  <a:lnTo>
                    <a:pt x="1" y="2143"/>
                  </a:lnTo>
                  <a:lnTo>
                    <a:pt x="7089" y="2143"/>
                  </a:lnTo>
                  <a:lnTo>
                    <a:pt x="7089"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93" name="Google Shape;1593;p26"/>
            <p:cNvSpPr/>
            <p:nvPr/>
          </p:nvSpPr>
          <p:spPr>
            <a:xfrm>
              <a:off x="-50503000" y="3921175"/>
              <a:ext cx="52800" cy="53575"/>
            </a:xfrm>
            <a:custGeom>
              <a:rect b="b" l="l" r="r" t="t"/>
              <a:pathLst>
                <a:path extrusionOk="0" h="2143" w="2112">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94" name="Google Shape;1594;p26"/>
            <p:cNvSpPr/>
            <p:nvPr/>
          </p:nvSpPr>
          <p:spPr>
            <a:xfrm>
              <a:off x="-50237550" y="3921175"/>
              <a:ext cx="35450" cy="53575"/>
            </a:xfrm>
            <a:custGeom>
              <a:rect b="b" l="l" r="r" t="t"/>
              <a:pathLst>
                <a:path extrusionOk="0" h="2143" w="1418">
                  <a:moveTo>
                    <a:pt x="0" y="0"/>
                  </a:moveTo>
                  <a:lnTo>
                    <a:pt x="0" y="2143"/>
                  </a:lnTo>
                  <a:lnTo>
                    <a:pt x="347" y="2143"/>
                  </a:lnTo>
                  <a:cubicBezTo>
                    <a:pt x="945" y="2143"/>
                    <a:pt x="1418" y="1670"/>
                    <a:pt x="1418" y="1071"/>
                  </a:cubicBezTo>
                  <a:cubicBezTo>
                    <a:pt x="1418" y="473"/>
                    <a:pt x="945" y="0"/>
                    <a:pt x="34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95" name="Google Shape;1595;p26"/>
            <p:cNvSpPr/>
            <p:nvPr/>
          </p:nvSpPr>
          <p:spPr>
            <a:xfrm>
              <a:off x="-50414775" y="4045625"/>
              <a:ext cx="159125" cy="122875"/>
            </a:xfrm>
            <a:custGeom>
              <a:rect b="b" l="l" r="r" t="t"/>
              <a:pathLst>
                <a:path extrusionOk="0" h="4915" w="6365">
                  <a:moveTo>
                    <a:pt x="0" y="0"/>
                  </a:moveTo>
                  <a:lnTo>
                    <a:pt x="0" y="4915"/>
                  </a:lnTo>
                  <a:lnTo>
                    <a:pt x="6364" y="4915"/>
                  </a:lnTo>
                  <a:lnTo>
                    <a:pt x="6364"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96" name="Google Shape;1596;p26"/>
            <p:cNvSpPr/>
            <p:nvPr/>
          </p:nvSpPr>
          <p:spPr>
            <a:xfrm>
              <a:off x="-50503000" y="3992050"/>
              <a:ext cx="300900" cy="228450"/>
            </a:xfrm>
            <a:custGeom>
              <a:rect b="b" l="l" r="r" t="t"/>
              <a:pathLst>
                <a:path extrusionOk="0" h="9138" w="12036">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597" name="Google Shape;1597;p26"/>
          <p:cNvGrpSpPr/>
          <p:nvPr/>
        </p:nvGrpSpPr>
        <p:grpSpPr>
          <a:xfrm>
            <a:off x="4206147" y="1400251"/>
            <a:ext cx="442428" cy="442428"/>
            <a:chOff x="-48630025" y="3569100"/>
            <a:chExt cx="300100" cy="300100"/>
          </a:xfrm>
        </p:grpSpPr>
        <p:sp>
          <p:nvSpPr>
            <p:cNvPr id="1598" name="Google Shape;1598;p26"/>
            <p:cNvSpPr/>
            <p:nvPr/>
          </p:nvSpPr>
          <p:spPr>
            <a:xfrm>
              <a:off x="-48400825" y="3710875"/>
              <a:ext cx="18150" cy="17350"/>
            </a:xfrm>
            <a:custGeom>
              <a:rect b="b" l="l" r="r" t="t"/>
              <a:pathLst>
                <a:path extrusionOk="0" h="694" w="726">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99" name="Google Shape;1599;p26"/>
            <p:cNvSpPr/>
            <p:nvPr/>
          </p:nvSpPr>
          <p:spPr>
            <a:xfrm>
              <a:off x="-48400825" y="3781750"/>
              <a:ext cx="18150" cy="17350"/>
            </a:xfrm>
            <a:custGeom>
              <a:rect b="b" l="l" r="r" t="t"/>
              <a:pathLst>
                <a:path extrusionOk="0" h="694" w="726">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00" name="Google Shape;1600;p26"/>
            <p:cNvSpPr/>
            <p:nvPr/>
          </p:nvSpPr>
          <p:spPr>
            <a:xfrm>
              <a:off x="-48488250" y="3710875"/>
              <a:ext cx="18150" cy="17350"/>
            </a:xfrm>
            <a:custGeom>
              <a:rect b="b" l="l" r="r" t="t"/>
              <a:pathLst>
                <a:path extrusionOk="0" h="694" w="726">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01" name="Google Shape;1601;p26"/>
            <p:cNvSpPr/>
            <p:nvPr/>
          </p:nvSpPr>
          <p:spPr>
            <a:xfrm>
              <a:off x="-48488250" y="3640000"/>
              <a:ext cx="18150" cy="17350"/>
            </a:xfrm>
            <a:custGeom>
              <a:rect b="b" l="l" r="r" t="t"/>
              <a:pathLst>
                <a:path extrusionOk="0" h="694" w="726">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02" name="Google Shape;1602;p26"/>
            <p:cNvSpPr/>
            <p:nvPr/>
          </p:nvSpPr>
          <p:spPr>
            <a:xfrm>
              <a:off x="-48400825" y="364000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03" name="Google Shape;1603;p26"/>
            <p:cNvSpPr/>
            <p:nvPr/>
          </p:nvSpPr>
          <p:spPr>
            <a:xfrm>
              <a:off x="-48541800" y="3569100"/>
              <a:ext cx="211875" cy="300100"/>
            </a:xfrm>
            <a:custGeom>
              <a:rect b="b" l="l" r="r" t="t"/>
              <a:pathLst>
                <a:path extrusionOk="0" h="12004" w="8475">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04" name="Google Shape;1604;p26"/>
            <p:cNvSpPr/>
            <p:nvPr/>
          </p:nvSpPr>
          <p:spPr>
            <a:xfrm>
              <a:off x="-48488250" y="3781750"/>
              <a:ext cx="18150" cy="17350"/>
            </a:xfrm>
            <a:custGeom>
              <a:rect b="b" l="l" r="r" t="t"/>
              <a:pathLst>
                <a:path extrusionOk="0" h="694" w="726">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05" name="Google Shape;1605;p26"/>
            <p:cNvSpPr/>
            <p:nvPr/>
          </p:nvSpPr>
          <p:spPr>
            <a:xfrm>
              <a:off x="-48630025" y="3569900"/>
              <a:ext cx="71700" cy="87450"/>
            </a:xfrm>
            <a:custGeom>
              <a:rect b="b" l="l" r="r" t="t"/>
              <a:pathLst>
                <a:path extrusionOk="0" h="3498" w="2868">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06" name="Google Shape;1606;p26"/>
            <p:cNvSpPr/>
            <p:nvPr/>
          </p:nvSpPr>
          <p:spPr>
            <a:xfrm>
              <a:off x="-48626875" y="3668350"/>
              <a:ext cx="64625" cy="42550"/>
            </a:xfrm>
            <a:custGeom>
              <a:rect b="b" l="l" r="r" t="t"/>
              <a:pathLst>
                <a:path extrusionOk="0" h="1702" w="2585">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07" name="Google Shape;1607;p26"/>
            <p:cNvSpPr/>
            <p:nvPr/>
          </p:nvSpPr>
          <p:spPr>
            <a:xfrm>
              <a:off x="-48630025" y="3727425"/>
              <a:ext cx="70925" cy="141775"/>
            </a:xfrm>
            <a:custGeom>
              <a:rect b="b" l="l" r="r" t="t"/>
              <a:pathLst>
                <a:path extrusionOk="0" h="5671" w="2837">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08" name="Google Shape;1608;p26"/>
          <p:cNvGrpSpPr/>
          <p:nvPr/>
        </p:nvGrpSpPr>
        <p:grpSpPr>
          <a:xfrm>
            <a:off x="4206736" y="1944845"/>
            <a:ext cx="441248" cy="440105"/>
            <a:chOff x="-48629225" y="3938500"/>
            <a:chExt cx="299300" cy="298525"/>
          </a:xfrm>
        </p:grpSpPr>
        <p:sp>
          <p:nvSpPr>
            <p:cNvPr id="1609" name="Google Shape;1609;p26"/>
            <p:cNvSpPr/>
            <p:nvPr/>
          </p:nvSpPr>
          <p:spPr>
            <a:xfrm>
              <a:off x="-48629225" y="3938500"/>
              <a:ext cx="299300" cy="298525"/>
            </a:xfrm>
            <a:custGeom>
              <a:rect b="b" l="l" r="r" t="t"/>
              <a:pathLst>
                <a:path extrusionOk="0" h="11941" w="11972">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10" name="Google Shape;1610;p26"/>
            <p:cNvSpPr/>
            <p:nvPr/>
          </p:nvSpPr>
          <p:spPr>
            <a:xfrm>
              <a:off x="-48496900" y="4119650"/>
              <a:ext cx="35450" cy="47275"/>
            </a:xfrm>
            <a:custGeom>
              <a:rect b="b" l="l" r="r" t="t"/>
              <a:pathLst>
                <a:path extrusionOk="0" h="1891" w="1418">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11" name="Google Shape;1611;p26"/>
            <p:cNvSpPr/>
            <p:nvPr/>
          </p:nvSpPr>
          <p:spPr>
            <a:xfrm>
              <a:off x="-48495325" y="4073175"/>
              <a:ext cx="29950" cy="31325"/>
            </a:xfrm>
            <a:custGeom>
              <a:rect b="b" l="l" r="r" t="t"/>
              <a:pathLst>
                <a:path extrusionOk="0" h="1253" w="1198">
                  <a:moveTo>
                    <a:pt x="599" y="1"/>
                  </a:moveTo>
                  <a:lnTo>
                    <a:pt x="0" y="1135"/>
                  </a:lnTo>
                  <a:cubicBezTo>
                    <a:pt x="205" y="1214"/>
                    <a:pt x="410" y="1253"/>
                    <a:pt x="610" y="1253"/>
                  </a:cubicBezTo>
                  <a:cubicBezTo>
                    <a:pt x="811" y="1253"/>
                    <a:pt x="1008" y="1214"/>
                    <a:pt x="1197" y="1135"/>
                  </a:cubicBezTo>
                  <a:lnTo>
                    <a:pt x="599"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12" name="Google Shape;1612;p26"/>
            <p:cNvSpPr/>
            <p:nvPr/>
          </p:nvSpPr>
          <p:spPr>
            <a:xfrm>
              <a:off x="-48559125" y="4009375"/>
              <a:ext cx="159900" cy="149675"/>
            </a:xfrm>
            <a:custGeom>
              <a:rect b="b" l="l" r="r" t="t"/>
              <a:pathLst>
                <a:path extrusionOk="0" h="5987" w="6396">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13" name="Google Shape;1613;p26"/>
          <p:cNvGrpSpPr/>
          <p:nvPr/>
        </p:nvGrpSpPr>
        <p:grpSpPr>
          <a:xfrm>
            <a:off x="6957877" y="1428115"/>
            <a:ext cx="442464" cy="389023"/>
            <a:chOff x="-46779900" y="3588000"/>
            <a:chExt cx="300125" cy="263875"/>
          </a:xfrm>
        </p:grpSpPr>
        <p:sp>
          <p:nvSpPr>
            <p:cNvPr id="1614" name="Google Shape;1614;p26"/>
            <p:cNvSpPr/>
            <p:nvPr/>
          </p:nvSpPr>
          <p:spPr>
            <a:xfrm>
              <a:off x="-46746025" y="3588000"/>
              <a:ext cx="230800" cy="263875"/>
            </a:xfrm>
            <a:custGeom>
              <a:rect b="b" l="l" r="r" t="t"/>
              <a:pathLst>
                <a:path extrusionOk="0" h="10555" w="9232">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15" name="Google Shape;1615;p26"/>
            <p:cNvSpPr/>
            <p:nvPr/>
          </p:nvSpPr>
          <p:spPr>
            <a:xfrm>
              <a:off x="-46674350" y="3710075"/>
              <a:ext cx="91400" cy="122900"/>
            </a:xfrm>
            <a:custGeom>
              <a:rect b="b" l="l" r="r" t="t"/>
              <a:pathLst>
                <a:path extrusionOk="0" h="4916" w="3656">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16" name="Google Shape;1616;p26"/>
            <p:cNvSpPr/>
            <p:nvPr/>
          </p:nvSpPr>
          <p:spPr>
            <a:xfrm>
              <a:off x="-46779900" y="3754200"/>
              <a:ext cx="17350" cy="70125"/>
            </a:xfrm>
            <a:custGeom>
              <a:rect b="b" l="l" r="r" t="t"/>
              <a:pathLst>
                <a:path extrusionOk="0" h="2805" w="694">
                  <a:moveTo>
                    <a:pt x="694" y="0"/>
                  </a:moveTo>
                  <a:cubicBezTo>
                    <a:pt x="253" y="347"/>
                    <a:pt x="1" y="819"/>
                    <a:pt x="1" y="1418"/>
                  </a:cubicBezTo>
                  <a:cubicBezTo>
                    <a:pt x="1" y="2017"/>
                    <a:pt x="253" y="2458"/>
                    <a:pt x="694" y="2804"/>
                  </a:cubicBezTo>
                  <a:lnTo>
                    <a:pt x="694"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17" name="Google Shape;1617;p26"/>
            <p:cNvSpPr/>
            <p:nvPr/>
          </p:nvSpPr>
          <p:spPr>
            <a:xfrm>
              <a:off x="-46497925" y="3754200"/>
              <a:ext cx="18150" cy="70125"/>
            </a:xfrm>
            <a:custGeom>
              <a:rect b="b" l="l" r="r" t="t"/>
              <a:pathLst>
                <a:path extrusionOk="0" h="2805" w="726">
                  <a:moveTo>
                    <a:pt x="1" y="0"/>
                  </a:moveTo>
                  <a:lnTo>
                    <a:pt x="1" y="2804"/>
                  </a:lnTo>
                  <a:cubicBezTo>
                    <a:pt x="442" y="2489"/>
                    <a:pt x="725" y="1954"/>
                    <a:pt x="725" y="1418"/>
                  </a:cubicBezTo>
                  <a:cubicBezTo>
                    <a:pt x="725" y="851"/>
                    <a:pt x="442" y="347"/>
                    <a:pt x="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18" name="Google Shape;1618;p26"/>
          <p:cNvGrpSpPr/>
          <p:nvPr/>
        </p:nvGrpSpPr>
        <p:grpSpPr>
          <a:xfrm>
            <a:off x="6958467" y="1944845"/>
            <a:ext cx="441285" cy="440105"/>
            <a:chOff x="-46779100" y="3938500"/>
            <a:chExt cx="299325" cy="298525"/>
          </a:xfrm>
        </p:grpSpPr>
        <p:sp>
          <p:nvSpPr>
            <p:cNvPr id="1619" name="Google Shape;1619;p26"/>
            <p:cNvSpPr/>
            <p:nvPr/>
          </p:nvSpPr>
          <p:spPr>
            <a:xfrm>
              <a:off x="-46656225" y="4061375"/>
              <a:ext cx="53575" cy="52775"/>
            </a:xfrm>
            <a:custGeom>
              <a:rect b="b" l="l" r="r" t="t"/>
              <a:pathLst>
                <a:path extrusionOk="0" h="2111" w="2143">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20" name="Google Shape;1620;p26"/>
            <p:cNvSpPr/>
            <p:nvPr/>
          </p:nvSpPr>
          <p:spPr>
            <a:xfrm>
              <a:off x="-46779100" y="3938500"/>
              <a:ext cx="299325" cy="298525"/>
            </a:xfrm>
            <a:custGeom>
              <a:rect b="b" l="l" r="r" t="t"/>
              <a:pathLst>
                <a:path extrusionOk="0" h="11941" w="11973">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21" name="Google Shape;1621;p26"/>
          <p:cNvGrpSpPr/>
          <p:nvPr/>
        </p:nvGrpSpPr>
        <p:grpSpPr>
          <a:xfrm>
            <a:off x="2010138" y="1373529"/>
            <a:ext cx="442428" cy="442464"/>
            <a:chOff x="-50134375" y="3550975"/>
            <a:chExt cx="300100" cy="300125"/>
          </a:xfrm>
        </p:grpSpPr>
        <p:sp>
          <p:nvSpPr>
            <p:cNvPr id="1622" name="Google Shape;1622;p26"/>
            <p:cNvSpPr/>
            <p:nvPr/>
          </p:nvSpPr>
          <p:spPr>
            <a:xfrm>
              <a:off x="-50134375" y="3550975"/>
              <a:ext cx="300100" cy="300125"/>
            </a:xfrm>
            <a:custGeom>
              <a:rect b="b" l="l" r="r" t="t"/>
              <a:pathLst>
                <a:path extrusionOk="0" h="12005" w="12004">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23" name="Google Shape;1623;p26"/>
            <p:cNvSpPr/>
            <p:nvPr/>
          </p:nvSpPr>
          <p:spPr>
            <a:xfrm>
              <a:off x="-50054825" y="3603750"/>
              <a:ext cx="141800" cy="194575"/>
            </a:xfrm>
            <a:custGeom>
              <a:rect b="b" l="l" r="r" t="t"/>
              <a:pathLst>
                <a:path extrusionOk="0" h="7783" w="5672">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24" name="Google Shape;1624;p26"/>
          <p:cNvGrpSpPr/>
          <p:nvPr/>
        </p:nvGrpSpPr>
        <p:grpSpPr>
          <a:xfrm>
            <a:off x="2010138" y="1918420"/>
            <a:ext cx="442428" cy="442169"/>
            <a:chOff x="-50134375" y="3920575"/>
            <a:chExt cx="300100" cy="299925"/>
          </a:xfrm>
        </p:grpSpPr>
        <p:sp>
          <p:nvSpPr>
            <p:cNvPr id="1625" name="Google Shape;1625;p26"/>
            <p:cNvSpPr/>
            <p:nvPr/>
          </p:nvSpPr>
          <p:spPr>
            <a:xfrm>
              <a:off x="-49985525" y="3920575"/>
              <a:ext cx="151250" cy="151850"/>
            </a:xfrm>
            <a:custGeom>
              <a:rect b="b" l="l" r="r" t="t"/>
              <a:pathLst>
                <a:path extrusionOk="0" h="6074" w="6050">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26" name="Google Shape;1626;p26"/>
            <p:cNvSpPr/>
            <p:nvPr/>
          </p:nvSpPr>
          <p:spPr>
            <a:xfrm>
              <a:off x="-50134375" y="4069250"/>
              <a:ext cx="151250" cy="151250"/>
            </a:xfrm>
            <a:custGeom>
              <a:rect b="b" l="l" r="r" t="t"/>
              <a:pathLst>
                <a:path extrusionOk="0" h="6050" w="605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27" name="Google Shape;1627;p26"/>
            <p:cNvSpPr/>
            <p:nvPr/>
          </p:nvSpPr>
          <p:spPr>
            <a:xfrm>
              <a:off x="-50090275" y="3964500"/>
              <a:ext cx="211100" cy="211100"/>
            </a:xfrm>
            <a:custGeom>
              <a:rect b="b" l="l" r="r" t="t"/>
              <a:pathLst>
                <a:path extrusionOk="0" h="8444" w="8444">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28" name="Google Shape;1628;p26"/>
          <p:cNvGrpSpPr/>
          <p:nvPr/>
        </p:nvGrpSpPr>
        <p:grpSpPr>
          <a:xfrm>
            <a:off x="4799883" y="1401172"/>
            <a:ext cx="371589" cy="441507"/>
            <a:chOff x="-48233050" y="3569725"/>
            <a:chExt cx="252050" cy="299475"/>
          </a:xfrm>
        </p:grpSpPr>
        <p:sp>
          <p:nvSpPr>
            <p:cNvPr id="1629" name="Google Shape;1629;p26"/>
            <p:cNvSpPr/>
            <p:nvPr/>
          </p:nvSpPr>
          <p:spPr>
            <a:xfrm>
              <a:off x="-48233050" y="3569725"/>
              <a:ext cx="252050" cy="299475"/>
            </a:xfrm>
            <a:custGeom>
              <a:rect b="b" l="l" r="r" t="t"/>
              <a:pathLst>
                <a:path extrusionOk="0" h="11979" w="10082">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30" name="Google Shape;1630;p26"/>
            <p:cNvSpPr/>
            <p:nvPr/>
          </p:nvSpPr>
          <p:spPr>
            <a:xfrm>
              <a:off x="-48170050" y="3622650"/>
              <a:ext cx="100050" cy="103225"/>
            </a:xfrm>
            <a:custGeom>
              <a:rect b="b" l="l" r="r" t="t"/>
              <a:pathLst>
                <a:path extrusionOk="0" h="4129" w="4002">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31" name="Google Shape;1631;p26"/>
            <p:cNvSpPr/>
            <p:nvPr/>
          </p:nvSpPr>
          <p:spPr>
            <a:xfrm>
              <a:off x="-48129100" y="3665200"/>
              <a:ext cx="18150" cy="18125"/>
            </a:xfrm>
            <a:custGeom>
              <a:rect b="b" l="l" r="r" t="t"/>
              <a:pathLst>
                <a:path extrusionOk="0" h="725" w="726">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32" name="Google Shape;1632;p26"/>
          <p:cNvGrpSpPr/>
          <p:nvPr/>
        </p:nvGrpSpPr>
        <p:grpSpPr>
          <a:xfrm>
            <a:off x="4829479" y="1941344"/>
            <a:ext cx="312397" cy="445929"/>
            <a:chOff x="-48216525" y="3936125"/>
            <a:chExt cx="211900" cy="302475"/>
          </a:xfrm>
        </p:grpSpPr>
        <p:sp>
          <p:nvSpPr>
            <p:cNvPr id="1633" name="Google Shape;1633;p26"/>
            <p:cNvSpPr/>
            <p:nvPr/>
          </p:nvSpPr>
          <p:spPr>
            <a:xfrm>
              <a:off x="-48207850" y="3955825"/>
              <a:ext cx="105550" cy="158325"/>
            </a:xfrm>
            <a:custGeom>
              <a:rect b="b" l="l" r="r" t="t"/>
              <a:pathLst>
                <a:path extrusionOk="0" h="6333" w="4222">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34" name="Google Shape;1634;p26"/>
            <p:cNvSpPr/>
            <p:nvPr/>
          </p:nvSpPr>
          <p:spPr>
            <a:xfrm>
              <a:off x="-48192100" y="4184225"/>
              <a:ext cx="163850" cy="54375"/>
            </a:xfrm>
            <a:custGeom>
              <a:rect b="b" l="l" r="r" t="t"/>
              <a:pathLst>
                <a:path extrusionOk="0" h="2175" w="6554">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35" name="Google Shape;1635;p26"/>
            <p:cNvSpPr/>
            <p:nvPr/>
          </p:nvSpPr>
          <p:spPr>
            <a:xfrm>
              <a:off x="-48216525" y="4131475"/>
              <a:ext cx="211900" cy="34675"/>
            </a:xfrm>
            <a:custGeom>
              <a:rect b="b" l="l" r="r" t="t"/>
              <a:pathLst>
                <a:path extrusionOk="0" h="1387" w="8476">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36" name="Google Shape;1636;p26"/>
            <p:cNvSpPr/>
            <p:nvPr/>
          </p:nvSpPr>
          <p:spPr>
            <a:xfrm>
              <a:off x="-48113350" y="3936125"/>
              <a:ext cx="98475" cy="178025"/>
            </a:xfrm>
            <a:custGeom>
              <a:rect b="b" l="l" r="r" t="t"/>
              <a:pathLst>
                <a:path extrusionOk="0" h="7121" w="3939">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37" name="Google Shape;1637;p26"/>
          <p:cNvGrpSpPr/>
          <p:nvPr/>
        </p:nvGrpSpPr>
        <p:grpSpPr>
          <a:xfrm>
            <a:off x="7508675" y="1400251"/>
            <a:ext cx="442428" cy="443607"/>
            <a:chOff x="-46409700" y="3569100"/>
            <a:chExt cx="300100" cy="300900"/>
          </a:xfrm>
        </p:grpSpPr>
        <p:sp>
          <p:nvSpPr>
            <p:cNvPr id="1638" name="Google Shape;1638;p26"/>
            <p:cNvSpPr/>
            <p:nvPr/>
          </p:nvSpPr>
          <p:spPr>
            <a:xfrm>
              <a:off x="-46234850" y="3569100"/>
              <a:ext cx="18125" cy="52800"/>
            </a:xfrm>
            <a:custGeom>
              <a:rect b="b" l="l" r="r" t="t"/>
              <a:pathLst>
                <a:path extrusionOk="0" h="2112" w="725">
                  <a:moveTo>
                    <a:pt x="0" y="1"/>
                  </a:moveTo>
                  <a:lnTo>
                    <a:pt x="0" y="2111"/>
                  </a:lnTo>
                  <a:lnTo>
                    <a:pt x="725" y="2111"/>
                  </a:lnTo>
                  <a:lnTo>
                    <a:pt x="725"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39" name="Google Shape;1639;p26"/>
            <p:cNvSpPr/>
            <p:nvPr/>
          </p:nvSpPr>
          <p:spPr>
            <a:xfrm>
              <a:off x="-46270300" y="3745525"/>
              <a:ext cx="18150" cy="17350"/>
            </a:xfrm>
            <a:custGeom>
              <a:rect b="b" l="l" r="r" t="t"/>
              <a:pathLst>
                <a:path extrusionOk="0" h="694" w="726">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40" name="Google Shape;1640;p26"/>
            <p:cNvSpPr/>
            <p:nvPr/>
          </p:nvSpPr>
          <p:spPr>
            <a:xfrm>
              <a:off x="-46305750" y="3710875"/>
              <a:ext cx="89025" cy="88225"/>
            </a:xfrm>
            <a:custGeom>
              <a:rect b="b" l="l" r="r" t="t"/>
              <a:pathLst>
                <a:path extrusionOk="0" h="3529" w="3561">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41" name="Google Shape;1641;p26"/>
            <p:cNvSpPr/>
            <p:nvPr/>
          </p:nvSpPr>
          <p:spPr>
            <a:xfrm>
              <a:off x="-46409700" y="3569900"/>
              <a:ext cx="300100" cy="300100"/>
            </a:xfrm>
            <a:custGeom>
              <a:rect b="b" l="l" r="r" t="t"/>
              <a:pathLst>
                <a:path extrusionOk="0" h="12004" w="12004">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42" name="Google Shape;1642;p26"/>
            <p:cNvSpPr/>
            <p:nvPr/>
          </p:nvSpPr>
          <p:spPr>
            <a:xfrm>
              <a:off x="-46341175" y="3569100"/>
              <a:ext cx="159125" cy="87450"/>
            </a:xfrm>
            <a:custGeom>
              <a:rect b="b" l="l" r="r" t="t"/>
              <a:pathLst>
                <a:path extrusionOk="0" h="3498" w="6365">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43" name="Google Shape;1643;p26"/>
          <p:cNvGrpSpPr/>
          <p:nvPr/>
        </p:nvGrpSpPr>
        <p:grpSpPr>
          <a:xfrm>
            <a:off x="7493583" y="1942524"/>
            <a:ext cx="472613" cy="445929"/>
            <a:chOff x="-46422300" y="3936925"/>
            <a:chExt cx="320575" cy="302475"/>
          </a:xfrm>
        </p:grpSpPr>
        <p:sp>
          <p:nvSpPr>
            <p:cNvPr id="1644" name="Google Shape;1644;p26"/>
            <p:cNvSpPr/>
            <p:nvPr/>
          </p:nvSpPr>
          <p:spPr>
            <a:xfrm>
              <a:off x="-46254550" y="3936925"/>
              <a:ext cx="152825" cy="300900"/>
            </a:xfrm>
            <a:custGeom>
              <a:rect b="b" l="l" r="r" t="t"/>
              <a:pathLst>
                <a:path extrusionOk="0" h="12036" w="6113">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45" name="Google Shape;1645;p26"/>
            <p:cNvSpPr/>
            <p:nvPr/>
          </p:nvSpPr>
          <p:spPr>
            <a:xfrm>
              <a:off x="-46422300" y="3938500"/>
              <a:ext cx="152025" cy="300900"/>
            </a:xfrm>
            <a:custGeom>
              <a:rect b="b" l="l" r="r" t="t"/>
              <a:pathLst>
                <a:path extrusionOk="0" h="12036" w="6081">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46" name="Google Shape;1646;p26"/>
          <p:cNvGrpSpPr/>
          <p:nvPr/>
        </p:nvGrpSpPr>
        <p:grpSpPr>
          <a:xfrm>
            <a:off x="9707323" y="1387499"/>
            <a:ext cx="443607" cy="442428"/>
            <a:chOff x="-44914800" y="3560450"/>
            <a:chExt cx="300900" cy="300100"/>
          </a:xfrm>
        </p:grpSpPr>
        <p:sp>
          <p:nvSpPr>
            <p:cNvPr id="1647" name="Google Shape;1647;p26"/>
            <p:cNvSpPr/>
            <p:nvPr/>
          </p:nvSpPr>
          <p:spPr>
            <a:xfrm>
              <a:off x="-44914800" y="3560450"/>
              <a:ext cx="300900" cy="300100"/>
            </a:xfrm>
            <a:custGeom>
              <a:rect b="b" l="l" r="r" t="t"/>
              <a:pathLst>
                <a:path extrusionOk="0" h="12004" w="12036">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48" name="Google Shape;1648;p26"/>
            <p:cNvSpPr/>
            <p:nvPr/>
          </p:nvSpPr>
          <p:spPr>
            <a:xfrm>
              <a:off x="-44861250" y="3632100"/>
              <a:ext cx="193800" cy="146525"/>
            </a:xfrm>
            <a:custGeom>
              <a:rect b="b" l="l" r="r" t="t"/>
              <a:pathLst>
                <a:path extrusionOk="0" h="5861" w="7752">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49" name="Google Shape;1649;p26"/>
            <p:cNvSpPr/>
            <p:nvPr/>
          </p:nvSpPr>
          <p:spPr>
            <a:xfrm>
              <a:off x="-44773800" y="3675425"/>
              <a:ext cx="18125" cy="17350"/>
            </a:xfrm>
            <a:custGeom>
              <a:rect b="b" l="l" r="r" t="t"/>
              <a:pathLst>
                <a:path extrusionOk="0" h="694" w="725">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50" name="Google Shape;1650;p26"/>
            <p:cNvSpPr/>
            <p:nvPr/>
          </p:nvSpPr>
          <p:spPr>
            <a:xfrm>
              <a:off x="-44750975" y="3741600"/>
              <a:ext cx="70900" cy="48050"/>
            </a:xfrm>
            <a:custGeom>
              <a:rect b="b" l="l" r="r" t="t"/>
              <a:pathLst>
                <a:path extrusionOk="0" h="1922" w="2836">
                  <a:moveTo>
                    <a:pt x="883" y="0"/>
                  </a:moveTo>
                  <a:lnTo>
                    <a:pt x="1" y="945"/>
                  </a:lnTo>
                  <a:lnTo>
                    <a:pt x="1009" y="1922"/>
                  </a:lnTo>
                  <a:lnTo>
                    <a:pt x="2836" y="1922"/>
                  </a:lnTo>
                  <a:lnTo>
                    <a:pt x="883"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51" name="Google Shape;1651;p26"/>
            <p:cNvSpPr/>
            <p:nvPr/>
          </p:nvSpPr>
          <p:spPr>
            <a:xfrm>
              <a:off x="-44848625" y="3740025"/>
              <a:ext cx="97675" cy="49625"/>
            </a:xfrm>
            <a:custGeom>
              <a:rect b="b" l="l" r="r" t="t"/>
              <a:pathLst>
                <a:path extrusionOk="0" h="1985" w="3907">
                  <a:moveTo>
                    <a:pt x="1985" y="0"/>
                  </a:moveTo>
                  <a:lnTo>
                    <a:pt x="0" y="1985"/>
                  </a:lnTo>
                  <a:lnTo>
                    <a:pt x="3907" y="1985"/>
                  </a:lnTo>
                  <a:lnTo>
                    <a:pt x="1985"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52" name="Google Shape;1652;p26"/>
          <p:cNvGrpSpPr/>
          <p:nvPr/>
        </p:nvGrpSpPr>
        <p:grpSpPr>
          <a:xfrm>
            <a:off x="2558213" y="1373899"/>
            <a:ext cx="441248" cy="443239"/>
            <a:chOff x="-49764975" y="3551225"/>
            <a:chExt cx="299300" cy="300650"/>
          </a:xfrm>
        </p:grpSpPr>
        <p:sp>
          <p:nvSpPr>
            <p:cNvPr id="1653" name="Google Shape;1653;p26"/>
            <p:cNvSpPr/>
            <p:nvPr/>
          </p:nvSpPr>
          <p:spPr>
            <a:xfrm>
              <a:off x="-49764975" y="3657325"/>
              <a:ext cx="35450" cy="18125"/>
            </a:xfrm>
            <a:custGeom>
              <a:rect b="b" l="l" r="r" t="t"/>
              <a:pathLst>
                <a:path extrusionOk="0" h="725" w="1418">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54" name="Google Shape;1654;p26"/>
            <p:cNvSpPr/>
            <p:nvPr/>
          </p:nvSpPr>
          <p:spPr>
            <a:xfrm>
              <a:off x="-49763400" y="3598250"/>
              <a:ext cx="31525" cy="29950"/>
            </a:xfrm>
            <a:custGeom>
              <a:rect b="b" l="l" r="r" t="t"/>
              <a:pathLst>
                <a:path extrusionOk="0" h="1198" w="1261">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55" name="Google Shape;1655;p26"/>
            <p:cNvSpPr/>
            <p:nvPr/>
          </p:nvSpPr>
          <p:spPr>
            <a:xfrm>
              <a:off x="-49763400" y="3703975"/>
              <a:ext cx="31525" cy="30550"/>
            </a:xfrm>
            <a:custGeom>
              <a:rect b="b" l="l" r="r" t="t"/>
              <a:pathLst>
                <a:path extrusionOk="0" h="1222" w="1261">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56" name="Google Shape;1656;p26"/>
            <p:cNvSpPr/>
            <p:nvPr/>
          </p:nvSpPr>
          <p:spPr>
            <a:xfrm>
              <a:off x="-49501125" y="3657325"/>
              <a:ext cx="35450" cy="18125"/>
            </a:xfrm>
            <a:custGeom>
              <a:rect b="b" l="l" r="r" t="t"/>
              <a:pathLst>
                <a:path extrusionOk="0" h="725" w="1418">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57" name="Google Shape;1657;p26"/>
            <p:cNvSpPr/>
            <p:nvPr/>
          </p:nvSpPr>
          <p:spPr>
            <a:xfrm>
              <a:off x="-49499550" y="3598250"/>
              <a:ext cx="31525" cy="30550"/>
            </a:xfrm>
            <a:custGeom>
              <a:rect b="b" l="l" r="r" t="t"/>
              <a:pathLst>
                <a:path extrusionOk="0" h="1222" w="1261">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58" name="Google Shape;1658;p26"/>
            <p:cNvSpPr/>
            <p:nvPr/>
          </p:nvSpPr>
          <p:spPr>
            <a:xfrm>
              <a:off x="-49499550" y="3704575"/>
              <a:ext cx="31525" cy="29950"/>
            </a:xfrm>
            <a:custGeom>
              <a:rect b="b" l="l" r="r" t="t"/>
              <a:pathLst>
                <a:path extrusionOk="0" h="1198" w="1261">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59" name="Google Shape;1659;p26"/>
            <p:cNvSpPr/>
            <p:nvPr/>
          </p:nvSpPr>
          <p:spPr>
            <a:xfrm>
              <a:off x="-49725600" y="3551225"/>
              <a:ext cx="215050" cy="210875"/>
            </a:xfrm>
            <a:custGeom>
              <a:rect b="b" l="l" r="r" t="t"/>
              <a:pathLst>
                <a:path extrusionOk="0" h="8435" w="8602">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60" name="Google Shape;1660;p26"/>
            <p:cNvSpPr/>
            <p:nvPr/>
          </p:nvSpPr>
          <p:spPr>
            <a:xfrm>
              <a:off x="-49633450" y="3697475"/>
              <a:ext cx="35475" cy="65400"/>
            </a:xfrm>
            <a:custGeom>
              <a:rect b="b" l="l" r="r" t="t"/>
              <a:pathLst>
                <a:path extrusionOk="0" h="2616" w="1419">
                  <a:moveTo>
                    <a:pt x="0" y="1"/>
                  </a:moveTo>
                  <a:lnTo>
                    <a:pt x="0" y="2616"/>
                  </a:lnTo>
                  <a:lnTo>
                    <a:pt x="1418" y="2616"/>
                  </a:lnTo>
                  <a:lnTo>
                    <a:pt x="1418" y="1"/>
                  </a:lnTo>
                  <a:cubicBezTo>
                    <a:pt x="1198" y="95"/>
                    <a:pt x="946" y="127"/>
                    <a:pt x="725" y="127"/>
                  </a:cubicBezTo>
                  <a:cubicBezTo>
                    <a:pt x="473" y="127"/>
                    <a:pt x="252" y="95"/>
                    <a:pt x="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61" name="Google Shape;1661;p26"/>
            <p:cNvSpPr/>
            <p:nvPr/>
          </p:nvSpPr>
          <p:spPr>
            <a:xfrm>
              <a:off x="-49676775" y="3780975"/>
              <a:ext cx="123675" cy="34675"/>
            </a:xfrm>
            <a:custGeom>
              <a:rect b="b" l="l" r="r" t="t"/>
              <a:pathLst>
                <a:path extrusionOk="0" h="1387" w="4947">
                  <a:moveTo>
                    <a:pt x="1" y="0"/>
                  </a:moveTo>
                  <a:lnTo>
                    <a:pt x="1" y="347"/>
                  </a:lnTo>
                  <a:cubicBezTo>
                    <a:pt x="1" y="946"/>
                    <a:pt x="473" y="1387"/>
                    <a:pt x="1072" y="1387"/>
                  </a:cubicBezTo>
                  <a:lnTo>
                    <a:pt x="3876" y="1387"/>
                  </a:lnTo>
                  <a:cubicBezTo>
                    <a:pt x="4474" y="1387"/>
                    <a:pt x="4947" y="946"/>
                    <a:pt x="4947" y="347"/>
                  </a:cubicBezTo>
                  <a:lnTo>
                    <a:pt x="4947"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62" name="Google Shape;1662;p26"/>
            <p:cNvSpPr/>
            <p:nvPr/>
          </p:nvSpPr>
          <p:spPr>
            <a:xfrm>
              <a:off x="-49630300" y="3651800"/>
              <a:ext cx="29150" cy="31325"/>
            </a:xfrm>
            <a:custGeom>
              <a:rect b="b" l="l" r="r" t="t"/>
              <a:pathLst>
                <a:path extrusionOk="0" h="1253" w="1166">
                  <a:moveTo>
                    <a:pt x="599" y="1"/>
                  </a:moveTo>
                  <a:lnTo>
                    <a:pt x="0" y="1135"/>
                  </a:lnTo>
                  <a:cubicBezTo>
                    <a:pt x="189" y="1214"/>
                    <a:pt x="386" y="1253"/>
                    <a:pt x="583" y="1253"/>
                  </a:cubicBezTo>
                  <a:cubicBezTo>
                    <a:pt x="780" y="1253"/>
                    <a:pt x="977" y="1214"/>
                    <a:pt x="1166" y="1135"/>
                  </a:cubicBezTo>
                  <a:lnTo>
                    <a:pt x="599"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63" name="Google Shape;1663;p26"/>
            <p:cNvSpPr/>
            <p:nvPr/>
          </p:nvSpPr>
          <p:spPr>
            <a:xfrm>
              <a:off x="-49657875" y="3833750"/>
              <a:ext cx="85100" cy="18125"/>
            </a:xfrm>
            <a:custGeom>
              <a:rect b="b" l="l" r="r" t="t"/>
              <a:pathLst>
                <a:path extrusionOk="0" h="725" w="3404">
                  <a:moveTo>
                    <a:pt x="1" y="0"/>
                  </a:moveTo>
                  <a:cubicBezTo>
                    <a:pt x="158" y="410"/>
                    <a:pt x="536" y="725"/>
                    <a:pt x="977" y="725"/>
                  </a:cubicBezTo>
                  <a:lnTo>
                    <a:pt x="2395" y="725"/>
                  </a:lnTo>
                  <a:cubicBezTo>
                    <a:pt x="2868" y="725"/>
                    <a:pt x="3246" y="410"/>
                    <a:pt x="340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64" name="Google Shape;1664;p26"/>
          <p:cNvGrpSpPr/>
          <p:nvPr/>
        </p:nvGrpSpPr>
        <p:grpSpPr>
          <a:xfrm>
            <a:off x="2555303" y="1917830"/>
            <a:ext cx="447072" cy="442759"/>
            <a:chOff x="-49766550" y="3920175"/>
            <a:chExt cx="303250" cy="300325"/>
          </a:xfrm>
        </p:grpSpPr>
        <p:sp>
          <p:nvSpPr>
            <p:cNvPr id="1665" name="Google Shape;1665;p26"/>
            <p:cNvSpPr/>
            <p:nvPr/>
          </p:nvSpPr>
          <p:spPr>
            <a:xfrm>
              <a:off x="-49764975" y="3920175"/>
              <a:ext cx="228425" cy="89225"/>
            </a:xfrm>
            <a:custGeom>
              <a:rect b="b" l="l" r="r" t="t"/>
              <a:pathLst>
                <a:path extrusionOk="0" h="3569" w="9137">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66" name="Google Shape;1666;p26"/>
            <p:cNvSpPr/>
            <p:nvPr/>
          </p:nvSpPr>
          <p:spPr>
            <a:xfrm>
              <a:off x="-49764975" y="3998350"/>
              <a:ext cx="141775" cy="115800"/>
            </a:xfrm>
            <a:custGeom>
              <a:rect b="b" l="l" r="r" t="t"/>
              <a:pathLst>
                <a:path extrusionOk="0" h="4632" w="5671">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67" name="Google Shape;1667;p26"/>
            <p:cNvSpPr/>
            <p:nvPr/>
          </p:nvSpPr>
          <p:spPr>
            <a:xfrm>
              <a:off x="-49627150" y="3996000"/>
              <a:ext cx="163850" cy="148100"/>
            </a:xfrm>
            <a:custGeom>
              <a:rect b="b" l="l" r="r" t="t"/>
              <a:pathLst>
                <a:path extrusionOk="0" h="5924" w="6554">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68" name="Google Shape;1668;p26"/>
            <p:cNvSpPr/>
            <p:nvPr/>
          </p:nvSpPr>
          <p:spPr>
            <a:xfrm>
              <a:off x="-49766550" y="4061375"/>
              <a:ext cx="230000" cy="159125"/>
            </a:xfrm>
            <a:custGeom>
              <a:rect b="b" l="l" r="r" t="t"/>
              <a:pathLst>
                <a:path extrusionOk="0" h="6365" w="9200">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69" name="Google Shape;1669;p26"/>
          <p:cNvGrpSpPr/>
          <p:nvPr/>
        </p:nvGrpSpPr>
        <p:grpSpPr>
          <a:xfrm>
            <a:off x="5393991" y="1400251"/>
            <a:ext cx="285676" cy="442428"/>
            <a:chOff x="-47839250" y="3569100"/>
            <a:chExt cx="193775" cy="300100"/>
          </a:xfrm>
        </p:grpSpPr>
        <p:sp>
          <p:nvSpPr>
            <p:cNvPr id="1670" name="Google Shape;1670;p26"/>
            <p:cNvSpPr/>
            <p:nvPr/>
          </p:nvSpPr>
          <p:spPr>
            <a:xfrm>
              <a:off x="-47786475" y="3657325"/>
              <a:ext cx="51225" cy="51200"/>
            </a:xfrm>
            <a:custGeom>
              <a:rect b="b" l="l" r="r" t="t"/>
              <a:pathLst>
                <a:path extrusionOk="0" h="2048" w="2049">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71" name="Google Shape;1671;p26"/>
            <p:cNvSpPr/>
            <p:nvPr/>
          </p:nvSpPr>
          <p:spPr>
            <a:xfrm>
              <a:off x="-47751025" y="3692750"/>
              <a:ext cx="15775" cy="15775"/>
            </a:xfrm>
            <a:custGeom>
              <a:rect b="b" l="l" r="r" t="t"/>
              <a:pathLst>
                <a:path extrusionOk="0" h="631" w="631">
                  <a:moveTo>
                    <a:pt x="0" y="1"/>
                  </a:moveTo>
                  <a:lnTo>
                    <a:pt x="0" y="631"/>
                  </a:lnTo>
                  <a:cubicBezTo>
                    <a:pt x="315" y="536"/>
                    <a:pt x="504" y="284"/>
                    <a:pt x="63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72" name="Google Shape;1672;p26"/>
            <p:cNvSpPr/>
            <p:nvPr/>
          </p:nvSpPr>
          <p:spPr>
            <a:xfrm>
              <a:off x="-47838450" y="3569100"/>
              <a:ext cx="192975" cy="35475"/>
            </a:xfrm>
            <a:custGeom>
              <a:rect b="b" l="l" r="r" t="t"/>
              <a:pathLst>
                <a:path extrusionOk="0" h="1419" w="7719">
                  <a:moveTo>
                    <a:pt x="347" y="1"/>
                  </a:moveTo>
                  <a:cubicBezTo>
                    <a:pt x="158" y="1"/>
                    <a:pt x="0" y="158"/>
                    <a:pt x="0" y="347"/>
                  </a:cubicBezTo>
                  <a:lnTo>
                    <a:pt x="0" y="1418"/>
                  </a:lnTo>
                  <a:lnTo>
                    <a:pt x="7719" y="1418"/>
                  </a:lnTo>
                  <a:lnTo>
                    <a:pt x="7719" y="347"/>
                  </a:lnTo>
                  <a:cubicBezTo>
                    <a:pt x="7719" y="158"/>
                    <a:pt x="7561" y="1"/>
                    <a:pt x="737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73" name="Google Shape;1673;p26"/>
            <p:cNvSpPr/>
            <p:nvPr/>
          </p:nvSpPr>
          <p:spPr>
            <a:xfrm>
              <a:off x="-47751025" y="3691975"/>
              <a:ext cx="53575" cy="53575"/>
            </a:xfrm>
            <a:custGeom>
              <a:rect b="b" l="l" r="r" t="t"/>
              <a:pathLst>
                <a:path extrusionOk="0" h="2143" w="2143">
                  <a:moveTo>
                    <a:pt x="1386" y="0"/>
                  </a:moveTo>
                  <a:cubicBezTo>
                    <a:pt x="1229" y="662"/>
                    <a:pt x="725" y="1229"/>
                    <a:pt x="0" y="1387"/>
                  </a:cubicBezTo>
                  <a:lnTo>
                    <a:pt x="0" y="2143"/>
                  </a:lnTo>
                  <a:lnTo>
                    <a:pt x="2143" y="2143"/>
                  </a:lnTo>
                  <a:lnTo>
                    <a:pt x="2143"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74" name="Google Shape;1674;p26"/>
            <p:cNvSpPr/>
            <p:nvPr/>
          </p:nvSpPr>
          <p:spPr>
            <a:xfrm>
              <a:off x="-47839250" y="3621875"/>
              <a:ext cx="193000" cy="159125"/>
            </a:xfrm>
            <a:custGeom>
              <a:rect b="b" l="l" r="r" t="t"/>
              <a:pathLst>
                <a:path extrusionOk="0" h="6365" w="7720">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75" name="Google Shape;1675;p26"/>
            <p:cNvSpPr/>
            <p:nvPr/>
          </p:nvSpPr>
          <p:spPr>
            <a:xfrm>
              <a:off x="-47839250" y="3799075"/>
              <a:ext cx="193000" cy="70125"/>
            </a:xfrm>
            <a:custGeom>
              <a:rect b="b" l="l" r="r" t="t"/>
              <a:pathLst>
                <a:path extrusionOk="0" h="2805" w="7720">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76" name="Google Shape;1676;p26"/>
          <p:cNvGrpSpPr/>
          <p:nvPr/>
        </p:nvGrpSpPr>
        <p:grpSpPr>
          <a:xfrm>
            <a:off x="5315615" y="1943666"/>
            <a:ext cx="442428" cy="443607"/>
            <a:chOff x="-47892800" y="3937700"/>
            <a:chExt cx="300100" cy="300900"/>
          </a:xfrm>
        </p:grpSpPr>
        <p:sp>
          <p:nvSpPr>
            <p:cNvPr id="1677" name="Google Shape;1677;p26"/>
            <p:cNvSpPr/>
            <p:nvPr/>
          </p:nvSpPr>
          <p:spPr>
            <a:xfrm>
              <a:off x="-47858150" y="3937700"/>
              <a:ext cx="70900" cy="44150"/>
            </a:xfrm>
            <a:custGeom>
              <a:rect b="b" l="l" r="r" t="t"/>
              <a:pathLst>
                <a:path extrusionOk="0" h="1766" w="2836">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78" name="Google Shape;1678;p26"/>
            <p:cNvSpPr/>
            <p:nvPr/>
          </p:nvSpPr>
          <p:spPr>
            <a:xfrm>
              <a:off x="-47892800" y="3991275"/>
              <a:ext cx="141000" cy="105550"/>
            </a:xfrm>
            <a:custGeom>
              <a:rect b="b" l="l" r="r" t="t"/>
              <a:pathLst>
                <a:path extrusionOk="0" h="4222" w="564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79" name="Google Shape;1679;p26"/>
            <p:cNvSpPr/>
            <p:nvPr/>
          </p:nvSpPr>
          <p:spPr>
            <a:xfrm>
              <a:off x="-47773875" y="3956600"/>
              <a:ext cx="119750" cy="89025"/>
            </a:xfrm>
            <a:custGeom>
              <a:rect b="b" l="l" r="r" t="t"/>
              <a:pathLst>
                <a:path extrusionOk="0" h="3561" w="479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80" name="Google Shape;1680;p26"/>
            <p:cNvSpPr/>
            <p:nvPr/>
          </p:nvSpPr>
          <p:spPr>
            <a:xfrm>
              <a:off x="-47699050" y="4043250"/>
              <a:ext cx="71700" cy="70900"/>
            </a:xfrm>
            <a:custGeom>
              <a:rect b="b" l="l" r="r" t="t"/>
              <a:pathLst>
                <a:path extrusionOk="0" h="2836" w="2868">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81" name="Google Shape;1681;p26"/>
            <p:cNvSpPr/>
            <p:nvPr/>
          </p:nvSpPr>
          <p:spPr>
            <a:xfrm>
              <a:off x="-47770725" y="4124375"/>
              <a:ext cx="178025" cy="114225"/>
            </a:xfrm>
            <a:custGeom>
              <a:rect b="b" l="l" r="r" t="t"/>
              <a:pathLst>
                <a:path extrusionOk="0" h="4569" w="7121">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82" name="Google Shape;1682;p26"/>
            <p:cNvSpPr/>
            <p:nvPr/>
          </p:nvSpPr>
          <p:spPr>
            <a:xfrm>
              <a:off x="-47830575" y="4132250"/>
              <a:ext cx="17350" cy="44125"/>
            </a:xfrm>
            <a:custGeom>
              <a:rect b="b" l="l" r="r" t="t"/>
              <a:pathLst>
                <a:path extrusionOk="0" h="1765" w="694">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83" name="Google Shape;1683;p26"/>
            <p:cNvSpPr/>
            <p:nvPr/>
          </p:nvSpPr>
          <p:spPr>
            <a:xfrm>
              <a:off x="-47785675" y="4112375"/>
              <a:ext cx="37825" cy="36250"/>
            </a:xfrm>
            <a:custGeom>
              <a:rect b="b" l="l" r="r" t="t"/>
              <a:pathLst>
                <a:path extrusionOk="0" h="1450" w="1513">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84" name="Google Shape;1684;p26"/>
            <p:cNvSpPr/>
            <p:nvPr/>
          </p:nvSpPr>
          <p:spPr>
            <a:xfrm>
              <a:off x="-47892800" y="4112750"/>
              <a:ext cx="37825" cy="36250"/>
            </a:xfrm>
            <a:custGeom>
              <a:rect b="b" l="l" r="r" t="t"/>
              <a:pathLst>
                <a:path extrusionOk="0" h="1450" w="1513">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85" name="Google Shape;1685;p26"/>
          <p:cNvGrpSpPr/>
          <p:nvPr/>
        </p:nvGrpSpPr>
        <p:grpSpPr>
          <a:xfrm>
            <a:off x="8056553" y="1399662"/>
            <a:ext cx="442428" cy="402401"/>
            <a:chOff x="-46042675" y="3568700"/>
            <a:chExt cx="300100" cy="272950"/>
          </a:xfrm>
        </p:grpSpPr>
        <p:sp>
          <p:nvSpPr>
            <p:cNvPr id="1686" name="Google Shape;1686;p26"/>
            <p:cNvSpPr/>
            <p:nvPr/>
          </p:nvSpPr>
          <p:spPr>
            <a:xfrm>
              <a:off x="-46042675" y="3758125"/>
              <a:ext cx="115025" cy="83525"/>
            </a:xfrm>
            <a:custGeom>
              <a:rect b="b" l="l" r="r" t="t"/>
              <a:pathLst>
                <a:path extrusionOk="0" h="3341" w="4601">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87" name="Google Shape;1687;p26"/>
            <p:cNvSpPr/>
            <p:nvPr/>
          </p:nvSpPr>
          <p:spPr>
            <a:xfrm>
              <a:off x="-45866250" y="3654175"/>
              <a:ext cx="37825" cy="37825"/>
            </a:xfrm>
            <a:custGeom>
              <a:rect b="b" l="l" r="r" t="t"/>
              <a:pathLst>
                <a:path extrusionOk="0" h="1513" w="1513">
                  <a:moveTo>
                    <a:pt x="1009" y="0"/>
                  </a:moveTo>
                  <a:lnTo>
                    <a:pt x="1" y="1008"/>
                  </a:lnTo>
                  <a:lnTo>
                    <a:pt x="505" y="1512"/>
                  </a:lnTo>
                  <a:lnTo>
                    <a:pt x="1513" y="504"/>
                  </a:lnTo>
                  <a:lnTo>
                    <a:pt x="1009"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88" name="Google Shape;1688;p26"/>
            <p:cNvSpPr/>
            <p:nvPr/>
          </p:nvSpPr>
          <p:spPr>
            <a:xfrm>
              <a:off x="-45828450" y="3629750"/>
              <a:ext cx="25225" cy="25225"/>
            </a:xfrm>
            <a:custGeom>
              <a:rect b="b" l="l" r="r" t="t"/>
              <a:pathLst>
                <a:path extrusionOk="0" h="1009" w="1009">
                  <a:moveTo>
                    <a:pt x="505" y="0"/>
                  </a:moveTo>
                  <a:lnTo>
                    <a:pt x="1" y="505"/>
                  </a:lnTo>
                  <a:lnTo>
                    <a:pt x="505" y="1009"/>
                  </a:lnTo>
                  <a:lnTo>
                    <a:pt x="1009" y="505"/>
                  </a:lnTo>
                  <a:lnTo>
                    <a:pt x="505"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89" name="Google Shape;1689;p26"/>
            <p:cNvSpPr/>
            <p:nvPr/>
          </p:nvSpPr>
          <p:spPr>
            <a:xfrm>
              <a:off x="-45979675" y="3568700"/>
              <a:ext cx="237100" cy="237800"/>
            </a:xfrm>
            <a:custGeom>
              <a:rect b="b" l="l" r="r" t="t"/>
              <a:pathLst>
                <a:path extrusionOk="0" h="9512" w="9484">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690" name="Google Shape;1690;p26"/>
          <p:cNvGrpSpPr/>
          <p:nvPr/>
        </p:nvGrpSpPr>
        <p:grpSpPr>
          <a:xfrm>
            <a:off x="8108796" y="1943850"/>
            <a:ext cx="337939" cy="443423"/>
            <a:chOff x="-46007225" y="3937825"/>
            <a:chExt cx="229225" cy="300775"/>
          </a:xfrm>
        </p:grpSpPr>
        <p:sp>
          <p:nvSpPr>
            <p:cNvPr id="1691" name="Google Shape;1691;p26"/>
            <p:cNvSpPr/>
            <p:nvPr/>
          </p:nvSpPr>
          <p:spPr>
            <a:xfrm>
              <a:off x="-45813475" y="3990475"/>
              <a:ext cx="35475" cy="17350"/>
            </a:xfrm>
            <a:custGeom>
              <a:rect b="b" l="l" r="r" t="t"/>
              <a:pathLst>
                <a:path extrusionOk="0" h="694" w="1419">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92" name="Google Shape;1692;p26"/>
            <p:cNvSpPr/>
            <p:nvPr/>
          </p:nvSpPr>
          <p:spPr>
            <a:xfrm>
              <a:off x="-46007225" y="3990475"/>
              <a:ext cx="35450" cy="17350"/>
            </a:xfrm>
            <a:custGeom>
              <a:rect b="b" l="l" r="r" t="t"/>
              <a:pathLst>
                <a:path extrusionOk="0" h="694" w="1418">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93" name="Google Shape;1693;p26"/>
            <p:cNvSpPr/>
            <p:nvPr/>
          </p:nvSpPr>
          <p:spPr>
            <a:xfrm>
              <a:off x="-45826875" y="3937825"/>
              <a:ext cx="35475" cy="26750"/>
            </a:xfrm>
            <a:custGeom>
              <a:rect b="b" l="l" r="r" t="t"/>
              <a:pathLst>
                <a:path extrusionOk="0" h="1070" w="1419">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94" name="Google Shape;1694;p26"/>
            <p:cNvSpPr/>
            <p:nvPr/>
          </p:nvSpPr>
          <p:spPr>
            <a:xfrm>
              <a:off x="-45993850" y="4034625"/>
              <a:ext cx="35475" cy="25850"/>
            </a:xfrm>
            <a:custGeom>
              <a:rect b="b" l="l" r="r" t="t"/>
              <a:pathLst>
                <a:path extrusionOk="0" h="1034" w="1419">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95" name="Google Shape;1695;p26"/>
            <p:cNvSpPr/>
            <p:nvPr/>
          </p:nvSpPr>
          <p:spPr>
            <a:xfrm>
              <a:off x="-45825300" y="4034625"/>
              <a:ext cx="34675" cy="25725"/>
            </a:xfrm>
            <a:custGeom>
              <a:rect b="b" l="l" r="r" t="t"/>
              <a:pathLst>
                <a:path extrusionOk="0" h="1029" w="1387">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96" name="Google Shape;1696;p26"/>
            <p:cNvSpPr/>
            <p:nvPr/>
          </p:nvSpPr>
          <p:spPr>
            <a:xfrm>
              <a:off x="-45992275" y="3938175"/>
              <a:ext cx="33900" cy="25525"/>
            </a:xfrm>
            <a:custGeom>
              <a:rect b="b" l="l" r="r" t="t"/>
              <a:pathLst>
                <a:path extrusionOk="0" h="1021" w="1356">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97" name="Google Shape;1697;p26"/>
            <p:cNvSpPr/>
            <p:nvPr/>
          </p:nvSpPr>
          <p:spPr>
            <a:xfrm>
              <a:off x="-45953675" y="4078700"/>
              <a:ext cx="122900" cy="35450"/>
            </a:xfrm>
            <a:custGeom>
              <a:rect b="b" l="l" r="r" t="t"/>
              <a:pathLst>
                <a:path extrusionOk="0" h="1418" w="4916">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98" name="Google Shape;1698;p26"/>
            <p:cNvSpPr/>
            <p:nvPr/>
          </p:nvSpPr>
          <p:spPr>
            <a:xfrm>
              <a:off x="-45956025" y="3938325"/>
              <a:ext cx="126025" cy="123075"/>
            </a:xfrm>
            <a:custGeom>
              <a:rect b="b" l="l" r="r" t="t"/>
              <a:pathLst>
                <a:path extrusionOk="0" h="4923" w="5041">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99" name="Google Shape;1699;p26"/>
            <p:cNvSpPr/>
            <p:nvPr/>
          </p:nvSpPr>
          <p:spPr>
            <a:xfrm>
              <a:off x="-45927675" y="4132250"/>
              <a:ext cx="70125" cy="39400"/>
            </a:xfrm>
            <a:custGeom>
              <a:rect b="b" l="l" r="r" t="t"/>
              <a:pathLst>
                <a:path extrusionOk="0" h="1576" w="2805">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00" name="Google Shape;1700;p26"/>
            <p:cNvSpPr/>
            <p:nvPr/>
          </p:nvSpPr>
          <p:spPr>
            <a:xfrm>
              <a:off x="-45921375" y="4176950"/>
              <a:ext cx="59100" cy="61650"/>
            </a:xfrm>
            <a:custGeom>
              <a:rect b="b" l="l" r="r" t="t"/>
              <a:pathLst>
                <a:path extrusionOk="0" h="2466" w="2364">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701" name="Google Shape;1701;p26"/>
          <p:cNvGrpSpPr/>
          <p:nvPr/>
        </p:nvGrpSpPr>
        <p:grpSpPr>
          <a:xfrm>
            <a:off x="9734615" y="1931503"/>
            <a:ext cx="389023" cy="445339"/>
            <a:chOff x="-44895900" y="3929450"/>
            <a:chExt cx="263875" cy="302075"/>
          </a:xfrm>
        </p:grpSpPr>
        <p:sp>
          <p:nvSpPr>
            <p:cNvPr id="1702" name="Google Shape;1702;p26"/>
            <p:cNvSpPr/>
            <p:nvPr/>
          </p:nvSpPr>
          <p:spPr>
            <a:xfrm>
              <a:off x="-44813975" y="4100750"/>
              <a:ext cx="101625" cy="50425"/>
            </a:xfrm>
            <a:custGeom>
              <a:rect b="b" l="l" r="r" t="t"/>
              <a:pathLst>
                <a:path extrusionOk="0" h="2017" w="4065">
                  <a:moveTo>
                    <a:pt x="2017" y="0"/>
                  </a:moveTo>
                  <a:lnTo>
                    <a:pt x="0" y="977"/>
                  </a:lnTo>
                  <a:lnTo>
                    <a:pt x="2017" y="2017"/>
                  </a:lnTo>
                  <a:lnTo>
                    <a:pt x="4064" y="977"/>
                  </a:lnTo>
                  <a:lnTo>
                    <a:pt x="2017"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03" name="Google Shape;1703;p26"/>
            <p:cNvSpPr/>
            <p:nvPr/>
          </p:nvSpPr>
          <p:spPr>
            <a:xfrm>
              <a:off x="-44885650" y="3929450"/>
              <a:ext cx="244175" cy="87825"/>
            </a:xfrm>
            <a:custGeom>
              <a:rect b="b" l="l" r="r" t="t"/>
              <a:pathLst>
                <a:path extrusionOk="0" h="3513" w="9767">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04" name="Google Shape;1704;p26"/>
            <p:cNvSpPr/>
            <p:nvPr/>
          </p:nvSpPr>
          <p:spPr>
            <a:xfrm>
              <a:off x="-44825000" y="4006225"/>
              <a:ext cx="52000" cy="105575"/>
            </a:xfrm>
            <a:custGeom>
              <a:rect b="b" l="l" r="r" t="t"/>
              <a:pathLst>
                <a:path extrusionOk="0" h="4223" w="2080">
                  <a:moveTo>
                    <a:pt x="2080" y="1"/>
                  </a:moveTo>
                  <a:lnTo>
                    <a:pt x="0" y="1009"/>
                  </a:lnTo>
                  <a:lnTo>
                    <a:pt x="0" y="4222"/>
                  </a:lnTo>
                  <a:lnTo>
                    <a:pt x="2080" y="3151"/>
                  </a:lnTo>
                  <a:lnTo>
                    <a:pt x="2080"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05" name="Google Shape;1705;p26"/>
            <p:cNvSpPr/>
            <p:nvPr/>
          </p:nvSpPr>
          <p:spPr>
            <a:xfrm>
              <a:off x="-44754900" y="4005450"/>
              <a:ext cx="122875" cy="222925"/>
            </a:xfrm>
            <a:custGeom>
              <a:rect b="b" l="l" r="r" t="t"/>
              <a:pathLst>
                <a:path extrusionOk="0" h="8917" w="4915">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06" name="Google Shape;1706;p26"/>
            <p:cNvSpPr/>
            <p:nvPr/>
          </p:nvSpPr>
          <p:spPr>
            <a:xfrm>
              <a:off x="-44754900" y="4006225"/>
              <a:ext cx="52775" cy="105575"/>
            </a:xfrm>
            <a:custGeom>
              <a:rect b="b" l="l" r="r" t="t"/>
              <a:pathLst>
                <a:path extrusionOk="0" h="4223" w="2111">
                  <a:moveTo>
                    <a:pt x="0" y="1"/>
                  </a:moveTo>
                  <a:lnTo>
                    <a:pt x="0" y="3151"/>
                  </a:lnTo>
                  <a:lnTo>
                    <a:pt x="2111" y="4222"/>
                  </a:lnTo>
                  <a:lnTo>
                    <a:pt x="2111" y="1009"/>
                  </a:lnTo>
                  <a:lnTo>
                    <a:pt x="0"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07" name="Google Shape;1707;p26"/>
            <p:cNvSpPr/>
            <p:nvPr/>
          </p:nvSpPr>
          <p:spPr>
            <a:xfrm>
              <a:off x="-44895900" y="4006225"/>
              <a:ext cx="122900" cy="225300"/>
            </a:xfrm>
            <a:custGeom>
              <a:rect b="b" l="l" r="r" t="t"/>
              <a:pathLst>
                <a:path extrusionOk="0" h="9012" w="4916">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708" name="Google Shape;1708;p26"/>
          <p:cNvGrpSpPr/>
          <p:nvPr/>
        </p:nvGrpSpPr>
        <p:grpSpPr>
          <a:xfrm>
            <a:off x="3139532" y="1373530"/>
            <a:ext cx="378592" cy="443607"/>
            <a:chOff x="-49375900" y="3550975"/>
            <a:chExt cx="256800" cy="300900"/>
          </a:xfrm>
        </p:grpSpPr>
        <p:sp>
          <p:nvSpPr>
            <p:cNvPr id="1709" name="Google Shape;1709;p26"/>
            <p:cNvSpPr/>
            <p:nvPr/>
          </p:nvSpPr>
          <p:spPr>
            <a:xfrm>
              <a:off x="-49231775" y="3638425"/>
              <a:ext cx="59100" cy="59075"/>
            </a:xfrm>
            <a:custGeom>
              <a:rect b="b" l="l" r="r" t="t"/>
              <a:pathLst>
                <a:path extrusionOk="0" h="2363" w="2364">
                  <a:moveTo>
                    <a:pt x="1" y="0"/>
                  </a:moveTo>
                  <a:lnTo>
                    <a:pt x="1513" y="2363"/>
                  </a:lnTo>
                  <a:lnTo>
                    <a:pt x="2364"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0" name="Google Shape;1710;p26"/>
            <p:cNvSpPr/>
            <p:nvPr/>
          </p:nvSpPr>
          <p:spPr>
            <a:xfrm>
              <a:off x="-49291625" y="3726625"/>
              <a:ext cx="87450" cy="123675"/>
            </a:xfrm>
            <a:custGeom>
              <a:rect b="b" l="l" r="r" t="t"/>
              <a:pathLst>
                <a:path extrusionOk="0" h="4947" w="3498">
                  <a:moveTo>
                    <a:pt x="1" y="1"/>
                  </a:moveTo>
                  <a:lnTo>
                    <a:pt x="1733" y="4947"/>
                  </a:lnTo>
                  <a:lnTo>
                    <a:pt x="3498"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1" name="Google Shape;1711;p26"/>
            <p:cNvSpPr/>
            <p:nvPr/>
          </p:nvSpPr>
          <p:spPr>
            <a:xfrm>
              <a:off x="-49288475" y="3647075"/>
              <a:ext cx="81150" cy="61450"/>
            </a:xfrm>
            <a:custGeom>
              <a:rect b="b" l="l" r="r" t="t"/>
              <a:pathLst>
                <a:path extrusionOk="0" h="2458" w="3246">
                  <a:moveTo>
                    <a:pt x="1607" y="1"/>
                  </a:moveTo>
                  <a:lnTo>
                    <a:pt x="1" y="2458"/>
                  </a:lnTo>
                  <a:lnTo>
                    <a:pt x="3246" y="2458"/>
                  </a:lnTo>
                  <a:lnTo>
                    <a:pt x="1607"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2" name="Google Shape;1712;p26"/>
            <p:cNvSpPr/>
            <p:nvPr/>
          </p:nvSpPr>
          <p:spPr>
            <a:xfrm>
              <a:off x="-49375900" y="3648650"/>
              <a:ext cx="59100" cy="59875"/>
            </a:xfrm>
            <a:custGeom>
              <a:rect b="b" l="l" r="r" t="t"/>
              <a:pathLst>
                <a:path extrusionOk="0" h="2395" w="2364">
                  <a:moveTo>
                    <a:pt x="1513" y="1"/>
                  </a:moveTo>
                  <a:lnTo>
                    <a:pt x="1" y="2395"/>
                  </a:lnTo>
                  <a:lnTo>
                    <a:pt x="2363" y="2395"/>
                  </a:lnTo>
                  <a:lnTo>
                    <a:pt x="1513"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3" name="Google Shape;1713;p26"/>
            <p:cNvSpPr/>
            <p:nvPr/>
          </p:nvSpPr>
          <p:spPr>
            <a:xfrm>
              <a:off x="-49229400" y="3726625"/>
              <a:ext cx="109500" cy="125250"/>
            </a:xfrm>
            <a:custGeom>
              <a:rect b="b" l="l" r="r" t="t"/>
              <a:pathLst>
                <a:path extrusionOk="0" h="5010" w="4380">
                  <a:moveTo>
                    <a:pt x="1765" y="1"/>
                  </a:moveTo>
                  <a:lnTo>
                    <a:pt x="0" y="5010"/>
                  </a:lnTo>
                  <a:lnTo>
                    <a:pt x="4380"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4" name="Google Shape;1714;p26"/>
            <p:cNvSpPr/>
            <p:nvPr/>
          </p:nvSpPr>
          <p:spPr>
            <a:xfrm>
              <a:off x="-49179000" y="3648650"/>
              <a:ext cx="59900" cy="59875"/>
            </a:xfrm>
            <a:custGeom>
              <a:rect b="b" l="l" r="r" t="t"/>
              <a:pathLst>
                <a:path extrusionOk="0" h="2395" w="2396">
                  <a:moveTo>
                    <a:pt x="851" y="1"/>
                  </a:moveTo>
                  <a:lnTo>
                    <a:pt x="1" y="2395"/>
                  </a:lnTo>
                  <a:lnTo>
                    <a:pt x="2395" y="2395"/>
                  </a:lnTo>
                  <a:lnTo>
                    <a:pt x="851"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5" name="Google Shape;1715;p26"/>
            <p:cNvSpPr/>
            <p:nvPr/>
          </p:nvSpPr>
          <p:spPr>
            <a:xfrm>
              <a:off x="-49323125" y="3638425"/>
              <a:ext cx="59100" cy="59075"/>
            </a:xfrm>
            <a:custGeom>
              <a:rect b="b" l="l" r="r" t="t"/>
              <a:pathLst>
                <a:path extrusionOk="0" h="2363" w="2364">
                  <a:moveTo>
                    <a:pt x="0" y="0"/>
                  </a:moveTo>
                  <a:lnTo>
                    <a:pt x="819" y="2363"/>
                  </a:lnTo>
                  <a:lnTo>
                    <a:pt x="2363"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6" name="Google Shape;1716;p26"/>
            <p:cNvSpPr/>
            <p:nvPr/>
          </p:nvSpPr>
          <p:spPr>
            <a:xfrm>
              <a:off x="-49375100" y="3726625"/>
              <a:ext cx="108700" cy="125250"/>
            </a:xfrm>
            <a:custGeom>
              <a:rect b="b" l="l" r="r" t="t"/>
              <a:pathLst>
                <a:path extrusionOk="0" h="5010" w="4348">
                  <a:moveTo>
                    <a:pt x="0" y="1"/>
                  </a:moveTo>
                  <a:lnTo>
                    <a:pt x="4348" y="5010"/>
                  </a:lnTo>
                  <a:lnTo>
                    <a:pt x="2583"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7" name="Google Shape;1717;p26"/>
            <p:cNvSpPr/>
            <p:nvPr/>
          </p:nvSpPr>
          <p:spPr>
            <a:xfrm>
              <a:off x="-49256975" y="3550975"/>
              <a:ext cx="17350" cy="53600"/>
            </a:xfrm>
            <a:custGeom>
              <a:rect b="b" l="l" r="r" t="t"/>
              <a:pathLst>
                <a:path extrusionOk="0" h="2144" w="694">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8" name="Google Shape;1718;p26"/>
            <p:cNvSpPr/>
            <p:nvPr/>
          </p:nvSpPr>
          <p:spPr>
            <a:xfrm>
              <a:off x="-49323125" y="3575850"/>
              <a:ext cx="43350" cy="32650"/>
            </a:xfrm>
            <a:custGeom>
              <a:rect b="b" l="l" r="r" t="t"/>
              <a:pathLst>
                <a:path extrusionOk="0" h="1306" w="1734">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9" name="Google Shape;1719;p26"/>
            <p:cNvSpPr/>
            <p:nvPr/>
          </p:nvSpPr>
          <p:spPr>
            <a:xfrm>
              <a:off x="-49217575" y="3575525"/>
              <a:ext cx="44900" cy="32975"/>
            </a:xfrm>
            <a:custGeom>
              <a:rect b="b" l="l" r="r" t="t"/>
              <a:pathLst>
                <a:path extrusionOk="0" h="1319" w="1796">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720" name="Google Shape;1720;p26"/>
          <p:cNvGrpSpPr/>
          <p:nvPr/>
        </p:nvGrpSpPr>
        <p:grpSpPr>
          <a:xfrm>
            <a:off x="3133746" y="1918125"/>
            <a:ext cx="390165" cy="443607"/>
            <a:chOff x="-49378250" y="3920375"/>
            <a:chExt cx="264650" cy="300900"/>
          </a:xfrm>
        </p:grpSpPr>
        <p:sp>
          <p:nvSpPr>
            <p:cNvPr id="1721" name="Google Shape;1721;p26"/>
            <p:cNvSpPr/>
            <p:nvPr/>
          </p:nvSpPr>
          <p:spPr>
            <a:xfrm>
              <a:off x="-49272725" y="4185025"/>
              <a:ext cx="70925" cy="35475"/>
            </a:xfrm>
            <a:custGeom>
              <a:rect b="b" l="l" r="r" t="t"/>
              <a:pathLst>
                <a:path extrusionOk="0" h="1419" w="2837">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22" name="Google Shape;1722;p26"/>
            <p:cNvSpPr/>
            <p:nvPr/>
          </p:nvSpPr>
          <p:spPr>
            <a:xfrm>
              <a:off x="-49378250" y="3920375"/>
              <a:ext cx="87425" cy="300900"/>
            </a:xfrm>
            <a:custGeom>
              <a:rect b="b" l="l" r="r" t="t"/>
              <a:pathLst>
                <a:path extrusionOk="0" h="12036" w="3497">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23" name="Google Shape;1723;p26"/>
            <p:cNvSpPr/>
            <p:nvPr/>
          </p:nvSpPr>
          <p:spPr>
            <a:xfrm>
              <a:off x="-49185300" y="3920375"/>
              <a:ext cx="71700" cy="87450"/>
            </a:xfrm>
            <a:custGeom>
              <a:rect b="b" l="l" r="r" t="t"/>
              <a:pathLst>
                <a:path extrusionOk="0" h="3498" w="2868">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24" name="Google Shape;1724;p26"/>
            <p:cNvSpPr/>
            <p:nvPr/>
          </p:nvSpPr>
          <p:spPr>
            <a:xfrm>
              <a:off x="-49182150" y="4019625"/>
              <a:ext cx="64625" cy="42550"/>
            </a:xfrm>
            <a:custGeom>
              <a:rect b="b" l="l" r="r" t="t"/>
              <a:pathLst>
                <a:path extrusionOk="0" h="1702" w="2585">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25" name="Google Shape;1725;p26"/>
            <p:cNvSpPr/>
            <p:nvPr/>
          </p:nvSpPr>
          <p:spPr>
            <a:xfrm>
              <a:off x="-49185300" y="4078700"/>
              <a:ext cx="70925" cy="141800"/>
            </a:xfrm>
            <a:custGeom>
              <a:rect b="b" l="l" r="r" t="t"/>
              <a:pathLst>
                <a:path extrusionOk="0" h="5672" w="2837">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26" name="Google Shape;1726;p26"/>
            <p:cNvSpPr/>
            <p:nvPr/>
          </p:nvSpPr>
          <p:spPr>
            <a:xfrm>
              <a:off x="-49271150" y="3920375"/>
              <a:ext cx="65400" cy="70125"/>
            </a:xfrm>
            <a:custGeom>
              <a:rect b="b" l="l" r="r" t="t"/>
              <a:pathLst>
                <a:path extrusionOk="0" h="2805" w="2616">
                  <a:moveTo>
                    <a:pt x="1324" y="1"/>
                  </a:moveTo>
                  <a:cubicBezTo>
                    <a:pt x="1182" y="1"/>
                    <a:pt x="1040" y="64"/>
                    <a:pt x="977" y="190"/>
                  </a:cubicBezTo>
                  <a:lnTo>
                    <a:pt x="1" y="2805"/>
                  </a:lnTo>
                  <a:lnTo>
                    <a:pt x="2616" y="2805"/>
                  </a:lnTo>
                  <a:lnTo>
                    <a:pt x="1670" y="190"/>
                  </a:lnTo>
                  <a:cubicBezTo>
                    <a:pt x="1607" y="64"/>
                    <a:pt x="1466" y="1"/>
                    <a:pt x="1324"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27" name="Google Shape;1727;p26"/>
            <p:cNvSpPr/>
            <p:nvPr/>
          </p:nvSpPr>
          <p:spPr>
            <a:xfrm>
              <a:off x="-49272725" y="4007800"/>
              <a:ext cx="70125" cy="159925"/>
            </a:xfrm>
            <a:custGeom>
              <a:rect b="b" l="l" r="r" t="t"/>
              <a:pathLst>
                <a:path extrusionOk="0" h="6397" w="2805">
                  <a:moveTo>
                    <a:pt x="1" y="1"/>
                  </a:moveTo>
                  <a:lnTo>
                    <a:pt x="1" y="6396"/>
                  </a:lnTo>
                  <a:lnTo>
                    <a:pt x="2805" y="6396"/>
                  </a:lnTo>
                  <a:lnTo>
                    <a:pt x="2805"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728" name="Google Shape;1728;p26"/>
          <p:cNvGrpSpPr/>
          <p:nvPr/>
        </p:nvGrpSpPr>
        <p:grpSpPr>
          <a:xfrm>
            <a:off x="5864464" y="1400252"/>
            <a:ext cx="443569" cy="442169"/>
            <a:chOff x="-47524975" y="3569100"/>
            <a:chExt cx="300875" cy="299925"/>
          </a:xfrm>
        </p:grpSpPr>
        <p:sp>
          <p:nvSpPr>
            <p:cNvPr id="1729" name="Google Shape;1729;p26"/>
            <p:cNvSpPr/>
            <p:nvPr/>
          </p:nvSpPr>
          <p:spPr>
            <a:xfrm>
              <a:off x="-47524975" y="3755775"/>
              <a:ext cx="115000" cy="113250"/>
            </a:xfrm>
            <a:custGeom>
              <a:rect b="b" l="l" r="r" t="t"/>
              <a:pathLst>
                <a:path extrusionOk="0" h="4530" w="460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30" name="Google Shape;1730;p26"/>
            <p:cNvSpPr/>
            <p:nvPr/>
          </p:nvSpPr>
          <p:spPr>
            <a:xfrm>
              <a:off x="-47346200" y="3674650"/>
              <a:ext cx="15775" cy="15775"/>
            </a:xfrm>
            <a:custGeom>
              <a:rect b="b" l="l" r="r" t="t"/>
              <a:pathLst>
                <a:path extrusionOk="0" h="631" w="631">
                  <a:moveTo>
                    <a:pt x="1" y="0"/>
                  </a:moveTo>
                  <a:lnTo>
                    <a:pt x="1" y="630"/>
                  </a:lnTo>
                  <a:cubicBezTo>
                    <a:pt x="284" y="536"/>
                    <a:pt x="505" y="315"/>
                    <a:pt x="63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31" name="Google Shape;1731;p26"/>
            <p:cNvSpPr/>
            <p:nvPr/>
          </p:nvSpPr>
          <p:spPr>
            <a:xfrm>
              <a:off x="-47382425" y="3640000"/>
              <a:ext cx="51225" cy="51200"/>
            </a:xfrm>
            <a:custGeom>
              <a:rect b="b" l="l" r="r" t="t"/>
              <a:pathLst>
                <a:path extrusionOk="0" h="2048" w="2049">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32" name="Google Shape;1732;p26"/>
            <p:cNvSpPr/>
            <p:nvPr/>
          </p:nvSpPr>
          <p:spPr>
            <a:xfrm>
              <a:off x="-47346975" y="3674650"/>
              <a:ext cx="52800" cy="52800"/>
            </a:xfrm>
            <a:custGeom>
              <a:rect b="b" l="l" r="r" t="t"/>
              <a:pathLst>
                <a:path extrusionOk="0" h="2112" w="2112">
                  <a:moveTo>
                    <a:pt x="1355" y="0"/>
                  </a:moveTo>
                  <a:cubicBezTo>
                    <a:pt x="1261" y="693"/>
                    <a:pt x="693" y="1260"/>
                    <a:pt x="0" y="1355"/>
                  </a:cubicBezTo>
                  <a:lnTo>
                    <a:pt x="0" y="2111"/>
                  </a:lnTo>
                  <a:lnTo>
                    <a:pt x="2111" y="2111"/>
                  </a:lnTo>
                  <a:lnTo>
                    <a:pt x="2111"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33" name="Google Shape;1733;p26"/>
            <p:cNvSpPr/>
            <p:nvPr/>
          </p:nvSpPr>
          <p:spPr>
            <a:xfrm>
              <a:off x="-47452525" y="3569100"/>
              <a:ext cx="228425" cy="228425"/>
            </a:xfrm>
            <a:custGeom>
              <a:rect b="b" l="l" r="r" t="t"/>
              <a:pathLst>
                <a:path extrusionOk="0" h="9137" w="9137">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734" name="Google Shape;1734;p26"/>
          <p:cNvGrpSpPr/>
          <p:nvPr/>
        </p:nvGrpSpPr>
        <p:grpSpPr>
          <a:xfrm>
            <a:off x="5865034" y="1997108"/>
            <a:ext cx="442428" cy="336760"/>
            <a:chOff x="-47523400" y="3973950"/>
            <a:chExt cx="300100" cy="228425"/>
          </a:xfrm>
        </p:grpSpPr>
        <p:sp>
          <p:nvSpPr>
            <p:cNvPr id="1735" name="Google Shape;1735;p26"/>
            <p:cNvSpPr/>
            <p:nvPr/>
          </p:nvSpPr>
          <p:spPr>
            <a:xfrm>
              <a:off x="-47417075" y="4061375"/>
              <a:ext cx="15775" cy="15775"/>
            </a:xfrm>
            <a:custGeom>
              <a:rect b="b" l="l" r="r" t="t"/>
              <a:pathLst>
                <a:path extrusionOk="0" h="631" w="631">
                  <a:moveTo>
                    <a:pt x="0" y="0"/>
                  </a:moveTo>
                  <a:lnTo>
                    <a:pt x="0" y="630"/>
                  </a:lnTo>
                  <a:cubicBezTo>
                    <a:pt x="284" y="536"/>
                    <a:pt x="504" y="315"/>
                    <a:pt x="63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36" name="Google Shape;1736;p26"/>
            <p:cNvSpPr/>
            <p:nvPr/>
          </p:nvSpPr>
          <p:spPr>
            <a:xfrm>
              <a:off x="-47417875" y="4061375"/>
              <a:ext cx="52800" cy="52775"/>
            </a:xfrm>
            <a:custGeom>
              <a:rect b="b" l="l" r="r" t="t"/>
              <a:pathLst>
                <a:path extrusionOk="0" h="2111" w="2112">
                  <a:moveTo>
                    <a:pt x="1356" y="0"/>
                  </a:moveTo>
                  <a:cubicBezTo>
                    <a:pt x="1261" y="693"/>
                    <a:pt x="694" y="1260"/>
                    <a:pt x="1" y="1386"/>
                  </a:cubicBezTo>
                  <a:lnTo>
                    <a:pt x="1" y="2111"/>
                  </a:lnTo>
                  <a:lnTo>
                    <a:pt x="2112" y="2111"/>
                  </a:lnTo>
                  <a:lnTo>
                    <a:pt x="2112"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37" name="Google Shape;1737;p26"/>
            <p:cNvSpPr/>
            <p:nvPr/>
          </p:nvSpPr>
          <p:spPr>
            <a:xfrm>
              <a:off x="-47453300" y="4026700"/>
              <a:ext cx="51200" cy="51225"/>
            </a:xfrm>
            <a:custGeom>
              <a:rect b="b" l="l" r="r" t="t"/>
              <a:pathLst>
                <a:path extrusionOk="0" h="2049" w="2048">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38" name="Google Shape;1738;p26"/>
            <p:cNvSpPr/>
            <p:nvPr/>
          </p:nvSpPr>
          <p:spPr>
            <a:xfrm>
              <a:off x="-47506875" y="3973950"/>
              <a:ext cx="264675" cy="174875"/>
            </a:xfrm>
            <a:custGeom>
              <a:rect b="b" l="l" r="r" t="t"/>
              <a:pathLst>
                <a:path extrusionOk="0" h="6995" w="10587">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39" name="Google Shape;1739;p26"/>
            <p:cNvSpPr/>
            <p:nvPr/>
          </p:nvSpPr>
          <p:spPr>
            <a:xfrm>
              <a:off x="-47523400" y="4166900"/>
              <a:ext cx="300100" cy="35475"/>
            </a:xfrm>
            <a:custGeom>
              <a:rect b="b" l="l" r="r" t="t"/>
              <a:pathLst>
                <a:path extrusionOk="0" h="1419" w="12004">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740" name="Google Shape;1740;p26"/>
          <p:cNvGrpSpPr/>
          <p:nvPr/>
        </p:nvGrpSpPr>
        <p:grpSpPr>
          <a:xfrm>
            <a:off x="8610059" y="1425792"/>
            <a:ext cx="443607" cy="391344"/>
            <a:chOff x="-45674075" y="3586425"/>
            <a:chExt cx="300900" cy="265450"/>
          </a:xfrm>
        </p:grpSpPr>
        <p:sp>
          <p:nvSpPr>
            <p:cNvPr id="1741" name="Google Shape;1741;p26"/>
            <p:cNvSpPr/>
            <p:nvPr/>
          </p:nvSpPr>
          <p:spPr>
            <a:xfrm>
              <a:off x="-45674075" y="3586425"/>
              <a:ext cx="300125" cy="70925"/>
            </a:xfrm>
            <a:custGeom>
              <a:rect b="b" l="l" r="r" t="t"/>
              <a:pathLst>
                <a:path extrusionOk="0" h="2837" w="12005">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42" name="Google Shape;1742;p26"/>
            <p:cNvSpPr/>
            <p:nvPr/>
          </p:nvSpPr>
          <p:spPr>
            <a:xfrm>
              <a:off x="-45673275" y="3675425"/>
              <a:ext cx="300100" cy="176450"/>
            </a:xfrm>
            <a:custGeom>
              <a:rect b="b" l="l" r="r" t="t"/>
              <a:pathLst>
                <a:path extrusionOk="0" h="7058" w="12004">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743" name="Google Shape;1743;p26"/>
          <p:cNvGrpSpPr/>
          <p:nvPr/>
        </p:nvGrpSpPr>
        <p:grpSpPr>
          <a:xfrm>
            <a:off x="8611220" y="1943666"/>
            <a:ext cx="441285" cy="443607"/>
            <a:chOff x="-45673275" y="3937700"/>
            <a:chExt cx="299325" cy="300900"/>
          </a:xfrm>
        </p:grpSpPr>
        <p:sp>
          <p:nvSpPr>
            <p:cNvPr id="1744" name="Google Shape;1744;p26"/>
            <p:cNvSpPr/>
            <p:nvPr/>
          </p:nvSpPr>
          <p:spPr>
            <a:xfrm>
              <a:off x="-45673275" y="3937700"/>
              <a:ext cx="285925" cy="135500"/>
            </a:xfrm>
            <a:custGeom>
              <a:rect b="b" l="l" r="r" t="t"/>
              <a:pathLst>
                <a:path extrusionOk="0" h="5420" w="11437">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45" name="Google Shape;1745;p26"/>
            <p:cNvSpPr/>
            <p:nvPr/>
          </p:nvSpPr>
          <p:spPr>
            <a:xfrm>
              <a:off x="-45577975" y="3990475"/>
              <a:ext cx="151250" cy="150925"/>
            </a:xfrm>
            <a:custGeom>
              <a:rect b="b" l="l" r="r" t="t"/>
              <a:pathLst>
                <a:path extrusionOk="0" h="6037" w="605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46" name="Google Shape;1746;p26"/>
            <p:cNvSpPr/>
            <p:nvPr/>
          </p:nvSpPr>
          <p:spPr>
            <a:xfrm>
              <a:off x="-45509450" y="3951100"/>
              <a:ext cx="135500" cy="286725"/>
            </a:xfrm>
            <a:custGeom>
              <a:rect b="b" l="l" r="r" t="t"/>
              <a:pathLst>
                <a:path extrusionOk="0" h="11469" w="542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47" name="Google Shape;1747;p26"/>
            <p:cNvSpPr/>
            <p:nvPr/>
          </p:nvSpPr>
          <p:spPr>
            <a:xfrm>
              <a:off x="-45670925" y="4114125"/>
              <a:ext cx="72500" cy="70325"/>
            </a:xfrm>
            <a:custGeom>
              <a:rect b="b" l="l" r="r" t="t"/>
              <a:pathLst>
                <a:path extrusionOk="0" h="2813" w="290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48" name="Google Shape;1748;p26"/>
            <p:cNvSpPr/>
            <p:nvPr/>
          </p:nvSpPr>
          <p:spPr>
            <a:xfrm>
              <a:off x="-45620500" y="4163550"/>
              <a:ext cx="70900" cy="71125"/>
            </a:xfrm>
            <a:custGeom>
              <a:rect b="b" l="l" r="r" t="t"/>
              <a:pathLst>
                <a:path extrusionOk="0" h="2845" w="2836">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49" name="Google Shape;1749;p26"/>
            <p:cNvSpPr/>
            <p:nvPr/>
          </p:nvSpPr>
          <p:spPr>
            <a:xfrm>
              <a:off x="-45673275" y="4159625"/>
              <a:ext cx="79575" cy="78975"/>
            </a:xfrm>
            <a:custGeom>
              <a:rect b="b" l="l" r="r" t="t"/>
              <a:pathLst>
                <a:path extrusionOk="0" h="3159" w="3183">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750" name="Google Shape;1750;p26"/>
          <p:cNvGrpSpPr/>
          <p:nvPr/>
        </p:nvGrpSpPr>
        <p:grpSpPr>
          <a:xfrm>
            <a:off x="3656445" y="1373529"/>
            <a:ext cx="442428" cy="444787"/>
            <a:chOff x="-49027775" y="3550975"/>
            <a:chExt cx="300100" cy="301700"/>
          </a:xfrm>
        </p:grpSpPr>
        <p:sp>
          <p:nvSpPr>
            <p:cNvPr id="1751" name="Google Shape;1751;p26"/>
            <p:cNvSpPr/>
            <p:nvPr/>
          </p:nvSpPr>
          <p:spPr>
            <a:xfrm>
              <a:off x="-48941125" y="3613200"/>
              <a:ext cx="74050" cy="26825"/>
            </a:xfrm>
            <a:custGeom>
              <a:rect b="b" l="l" r="r" t="t"/>
              <a:pathLst>
                <a:path extrusionOk="0" h="1073" w="2962">
                  <a:moveTo>
                    <a:pt x="1260" y="1"/>
                  </a:moveTo>
                  <a:lnTo>
                    <a:pt x="0" y="1072"/>
                  </a:lnTo>
                  <a:lnTo>
                    <a:pt x="1702" y="1072"/>
                  </a:lnTo>
                  <a:lnTo>
                    <a:pt x="2962"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52" name="Google Shape;1752;p26"/>
            <p:cNvSpPr/>
            <p:nvPr/>
          </p:nvSpPr>
          <p:spPr>
            <a:xfrm>
              <a:off x="-48871025" y="3613200"/>
              <a:ext cx="73275" cy="26825"/>
            </a:xfrm>
            <a:custGeom>
              <a:rect b="b" l="l" r="r" t="t"/>
              <a:pathLst>
                <a:path extrusionOk="0" h="1073" w="2931">
                  <a:moveTo>
                    <a:pt x="1260" y="1"/>
                  </a:moveTo>
                  <a:lnTo>
                    <a:pt x="0" y="1072"/>
                  </a:lnTo>
                  <a:lnTo>
                    <a:pt x="1670" y="1072"/>
                  </a:lnTo>
                  <a:lnTo>
                    <a:pt x="2930"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53" name="Google Shape;1753;p26"/>
            <p:cNvSpPr/>
            <p:nvPr/>
          </p:nvSpPr>
          <p:spPr>
            <a:xfrm>
              <a:off x="-48893075" y="3552550"/>
              <a:ext cx="95325" cy="43350"/>
            </a:xfrm>
            <a:custGeom>
              <a:rect b="b" l="l" r="r" t="t"/>
              <a:pathLst>
                <a:path extrusionOk="0" h="1734" w="3813">
                  <a:moveTo>
                    <a:pt x="0" y="1"/>
                  </a:moveTo>
                  <a:lnTo>
                    <a:pt x="2142" y="1734"/>
                  </a:lnTo>
                  <a:lnTo>
                    <a:pt x="3812" y="1734"/>
                  </a:lnTo>
                  <a:lnTo>
                    <a:pt x="1733"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54" name="Google Shape;1754;p26"/>
            <p:cNvSpPr/>
            <p:nvPr/>
          </p:nvSpPr>
          <p:spPr>
            <a:xfrm>
              <a:off x="-49027775" y="3550975"/>
              <a:ext cx="100050" cy="87475"/>
            </a:xfrm>
            <a:custGeom>
              <a:rect b="b" l="l" r="r" t="t"/>
              <a:pathLst>
                <a:path extrusionOk="0" h="3499" w="4002">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55" name="Google Shape;1755;p26"/>
            <p:cNvSpPr/>
            <p:nvPr/>
          </p:nvSpPr>
          <p:spPr>
            <a:xfrm>
              <a:off x="-48962400" y="3552550"/>
              <a:ext cx="95325" cy="43350"/>
            </a:xfrm>
            <a:custGeom>
              <a:rect b="b" l="l" r="r" t="t"/>
              <a:pathLst>
                <a:path extrusionOk="0" h="1734" w="3813">
                  <a:moveTo>
                    <a:pt x="1" y="1"/>
                  </a:moveTo>
                  <a:lnTo>
                    <a:pt x="2111" y="1734"/>
                  </a:lnTo>
                  <a:lnTo>
                    <a:pt x="3813" y="1734"/>
                  </a:lnTo>
                  <a:lnTo>
                    <a:pt x="1702"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56" name="Google Shape;1756;p26"/>
            <p:cNvSpPr/>
            <p:nvPr/>
          </p:nvSpPr>
          <p:spPr>
            <a:xfrm>
              <a:off x="-49027775" y="3657325"/>
              <a:ext cx="300100" cy="195350"/>
            </a:xfrm>
            <a:custGeom>
              <a:rect b="b" l="l" r="r" t="t"/>
              <a:pathLst>
                <a:path extrusionOk="0" h="7814" w="12004">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57" name="Google Shape;1757;p26"/>
            <p:cNvSpPr/>
            <p:nvPr/>
          </p:nvSpPr>
          <p:spPr>
            <a:xfrm>
              <a:off x="-48886775" y="3726625"/>
              <a:ext cx="28375" cy="37050"/>
            </a:xfrm>
            <a:custGeom>
              <a:rect b="b" l="l" r="r" t="t"/>
              <a:pathLst>
                <a:path extrusionOk="0" h="1482" w="1135">
                  <a:moveTo>
                    <a:pt x="0" y="1"/>
                  </a:moveTo>
                  <a:lnTo>
                    <a:pt x="0" y="1481"/>
                  </a:lnTo>
                  <a:lnTo>
                    <a:pt x="1134" y="757"/>
                  </a:lnTo>
                  <a:lnTo>
                    <a:pt x="0"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58" name="Google Shape;1758;p26"/>
            <p:cNvSpPr/>
            <p:nvPr/>
          </p:nvSpPr>
          <p:spPr>
            <a:xfrm>
              <a:off x="-48822975" y="3550975"/>
              <a:ext cx="94525" cy="44925"/>
            </a:xfrm>
            <a:custGeom>
              <a:rect b="b" l="l" r="r" t="t"/>
              <a:pathLst>
                <a:path extrusionOk="0" h="1797" w="3781">
                  <a:moveTo>
                    <a:pt x="0" y="1"/>
                  </a:moveTo>
                  <a:lnTo>
                    <a:pt x="2111" y="1797"/>
                  </a:lnTo>
                  <a:lnTo>
                    <a:pt x="3781" y="1797"/>
                  </a:lnTo>
                  <a:lnTo>
                    <a:pt x="3781" y="1072"/>
                  </a:lnTo>
                  <a:cubicBezTo>
                    <a:pt x="3781" y="474"/>
                    <a:pt x="3308" y="1"/>
                    <a:pt x="2709"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59" name="Google Shape;1759;p26"/>
            <p:cNvSpPr/>
            <p:nvPr/>
          </p:nvSpPr>
          <p:spPr>
            <a:xfrm>
              <a:off x="-48939550" y="3684100"/>
              <a:ext cx="122100" cy="122100"/>
            </a:xfrm>
            <a:custGeom>
              <a:rect b="b" l="l" r="r" t="t"/>
              <a:pathLst>
                <a:path extrusionOk="0" h="4884" w="4884">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60" name="Google Shape;1760;p26"/>
            <p:cNvSpPr/>
            <p:nvPr/>
          </p:nvSpPr>
          <p:spPr>
            <a:xfrm>
              <a:off x="-48801725" y="3613200"/>
              <a:ext cx="73275" cy="26825"/>
            </a:xfrm>
            <a:custGeom>
              <a:rect b="b" l="l" r="r" t="t"/>
              <a:pathLst>
                <a:path extrusionOk="0" h="1073" w="2931">
                  <a:moveTo>
                    <a:pt x="1261" y="1"/>
                  </a:moveTo>
                  <a:lnTo>
                    <a:pt x="1" y="1072"/>
                  </a:lnTo>
                  <a:lnTo>
                    <a:pt x="2931" y="1072"/>
                  </a:lnTo>
                  <a:lnTo>
                    <a:pt x="2931"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761" name="Google Shape;1761;p26"/>
          <p:cNvGrpSpPr/>
          <p:nvPr/>
        </p:nvGrpSpPr>
        <p:grpSpPr>
          <a:xfrm>
            <a:off x="3654048" y="1917830"/>
            <a:ext cx="447219" cy="442759"/>
            <a:chOff x="-49031025" y="3920175"/>
            <a:chExt cx="303350" cy="300325"/>
          </a:xfrm>
        </p:grpSpPr>
        <p:sp>
          <p:nvSpPr>
            <p:cNvPr id="1762" name="Google Shape;1762;p26"/>
            <p:cNvSpPr/>
            <p:nvPr/>
          </p:nvSpPr>
          <p:spPr>
            <a:xfrm>
              <a:off x="-49031025" y="4131875"/>
              <a:ext cx="109600" cy="88625"/>
            </a:xfrm>
            <a:custGeom>
              <a:rect b="b" l="l" r="r" t="t"/>
              <a:pathLst>
                <a:path extrusionOk="0" h="3545" w="4384">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63" name="Google Shape;1763;p26"/>
            <p:cNvSpPr/>
            <p:nvPr/>
          </p:nvSpPr>
          <p:spPr>
            <a:xfrm>
              <a:off x="-48921450" y="3920175"/>
              <a:ext cx="79575" cy="130975"/>
            </a:xfrm>
            <a:custGeom>
              <a:rect b="b" l="l" r="r" t="t"/>
              <a:pathLst>
                <a:path extrusionOk="0" h="5239" w="3183">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64" name="Google Shape;1764;p26"/>
            <p:cNvSpPr/>
            <p:nvPr/>
          </p:nvSpPr>
          <p:spPr>
            <a:xfrm>
              <a:off x="-48842675" y="4008100"/>
              <a:ext cx="115000" cy="53300"/>
            </a:xfrm>
            <a:custGeom>
              <a:rect b="b" l="l" r="r" t="t"/>
              <a:pathLst>
                <a:path extrusionOk="0" h="2132" w="460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65" name="Google Shape;1765;p26"/>
            <p:cNvSpPr/>
            <p:nvPr/>
          </p:nvSpPr>
          <p:spPr>
            <a:xfrm>
              <a:off x="-48838750" y="4078700"/>
              <a:ext cx="51225" cy="66975"/>
            </a:xfrm>
            <a:custGeom>
              <a:rect b="b" l="l" r="r" t="t"/>
              <a:pathLst>
                <a:path extrusionOk="0" h="2679" w="2049">
                  <a:moveTo>
                    <a:pt x="1" y="0"/>
                  </a:moveTo>
                  <a:lnTo>
                    <a:pt x="1734" y="2678"/>
                  </a:lnTo>
                  <a:lnTo>
                    <a:pt x="2049"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66" name="Google Shape;1766;p26"/>
            <p:cNvSpPr/>
            <p:nvPr/>
          </p:nvSpPr>
          <p:spPr>
            <a:xfrm>
              <a:off x="-48975000" y="3920575"/>
              <a:ext cx="173300" cy="248725"/>
            </a:xfrm>
            <a:custGeom>
              <a:rect b="b" l="l" r="r" t="t"/>
              <a:pathLst>
                <a:path extrusionOk="0" h="9949" w="6932">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67" name="Google Shape;1767;p26"/>
            <p:cNvSpPr/>
            <p:nvPr/>
          </p:nvSpPr>
          <p:spPr>
            <a:xfrm>
              <a:off x="-48955300" y="4129900"/>
              <a:ext cx="151250" cy="89800"/>
            </a:xfrm>
            <a:custGeom>
              <a:rect b="b" l="l" r="r" t="t"/>
              <a:pathLst>
                <a:path extrusionOk="0" h="3592" w="6050">
                  <a:moveTo>
                    <a:pt x="0" y="0"/>
                  </a:moveTo>
                  <a:lnTo>
                    <a:pt x="2174" y="3592"/>
                  </a:lnTo>
                  <a:lnTo>
                    <a:pt x="5167" y="3592"/>
                  </a:lnTo>
                  <a:cubicBezTo>
                    <a:pt x="5293" y="3592"/>
                    <a:pt x="5419" y="3529"/>
                    <a:pt x="5482" y="3403"/>
                  </a:cubicBezTo>
                  <a:lnTo>
                    <a:pt x="6049" y="2268"/>
                  </a:lnTo>
                  <a:lnTo>
                    <a:pt x="0"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768" name="Google Shape;1768;p26"/>
          <p:cNvGrpSpPr/>
          <p:nvPr/>
        </p:nvGrpSpPr>
        <p:grpSpPr>
          <a:xfrm>
            <a:off x="6409021" y="1400251"/>
            <a:ext cx="442428" cy="442428"/>
            <a:chOff x="-47154800" y="3569100"/>
            <a:chExt cx="300100" cy="300100"/>
          </a:xfrm>
        </p:grpSpPr>
        <p:sp>
          <p:nvSpPr>
            <p:cNvPr id="1769" name="Google Shape;1769;p26"/>
            <p:cNvSpPr/>
            <p:nvPr/>
          </p:nvSpPr>
          <p:spPr>
            <a:xfrm>
              <a:off x="-46994900" y="3728200"/>
              <a:ext cx="140200" cy="141000"/>
            </a:xfrm>
            <a:custGeom>
              <a:rect b="b" l="l" r="r" t="t"/>
              <a:pathLst>
                <a:path extrusionOk="0" h="5640" w="5608">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70" name="Google Shape;1770;p26"/>
            <p:cNvSpPr/>
            <p:nvPr/>
          </p:nvSpPr>
          <p:spPr>
            <a:xfrm>
              <a:off x="-46978375" y="3574625"/>
              <a:ext cx="47275" cy="47275"/>
            </a:xfrm>
            <a:custGeom>
              <a:rect b="b" l="l" r="r" t="t"/>
              <a:pathLst>
                <a:path extrusionOk="0" h="1891" w="1891">
                  <a:moveTo>
                    <a:pt x="1" y="0"/>
                  </a:moveTo>
                  <a:lnTo>
                    <a:pt x="1" y="1890"/>
                  </a:lnTo>
                  <a:lnTo>
                    <a:pt x="1891" y="1890"/>
                  </a:lnTo>
                  <a:lnTo>
                    <a:pt x="1"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71" name="Google Shape;1771;p26"/>
            <p:cNvSpPr/>
            <p:nvPr/>
          </p:nvSpPr>
          <p:spPr>
            <a:xfrm>
              <a:off x="-47075250" y="3665200"/>
              <a:ext cx="15775" cy="15775"/>
            </a:xfrm>
            <a:custGeom>
              <a:rect b="b" l="l" r="r" t="t"/>
              <a:pathLst>
                <a:path extrusionOk="0" h="631" w="631">
                  <a:moveTo>
                    <a:pt x="1" y="0"/>
                  </a:moveTo>
                  <a:lnTo>
                    <a:pt x="1" y="630"/>
                  </a:lnTo>
                  <a:cubicBezTo>
                    <a:pt x="316" y="536"/>
                    <a:pt x="505" y="284"/>
                    <a:pt x="631"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72" name="Google Shape;1772;p26"/>
            <p:cNvSpPr/>
            <p:nvPr/>
          </p:nvSpPr>
          <p:spPr>
            <a:xfrm>
              <a:off x="-47110700" y="3631325"/>
              <a:ext cx="51225" cy="51225"/>
            </a:xfrm>
            <a:custGeom>
              <a:rect b="b" l="l" r="r" t="t"/>
              <a:pathLst>
                <a:path extrusionOk="0" h="2049" w="2049">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73" name="Google Shape;1773;p26"/>
            <p:cNvSpPr/>
            <p:nvPr/>
          </p:nvSpPr>
          <p:spPr>
            <a:xfrm>
              <a:off x="-47075250" y="3665200"/>
              <a:ext cx="53575" cy="54350"/>
            </a:xfrm>
            <a:custGeom>
              <a:rect b="b" l="l" r="r" t="t"/>
              <a:pathLst>
                <a:path extrusionOk="0" h="2174" w="2143">
                  <a:moveTo>
                    <a:pt x="1355" y="0"/>
                  </a:moveTo>
                  <a:cubicBezTo>
                    <a:pt x="1229" y="693"/>
                    <a:pt x="694" y="1229"/>
                    <a:pt x="1" y="1386"/>
                  </a:cubicBezTo>
                  <a:lnTo>
                    <a:pt x="1" y="2174"/>
                  </a:lnTo>
                  <a:lnTo>
                    <a:pt x="2143" y="2174"/>
                  </a:lnTo>
                  <a:lnTo>
                    <a:pt x="2143"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74" name="Google Shape;1774;p26"/>
            <p:cNvSpPr/>
            <p:nvPr/>
          </p:nvSpPr>
          <p:spPr>
            <a:xfrm>
              <a:off x="-47154800" y="3569100"/>
              <a:ext cx="229225" cy="300100"/>
            </a:xfrm>
            <a:custGeom>
              <a:rect b="b" l="l" r="r" t="t"/>
              <a:pathLst>
                <a:path extrusionOk="0" h="12004" w="9169">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775" name="Google Shape;1775;p26"/>
          <p:cNvGrpSpPr/>
          <p:nvPr/>
        </p:nvGrpSpPr>
        <p:grpSpPr>
          <a:xfrm>
            <a:off x="6409609" y="1945987"/>
            <a:ext cx="441248" cy="440143"/>
            <a:chOff x="-47154000" y="3939275"/>
            <a:chExt cx="299300" cy="298550"/>
          </a:xfrm>
        </p:grpSpPr>
        <p:sp>
          <p:nvSpPr>
            <p:cNvPr id="1776" name="Google Shape;1776;p26"/>
            <p:cNvSpPr/>
            <p:nvPr/>
          </p:nvSpPr>
          <p:spPr>
            <a:xfrm>
              <a:off x="-47084700" y="4131475"/>
              <a:ext cx="159125" cy="106350"/>
            </a:xfrm>
            <a:custGeom>
              <a:rect b="b" l="l" r="r" t="t"/>
              <a:pathLst>
                <a:path extrusionOk="0" h="4254" w="6365">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77" name="Google Shape;1777;p26"/>
            <p:cNvSpPr/>
            <p:nvPr/>
          </p:nvSpPr>
          <p:spPr>
            <a:xfrm>
              <a:off x="-46979150" y="3943225"/>
              <a:ext cx="48050" cy="47275"/>
            </a:xfrm>
            <a:custGeom>
              <a:rect b="b" l="l" r="r" t="t"/>
              <a:pathLst>
                <a:path extrusionOk="0" h="1891" w="1922">
                  <a:moveTo>
                    <a:pt x="0" y="0"/>
                  </a:moveTo>
                  <a:lnTo>
                    <a:pt x="0" y="1891"/>
                  </a:lnTo>
                  <a:lnTo>
                    <a:pt x="1922" y="1891"/>
                  </a:lnTo>
                  <a:lnTo>
                    <a:pt x="0"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78" name="Google Shape;1778;p26"/>
            <p:cNvSpPr/>
            <p:nvPr/>
          </p:nvSpPr>
          <p:spPr>
            <a:xfrm>
              <a:off x="-47154000" y="4026700"/>
              <a:ext cx="299300" cy="141025"/>
            </a:xfrm>
            <a:custGeom>
              <a:rect b="b" l="l" r="r" t="t"/>
              <a:pathLst>
                <a:path extrusionOk="0" h="5641" w="11972">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79" name="Google Shape;1779;p26"/>
            <p:cNvSpPr/>
            <p:nvPr/>
          </p:nvSpPr>
          <p:spPr>
            <a:xfrm>
              <a:off x="-47083125" y="3939275"/>
              <a:ext cx="158325" cy="106350"/>
            </a:xfrm>
            <a:custGeom>
              <a:rect b="b" l="l" r="r" t="t"/>
              <a:pathLst>
                <a:path extrusionOk="0" h="4254" w="6333">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780" name="Google Shape;1780;p26"/>
          <p:cNvGrpSpPr/>
          <p:nvPr/>
        </p:nvGrpSpPr>
        <p:grpSpPr>
          <a:xfrm>
            <a:off x="9180914" y="1401429"/>
            <a:ext cx="389023" cy="441248"/>
            <a:chOff x="-45286550" y="3569900"/>
            <a:chExt cx="263875" cy="299300"/>
          </a:xfrm>
        </p:grpSpPr>
        <p:sp>
          <p:nvSpPr>
            <p:cNvPr id="1781" name="Google Shape;1781;p26"/>
            <p:cNvSpPr/>
            <p:nvPr/>
          </p:nvSpPr>
          <p:spPr>
            <a:xfrm>
              <a:off x="-45234575" y="3728200"/>
              <a:ext cx="18150" cy="18150"/>
            </a:xfrm>
            <a:custGeom>
              <a:rect b="b" l="l" r="r" t="t"/>
              <a:pathLst>
                <a:path extrusionOk="0" h="726" w="726">
                  <a:moveTo>
                    <a:pt x="1" y="1"/>
                  </a:moveTo>
                  <a:lnTo>
                    <a:pt x="1" y="725"/>
                  </a:lnTo>
                  <a:lnTo>
                    <a:pt x="347" y="725"/>
                  </a:lnTo>
                  <a:cubicBezTo>
                    <a:pt x="568" y="725"/>
                    <a:pt x="725" y="568"/>
                    <a:pt x="725" y="379"/>
                  </a:cubicBezTo>
                  <a:cubicBezTo>
                    <a:pt x="725" y="127"/>
                    <a:pt x="568" y="1"/>
                    <a:pt x="34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82" name="Google Shape;1782;p26"/>
            <p:cNvSpPr/>
            <p:nvPr/>
          </p:nvSpPr>
          <p:spPr>
            <a:xfrm>
              <a:off x="-45286550" y="3692750"/>
              <a:ext cx="263875" cy="122900"/>
            </a:xfrm>
            <a:custGeom>
              <a:rect b="b" l="l" r="r" t="t"/>
              <a:pathLst>
                <a:path extrusionOk="0" h="4916" w="10555">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83" name="Google Shape;1783;p26"/>
            <p:cNvSpPr/>
            <p:nvPr/>
          </p:nvSpPr>
          <p:spPr>
            <a:xfrm>
              <a:off x="-45093575" y="3728200"/>
              <a:ext cx="17325" cy="53575"/>
            </a:xfrm>
            <a:custGeom>
              <a:rect b="b" l="l" r="r" t="t"/>
              <a:pathLst>
                <a:path extrusionOk="0" h="2143" w="693">
                  <a:moveTo>
                    <a:pt x="0" y="1"/>
                  </a:moveTo>
                  <a:lnTo>
                    <a:pt x="0" y="2143"/>
                  </a:lnTo>
                  <a:lnTo>
                    <a:pt x="347" y="2143"/>
                  </a:lnTo>
                  <a:cubicBezTo>
                    <a:pt x="536" y="2143"/>
                    <a:pt x="693" y="1985"/>
                    <a:pt x="693" y="1796"/>
                  </a:cubicBezTo>
                  <a:lnTo>
                    <a:pt x="693" y="347"/>
                  </a:lnTo>
                  <a:cubicBezTo>
                    <a:pt x="693" y="127"/>
                    <a:pt x="536" y="1"/>
                    <a:pt x="347"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84" name="Google Shape;1784;p26"/>
            <p:cNvSpPr/>
            <p:nvPr/>
          </p:nvSpPr>
          <p:spPr>
            <a:xfrm>
              <a:off x="-45268450" y="3569900"/>
              <a:ext cx="228450" cy="106350"/>
            </a:xfrm>
            <a:custGeom>
              <a:rect b="b" l="l" r="r" t="t"/>
              <a:pathLst>
                <a:path extrusionOk="0" h="4254" w="9138">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85" name="Google Shape;1785;p26"/>
            <p:cNvSpPr/>
            <p:nvPr/>
          </p:nvSpPr>
          <p:spPr>
            <a:xfrm>
              <a:off x="-45093575" y="3574625"/>
              <a:ext cx="47275" cy="47275"/>
            </a:xfrm>
            <a:custGeom>
              <a:rect b="b" l="l" r="r" t="t"/>
              <a:pathLst>
                <a:path extrusionOk="0" h="1891" w="1891">
                  <a:moveTo>
                    <a:pt x="0" y="0"/>
                  </a:moveTo>
                  <a:lnTo>
                    <a:pt x="0" y="1890"/>
                  </a:lnTo>
                  <a:lnTo>
                    <a:pt x="1890" y="1890"/>
                  </a:lnTo>
                  <a:lnTo>
                    <a:pt x="0"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86" name="Google Shape;1786;p26"/>
            <p:cNvSpPr/>
            <p:nvPr/>
          </p:nvSpPr>
          <p:spPr>
            <a:xfrm>
              <a:off x="-45269225" y="3833750"/>
              <a:ext cx="228425" cy="35450"/>
            </a:xfrm>
            <a:custGeom>
              <a:rect b="b" l="l" r="r" t="t"/>
              <a:pathLst>
                <a:path extrusionOk="0" h="1418" w="9137">
                  <a:moveTo>
                    <a:pt x="0" y="0"/>
                  </a:moveTo>
                  <a:lnTo>
                    <a:pt x="0" y="1071"/>
                  </a:lnTo>
                  <a:cubicBezTo>
                    <a:pt x="0" y="1260"/>
                    <a:pt x="158" y="1418"/>
                    <a:pt x="378" y="1418"/>
                  </a:cubicBezTo>
                  <a:lnTo>
                    <a:pt x="8790" y="1418"/>
                  </a:lnTo>
                  <a:cubicBezTo>
                    <a:pt x="8979" y="1418"/>
                    <a:pt x="9137" y="1260"/>
                    <a:pt x="9137" y="1071"/>
                  </a:cubicBezTo>
                  <a:lnTo>
                    <a:pt x="9137"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787" name="Google Shape;1787;p26"/>
          <p:cNvGrpSpPr/>
          <p:nvPr/>
        </p:nvGrpSpPr>
        <p:grpSpPr>
          <a:xfrm>
            <a:off x="9194846" y="1944845"/>
            <a:ext cx="361159" cy="442428"/>
            <a:chOff x="-45277900" y="3938500"/>
            <a:chExt cx="244975" cy="300100"/>
          </a:xfrm>
        </p:grpSpPr>
        <p:sp>
          <p:nvSpPr>
            <p:cNvPr id="1788" name="Google Shape;1788;p26"/>
            <p:cNvSpPr/>
            <p:nvPr/>
          </p:nvSpPr>
          <p:spPr>
            <a:xfrm>
              <a:off x="-45210950" y="4107825"/>
              <a:ext cx="23650" cy="24450"/>
            </a:xfrm>
            <a:custGeom>
              <a:rect b="b" l="l" r="r" t="t"/>
              <a:pathLst>
                <a:path extrusionOk="0" h="978" w="946">
                  <a:moveTo>
                    <a:pt x="473" y="1"/>
                  </a:moveTo>
                  <a:lnTo>
                    <a:pt x="1" y="978"/>
                  </a:lnTo>
                  <a:lnTo>
                    <a:pt x="946" y="978"/>
                  </a:lnTo>
                  <a:lnTo>
                    <a:pt x="473" y="1"/>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89" name="Google Shape;1789;p26"/>
            <p:cNvSpPr/>
            <p:nvPr/>
          </p:nvSpPr>
          <p:spPr>
            <a:xfrm>
              <a:off x="-45084925" y="3943225"/>
              <a:ext cx="47275" cy="47275"/>
            </a:xfrm>
            <a:custGeom>
              <a:rect b="b" l="l" r="r" t="t"/>
              <a:pathLst>
                <a:path extrusionOk="0" h="1891" w="1891">
                  <a:moveTo>
                    <a:pt x="1" y="0"/>
                  </a:moveTo>
                  <a:lnTo>
                    <a:pt x="1" y="1891"/>
                  </a:lnTo>
                  <a:lnTo>
                    <a:pt x="1891" y="1891"/>
                  </a:lnTo>
                  <a:lnTo>
                    <a:pt x="1"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90" name="Google Shape;1790;p26"/>
            <p:cNvSpPr/>
            <p:nvPr/>
          </p:nvSpPr>
          <p:spPr>
            <a:xfrm>
              <a:off x="-45260575" y="3938500"/>
              <a:ext cx="227650" cy="300100"/>
            </a:xfrm>
            <a:custGeom>
              <a:rect b="b" l="l" r="r" t="t"/>
              <a:pathLst>
                <a:path extrusionOk="0" h="12004" w="9106">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91" name="Google Shape;1791;p26"/>
            <p:cNvSpPr/>
            <p:nvPr/>
          </p:nvSpPr>
          <p:spPr>
            <a:xfrm>
              <a:off x="-45277900" y="4061375"/>
              <a:ext cx="193000" cy="122875"/>
            </a:xfrm>
            <a:custGeom>
              <a:rect b="b" l="l" r="r" t="t"/>
              <a:pathLst>
                <a:path extrusionOk="0" h="4915" w="772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792" name="Google Shape;1792;p26"/>
          <p:cNvGrpSpPr/>
          <p:nvPr/>
        </p:nvGrpSpPr>
        <p:grpSpPr>
          <a:xfrm>
            <a:off x="10304162" y="1388415"/>
            <a:ext cx="442428" cy="442428"/>
            <a:chOff x="-44502875" y="3576975"/>
            <a:chExt cx="300100" cy="300100"/>
          </a:xfrm>
        </p:grpSpPr>
        <p:sp>
          <p:nvSpPr>
            <p:cNvPr id="1793" name="Google Shape;1793;p26"/>
            <p:cNvSpPr/>
            <p:nvPr/>
          </p:nvSpPr>
          <p:spPr>
            <a:xfrm>
              <a:off x="-44466650" y="3576975"/>
              <a:ext cx="53600" cy="18925"/>
            </a:xfrm>
            <a:custGeom>
              <a:rect b="b" l="l" r="r" t="t"/>
              <a:pathLst>
                <a:path extrusionOk="0" h="757" w="2144">
                  <a:moveTo>
                    <a:pt x="348" y="1"/>
                  </a:moveTo>
                  <a:cubicBezTo>
                    <a:pt x="158" y="1"/>
                    <a:pt x="1" y="158"/>
                    <a:pt x="1" y="347"/>
                  </a:cubicBezTo>
                  <a:lnTo>
                    <a:pt x="1" y="757"/>
                  </a:lnTo>
                  <a:lnTo>
                    <a:pt x="2143" y="757"/>
                  </a:lnTo>
                  <a:lnTo>
                    <a:pt x="2143" y="347"/>
                  </a:lnTo>
                  <a:cubicBezTo>
                    <a:pt x="2143" y="158"/>
                    <a:pt x="1986" y="1"/>
                    <a:pt x="1765" y="1"/>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94" name="Google Shape;1794;p26"/>
            <p:cNvSpPr/>
            <p:nvPr/>
          </p:nvSpPr>
          <p:spPr>
            <a:xfrm>
              <a:off x="-44502875" y="3595100"/>
              <a:ext cx="283575" cy="281975"/>
            </a:xfrm>
            <a:custGeom>
              <a:rect b="b" l="l" r="r" t="t"/>
              <a:pathLst>
                <a:path extrusionOk="0" h="11279" w="11343">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95" name="Google Shape;1795;p26"/>
            <p:cNvSpPr/>
            <p:nvPr/>
          </p:nvSpPr>
          <p:spPr>
            <a:xfrm>
              <a:off x="-44221675" y="3788850"/>
              <a:ext cx="18900" cy="52800"/>
            </a:xfrm>
            <a:custGeom>
              <a:rect b="b" l="l" r="r" t="t"/>
              <a:pathLst>
                <a:path extrusionOk="0" h="2112" w="756">
                  <a:moveTo>
                    <a:pt x="0" y="0"/>
                  </a:moveTo>
                  <a:lnTo>
                    <a:pt x="0" y="2111"/>
                  </a:lnTo>
                  <a:lnTo>
                    <a:pt x="410" y="2111"/>
                  </a:lnTo>
                  <a:cubicBezTo>
                    <a:pt x="599" y="2111"/>
                    <a:pt x="756" y="1954"/>
                    <a:pt x="756" y="1765"/>
                  </a:cubicBezTo>
                  <a:lnTo>
                    <a:pt x="756" y="347"/>
                  </a:lnTo>
                  <a:cubicBezTo>
                    <a:pt x="756" y="158"/>
                    <a:pt x="599" y="0"/>
                    <a:pt x="410" y="0"/>
                  </a:cubicBezTo>
                  <a:close/>
                </a:path>
              </a:pathLst>
            </a:custGeom>
            <a:solidFill>
              <a:srgbClr val="6C1D35"/>
            </a:solidFill>
            <a:ln>
              <a:noFill/>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00" name="Shape 1800"/>
        <p:cNvGrpSpPr/>
        <p:nvPr/>
      </p:nvGrpSpPr>
      <p:grpSpPr>
        <a:xfrm>
          <a:off x="0" y="0"/>
          <a:ext cx="0" cy="0"/>
          <a:chOff x="0" y="0"/>
          <a:chExt cx="0" cy="0"/>
        </a:xfrm>
      </p:grpSpPr>
      <p:sp>
        <p:nvSpPr>
          <p:cNvPr id="1801" name="Google Shape;1801;p27"/>
          <p:cNvSpPr/>
          <p:nvPr/>
        </p:nvSpPr>
        <p:spPr>
          <a:xfrm>
            <a:off x="11184707" y="5806695"/>
            <a:ext cx="381147" cy="549655"/>
          </a:xfrm>
          <a:custGeom>
            <a:rect b="b" l="l" r="r" t="t"/>
            <a:pathLst>
              <a:path extrusionOk="0" h="602" w="418">
                <a:moveTo>
                  <a:pt x="417" y="276"/>
                </a:moveTo>
                <a:lnTo>
                  <a:pt x="417" y="276"/>
                </a:lnTo>
                <a:cubicBezTo>
                  <a:pt x="417" y="382"/>
                  <a:pt x="339" y="466"/>
                  <a:pt x="233" y="480"/>
                </a:cubicBezTo>
                <a:cubicBezTo>
                  <a:pt x="233" y="544"/>
                  <a:pt x="233" y="544"/>
                  <a:pt x="233" y="544"/>
                </a:cubicBezTo>
                <a:cubicBezTo>
                  <a:pt x="332" y="544"/>
                  <a:pt x="332" y="544"/>
                  <a:pt x="332" y="544"/>
                </a:cubicBezTo>
                <a:cubicBezTo>
                  <a:pt x="346" y="544"/>
                  <a:pt x="360" y="558"/>
                  <a:pt x="360" y="572"/>
                </a:cubicBezTo>
                <a:cubicBezTo>
                  <a:pt x="360" y="594"/>
                  <a:pt x="346" y="601"/>
                  <a:pt x="332" y="601"/>
                </a:cubicBezTo>
                <a:cubicBezTo>
                  <a:pt x="205" y="601"/>
                  <a:pt x="205" y="601"/>
                  <a:pt x="205" y="601"/>
                </a:cubicBezTo>
                <a:cubicBezTo>
                  <a:pt x="85" y="601"/>
                  <a:pt x="85" y="601"/>
                  <a:pt x="85" y="601"/>
                </a:cubicBezTo>
                <a:cubicBezTo>
                  <a:pt x="71" y="601"/>
                  <a:pt x="56" y="594"/>
                  <a:pt x="56" y="572"/>
                </a:cubicBezTo>
                <a:cubicBezTo>
                  <a:pt x="56" y="558"/>
                  <a:pt x="71" y="544"/>
                  <a:pt x="85" y="544"/>
                </a:cubicBezTo>
                <a:cubicBezTo>
                  <a:pt x="177" y="544"/>
                  <a:pt x="177" y="544"/>
                  <a:pt x="177" y="544"/>
                </a:cubicBezTo>
                <a:cubicBezTo>
                  <a:pt x="177" y="480"/>
                  <a:pt x="177" y="480"/>
                  <a:pt x="177" y="480"/>
                </a:cubicBezTo>
                <a:cubicBezTo>
                  <a:pt x="78" y="466"/>
                  <a:pt x="0" y="382"/>
                  <a:pt x="0" y="276"/>
                </a:cubicBezTo>
                <a:cubicBezTo>
                  <a:pt x="0" y="254"/>
                  <a:pt x="14" y="247"/>
                  <a:pt x="28" y="247"/>
                </a:cubicBezTo>
                <a:cubicBezTo>
                  <a:pt x="42" y="247"/>
                  <a:pt x="56" y="254"/>
                  <a:pt x="56" y="276"/>
                </a:cubicBezTo>
                <a:cubicBezTo>
                  <a:pt x="56" y="353"/>
                  <a:pt x="127" y="424"/>
                  <a:pt x="205" y="424"/>
                </a:cubicBezTo>
                <a:cubicBezTo>
                  <a:pt x="290" y="424"/>
                  <a:pt x="360" y="353"/>
                  <a:pt x="360" y="276"/>
                </a:cubicBezTo>
                <a:cubicBezTo>
                  <a:pt x="360" y="254"/>
                  <a:pt x="367" y="247"/>
                  <a:pt x="389" y="247"/>
                </a:cubicBezTo>
                <a:cubicBezTo>
                  <a:pt x="403" y="247"/>
                  <a:pt x="417" y="254"/>
                  <a:pt x="417" y="276"/>
                </a:cubicBezTo>
                <a:close/>
                <a:moveTo>
                  <a:pt x="205" y="374"/>
                </a:moveTo>
                <a:lnTo>
                  <a:pt x="205" y="374"/>
                </a:lnTo>
                <a:cubicBezTo>
                  <a:pt x="141" y="374"/>
                  <a:pt x="92" y="325"/>
                  <a:pt x="92" y="261"/>
                </a:cubicBezTo>
                <a:cubicBezTo>
                  <a:pt x="92" y="113"/>
                  <a:pt x="92" y="113"/>
                  <a:pt x="92" y="113"/>
                </a:cubicBezTo>
                <a:cubicBezTo>
                  <a:pt x="92" y="49"/>
                  <a:pt x="141" y="0"/>
                  <a:pt x="205" y="0"/>
                </a:cubicBezTo>
                <a:cubicBezTo>
                  <a:pt x="269" y="0"/>
                  <a:pt x="318" y="49"/>
                  <a:pt x="318" y="113"/>
                </a:cubicBezTo>
                <a:cubicBezTo>
                  <a:pt x="318" y="261"/>
                  <a:pt x="318" y="261"/>
                  <a:pt x="318" y="261"/>
                </a:cubicBezTo>
                <a:cubicBezTo>
                  <a:pt x="318" y="325"/>
                  <a:pt x="269" y="374"/>
                  <a:pt x="205" y="37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2" name="Google Shape;1802;p27"/>
          <p:cNvSpPr/>
          <p:nvPr/>
        </p:nvSpPr>
        <p:spPr>
          <a:xfrm>
            <a:off x="10173661" y="5806695"/>
            <a:ext cx="477437" cy="549655"/>
          </a:xfrm>
          <a:custGeom>
            <a:rect b="b" l="l" r="r" t="t"/>
            <a:pathLst>
              <a:path extrusionOk="0" h="602" w="524">
                <a:moveTo>
                  <a:pt x="516" y="155"/>
                </a:moveTo>
                <a:lnTo>
                  <a:pt x="516" y="155"/>
                </a:lnTo>
                <a:cubicBezTo>
                  <a:pt x="22" y="473"/>
                  <a:pt x="22" y="473"/>
                  <a:pt x="22" y="473"/>
                </a:cubicBezTo>
                <a:cubicBezTo>
                  <a:pt x="22" y="473"/>
                  <a:pt x="22" y="480"/>
                  <a:pt x="14" y="480"/>
                </a:cubicBezTo>
                <a:cubicBezTo>
                  <a:pt x="7" y="480"/>
                  <a:pt x="0" y="473"/>
                  <a:pt x="0" y="466"/>
                </a:cubicBezTo>
                <a:cubicBezTo>
                  <a:pt x="0" y="459"/>
                  <a:pt x="7" y="452"/>
                  <a:pt x="7" y="452"/>
                </a:cubicBezTo>
                <a:cubicBezTo>
                  <a:pt x="502" y="127"/>
                  <a:pt x="502" y="127"/>
                  <a:pt x="502" y="127"/>
                </a:cubicBezTo>
                <a:cubicBezTo>
                  <a:pt x="502" y="127"/>
                  <a:pt x="502" y="127"/>
                  <a:pt x="509" y="127"/>
                </a:cubicBezTo>
                <a:cubicBezTo>
                  <a:pt x="516" y="127"/>
                  <a:pt x="523" y="134"/>
                  <a:pt x="523" y="141"/>
                </a:cubicBezTo>
                <a:cubicBezTo>
                  <a:pt x="523" y="148"/>
                  <a:pt x="516" y="148"/>
                  <a:pt x="516" y="155"/>
                </a:cubicBezTo>
                <a:close/>
                <a:moveTo>
                  <a:pt x="149" y="261"/>
                </a:moveTo>
                <a:lnTo>
                  <a:pt x="149" y="261"/>
                </a:lnTo>
                <a:cubicBezTo>
                  <a:pt x="149" y="113"/>
                  <a:pt x="149" y="113"/>
                  <a:pt x="149" y="113"/>
                </a:cubicBezTo>
                <a:cubicBezTo>
                  <a:pt x="149" y="49"/>
                  <a:pt x="198" y="0"/>
                  <a:pt x="262" y="0"/>
                </a:cubicBezTo>
                <a:cubicBezTo>
                  <a:pt x="325" y="0"/>
                  <a:pt x="375" y="49"/>
                  <a:pt x="375" y="113"/>
                </a:cubicBezTo>
                <a:cubicBezTo>
                  <a:pt x="375" y="177"/>
                  <a:pt x="375" y="177"/>
                  <a:pt x="375" y="177"/>
                </a:cubicBezTo>
                <a:cubicBezTo>
                  <a:pt x="163" y="318"/>
                  <a:pt x="163" y="318"/>
                  <a:pt x="163" y="318"/>
                </a:cubicBezTo>
                <a:cubicBezTo>
                  <a:pt x="156" y="304"/>
                  <a:pt x="149" y="283"/>
                  <a:pt x="149" y="261"/>
                </a:cubicBezTo>
                <a:close/>
                <a:moveTo>
                  <a:pt x="57" y="276"/>
                </a:moveTo>
                <a:lnTo>
                  <a:pt x="57" y="276"/>
                </a:lnTo>
                <a:cubicBezTo>
                  <a:pt x="57" y="254"/>
                  <a:pt x="64" y="247"/>
                  <a:pt x="85" y="247"/>
                </a:cubicBezTo>
                <a:cubicBezTo>
                  <a:pt x="99" y="247"/>
                  <a:pt x="113" y="254"/>
                  <a:pt x="113" y="276"/>
                </a:cubicBezTo>
                <a:cubicBezTo>
                  <a:pt x="113" y="297"/>
                  <a:pt x="113" y="318"/>
                  <a:pt x="127" y="339"/>
                </a:cubicBezTo>
                <a:cubicBezTo>
                  <a:pt x="78" y="374"/>
                  <a:pt x="78" y="374"/>
                  <a:pt x="78" y="374"/>
                </a:cubicBezTo>
                <a:cubicBezTo>
                  <a:pt x="64" y="339"/>
                  <a:pt x="57" y="311"/>
                  <a:pt x="57" y="276"/>
                </a:cubicBezTo>
                <a:close/>
                <a:moveTo>
                  <a:pt x="234" y="374"/>
                </a:moveTo>
                <a:lnTo>
                  <a:pt x="234" y="374"/>
                </a:lnTo>
                <a:cubicBezTo>
                  <a:pt x="375" y="283"/>
                  <a:pt x="375" y="283"/>
                  <a:pt x="375" y="283"/>
                </a:cubicBezTo>
                <a:cubicBezTo>
                  <a:pt x="368" y="332"/>
                  <a:pt x="318" y="374"/>
                  <a:pt x="262" y="374"/>
                </a:cubicBezTo>
                <a:cubicBezTo>
                  <a:pt x="255" y="374"/>
                  <a:pt x="241" y="374"/>
                  <a:pt x="234" y="374"/>
                </a:cubicBezTo>
                <a:close/>
                <a:moveTo>
                  <a:pt x="142" y="544"/>
                </a:moveTo>
                <a:lnTo>
                  <a:pt x="142" y="544"/>
                </a:lnTo>
                <a:cubicBezTo>
                  <a:pt x="234" y="544"/>
                  <a:pt x="234" y="544"/>
                  <a:pt x="234" y="544"/>
                </a:cubicBezTo>
                <a:cubicBezTo>
                  <a:pt x="234" y="480"/>
                  <a:pt x="234" y="480"/>
                  <a:pt x="234" y="480"/>
                </a:cubicBezTo>
                <a:cubicBezTo>
                  <a:pt x="198" y="473"/>
                  <a:pt x="163" y="459"/>
                  <a:pt x="135" y="438"/>
                </a:cubicBezTo>
                <a:cubicBezTo>
                  <a:pt x="184" y="403"/>
                  <a:pt x="184" y="403"/>
                  <a:pt x="184" y="403"/>
                </a:cubicBezTo>
                <a:cubicBezTo>
                  <a:pt x="205" y="417"/>
                  <a:pt x="234" y="424"/>
                  <a:pt x="262" y="424"/>
                </a:cubicBezTo>
                <a:cubicBezTo>
                  <a:pt x="269" y="424"/>
                  <a:pt x="269" y="424"/>
                  <a:pt x="276" y="424"/>
                </a:cubicBezTo>
                <a:lnTo>
                  <a:pt x="283" y="424"/>
                </a:lnTo>
                <a:cubicBezTo>
                  <a:pt x="354" y="410"/>
                  <a:pt x="410" y="346"/>
                  <a:pt x="410" y="276"/>
                </a:cubicBezTo>
                <a:cubicBezTo>
                  <a:pt x="410" y="254"/>
                  <a:pt x="424" y="247"/>
                  <a:pt x="438" y="247"/>
                </a:cubicBezTo>
                <a:cubicBezTo>
                  <a:pt x="460" y="247"/>
                  <a:pt x="467" y="254"/>
                  <a:pt x="467" y="276"/>
                </a:cubicBezTo>
                <a:cubicBezTo>
                  <a:pt x="467" y="382"/>
                  <a:pt x="389" y="466"/>
                  <a:pt x="290" y="480"/>
                </a:cubicBezTo>
                <a:cubicBezTo>
                  <a:pt x="290" y="544"/>
                  <a:pt x="290" y="544"/>
                  <a:pt x="290" y="544"/>
                </a:cubicBezTo>
                <a:cubicBezTo>
                  <a:pt x="382" y="544"/>
                  <a:pt x="382" y="544"/>
                  <a:pt x="382" y="544"/>
                </a:cubicBezTo>
                <a:cubicBezTo>
                  <a:pt x="403" y="544"/>
                  <a:pt x="410" y="558"/>
                  <a:pt x="410" y="572"/>
                </a:cubicBezTo>
                <a:cubicBezTo>
                  <a:pt x="410" y="594"/>
                  <a:pt x="403" y="601"/>
                  <a:pt x="382" y="601"/>
                </a:cubicBezTo>
                <a:cubicBezTo>
                  <a:pt x="290" y="601"/>
                  <a:pt x="290" y="601"/>
                  <a:pt x="290" y="601"/>
                </a:cubicBezTo>
                <a:cubicBezTo>
                  <a:pt x="142" y="601"/>
                  <a:pt x="142" y="601"/>
                  <a:pt x="142" y="601"/>
                </a:cubicBezTo>
                <a:cubicBezTo>
                  <a:pt x="120" y="601"/>
                  <a:pt x="113" y="594"/>
                  <a:pt x="113" y="572"/>
                </a:cubicBezTo>
                <a:cubicBezTo>
                  <a:pt x="113" y="558"/>
                  <a:pt x="120" y="544"/>
                  <a:pt x="142" y="54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3" name="Google Shape;1803;p27"/>
          <p:cNvSpPr/>
          <p:nvPr/>
        </p:nvSpPr>
        <p:spPr>
          <a:xfrm>
            <a:off x="9254891" y="5850827"/>
            <a:ext cx="393185" cy="469416"/>
          </a:xfrm>
          <a:custGeom>
            <a:rect b="b" l="l" r="r" t="t"/>
            <a:pathLst>
              <a:path extrusionOk="0" h="517" w="432">
                <a:moveTo>
                  <a:pt x="402" y="431"/>
                </a:moveTo>
                <a:lnTo>
                  <a:pt x="402" y="431"/>
                </a:lnTo>
                <a:cubicBezTo>
                  <a:pt x="28" y="431"/>
                  <a:pt x="28" y="431"/>
                  <a:pt x="28" y="431"/>
                </a:cubicBezTo>
                <a:cubicBezTo>
                  <a:pt x="14" y="431"/>
                  <a:pt x="0" y="417"/>
                  <a:pt x="0" y="403"/>
                </a:cubicBezTo>
                <a:cubicBezTo>
                  <a:pt x="0" y="389"/>
                  <a:pt x="14" y="375"/>
                  <a:pt x="28" y="375"/>
                </a:cubicBezTo>
                <a:cubicBezTo>
                  <a:pt x="42" y="375"/>
                  <a:pt x="56" y="361"/>
                  <a:pt x="56" y="347"/>
                </a:cubicBezTo>
                <a:cubicBezTo>
                  <a:pt x="56" y="156"/>
                  <a:pt x="56" y="156"/>
                  <a:pt x="56" y="156"/>
                </a:cubicBezTo>
                <a:cubicBezTo>
                  <a:pt x="56" y="85"/>
                  <a:pt x="113" y="29"/>
                  <a:pt x="191" y="29"/>
                </a:cubicBezTo>
                <a:cubicBezTo>
                  <a:pt x="191" y="7"/>
                  <a:pt x="198" y="0"/>
                  <a:pt x="219" y="0"/>
                </a:cubicBezTo>
                <a:cubicBezTo>
                  <a:pt x="233" y="0"/>
                  <a:pt x="247" y="7"/>
                  <a:pt x="247" y="29"/>
                </a:cubicBezTo>
                <a:cubicBezTo>
                  <a:pt x="318" y="29"/>
                  <a:pt x="374" y="85"/>
                  <a:pt x="374" y="156"/>
                </a:cubicBezTo>
                <a:cubicBezTo>
                  <a:pt x="374" y="347"/>
                  <a:pt x="374" y="347"/>
                  <a:pt x="374" y="347"/>
                </a:cubicBezTo>
                <a:cubicBezTo>
                  <a:pt x="374" y="361"/>
                  <a:pt x="388" y="375"/>
                  <a:pt x="402" y="375"/>
                </a:cubicBezTo>
                <a:cubicBezTo>
                  <a:pt x="424" y="375"/>
                  <a:pt x="431" y="389"/>
                  <a:pt x="431" y="403"/>
                </a:cubicBezTo>
                <a:cubicBezTo>
                  <a:pt x="431" y="417"/>
                  <a:pt x="424" y="431"/>
                  <a:pt x="402" y="431"/>
                </a:cubicBezTo>
                <a:close/>
                <a:moveTo>
                  <a:pt x="219" y="516"/>
                </a:moveTo>
                <a:lnTo>
                  <a:pt x="219" y="516"/>
                </a:lnTo>
                <a:cubicBezTo>
                  <a:pt x="184" y="516"/>
                  <a:pt x="162" y="488"/>
                  <a:pt x="162" y="460"/>
                </a:cubicBezTo>
                <a:cubicBezTo>
                  <a:pt x="275" y="460"/>
                  <a:pt x="275" y="460"/>
                  <a:pt x="275" y="460"/>
                </a:cubicBezTo>
                <a:cubicBezTo>
                  <a:pt x="275" y="488"/>
                  <a:pt x="247" y="516"/>
                  <a:pt x="219" y="51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4" name="Google Shape;1804;p27"/>
          <p:cNvSpPr/>
          <p:nvPr/>
        </p:nvSpPr>
        <p:spPr>
          <a:xfrm>
            <a:off x="8380256" y="5955141"/>
            <a:ext cx="224677" cy="264798"/>
          </a:xfrm>
          <a:custGeom>
            <a:rect b="b" l="l" r="r" t="t"/>
            <a:pathLst>
              <a:path extrusionOk="0" h="291" w="249">
                <a:moveTo>
                  <a:pt x="248" y="177"/>
                </a:moveTo>
                <a:lnTo>
                  <a:pt x="248" y="177"/>
                </a:lnTo>
                <a:cubicBezTo>
                  <a:pt x="248" y="191"/>
                  <a:pt x="234" y="205"/>
                  <a:pt x="220" y="205"/>
                </a:cubicBezTo>
                <a:cubicBezTo>
                  <a:pt x="29" y="205"/>
                  <a:pt x="29" y="205"/>
                  <a:pt x="29" y="205"/>
                </a:cubicBezTo>
                <a:cubicBezTo>
                  <a:pt x="15" y="205"/>
                  <a:pt x="0" y="191"/>
                  <a:pt x="0" y="177"/>
                </a:cubicBezTo>
                <a:cubicBezTo>
                  <a:pt x="0" y="170"/>
                  <a:pt x="0" y="163"/>
                  <a:pt x="7" y="163"/>
                </a:cubicBezTo>
                <a:cubicBezTo>
                  <a:pt x="100" y="15"/>
                  <a:pt x="100" y="15"/>
                  <a:pt x="100" y="15"/>
                </a:cubicBezTo>
                <a:cubicBezTo>
                  <a:pt x="107" y="0"/>
                  <a:pt x="114" y="0"/>
                  <a:pt x="121" y="0"/>
                </a:cubicBezTo>
                <a:cubicBezTo>
                  <a:pt x="135" y="0"/>
                  <a:pt x="142" y="0"/>
                  <a:pt x="149" y="15"/>
                </a:cubicBezTo>
                <a:cubicBezTo>
                  <a:pt x="241" y="163"/>
                  <a:pt x="241" y="163"/>
                  <a:pt x="241" y="163"/>
                </a:cubicBezTo>
                <a:cubicBezTo>
                  <a:pt x="241" y="163"/>
                  <a:pt x="248" y="170"/>
                  <a:pt x="248" y="177"/>
                </a:cubicBezTo>
                <a:close/>
                <a:moveTo>
                  <a:pt x="29" y="234"/>
                </a:moveTo>
                <a:lnTo>
                  <a:pt x="29" y="234"/>
                </a:lnTo>
                <a:cubicBezTo>
                  <a:pt x="220" y="234"/>
                  <a:pt x="220" y="234"/>
                  <a:pt x="220" y="234"/>
                </a:cubicBezTo>
                <a:cubicBezTo>
                  <a:pt x="234" y="234"/>
                  <a:pt x="248" y="248"/>
                  <a:pt x="248" y="262"/>
                </a:cubicBezTo>
                <a:cubicBezTo>
                  <a:pt x="248" y="276"/>
                  <a:pt x="234" y="290"/>
                  <a:pt x="220" y="290"/>
                </a:cubicBezTo>
                <a:cubicBezTo>
                  <a:pt x="29" y="290"/>
                  <a:pt x="29" y="290"/>
                  <a:pt x="29" y="290"/>
                </a:cubicBezTo>
                <a:cubicBezTo>
                  <a:pt x="15" y="290"/>
                  <a:pt x="0" y="276"/>
                  <a:pt x="0" y="262"/>
                </a:cubicBezTo>
                <a:cubicBezTo>
                  <a:pt x="0" y="248"/>
                  <a:pt x="15" y="234"/>
                  <a:pt x="29" y="23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5" name="Google Shape;1805;p27"/>
          <p:cNvSpPr/>
          <p:nvPr/>
        </p:nvSpPr>
        <p:spPr>
          <a:xfrm>
            <a:off x="7429392" y="5967179"/>
            <a:ext cx="208629" cy="224677"/>
          </a:xfrm>
          <a:custGeom>
            <a:rect b="b" l="l" r="r" t="t"/>
            <a:pathLst>
              <a:path extrusionOk="0" h="248" w="228">
                <a:moveTo>
                  <a:pt x="0" y="28"/>
                </a:moveTo>
                <a:lnTo>
                  <a:pt x="0" y="28"/>
                </a:lnTo>
                <a:cubicBezTo>
                  <a:pt x="0" y="219"/>
                  <a:pt x="0" y="219"/>
                  <a:pt x="0" y="219"/>
                </a:cubicBezTo>
                <a:cubicBezTo>
                  <a:pt x="0" y="233"/>
                  <a:pt x="15" y="247"/>
                  <a:pt x="29" y="247"/>
                </a:cubicBezTo>
                <a:cubicBezTo>
                  <a:pt x="36" y="247"/>
                  <a:pt x="43" y="247"/>
                  <a:pt x="43" y="240"/>
                </a:cubicBezTo>
                <a:cubicBezTo>
                  <a:pt x="170" y="162"/>
                  <a:pt x="170" y="162"/>
                  <a:pt x="170" y="162"/>
                </a:cubicBezTo>
                <a:cubicBezTo>
                  <a:pt x="170" y="219"/>
                  <a:pt x="170" y="219"/>
                  <a:pt x="170" y="219"/>
                </a:cubicBezTo>
                <a:cubicBezTo>
                  <a:pt x="170" y="233"/>
                  <a:pt x="184" y="247"/>
                  <a:pt x="198" y="247"/>
                </a:cubicBezTo>
                <a:cubicBezTo>
                  <a:pt x="213" y="247"/>
                  <a:pt x="227" y="233"/>
                  <a:pt x="227" y="219"/>
                </a:cubicBezTo>
                <a:cubicBezTo>
                  <a:pt x="227" y="28"/>
                  <a:pt x="227" y="28"/>
                  <a:pt x="227" y="28"/>
                </a:cubicBezTo>
                <a:cubicBezTo>
                  <a:pt x="227" y="14"/>
                  <a:pt x="213" y="0"/>
                  <a:pt x="198" y="0"/>
                </a:cubicBezTo>
                <a:cubicBezTo>
                  <a:pt x="184" y="0"/>
                  <a:pt x="170" y="14"/>
                  <a:pt x="170" y="28"/>
                </a:cubicBezTo>
                <a:cubicBezTo>
                  <a:pt x="170" y="84"/>
                  <a:pt x="170" y="84"/>
                  <a:pt x="170" y="84"/>
                </a:cubicBezTo>
                <a:cubicBezTo>
                  <a:pt x="43" y="7"/>
                  <a:pt x="43" y="7"/>
                  <a:pt x="43" y="7"/>
                </a:cubicBezTo>
                <a:cubicBezTo>
                  <a:pt x="43" y="7"/>
                  <a:pt x="36" y="0"/>
                  <a:pt x="29" y="0"/>
                </a:cubicBezTo>
                <a:cubicBezTo>
                  <a:pt x="15" y="0"/>
                  <a:pt x="0" y="14"/>
                  <a:pt x="0" y="28"/>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6" name="Google Shape;1806;p27"/>
          <p:cNvSpPr/>
          <p:nvPr/>
        </p:nvSpPr>
        <p:spPr>
          <a:xfrm>
            <a:off x="6470502" y="5967179"/>
            <a:ext cx="208629" cy="224677"/>
          </a:xfrm>
          <a:custGeom>
            <a:rect b="b" l="l" r="r" t="t"/>
            <a:pathLst>
              <a:path extrusionOk="0" h="248" w="228">
                <a:moveTo>
                  <a:pt x="227" y="28"/>
                </a:moveTo>
                <a:lnTo>
                  <a:pt x="227" y="28"/>
                </a:lnTo>
                <a:cubicBezTo>
                  <a:pt x="227" y="219"/>
                  <a:pt x="227" y="219"/>
                  <a:pt x="227" y="219"/>
                </a:cubicBezTo>
                <a:cubicBezTo>
                  <a:pt x="227" y="233"/>
                  <a:pt x="212" y="247"/>
                  <a:pt x="198" y="247"/>
                </a:cubicBezTo>
                <a:cubicBezTo>
                  <a:pt x="191" y="247"/>
                  <a:pt x="184" y="247"/>
                  <a:pt x="184" y="240"/>
                </a:cubicBezTo>
                <a:cubicBezTo>
                  <a:pt x="57" y="162"/>
                  <a:pt x="57" y="162"/>
                  <a:pt x="57" y="162"/>
                </a:cubicBezTo>
                <a:cubicBezTo>
                  <a:pt x="57" y="219"/>
                  <a:pt x="57" y="219"/>
                  <a:pt x="57" y="219"/>
                </a:cubicBezTo>
                <a:cubicBezTo>
                  <a:pt x="57" y="233"/>
                  <a:pt x="43" y="247"/>
                  <a:pt x="29" y="247"/>
                </a:cubicBezTo>
                <a:cubicBezTo>
                  <a:pt x="7" y="247"/>
                  <a:pt x="0" y="233"/>
                  <a:pt x="0" y="219"/>
                </a:cubicBezTo>
                <a:cubicBezTo>
                  <a:pt x="0" y="28"/>
                  <a:pt x="0" y="28"/>
                  <a:pt x="0" y="28"/>
                </a:cubicBezTo>
                <a:cubicBezTo>
                  <a:pt x="0" y="14"/>
                  <a:pt x="7" y="0"/>
                  <a:pt x="29" y="0"/>
                </a:cubicBezTo>
                <a:cubicBezTo>
                  <a:pt x="43" y="0"/>
                  <a:pt x="57" y="14"/>
                  <a:pt x="57" y="28"/>
                </a:cubicBezTo>
                <a:cubicBezTo>
                  <a:pt x="57" y="84"/>
                  <a:pt x="57" y="84"/>
                  <a:pt x="57" y="84"/>
                </a:cubicBezTo>
                <a:cubicBezTo>
                  <a:pt x="184" y="7"/>
                  <a:pt x="184" y="7"/>
                  <a:pt x="184" y="7"/>
                </a:cubicBezTo>
                <a:cubicBezTo>
                  <a:pt x="184" y="7"/>
                  <a:pt x="191" y="0"/>
                  <a:pt x="198" y="0"/>
                </a:cubicBezTo>
                <a:cubicBezTo>
                  <a:pt x="212" y="0"/>
                  <a:pt x="227" y="14"/>
                  <a:pt x="227" y="28"/>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7" name="Google Shape;1807;p27"/>
          <p:cNvSpPr/>
          <p:nvPr/>
        </p:nvSpPr>
        <p:spPr>
          <a:xfrm>
            <a:off x="5447420" y="5967179"/>
            <a:ext cx="328991" cy="224677"/>
          </a:xfrm>
          <a:custGeom>
            <a:rect b="b" l="l" r="r" t="t"/>
            <a:pathLst>
              <a:path extrusionOk="0" h="248" w="361">
                <a:moveTo>
                  <a:pt x="0" y="28"/>
                </a:moveTo>
                <a:lnTo>
                  <a:pt x="0" y="28"/>
                </a:lnTo>
                <a:cubicBezTo>
                  <a:pt x="0" y="219"/>
                  <a:pt x="0" y="219"/>
                  <a:pt x="0" y="219"/>
                </a:cubicBezTo>
                <a:cubicBezTo>
                  <a:pt x="0" y="233"/>
                  <a:pt x="14" y="247"/>
                  <a:pt x="28" y="247"/>
                </a:cubicBezTo>
                <a:cubicBezTo>
                  <a:pt x="35" y="247"/>
                  <a:pt x="42" y="247"/>
                  <a:pt x="42" y="240"/>
                </a:cubicBezTo>
                <a:cubicBezTo>
                  <a:pt x="148" y="176"/>
                  <a:pt x="148" y="176"/>
                  <a:pt x="148" y="176"/>
                </a:cubicBezTo>
                <a:cubicBezTo>
                  <a:pt x="148" y="219"/>
                  <a:pt x="148" y="219"/>
                  <a:pt x="148" y="219"/>
                </a:cubicBezTo>
                <a:cubicBezTo>
                  <a:pt x="148" y="233"/>
                  <a:pt x="162" y="247"/>
                  <a:pt x="176" y="247"/>
                </a:cubicBezTo>
                <a:cubicBezTo>
                  <a:pt x="183" y="247"/>
                  <a:pt x="191" y="247"/>
                  <a:pt x="191" y="240"/>
                </a:cubicBezTo>
                <a:cubicBezTo>
                  <a:pt x="346" y="148"/>
                  <a:pt x="346" y="148"/>
                  <a:pt x="346" y="148"/>
                </a:cubicBezTo>
                <a:cubicBezTo>
                  <a:pt x="353" y="141"/>
                  <a:pt x="360" y="134"/>
                  <a:pt x="360" y="127"/>
                </a:cubicBezTo>
                <a:cubicBezTo>
                  <a:pt x="360" y="113"/>
                  <a:pt x="353" y="106"/>
                  <a:pt x="346" y="99"/>
                </a:cubicBezTo>
                <a:cubicBezTo>
                  <a:pt x="191" y="7"/>
                  <a:pt x="191" y="7"/>
                  <a:pt x="191" y="7"/>
                </a:cubicBezTo>
                <a:cubicBezTo>
                  <a:pt x="191" y="7"/>
                  <a:pt x="183" y="0"/>
                  <a:pt x="176" y="0"/>
                </a:cubicBezTo>
                <a:cubicBezTo>
                  <a:pt x="162" y="0"/>
                  <a:pt x="148" y="14"/>
                  <a:pt x="148" y="28"/>
                </a:cubicBezTo>
                <a:cubicBezTo>
                  <a:pt x="148" y="70"/>
                  <a:pt x="148" y="70"/>
                  <a:pt x="148" y="70"/>
                </a:cubicBezTo>
                <a:cubicBezTo>
                  <a:pt x="42" y="7"/>
                  <a:pt x="42" y="7"/>
                  <a:pt x="42" y="7"/>
                </a:cubicBezTo>
                <a:cubicBezTo>
                  <a:pt x="42" y="7"/>
                  <a:pt x="35" y="0"/>
                  <a:pt x="28" y="0"/>
                </a:cubicBezTo>
                <a:cubicBezTo>
                  <a:pt x="14" y="0"/>
                  <a:pt x="0" y="14"/>
                  <a:pt x="0" y="28"/>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8" name="Google Shape;1808;p27"/>
          <p:cNvSpPr/>
          <p:nvPr/>
        </p:nvSpPr>
        <p:spPr>
          <a:xfrm>
            <a:off x="4492543" y="5967179"/>
            <a:ext cx="320967" cy="224677"/>
          </a:xfrm>
          <a:custGeom>
            <a:rect b="b" l="l" r="r" t="t"/>
            <a:pathLst>
              <a:path extrusionOk="0" h="248" w="354">
                <a:moveTo>
                  <a:pt x="353" y="28"/>
                </a:moveTo>
                <a:lnTo>
                  <a:pt x="353" y="28"/>
                </a:lnTo>
                <a:cubicBezTo>
                  <a:pt x="353" y="219"/>
                  <a:pt x="353" y="219"/>
                  <a:pt x="353" y="219"/>
                </a:cubicBezTo>
                <a:cubicBezTo>
                  <a:pt x="353" y="233"/>
                  <a:pt x="346" y="247"/>
                  <a:pt x="325" y="247"/>
                </a:cubicBezTo>
                <a:cubicBezTo>
                  <a:pt x="325" y="247"/>
                  <a:pt x="318" y="247"/>
                  <a:pt x="311" y="240"/>
                </a:cubicBezTo>
                <a:cubicBezTo>
                  <a:pt x="205" y="176"/>
                  <a:pt x="205" y="176"/>
                  <a:pt x="205" y="176"/>
                </a:cubicBezTo>
                <a:cubicBezTo>
                  <a:pt x="205" y="219"/>
                  <a:pt x="205" y="219"/>
                  <a:pt x="205" y="219"/>
                </a:cubicBezTo>
                <a:cubicBezTo>
                  <a:pt x="205" y="233"/>
                  <a:pt x="190" y="247"/>
                  <a:pt x="176" y="247"/>
                </a:cubicBezTo>
                <a:cubicBezTo>
                  <a:pt x="169" y="247"/>
                  <a:pt x="162" y="247"/>
                  <a:pt x="162" y="240"/>
                </a:cubicBezTo>
                <a:cubicBezTo>
                  <a:pt x="14" y="148"/>
                  <a:pt x="14" y="148"/>
                  <a:pt x="14" y="148"/>
                </a:cubicBezTo>
                <a:cubicBezTo>
                  <a:pt x="0" y="141"/>
                  <a:pt x="0" y="134"/>
                  <a:pt x="0" y="127"/>
                </a:cubicBezTo>
                <a:cubicBezTo>
                  <a:pt x="0" y="113"/>
                  <a:pt x="0" y="106"/>
                  <a:pt x="14" y="99"/>
                </a:cubicBezTo>
                <a:cubicBezTo>
                  <a:pt x="162" y="7"/>
                  <a:pt x="162" y="7"/>
                  <a:pt x="162" y="7"/>
                </a:cubicBezTo>
                <a:cubicBezTo>
                  <a:pt x="162" y="7"/>
                  <a:pt x="169" y="0"/>
                  <a:pt x="176" y="0"/>
                </a:cubicBezTo>
                <a:cubicBezTo>
                  <a:pt x="190" y="0"/>
                  <a:pt x="205" y="14"/>
                  <a:pt x="205" y="28"/>
                </a:cubicBezTo>
                <a:cubicBezTo>
                  <a:pt x="205" y="70"/>
                  <a:pt x="205" y="70"/>
                  <a:pt x="205" y="70"/>
                </a:cubicBezTo>
                <a:cubicBezTo>
                  <a:pt x="311" y="7"/>
                  <a:pt x="311" y="7"/>
                  <a:pt x="311" y="7"/>
                </a:cubicBezTo>
                <a:cubicBezTo>
                  <a:pt x="318" y="7"/>
                  <a:pt x="325" y="0"/>
                  <a:pt x="325" y="0"/>
                </a:cubicBezTo>
                <a:cubicBezTo>
                  <a:pt x="346" y="0"/>
                  <a:pt x="353" y="14"/>
                  <a:pt x="353" y="28"/>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9" name="Google Shape;1809;p27"/>
          <p:cNvSpPr/>
          <p:nvPr/>
        </p:nvSpPr>
        <p:spPr>
          <a:xfrm>
            <a:off x="3613895" y="5967179"/>
            <a:ext cx="156473" cy="224677"/>
          </a:xfrm>
          <a:custGeom>
            <a:rect b="b" l="l" r="r" t="t"/>
            <a:pathLst>
              <a:path extrusionOk="0" h="248" w="171">
                <a:moveTo>
                  <a:pt x="142" y="247"/>
                </a:moveTo>
                <a:lnTo>
                  <a:pt x="142" y="247"/>
                </a:lnTo>
                <a:cubicBezTo>
                  <a:pt x="121" y="247"/>
                  <a:pt x="114" y="233"/>
                  <a:pt x="114" y="219"/>
                </a:cubicBezTo>
                <a:cubicBezTo>
                  <a:pt x="114" y="28"/>
                  <a:pt x="114" y="28"/>
                  <a:pt x="114" y="28"/>
                </a:cubicBezTo>
                <a:cubicBezTo>
                  <a:pt x="114" y="14"/>
                  <a:pt x="121" y="0"/>
                  <a:pt x="142" y="0"/>
                </a:cubicBezTo>
                <a:cubicBezTo>
                  <a:pt x="156" y="0"/>
                  <a:pt x="170" y="14"/>
                  <a:pt x="170" y="28"/>
                </a:cubicBezTo>
                <a:cubicBezTo>
                  <a:pt x="170" y="219"/>
                  <a:pt x="170" y="219"/>
                  <a:pt x="170" y="219"/>
                </a:cubicBezTo>
                <a:cubicBezTo>
                  <a:pt x="170" y="233"/>
                  <a:pt x="156" y="247"/>
                  <a:pt x="142" y="247"/>
                </a:cubicBezTo>
                <a:close/>
                <a:moveTo>
                  <a:pt x="29" y="247"/>
                </a:moveTo>
                <a:lnTo>
                  <a:pt x="29" y="247"/>
                </a:lnTo>
                <a:cubicBezTo>
                  <a:pt x="7" y="247"/>
                  <a:pt x="0" y="233"/>
                  <a:pt x="0" y="219"/>
                </a:cubicBezTo>
                <a:cubicBezTo>
                  <a:pt x="0" y="28"/>
                  <a:pt x="0" y="28"/>
                  <a:pt x="0" y="28"/>
                </a:cubicBezTo>
                <a:cubicBezTo>
                  <a:pt x="0" y="14"/>
                  <a:pt x="7" y="0"/>
                  <a:pt x="29" y="0"/>
                </a:cubicBezTo>
                <a:cubicBezTo>
                  <a:pt x="43" y="0"/>
                  <a:pt x="57" y="14"/>
                  <a:pt x="57" y="28"/>
                </a:cubicBezTo>
                <a:cubicBezTo>
                  <a:pt x="57" y="219"/>
                  <a:pt x="57" y="219"/>
                  <a:pt x="57" y="219"/>
                </a:cubicBezTo>
                <a:cubicBezTo>
                  <a:pt x="57" y="233"/>
                  <a:pt x="43" y="247"/>
                  <a:pt x="29" y="24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0" name="Google Shape;1810;p27"/>
          <p:cNvSpPr/>
          <p:nvPr/>
        </p:nvSpPr>
        <p:spPr>
          <a:xfrm>
            <a:off x="2614886" y="5963165"/>
            <a:ext cx="236712" cy="236714"/>
          </a:xfrm>
          <a:custGeom>
            <a:rect b="b" l="l" r="r" t="t"/>
            <a:pathLst>
              <a:path extrusionOk="0" h="262" w="262">
                <a:moveTo>
                  <a:pt x="233" y="261"/>
                </a:moveTo>
                <a:lnTo>
                  <a:pt x="233" y="261"/>
                </a:lnTo>
                <a:cubicBezTo>
                  <a:pt x="28" y="261"/>
                  <a:pt x="28" y="261"/>
                  <a:pt x="28" y="261"/>
                </a:cubicBezTo>
                <a:cubicBezTo>
                  <a:pt x="7" y="261"/>
                  <a:pt x="0" y="254"/>
                  <a:pt x="0" y="233"/>
                </a:cubicBezTo>
                <a:cubicBezTo>
                  <a:pt x="0" y="28"/>
                  <a:pt x="0" y="28"/>
                  <a:pt x="0" y="28"/>
                </a:cubicBezTo>
                <a:cubicBezTo>
                  <a:pt x="0" y="14"/>
                  <a:pt x="7" y="0"/>
                  <a:pt x="28" y="0"/>
                </a:cubicBezTo>
                <a:cubicBezTo>
                  <a:pt x="233" y="0"/>
                  <a:pt x="233" y="0"/>
                  <a:pt x="233" y="0"/>
                </a:cubicBezTo>
                <a:cubicBezTo>
                  <a:pt x="247" y="0"/>
                  <a:pt x="261" y="14"/>
                  <a:pt x="261" y="28"/>
                </a:cubicBezTo>
                <a:cubicBezTo>
                  <a:pt x="261" y="233"/>
                  <a:pt x="261" y="233"/>
                  <a:pt x="261" y="233"/>
                </a:cubicBezTo>
                <a:cubicBezTo>
                  <a:pt x="261" y="254"/>
                  <a:pt x="247" y="261"/>
                  <a:pt x="233" y="261"/>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1" name="Google Shape;1811;p27"/>
          <p:cNvSpPr/>
          <p:nvPr/>
        </p:nvSpPr>
        <p:spPr>
          <a:xfrm>
            <a:off x="1647971" y="5963165"/>
            <a:ext cx="244739" cy="236714"/>
          </a:xfrm>
          <a:custGeom>
            <a:rect b="b" l="l" r="r" t="t"/>
            <a:pathLst>
              <a:path extrusionOk="0" h="262" w="269">
                <a:moveTo>
                  <a:pt x="134" y="0"/>
                </a:moveTo>
                <a:lnTo>
                  <a:pt x="134" y="0"/>
                </a:lnTo>
                <a:cubicBezTo>
                  <a:pt x="205" y="0"/>
                  <a:pt x="268" y="56"/>
                  <a:pt x="268" y="134"/>
                </a:cubicBezTo>
                <a:cubicBezTo>
                  <a:pt x="268" y="204"/>
                  <a:pt x="205" y="261"/>
                  <a:pt x="134" y="261"/>
                </a:cubicBezTo>
                <a:cubicBezTo>
                  <a:pt x="63" y="261"/>
                  <a:pt x="0" y="204"/>
                  <a:pt x="0" y="134"/>
                </a:cubicBezTo>
                <a:cubicBezTo>
                  <a:pt x="0" y="56"/>
                  <a:pt x="63" y="0"/>
                  <a:pt x="134" y="0"/>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2" name="Google Shape;1812;p27"/>
          <p:cNvSpPr/>
          <p:nvPr/>
        </p:nvSpPr>
        <p:spPr>
          <a:xfrm>
            <a:off x="689083" y="5943106"/>
            <a:ext cx="236712" cy="276833"/>
          </a:xfrm>
          <a:custGeom>
            <a:rect b="b" l="l" r="r" t="t"/>
            <a:pathLst>
              <a:path extrusionOk="0" h="305" w="262">
                <a:moveTo>
                  <a:pt x="261" y="156"/>
                </a:moveTo>
                <a:lnTo>
                  <a:pt x="261" y="156"/>
                </a:lnTo>
                <a:cubicBezTo>
                  <a:pt x="261" y="163"/>
                  <a:pt x="261" y="170"/>
                  <a:pt x="247" y="177"/>
                </a:cubicBezTo>
                <a:cubicBezTo>
                  <a:pt x="42" y="297"/>
                  <a:pt x="42" y="297"/>
                  <a:pt x="42" y="297"/>
                </a:cubicBezTo>
                <a:cubicBezTo>
                  <a:pt x="35" y="304"/>
                  <a:pt x="35" y="304"/>
                  <a:pt x="28" y="304"/>
                </a:cubicBezTo>
                <a:cubicBezTo>
                  <a:pt x="14" y="304"/>
                  <a:pt x="0" y="290"/>
                  <a:pt x="0" y="276"/>
                </a:cubicBezTo>
                <a:cubicBezTo>
                  <a:pt x="0" y="29"/>
                  <a:pt x="0" y="29"/>
                  <a:pt x="0" y="29"/>
                </a:cubicBezTo>
                <a:cubicBezTo>
                  <a:pt x="0" y="14"/>
                  <a:pt x="14" y="0"/>
                  <a:pt x="28" y="0"/>
                </a:cubicBezTo>
                <a:cubicBezTo>
                  <a:pt x="35" y="0"/>
                  <a:pt x="35" y="7"/>
                  <a:pt x="42" y="7"/>
                </a:cubicBezTo>
                <a:cubicBezTo>
                  <a:pt x="247" y="128"/>
                  <a:pt x="247" y="128"/>
                  <a:pt x="247" y="128"/>
                </a:cubicBezTo>
                <a:cubicBezTo>
                  <a:pt x="261" y="135"/>
                  <a:pt x="261" y="142"/>
                  <a:pt x="261" y="156"/>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3" name="Google Shape;1813;p27"/>
          <p:cNvSpPr/>
          <p:nvPr/>
        </p:nvSpPr>
        <p:spPr>
          <a:xfrm>
            <a:off x="11100452" y="4851818"/>
            <a:ext cx="549657" cy="549655"/>
          </a:xfrm>
          <a:custGeom>
            <a:rect b="b" l="l" r="r" t="t"/>
            <a:pathLst>
              <a:path extrusionOk="0" h="602" w="602">
                <a:moveTo>
                  <a:pt x="573" y="601"/>
                </a:moveTo>
                <a:lnTo>
                  <a:pt x="573" y="601"/>
                </a:lnTo>
                <a:cubicBezTo>
                  <a:pt x="28" y="601"/>
                  <a:pt x="28" y="601"/>
                  <a:pt x="28" y="601"/>
                </a:cubicBezTo>
                <a:cubicBezTo>
                  <a:pt x="7" y="601"/>
                  <a:pt x="0" y="586"/>
                  <a:pt x="0" y="572"/>
                </a:cubicBezTo>
                <a:cubicBezTo>
                  <a:pt x="0" y="28"/>
                  <a:pt x="0" y="28"/>
                  <a:pt x="0" y="28"/>
                </a:cubicBezTo>
                <a:cubicBezTo>
                  <a:pt x="0" y="7"/>
                  <a:pt x="7" y="0"/>
                  <a:pt x="28" y="0"/>
                </a:cubicBezTo>
                <a:cubicBezTo>
                  <a:pt x="573" y="0"/>
                  <a:pt x="573" y="0"/>
                  <a:pt x="573" y="0"/>
                </a:cubicBezTo>
                <a:cubicBezTo>
                  <a:pt x="587" y="0"/>
                  <a:pt x="601" y="7"/>
                  <a:pt x="601" y="28"/>
                </a:cubicBezTo>
                <a:cubicBezTo>
                  <a:pt x="601" y="572"/>
                  <a:pt x="601" y="572"/>
                  <a:pt x="601" y="572"/>
                </a:cubicBezTo>
                <a:cubicBezTo>
                  <a:pt x="601" y="586"/>
                  <a:pt x="587" y="601"/>
                  <a:pt x="573" y="601"/>
                </a:cubicBezTo>
                <a:close/>
                <a:moveTo>
                  <a:pt x="544" y="56"/>
                </a:moveTo>
                <a:lnTo>
                  <a:pt x="544" y="56"/>
                </a:lnTo>
                <a:cubicBezTo>
                  <a:pt x="57" y="56"/>
                  <a:pt x="57" y="56"/>
                  <a:pt x="57" y="56"/>
                </a:cubicBezTo>
                <a:cubicBezTo>
                  <a:pt x="57" y="544"/>
                  <a:pt x="57" y="544"/>
                  <a:pt x="57" y="544"/>
                </a:cubicBezTo>
                <a:cubicBezTo>
                  <a:pt x="544" y="544"/>
                  <a:pt x="544" y="544"/>
                  <a:pt x="544" y="544"/>
                </a:cubicBezTo>
                <a:lnTo>
                  <a:pt x="544" y="56"/>
                </a:lnTo>
                <a:close/>
                <a:moveTo>
                  <a:pt x="113" y="403"/>
                </a:moveTo>
                <a:lnTo>
                  <a:pt x="113" y="403"/>
                </a:lnTo>
                <a:cubicBezTo>
                  <a:pt x="170" y="403"/>
                  <a:pt x="170" y="403"/>
                  <a:pt x="170" y="403"/>
                </a:cubicBezTo>
                <a:cubicBezTo>
                  <a:pt x="184" y="403"/>
                  <a:pt x="198" y="417"/>
                  <a:pt x="198" y="431"/>
                </a:cubicBezTo>
                <a:cubicBezTo>
                  <a:pt x="198" y="487"/>
                  <a:pt x="198" y="487"/>
                  <a:pt x="198" y="487"/>
                </a:cubicBezTo>
                <a:cubicBezTo>
                  <a:pt x="198" y="502"/>
                  <a:pt x="184" y="516"/>
                  <a:pt x="170" y="516"/>
                </a:cubicBezTo>
                <a:cubicBezTo>
                  <a:pt x="113" y="516"/>
                  <a:pt x="113" y="516"/>
                  <a:pt x="113" y="516"/>
                </a:cubicBezTo>
                <a:cubicBezTo>
                  <a:pt x="92" y="516"/>
                  <a:pt x="85" y="502"/>
                  <a:pt x="85" y="487"/>
                </a:cubicBezTo>
                <a:cubicBezTo>
                  <a:pt x="85" y="431"/>
                  <a:pt x="85" y="431"/>
                  <a:pt x="85" y="431"/>
                </a:cubicBezTo>
                <a:cubicBezTo>
                  <a:pt x="85" y="417"/>
                  <a:pt x="92" y="403"/>
                  <a:pt x="113" y="403"/>
                </a:cubicBezTo>
                <a:close/>
                <a:moveTo>
                  <a:pt x="269" y="148"/>
                </a:moveTo>
                <a:lnTo>
                  <a:pt x="269" y="148"/>
                </a:lnTo>
                <a:cubicBezTo>
                  <a:pt x="325" y="148"/>
                  <a:pt x="325" y="148"/>
                  <a:pt x="325" y="148"/>
                </a:cubicBezTo>
                <a:cubicBezTo>
                  <a:pt x="346" y="148"/>
                  <a:pt x="353" y="162"/>
                  <a:pt x="353" y="176"/>
                </a:cubicBezTo>
                <a:cubicBezTo>
                  <a:pt x="353" y="487"/>
                  <a:pt x="353" y="487"/>
                  <a:pt x="353" y="487"/>
                </a:cubicBezTo>
                <a:cubicBezTo>
                  <a:pt x="353" y="502"/>
                  <a:pt x="346" y="516"/>
                  <a:pt x="325" y="516"/>
                </a:cubicBezTo>
                <a:cubicBezTo>
                  <a:pt x="269" y="516"/>
                  <a:pt x="269" y="516"/>
                  <a:pt x="269" y="516"/>
                </a:cubicBezTo>
                <a:cubicBezTo>
                  <a:pt x="255" y="516"/>
                  <a:pt x="240" y="502"/>
                  <a:pt x="240" y="487"/>
                </a:cubicBezTo>
                <a:cubicBezTo>
                  <a:pt x="240" y="176"/>
                  <a:pt x="240" y="176"/>
                  <a:pt x="240" y="176"/>
                </a:cubicBezTo>
                <a:cubicBezTo>
                  <a:pt x="240" y="162"/>
                  <a:pt x="255" y="148"/>
                  <a:pt x="269" y="148"/>
                </a:cubicBezTo>
                <a:close/>
                <a:moveTo>
                  <a:pt x="431" y="261"/>
                </a:moveTo>
                <a:lnTo>
                  <a:pt x="431" y="261"/>
                </a:lnTo>
                <a:cubicBezTo>
                  <a:pt x="488" y="261"/>
                  <a:pt x="488" y="261"/>
                  <a:pt x="488" y="261"/>
                </a:cubicBezTo>
                <a:cubicBezTo>
                  <a:pt x="502" y="261"/>
                  <a:pt x="516" y="276"/>
                  <a:pt x="516" y="290"/>
                </a:cubicBezTo>
                <a:cubicBezTo>
                  <a:pt x="516" y="487"/>
                  <a:pt x="516" y="487"/>
                  <a:pt x="516" y="487"/>
                </a:cubicBezTo>
                <a:cubicBezTo>
                  <a:pt x="516" y="502"/>
                  <a:pt x="502" y="516"/>
                  <a:pt x="488" y="516"/>
                </a:cubicBezTo>
                <a:cubicBezTo>
                  <a:pt x="431" y="516"/>
                  <a:pt x="431" y="516"/>
                  <a:pt x="431" y="516"/>
                </a:cubicBezTo>
                <a:cubicBezTo>
                  <a:pt x="417" y="516"/>
                  <a:pt x="403" y="502"/>
                  <a:pt x="403" y="487"/>
                </a:cubicBezTo>
                <a:cubicBezTo>
                  <a:pt x="403" y="290"/>
                  <a:pt x="403" y="290"/>
                  <a:pt x="403" y="290"/>
                </a:cubicBezTo>
                <a:cubicBezTo>
                  <a:pt x="403" y="276"/>
                  <a:pt x="417" y="261"/>
                  <a:pt x="431" y="26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4" name="Google Shape;1814;p27"/>
          <p:cNvSpPr/>
          <p:nvPr/>
        </p:nvSpPr>
        <p:spPr>
          <a:xfrm>
            <a:off x="10133540" y="4851818"/>
            <a:ext cx="553668" cy="549655"/>
          </a:xfrm>
          <a:custGeom>
            <a:rect b="b" l="l" r="r" t="t"/>
            <a:pathLst>
              <a:path extrusionOk="0" h="602" w="609">
                <a:moveTo>
                  <a:pt x="579" y="601"/>
                </a:moveTo>
                <a:lnTo>
                  <a:pt x="579" y="601"/>
                </a:lnTo>
                <a:cubicBezTo>
                  <a:pt x="28" y="601"/>
                  <a:pt x="28" y="601"/>
                  <a:pt x="28" y="601"/>
                </a:cubicBezTo>
                <a:cubicBezTo>
                  <a:pt x="14" y="601"/>
                  <a:pt x="0" y="586"/>
                  <a:pt x="0" y="572"/>
                </a:cubicBezTo>
                <a:cubicBezTo>
                  <a:pt x="0" y="28"/>
                  <a:pt x="0" y="28"/>
                  <a:pt x="0" y="28"/>
                </a:cubicBezTo>
                <a:cubicBezTo>
                  <a:pt x="0" y="7"/>
                  <a:pt x="14" y="0"/>
                  <a:pt x="28" y="0"/>
                </a:cubicBezTo>
                <a:cubicBezTo>
                  <a:pt x="579" y="0"/>
                  <a:pt x="579" y="0"/>
                  <a:pt x="579" y="0"/>
                </a:cubicBezTo>
                <a:cubicBezTo>
                  <a:pt x="594" y="0"/>
                  <a:pt x="608" y="7"/>
                  <a:pt x="608" y="28"/>
                </a:cubicBezTo>
                <a:cubicBezTo>
                  <a:pt x="608" y="572"/>
                  <a:pt x="608" y="572"/>
                  <a:pt x="608" y="572"/>
                </a:cubicBezTo>
                <a:cubicBezTo>
                  <a:pt x="608" y="586"/>
                  <a:pt x="594" y="601"/>
                  <a:pt x="579" y="601"/>
                </a:cubicBezTo>
                <a:close/>
                <a:moveTo>
                  <a:pt x="551" y="56"/>
                </a:moveTo>
                <a:lnTo>
                  <a:pt x="551" y="56"/>
                </a:lnTo>
                <a:cubicBezTo>
                  <a:pt x="56" y="56"/>
                  <a:pt x="56" y="56"/>
                  <a:pt x="56" y="56"/>
                </a:cubicBezTo>
                <a:cubicBezTo>
                  <a:pt x="56" y="544"/>
                  <a:pt x="56" y="544"/>
                  <a:pt x="56" y="544"/>
                </a:cubicBezTo>
                <a:cubicBezTo>
                  <a:pt x="551" y="544"/>
                  <a:pt x="551" y="544"/>
                  <a:pt x="551" y="544"/>
                </a:cubicBezTo>
                <a:lnTo>
                  <a:pt x="551" y="56"/>
                </a:lnTo>
                <a:close/>
                <a:moveTo>
                  <a:pt x="99" y="304"/>
                </a:moveTo>
                <a:lnTo>
                  <a:pt x="99" y="304"/>
                </a:lnTo>
                <a:cubicBezTo>
                  <a:pt x="177" y="254"/>
                  <a:pt x="177" y="254"/>
                  <a:pt x="177" y="254"/>
                </a:cubicBezTo>
                <a:cubicBezTo>
                  <a:pt x="184" y="254"/>
                  <a:pt x="184" y="254"/>
                  <a:pt x="191" y="254"/>
                </a:cubicBezTo>
                <a:cubicBezTo>
                  <a:pt x="198" y="254"/>
                  <a:pt x="205" y="254"/>
                  <a:pt x="205" y="254"/>
                </a:cubicBezTo>
                <a:cubicBezTo>
                  <a:pt x="332" y="339"/>
                  <a:pt x="332" y="339"/>
                  <a:pt x="332" y="339"/>
                </a:cubicBezTo>
                <a:cubicBezTo>
                  <a:pt x="473" y="240"/>
                  <a:pt x="473" y="240"/>
                  <a:pt x="473" y="240"/>
                </a:cubicBezTo>
                <a:cubicBezTo>
                  <a:pt x="480" y="233"/>
                  <a:pt x="488" y="233"/>
                  <a:pt x="495" y="233"/>
                </a:cubicBezTo>
                <a:cubicBezTo>
                  <a:pt x="509" y="233"/>
                  <a:pt x="523" y="247"/>
                  <a:pt x="523" y="261"/>
                </a:cubicBezTo>
                <a:cubicBezTo>
                  <a:pt x="523" y="268"/>
                  <a:pt x="516" y="283"/>
                  <a:pt x="509" y="283"/>
                </a:cubicBezTo>
                <a:cubicBezTo>
                  <a:pt x="346" y="396"/>
                  <a:pt x="346" y="396"/>
                  <a:pt x="346" y="396"/>
                </a:cubicBezTo>
                <a:cubicBezTo>
                  <a:pt x="346" y="403"/>
                  <a:pt x="339" y="403"/>
                  <a:pt x="332" y="403"/>
                </a:cubicBezTo>
                <a:cubicBezTo>
                  <a:pt x="325" y="403"/>
                  <a:pt x="318" y="403"/>
                  <a:pt x="318" y="396"/>
                </a:cubicBezTo>
                <a:cubicBezTo>
                  <a:pt x="191" y="311"/>
                  <a:pt x="191" y="311"/>
                  <a:pt x="191" y="311"/>
                </a:cubicBezTo>
                <a:cubicBezTo>
                  <a:pt x="134" y="353"/>
                  <a:pt x="134" y="353"/>
                  <a:pt x="134" y="353"/>
                </a:cubicBezTo>
                <a:cubicBezTo>
                  <a:pt x="127" y="353"/>
                  <a:pt x="120" y="353"/>
                  <a:pt x="113" y="353"/>
                </a:cubicBezTo>
                <a:cubicBezTo>
                  <a:pt x="99" y="353"/>
                  <a:pt x="85" y="346"/>
                  <a:pt x="85" y="325"/>
                </a:cubicBezTo>
                <a:cubicBezTo>
                  <a:pt x="85" y="318"/>
                  <a:pt x="92" y="311"/>
                  <a:pt x="99" y="30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5" name="Google Shape;1815;p27"/>
          <p:cNvSpPr/>
          <p:nvPr/>
        </p:nvSpPr>
        <p:spPr>
          <a:xfrm>
            <a:off x="9178663" y="4887926"/>
            <a:ext cx="549655" cy="465402"/>
          </a:xfrm>
          <a:custGeom>
            <a:rect b="b" l="l" r="r" t="t"/>
            <a:pathLst>
              <a:path extrusionOk="0" h="510" w="602">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6" name="Google Shape;1816;p27"/>
          <p:cNvSpPr/>
          <p:nvPr/>
        </p:nvSpPr>
        <p:spPr>
          <a:xfrm>
            <a:off x="8219772" y="4887926"/>
            <a:ext cx="545644" cy="465402"/>
          </a:xfrm>
          <a:custGeom>
            <a:rect b="b" l="l" r="r" t="t"/>
            <a:pathLst>
              <a:path extrusionOk="0" h="510" w="601">
                <a:moveTo>
                  <a:pt x="586" y="177"/>
                </a:moveTo>
                <a:lnTo>
                  <a:pt x="586" y="177"/>
                </a:lnTo>
                <a:cubicBezTo>
                  <a:pt x="346" y="347"/>
                  <a:pt x="346" y="347"/>
                  <a:pt x="346" y="347"/>
                </a:cubicBezTo>
                <a:cubicBezTo>
                  <a:pt x="339" y="347"/>
                  <a:pt x="332" y="354"/>
                  <a:pt x="325" y="354"/>
                </a:cubicBezTo>
                <a:cubicBezTo>
                  <a:pt x="325" y="354"/>
                  <a:pt x="318" y="347"/>
                  <a:pt x="311" y="347"/>
                </a:cubicBezTo>
                <a:cubicBezTo>
                  <a:pt x="183" y="262"/>
                  <a:pt x="183" y="262"/>
                  <a:pt x="183" y="262"/>
                </a:cubicBezTo>
                <a:cubicBezTo>
                  <a:pt x="56" y="339"/>
                  <a:pt x="56" y="339"/>
                  <a:pt x="56" y="339"/>
                </a:cubicBezTo>
                <a:cubicBezTo>
                  <a:pt x="56" y="452"/>
                  <a:pt x="56" y="452"/>
                  <a:pt x="56" y="452"/>
                </a:cubicBezTo>
                <a:cubicBezTo>
                  <a:pt x="572" y="452"/>
                  <a:pt x="572" y="452"/>
                  <a:pt x="572" y="452"/>
                </a:cubicBezTo>
                <a:cubicBezTo>
                  <a:pt x="586" y="452"/>
                  <a:pt x="600" y="467"/>
                  <a:pt x="600" y="481"/>
                </a:cubicBezTo>
                <a:cubicBezTo>
                  <a:pt x="600" y="502"/>
                  <a:pt x="586" y="509"/>
                  <a:pt x="572" y="509"/>
                </a:cubicBezTo>
                <a:cubicBezTo>
                  <a:pt x="28" y="509"/>
                  <a:pt x="28" y="509"/>
                  <a:pt x="28" y="509"/>
                </a:cubicBezTo>
                <a:cubicBezTo>
                  <a:pt x="7" y="509"/>
                  <a:pt x="0" y="502"/>
                  <a:pt x="0" y="481"/>
                </a:cubicBezTo>
                <a:cubicBezTo>
                  <a:pt x="0" y="28"/>
                  <a:pt x="0" y="28"/>
                  <a:pt x="0" y="28"/>
                </a:cubicBezTo>
                <a:cubicBezTo>
                  <a:pt x="0" y="14"/>
                  <a:pt x="7" y="0"/>
                  <a:pt x="28" y="0"/>
                </a:cubicBezTo>
                <a:cubicBezTo>
                  <a:pt x="42" y="0"/>
                  <a:pt x="56" y="14"/>
                  <a:pt x="56" y="28"/>
                </a:cubicBezTo>
                <a:cubicBezTo>
                  <a:pt x="56" y="276"/>
                  <a:pt x="56" y="276"/>
                  <a:pt x="56" y="276"/>
                </a:cubicBezTo>
                <a:cubicBezTo>
                  <a:pt x="169" y="205"/>
                  <a:pt x="169" y="205"/>
                  <a:pt x="169" y="205"/>
                </a:cubicBezTo>
                <a:cubicBezTo>
                  <a:pt x="176" y="205"/>
                  <a:pt x="183" y="198"/>
                  <a:pt x="183" y="198"/>
                </a:cubicBezTo>
                <a:cubicBezTo>
                  <a:pt x="191" y="198"/>
                  <a:pt x="198" y="205"/>
                  <a:pt x="205" y="205"/>
                </a:cubicBezTo>
                <a:cubicBezTo>
                  <a:pt x="325" y="290"/>
                  <a:pt x="325" y="290"/>
                  <a:pt x="325" y="290"/>
                </a:cubicBezTo>
                <a:cubicBezTo>
                  <a:pt x="558" y="127"/>
                  <a:pt x="558" y="127"/>
                  <a:pt x="558" y="127"/>
                </a:cubicBezTo>
                <a:cubicBezTo>
                  <a:pt x="558" y="127"/>
                  <a:pt x="565" y="127"/>
                  <a:pt x="572" y="127"/>
                </a:cubicBezTo>
                <a:cubicBezTo>
                  <a:pt x="586" y="127"/>
                  <a:pt x="600" y="134"/>
                  <a:pt x="600" y="156"/>
                </a:cubicBezTo>
                <a:cubicBezTo>
                  <a:pt x="600" y="163"/>
                  <a:pt x="593" y="170"/>
                  <a:pt x="586" y="177"/>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7" name="Google Shape;1817;p27"/>
          <p:cNvSpPr/>
          <p:nvPr/>
        </p:nvSpPr>
        <p:spPr>
          <a:xfrm>
            <a:off x="7256871" y="4851818"/>
            <a:ext cx="553668" cy="549655"/>
          </a:xfrm>
          <a:custGeom>
            <a:rect b="b" l="l" r="r" t="t"/>
            <a:pathLst>
              <a:path extrusionOk="0" h="602" w="608">
                <a:moveTo>
                  <a:pt x="304" y="601"/>
                </a:moveTo>
                <a:lnTo>
                  <a:pt x="304" y="601"/>
                </a:lnTo>
                <a:cubicBezTo>
                  <a:pt x="134" y="601"/>
                  <a:pt x="0" y="466"/>
                  <a:pt x="0" y="297"/>
                </a:cubicBezTo>
                <a:cubicBezTo>
                  <a:pt x="0" y="134"/>
                  <a:pt x="134" y="0"/>
                  <a:pt x="304" y="0"/>
                </a:cubicBezTo>
                <a:cubicBezTo>
                  <a:pt x="473" y="0"/>
                  <a:pt x="607" y="134"/>
                  <a:pt x="607" y="297"/>
                </a:cubicBezTo>
                <a:cubicBezTo>
                  <a:pt x="607" y="466"/>
                  <a:pt x="473" y="601"/>
                  <a:pt x="304" y="601"/>
                </a:cubicBezTo>
                <a:close/>
                <a:moveTo>
                  <a:pt x="127" y="127"/>
                </a:moveTo>
                <a:lnTo>
                  <a:pt x="127" y="127"/>
                </a:lnTo>
                <a:cubicBezTo>
                  <a:pt x="304" y="297"/>
                  <a:pt x="304" y="297"/>
                  <a:pt x="304" y="297"/>
                </a:cubicBezTo>
                <a:cubicBezTo>
                  <a:pt x="304" y="56"/>
                  <a:pt x="304" y="56"/>
                  <a:pt x="304" y="56"/>
                </a:cubicBezTo>
                <a:cubicBezTo>
                  <a:pt x="233" y="56"/>
                  <a:pt x="176" y="85"/>
                  <a:pt x="127" y="12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8" name="Google Shape;1818;p27"/>
          <p:cNvSpPr/>
          <p:nvPr/>
        </p:nvSpPr>
        <p:spPr>
          <a:xfrm>
            <a:off x="6297983" y="4851818"/>
            <a:ext cx="545644" cy="549655"/>
          </a:xfrm>
          <a:custGeom>
            <a:rect b="b" l="l" r="r" t="t"/>
            <a:pathLst>
              <a:path extrusionOk="0" h="602" w="601">
                <a:moveTo>
                  <a:pt x="304" y="601"/>
                </a:moveTo>
                <a:lnTo>
                  <a:pt x="304" y="601"/>
                </a:lnTo>
                <a:cubicBezTo>
                  <a:pt x="134" y="601"/>
                  <a:pt x="0" y="466"/>
                  <a:pt x="0" y="297"/>
                </a:cubicBezTo>
                <a:cubicBezTo>
                  <a:pt x="0" y="134"/>
                  <a:pt x="134" y="0"/>
                  <a:pt x="304" y="0"/>
                </a:cubicBezTo>
                <a:cubicBezTo>
                  <a:pt x="466" y="0"/>
                  <a:pt x="600" y="134"/>
                  <a:pt x="600" y="297"/>
                </a:cubicBezTo>
                <a:cubicBezTo>
                  <a:pt x="600" y="466"/>
                  <a:pt x="466" y="601"/>
                  <a:pt x="304" y="601"/>
                </a:cubicBezTo>
                <a:close/>
                <a:moveTo>
                  <a:pt x="56" y="297"/>
                </a:moveTo>
                <a:lnTo>
                  <a:pt x="56" y="297"/>
                </a:lnTo>
                <a:cubicBezTo>
                  <a:pt x="304" y="297"/>
                  <a:pt x="304" y="297"/>
                  <a:pt x="304" y="297"/>
                </a:cubicBezTo>
                <a:cubicBezTo>
                  <a:pt x="304" y="56"/>
                  <a:pt x="304" y="56"/>
                  <a:pt x="304" y="56"/>
                </a:cubicBezTo>
                <a:cubicBezTo>
                  <a:pt x="169" y="56"/>
                  <a:pt x="56" y="162"/>
                  <a:pt x="56" y="29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9" name="Google Shape;1819;p27"/>
          <p:cNvSpPr/>
          <p:nvPr/>
        </p:nvSpPr>
        <p:spPr>
          <a:xfrm>
            <a:off x="5339093" y="4851818"/>
            <a:ext cx="545644" cy="549655"/>
          </a:xfrm>
          <a:custGeom>
            <a:rect b="b" l="l" r="r" t="t"/>
            <a:pathLst>
              <a:path extrusionOk="0" h="602" w="601">
                <a:moveTo>
                  <a:pt x="296" y="601"/>
                </a:moveTo>
                <a:lnTo>
                  <a:pt x="296" y="601"/>
                </a:lnTo>
                <a:cubicBezTo>
                  <a:pt x="134" y="601"/>
                  <a:pt x="0" y="466"/>
                  <a:pt x="0" y="297"/>
                </a:cubicBezTo>
                <a:cubicBezTo>
                  <a:pt x="0" y="134"/>
                  <a:pt x="134" y="0"/>
                  <a:pt x="296" y="0"/>
                </a:cubicBezTo>
                <a:cubicBezTo>
                  <a:pt x="466" y="0"/>
                  <a:pt x="600" y="134"/>
                  <a:pt x="600" y="297"/>
                </a:cubicBezTo>
                <a:cubicBezTo>
                  <a:pt x="600" y="466"/>
                  <a:pt x="466" y="601"/>
                  <a:pt x="296" y="601"/>
                </a:cubicBezTo>
                <a:close/>
                <a:moveTo>
                  <a:pt x="56" y="297"/>
                </a:moveTo>
                <a:lnTo>
                  <a:pt x="56" y="297"/>
                </a:lnTo>
                <a:cubicBezTo>
                  <a:pt x="56" y="367"/>
                  <a:pt x="84" y="431"/>
                  <a:pt x="127" y="473"/>
                </a:cubicBezTo>
                <a:cubicBezTo>
                  <a:pt x="296" y="297"/>
                  <a:pt x="296" y="297"/>
                  <a:pt x="296" y="297"/>
                </a:cubicBezTo>
                <a:cubicBezTo>
                  <a:pt x="296" y="56"/>
                  <a:pt x="296" y="56"/>
                  <a:pt x="296" y="56"/>
                </a:cubicBezTo>
                <a:cubicBezTo>
                  <a:pt x="162" y="56"/>
                  <a:pt x="56" y="162"/>
                  <a:pt x="56" y="29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0" name="Google Shape;1820;p27"/>
          <p:cNvSpPr/>
          <p:nvPr/>
        </p:nvSpPr>
        <p:spPr>
          <a:xfrm>
            <a:off x="4376191" y="4851818"/>
            <a:ext cx="553668" cy="549655"/>
          </a:xfrm>
          <a:custGeom>
            <a:rect b="b" l="l" r="r" t="t"/>
            <a:pathLst>
              <a:path extrusionOk="0" h="602" w="609">
                <a:moveTo>
                  <a:pt x="304" y="601"/>
                </a:moveTo>
                <a:lnTo>
                  <a:pt x="304" y="601"/>
                </a:lnTo>
                <a:cubicBezTo>
                  <a:pt x="135" y="601"/>
                  <a:pt x="0" y="466"/>
                  <a:pt x="0" y="297"/>
                </a:cubicBezTo>
                <a:cubicBezTo>
                  <a:pt x="0" y="134"/>
                  <a:pt x="135" y="0"/>
                  <a:pt x="304" y="0"/>
                </a:cubicBezTo>
                <a:cubicBezTo>
                  <a:pt x="474" y="0"/>
                  <a:pt x="608" y="134"/>
                  <a:pt x="608" y="297"/>
                </a:cubicBezTo>
                <a:cubicBezTo>
                  <a:pt x="608" y="466"/>
                  <a:pt x="474" y="601"/>
                  <a:pt x="304" y="601"/>
                </a:cubicBezTo>
                <a:close/>
                <a:moveTo>
                  <a:pt x="57" y="297"/>
                </a:moveTo>
                <a:lnTo>
                  <a:pt x="57" y="297"/>
                </a:lnTo>
                <a:cubicBezTo>
                  <a:pt x="57" y="431"/>
                  <a:pt x="170" y="544"/>
                  <a:pt x="304" y="544"/>
                </a:cubicBezTo>
                <a:cubicBezTo>
                  <a:pt x="304" y="56"/>
                  <a:pt x="304" y="56"/>
                  <a:pt x="304" y="56"/>
                </a:cubicBezTo>
                <a:cubicBezTo>
                  <a:pt x="170" y="56"/>
                  <a:pt x="57" y="162"/>
                  <a:pt x="57" y="29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1" name="Google Shape;1821;p27"/>
          <p:cNvSpPr/>
          <p:nvPr/>
        </p:nvSpPr>
        <p:spPr>
          <a:xfrm>
            <a:off x="3417304" y="4851818"/>
            <a:ext cx="549655" cy="549655"/>
          </a:xfrm>
          <a:custGeom>
            <a:rect b="b" l="l" r="r" t="t"/>
            <a:pathLst>
              <a:path extrusionOk="0" h="602" w="602">
                <a:moveTo>
                  <a:pt x="304" y="601"/>
                </a:moveTo>
                <a:lnTo>
                  <a:pt x="304" y="601"/>
                </a:lnTo>
                <a:cubicBezTo>
                  <a:pt x="135" y="601"/>
                  <a:pt x="0" y="466"/>
                  <a:pt x="0" y="297"/>
                </a:cubicBezTo>
                <a:cubicBezTo>
                  <a:pt x="0" y="134"/>
                  <a:pt x="135" y="0"/>
                  <a:pt x="304" y="0"/>
                </a:cubicBezTo>
                <a:cubicBezTo>
                  <a:pt x="467" y="0"/>
                  <a:pt x="601" y="134"/>
                  <a:pt x="601" y="297"/>
                </a:cubicBezTo>
                <a:cubicBezTo>
                  <a:pt x="601" y="466"/>
                  <a:pt x="467" y="601"/>
                  <a:pt x="304" y="601"/>
                </a:cubicBezTo>
                <a:close/>
                <a:moveTo>
                  <a:pt x="57" y="297"/>
                </a:moveTo>
                <a:lnTo>
                  <a:pt x="57" y="297"/>
                </a:lnTo>
                <a:cubicBezTo>
                  <a:pt x="57" y="431"/>
                  <a:pt x="170" y="544"/>
                  <a:pt x="304" y="544"/>
                </a:cubicBezTo>
                <a:cubicBezTo>
                  <a:pt x="368" y="544"/>
                  <a:pt x="431" y="516"/>
                  <a:pt x="474" y="473"/>
                </a:cubicBezTo>
                <a:cubicBezTo>
                  <a:pt x="304" y="297"/>
                  <a:pt x="304" y="297"/>
                  <a:pt x="304" y="297"/>
                </a:cubicBezTo>
                <a:cubicBezTo>
                  <a:pt x="304" y="56"/>
                  <a:pt x="304" y="56"/>
                  <a:pt x="304" y="56"/>
                </a:cubicBezTo>
                <a:cubicBezTo>
                  <a:pt x="170" y="56"/>
                  <a:pt x="57" y="162"/>
                  <a:pt x="57" y="29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2" name="Google Shape;1822;p27"/>
          <p:cNvSpPr/>
          <p:nvPr/>
        </p:nvSpPr>
        <p:spPr>
          <a:xfrm>
            <a:off x="2458413" y="4851818"/>
            <a:ext cx="549657" cy="549655"/>
          </a:xfrm>
          <a:custGeom>
            <a:rect b="b" l="l" r="r" t="t"/>
            <a:pathLst>
              <a:path extrusionOk="0" h="602" w="602">
                <a:moveTo>
                  <a:pt x="297" y="601"/>
                </a:moveTo>
                <a:lnTo>
                  <a:pt x="297" y="601"/>
                </a:lnTo>
                <a:cubicBezTo>
                  <a:pt x="135" y="601"/>
                  <a:pt x="0" y="466"/>
                  <a:pt x="0" y="297"/>
                </a:cubicBezTo>
                <a:cubicBezTo>
                  <a:pt x="0" y="134"/>
                  <a:pt x="135" y="0"/>
                  <a:pt x="297" y="0"/>
                </a:cubicBezTo>
                <a:cubicBezTo>
                  <a:pt x="467" y="0"/>
                  <a:pt x="601" y="134"/>
                  <a:pt x="601" y="297"/>
                </a:cubicBezTo>
                <a:cubicBezTo>
                  <a:pt x="601" y="466"/>
                  <a:pt x="467" y="601"/>
                  <a:pt x="297" y="601"/>
                </a:cubicBezTo>
                <a:close/>
                <a:moveTo>
                  <a:pt x="57" y="297"/>
                </a:moveTo>
                <a:lnTo>
                  <a:pt x="57" y="297"/>
                </a:lnTo>
                <a:cubicBezTo>
                  <a:pt x="57" y="431"/>
                  <a:pt x="163" y="544"/>
                  <a:pt x="297" y="544"/>
                </a:cubicBezTo>
                <a:cubicBezTo>
                  <a:pt x="431" y="544"/>
                  <a:pt x="544" y="431"/>
                  <a:pt x="544" y="297"/>
                </a:cubicBezTo>
                <a:cubicBezTo>
                  <a:pt x="297" y="297"/>
                  <a:pt x="297" y="297"/>
                  <a:pt x="297" y="297"/>
                </a:cubicBezTo>
                <a:cubicBezTo>
                  <a:pt x="297" y="56"/>
                  <a:pt x="297" y="56"/>
                  <a:pt x="297" y="56"/>
                </a:cubicBezTo>
                <a:cubicBezTo>
                  <a:pt x="163" y="56"/>
                  <a:pt x="57" y="162"/>
                  <a:pt x="57" y="29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3" name="Google Shape;1823;p27"/>
          <p:cNvSpPr/>
          <p:nvPr/>
        </p:nvSpPr>
        <p:spPr>
          <a:xfrm>
            <a:off x="1507549" y="4851818"/>
            <a:ext cx="549655" cy="549655"/>
          </a:xfrm>
          <a:custGeom>
            <a:rect b="b" l="l" r="r" t="t"/>
            <a:pathLst>
              <a:path extrusionOk="0" h="602" w="602">
                <a:moveTo>
                  <a:pt x="297" y="601"/>
                </a:moveTo>
                <a:lnTo>
                  <a:pt x="297" y="601"/>
                </a:lnTo>
                <a:cubicBezTo>
                  <a:pt x="135" y="601"/>
                  <a:pt x="0" y="466"/>
                  <a:pt x="0" y="297"/>
                </a:cubicBezTo>
                <a:cubicBezTo>
                  <a:pt x="0" y="134"/>
                  <a:pt x="135" y="0"/>
                  <a:pt x="297" y="0"/>
                </a:cubicBezTo>
                <a:cubicBezTo>
                  <a:pt x="467" y="0"/>
                  <a:pt x="601" y="134"/>
                  <a:pt x="601" y="297"/>
                </a:cubicBezTo>
                <a:cubicBezTo>
                  <a:pt x="601" y="466"/>
                  <a:pt x="467" y="601"/>
                  <a:pt x="297" y="601"/>
                </a:cubicBezTo>
                <a:close/>
                <a:moveTo>
                  <a:pt x="474" y="127"/>
                </a:moveTo>
                <a:lnTo>
                  <a:pt x="474" y="127"/>
                </a:lnTo>
                <a:cubicBezTo>
                  <a:pt x="297" y="297"/>
                  <a:pt x="297" y="297"/>
                  <a:pt x="297" y="297"/>
                </a:cubicBezTo>
                <a:cubicBezTo>
                  <a:pt x="297" y="56"/>
                  <a:pt x="297" y="56"/>
                  <a:pt x="297" y="56"/>
                </a:cubicBezTo>
                <a:cubicBezTo>
                  <a:pt x="163" y="56"/>
                  <a:pt x="57" y="162"/>
                  <a:pt x="57" y="297"/>
                </a:cubicBezTo>
                <a:cubicBezTo>
                  <a:pt x="57" y="431"/>
                  <a:pt x="163" y="544"/>
                  <a:pt x="297" y="544"/>
                </a:cubicBezTo>
                <a:cubicBezTo>
                  <a:pt x="431" y="544"/>
                  <a:pt x="544" y="431"/>
                  <a:pt x="544" y="297"/>
                </a:cubicBezTo>
                <a:cubicBezTo>
                  <a:pt x="544" y="233"/>
                  <a:pt x="516" y="169"/>
                  <a:pt x="474" y="12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4" name="Google Shape;1824;p27"/>
          <p:cNvSpPr/>
          <p:nvPr/>
        </p:nvSpPr>
        <p:spPr>
          <a:xfrm>
            <a:off x="536624" y="4851818"/>
            <a:ext cx="549655" cy="549655"/>
          </a:xfrm>
          <a:custGeom>
            <a:rect b="b" l="l" r="r" t="t"/>
            <a:pathLst>
              <a:path extrusionOk="0" h="602" w="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5" name="Google Shape;1825;p27"/>
          <p:cNvSpPr/>
          <p:nvPr/>
        </p:nvSpPr>
        <p:spPr>
          <a:xfrm>
            <a:off x="11124524" y="3884903"/>
            <a:ext cx="521572" cy="553668"/>
          </a:xfrm>
          <a:custGeom>
            <a:rect b="b" l="l" r="r" t="t"/>
            <a:pathLst>
              <a:path extrusionOk="0" h="609" w="574">
                <a:moveTo>
                  <a:pt x="573" y="304"/>
                </a:moveTo>
                <a:lnTo>
                  <a:pt x="573" y="304"/>
                </a:lnTo>
                <a:close/>
                <a:moveTo>
                  <a:pt x="269" y="608"/>
                </a:moveTo>
                <a:lnTo>
                  <a:pt x="269" y="608"/>
                </a:lnTo>
                <a:cubicBezTo>
                  <a:pt x="120" y="608"/>
                  <a:pt x="0" y="481"/>
                  <a:pt x="0" y="333"/>
                </a:cubicBezTo>
                <a:cubicBezTo>
                  <a:pt x="0" y="220"/>
                  <a:pt x="71" y="121"/>
                  <a:pt x="170" y="78"/>
                </a:cubicBezTo>
                <a:lnTo>
                  <a:pt x="177" y="78"/>
                </a:lnTo>
                <a:cubicBezTo>
                  <a:pt x="191" y="78"/>
                  <a:pt x="205" y="93"/>
                  <a:pt x="205" y="107"/>
                </a:cubicBezTo>
                <a:cubicBezTo>
                  <a:pt x="205" y="121"/>
                  <a:pt x="198" y="128"/>
                  <a:pt x="184" y="135"/>
                </a:cubicBezTo>
                <a:cubicBezTo>
                  <a:pt x="106" y="163"/>
                  <a:pt x="57" y="241"/>
                  <a:pt x="57" y="333"/>
                </a:cubicBezTo>
                <a:cubicBezTo>
                  <a:pt x="57" y="453"/>
                  <a:pt x="149" y="552"/>
                  <a:pt x="269" y="552"/>
                </a:cubicBezTo>
                <a:cubicBezTo>
                  <a:pt x="389" y="552"/>
                  <a:pt x="488" y="453"/>
                  <a:pt x="488" y="333"/>
                </a:cubicBezTo>
                <a:cubicBezTo>
                  <a:pt x="488" y="241"/>
                  <a:pt x="431" y="163"/>
                  <a:pt x="354" y="135"/>
                </a:cubicBezTo>
                <a:cubicBezTo>
                  <a:pt x="347" y="128"/>
                  <a:pt x="340" y="121"/>
                  <a:pt x="340" y="107"/>
                </a:cubicBezTo>
                <a:cubicBezTo>
                  <a:pt x="340" y="93"/>
                  <a:pt x="347" y="78"/>
                  <a:pt x="368" y="78"/>
                </a:cubicBezTo>
                <a:lnTo>
                  <a:pt x="375" y="78"/>
                </a:lnTo>
                <a:cubicBezTo>
                  <a:pt x="474" y="121"/>
                  <a:pt x="545" y="220"/>
                  <a:pt x="545" y="333"/>
                </a:cubicBezTo>
                <a:cubicBezTo>
                  <a:pt x="545" y="481"/>
                  <a:pt x="424" y="608"/>
                  <a:pt x="269" y="608"/>
                </a:cubicBezTo>
                <a:close/>
                <a:moveTo>
                  <a:pt x="269" y="311"/>
                </a:moveTo>
                <a:lnTo>
                  <a:pt x="269" y="311"/>
                </a:lnTo>
                <a:cubicBezTo>
                  <a:pt x="255" y="311"/>
                  <a:pt x="241" y="304"/>
                  <a:pt x="241" y="283"/>
                </a:cubicBezTo>
                <a:cubicBezTo>
                  <a:pt x="241" y="121"/>
                  <a:pt x="241" y="121"/>
                  <a:pt x="241" y="121"/>
                </a:cubicBezTo>
                <a:cubicBezTo>
                  <a:pt x="241" y="64"/>
                  <a:pt x="241" y="64"/>
                  <a:pt x="241" y="64"/>
                </a:cubicBezTo>
                <a:cubicBezTo>
                  <a:pt x="241" y="29"/>
                  <a:pt x="241" y="29"/>
                  <a:pt x="241" y="29"/>
                </a:cubicBezTo>
                <a:cubicBezTo>
                  <a:pt x="241" y="15"/>
                  <a:pt x="255" y="0"/>
                  <a:pt x="269" y="0"/>
                </a:cubicBezTo>
                <a:cubicBezTo>
                  <a:pt x="290" y="0"/>
                  <a:pt x="297" y="15"/>
                  <a:pt x="297" y="29"/>
                </a:cubicBezTo>
                <a:cubicBezTo>
                  <a:pt x="297" y="114"/>
                  <a:pt x="297" y="114"/>
                  <a:pt x="297" y="114"/>
                </a:cubicBezTo>
                <a:cubicBezTo>
                  <a:pt x="297" y="170"/>
                  <a:pt x="297" y="170"/>
                  <a:pt x="297" y="170"/>
                </a:cubicBezTo>
                <a:cubicBezTo>
                  <a:pt x="297" y="283"/>
                  <a:pt x="297" y="283"/>
                  <a:pt x="297" y="283"/>
                </a:cubicBezTo>
                <a:cubicBezTo>
                  <a:pt x="297" y="304"/>
                  <a:pt x="290" y="311"/>
                  <a:pt x="269" y="31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6" name="Google Shape;1826;p27"/>
          <p:cNvSpPr/>
          <p:nvPr/>
        </p:nvSpPr>
        <p:spPr>
          <a:xfrm>
            <a:off x="10133540" y="3904965"/>
            <a:ext cx="553668" cy="521571"/>
          </a:xfrm>
          <a:custGeom>
            <a:rect b="b" l="l" r="r" t="t"/>
            <a:pathLst>
              <a:path extrusionOk="0" h="573" w="609">
                <a:moveTo>
                  <a:pt x="579" y="176"/>
                </a:moveTo>
                <a:lnTo>
                  <a:pt x="579" y="176"/>
                </a:lnTo>
                <a:cubicBezTo>
                  <a:pt x="551" y="106"/>
                  <a:pt x="495" y="56"/>
                  <a:pt x="424" y="21"/>
                </a:cubicBezTo>
                <a:cubicBezTo>
                  <a:pt x="445" y="7"/>
                  <a:pt x="466" y="0"/>
                  <a:pt x="495" y="0"/>
                </a:cubicBezTo>
                <a:cubicBezTo>
                  <a:pt x="558" y="0"/>
                  <a:pt x="608" y="49"/>
                  <a:pt x="608" y="113"/>
                </a:cubicBezTo>
                <a:cubicBezTo>
                  <a:pt x="608" y="134"/>
                  <a:pt x="594" y="162"/>
                  <a:pt x="579" y="176"/>
                </a:cubicBezTo>
                <a:close/>
                <a:moveTo>
                  <a:pt x="579" y="304"/>
                </a:moveTo>
                <a:lnTo>
                  <a:pt x="579" y="304"/>
                </a:lnTo>
                <a:cubicBezTo>
                  <a:pt x="579" y="374"/>
                  <a:pt x="551" y="438"/>
                  <a:pt x="502" y="487"/>
                </a:cubicBezTo>
                <a:cubicBezTo>
                  <a:pt x="544" y="530"/>
                  <a:pt x="544" y="530"/>
                  <a:pt x="544" y="530"/>
                </a:cubicBezTo>
                <a:cubicBezTo>
                  <a:pt x="544" y="530"/>
                  <a:pt x="551" y="537"/>
                  <a:pt x="551" y="544"/>
                </a:cubicBezTo>
                <a:cubicBezTo>
                  <a:pt x="551" y="565"/>
                  <a:pt x="537" y="572"/>
                  <a:pt x="523" y="572"/>
                </a:cubicBezTo>
                <a:cubicBezTo>
                  <a:pt x="516" y="572"/>
                  <a:pt x="509" y="572"/>
                  <a:pt x="502" y="565"/>
                </a:cubicBezTo>
                <a:cubicBezTo>
                  <a:pt x="459" y="523"/>
                  <a:pt x="459" y="523"/>
                  <a:pt x="459" y="523"/>
                </a:cubicBezTo>
                <a:cubicBezTo>
                  <a:pt x="417" y="558"/>
                  <a:pt x="360" y="572"/>
                  <a:pt x="304" y="572"/>
                </a:cubicBezTo>
                <a:cubicBezTo>
                  <a:pt x="247" y="572"/>
                  <a:pt x="191" y="558"/>
                  <a:pt x="148" y="523"/>
                </a:cubicBezTo>
                <a:cubicBezTo>
                  <a:pt x="106" y="565"/>
                  <a:pt x="106" y="565"/>
                  <a:pt x="106" y="565"/>
                </a:cubicBezTo>
                <a:cubicBezTo>
                  <a:pt x="99" y="572"/>
                  <a:pt x="92" y="572"/>
                  <a:pt x="85" y="572"/>
                </a:cubicBezTo>
                <a:cubicBezTo>
                  <a:pt x="71" y="572"/>
                  <a:pt x="56" y="565"/>
                  <a:pt x="56" y="544"/>
                </a:cubicBezTo>
                <a:cubicBezTo>
                  <a:pt x="56" y="537"/>
                  <a:pt x="64" y="530"/>
                  <a:pt x="71" y="530"/>
                </a:cubicBezTo>
                <a:cubicBezTo>
                  <a:pt x="106" y="487"/>
                  <a:pt x="106" y="487"/>
                  <a:pt x="106" y="487"/>
                </a:cubicBezTo>
                <a:cubicBezTo>
                  <a:pt x="56" y="438"/>
                  <a:pt x="28" y="374"/>
                  <a:pt x="28" y="304"/>
                </a:cubicBezTo>
                <a:cubicBezTo>
                  <a:pt x="28" y="148"/>
                  <a:pt x="155" y="28"/>
                  <a:pt x="304" y="28"/>
                </a:cubicBezTo>
                <a:cubicBezTo>
                  <a:pt x="452" y="28"/>
                  <a:pt x="579" y="148"/>
                  <a:pt x="579" y="304"/>
                </a:cubicBezTo>
                <a:close/>
                <a:moveTo>
                  <a:pt x="304" y="85"/>
                </a:moveTo>
                <a:lnTo>
                  <a:pt x="304" y="85"/>
                </a:lnTo>
                <a:cubicBezTo>
                  <a:pt x="184" y="85"/>
                  <a:pt x="85" y="183"/>
                  <a:pt x="85" y="304"/>
                </a:cubicBezTo>
                <a:cubicBezTo>
                  <a:pt x="85" y="424"/>
                  <a:pt x="184" y="516"/>
                  <a:pt x="304" y="516"/>
                </a:cubicBezTo>
                <a:cubicBezTo>
                  <a:pt x="424" y="516"/>
                  <a:pt x="523" y="424"/>
                  <a:pt x="523" y="304"/>
                </a:cubicBezTo>
                <a:cubicBezTo>
                  <a:pt x="523" y="183"/>
                  <a:pt x="424" y="85"/>
                  <a:pt x="304" y="85"/>
                </a:cubicBezTo>
                <a:close/>
                <a:moveTo>
                  <a:pt x="417" y="332"/>
                </a:moveTo>
                <a:lnTo>
                  <a:pt x="417" y="332"/>
                </a:lnTo>
                <a:cubicBezTo>
                  <a:pt x="304" y="332"/>
                  <a:pt x="304" y="332"/>
                  <a:pt x="304" y="332"/>
                </a:cubicBezTo>
                <a:cubicBezTo>
                  <a:pt x="290" y="332"/>
                  <a:pt x="276" y="318"/>
                  <a:pt x="276" y="304"/>
                </a:cubicBezTo>
                <a:cubicBezTo>
                  <a:pt x="276" y="148"/>
                  <a:pt x="276" y="148"/>
                  <a:pt x="276" y="148"/>
                </a:cubicBezTo>
                <a:cubicBezTo>
                  <a:pt x="276" y="134"/>
                  <a:pt x="290" y="120"/>
                  <a:pt x="304" y="120"/>
                </a:cubicBezTo>
                <a:cubicBezTo>
                  <a:pt x="318" y="120"/>
                  <a:pt x="332" y="134"/>
                  <a:pt x="332" y="148"/>
                </a:cubicBezTo>
                <a:cubicBezTo>
                  <a:pt x="332" y="275"/>
                  <a:pt x="332" y="275"/>
                  <a:pt x="332" y="275"/>
                </a:cubicBezTo>
                <a:cubicBezTo>
                  <a:pt x="417" y="275"/>
                  <a:pt x="417" y="275"/>
                  <a:pt x="417" y="275"/>
                </a:cubicBezTo>
                <a:cubicBezTo>
                  <a:pt x="431" y="275"/>
                  <a:pt x="445" y="282"/>
                  <a:pt x="445" y="304"/>
                </a:cubicBezTo>
                <a:cubicBezTo>
                  <a:pt x="445" y="318"/>
                  <a:pt x="431" y="332"/>
                  <a:pt x="417" y="332"/>
                </a:cubicBezTo>
                <a:close/>
                <a:moveTo>
                  <a:pt x="28" y="183"/>
                </a:moveTo>
                <a:lnTo>
                  <a:pt x="28" y="183"/>
                </a:lnTo>
                <a:cubicBezTo>
                  <a:pt x="14" y="162"/>
                  <a:pt x="0" y="141"/>
                  <a:pt x="0" y="113"/>
                </a:cubicBezTo>
                <a:cubicBezTo>
                  <a:pt x="0" y="49"/>
                  <a:pt x="49" y="0"/>
                  <a:pt x="113" y="0"/>
                </a:cubicBezTo>
                <a:cubicBezTo>
                  <a:pt x="141" y="0"/>
                  <a:pt x="162" y="7"/>
                  <a:pt x="184" y="21"/>
                </a:cubicBezTo>
                <a:cubicBezTo>
                  <a:pt x="113" y="56"/>
                  <a:pt x="56" y="113"/>
                  <a:pt x="28" y="18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7" name="Google Shape;1827;p27"/>
          <p:cNvSpPr/>
          <p:nvPr/>
        </p:nvSpPr>
        <p:spPr>
          <a:xfrm>
            <a:off x="9178663" y="3884903"/>
            <a:ext cx="549655" cy="553668"/>
          </a:xfrm>
          <a:custGeom>
            <a:rect b="b" l="l" r="r" t="t"/>
            <a:pathLst>
              <a:path extrusionOk="0" h="609" w="602">
                <a:moveTo>
                  <a:pt x="304" y="608"/>
                </a:moveTo>
                <a:lnTo>
                  <a:pt x="304" y="608"/>
                </a:lnTo>
                <a:cubicBezTo>
                  <a:pt x="134" y="608"/>
                  <a:pt x="0" y="474"/>
                  <a:pt x="0" y="304"/>
                </a:cubicBezTo>
                <a:cubicBezTo>
                  <a:pt x="0" y="135"/>
                  <a:pt x="134" y="0"/>
                  <a:pt x="304" y="0"/>
                </a:cubicBezTo>
                <a:cubicBezTo>
                  <a:pt x="466" y="0"/>
                  <a:pt x="601" y="135"/>
                  <a:pt x="601" y="304"/>
                </a:cubicBezTo>
                <a:cubicBezTo>
                  <a:pt x="601" y="474"/>
                  <a:pt x="466" y="608"/>
                  <a:pt x="304" y="608"/>
                </a:cubicBezTo>
                <a:close/>
                <a:moveTo>
                  <a:pt x="304" y="57"/>
                </a:moveTo>
                <a:lnTo>
                  <a:pt x="304" y="57"/>
                </a:lnTo>
                <a:cubicBezTo>
                  <a:pt x="169" y="57"/>
                  <a:pt x="56" y="170"/>
                  <a:pt x="56" y="304"/>
                </a:cubicBezTo>
                <a:cubicBezTo>
                  <a:pt x="56" y="439"/>
                  <a:pt x="169" y="552"/>
                  <a:pt x="304" y="552"/>
                </a:cubicBezTo>
                <a:cubicBezTo>
                  <a:pt x="438" y="552"/>
                  <a:pt x="544" y="439"/>
                  <a:pt x="544" y="304"/>
                </a:cubicBezTo>
                <a:cubicBezTo>
                  <a:pt x="544" y="170"/>
                  <a:pt x="438" y="57"/>
                  <a:pt x="304" y="57"/>
                </a:cubicBezTo>
                <a:close/>
                <a:moveTo>
                  <a:pt x="424" y="333"/>
                </a:moveTo>
                <a:lnTo>
                  <a:pt x="424" y="333"/>
                </a:lnTo>
                <a:cubicBezTo>
                  <a:pt x="367" y="333"/>
                  <a:pt x="367" y="333"/>
                  <a:pt x="367" y="333"/>
                </a:cubicBezTo>
                <a:cubicBezTo>
                  <a:pt x="332" y="333"/>
                  <a:pt x="332" y="333"/>
                  <a:pt x="332" y="333"/>
                </a:cubicBezTo>
                <a:cubicBezTo>
                  <a:pt x="304" y="333"/>
                  <a:pt x="304" y="333"/>
                  <a:pt x="304" y="333"/>
                </a:cubicBezTo>
                <a:cubicBezTo>
                  <a:pt x="283" y="333"/>
                  <a:pt x="276" y="319"/>
                  <a:pt x="276" y="304"/>
                </a:cubicBezTo>
                <a:cubicBezTo>
                  <a:pt x="276" y="135"/>
                  <a:pt x="276" y="135"/>
                  <a:pt x="276" y="135"/>
                </a:cubicBezTo>
                <a:cubicBezTo>
                  <a:pt x="276" y="121"/>
                  <a:pt x="283" y="107"/>
                  <a:pt x="304" y="107"/>
                </a:cubicBezTo>
                <a:cubicBezTo>
                  <a:pt x="318" y="107"/>
                  <a:pt x="332" y="121"/>
                  <a:pt x="332" y="135"/>
                </a:cubicBezTo>
                <a:cubicBezTo>
                  <a:pt x="332" y="276"/>
                  <a:pt x="332" y="276"/>
                  <a:pt x="332" y="276"/>
                </a:cubicBezTo>
                <a:cubicBezTo>
                  <a:pt x="367" y="276"/>
                  <a:pt x="367" y="276"/>
                  <a:pt x="367" y="276"/>
                </a:cubicBezTo>
                <a:cubicBezTo>
                  <a:pt x="424" y="276"/>
                  <a:pt x="424" y="276"/>
                  <a:pt x="424" y="276"/>
                </a:cubicBezTo>
                <a:cubicBezTo>
                  <a:pt x="438" y="276"/>
                  <a:pt x="452" y="290"/>
                  <a:pt x="452" y="304"/>
                </a:cubicBezTo>
                <a:cubicBezTo>
                  <a:pt x="452" y="319"/>
                  <a:pt x="438" y="333"/>
                  <a:pt x="424" y="33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8" name="Google Shape;1828;p27"/>
          <p:cNvSpPr/>
          <p:nvPr/>
        </p:nvSpPr>
        <p:spPr>
          <a:xfrm>
            <a:off x="8219772" y="3884903"/>
            <a:ext cx="545644" cy="553668"/>
          </a:xfrm>
          <a:custGeom>
            <a:rect b="b" l="l" r="r" t="t"/>
            <a:pathLst>
              <a:path extrusionOk="0" h="609" w="601">
                <a:moveTo>
                  <a:pt x="297" y="608"/>
                </a:moveTo>
                <a:lnTo>
                  <a:pt x="297" y="608"/>
                </a:lnTo>
                <a:cubicBezTo>
                  <a:pt x="134" y="608"/>
                  <a:pt x="0" y="474"/>
                  <a:pt x="0" y="304"/>
                </a:cubicBezTo>
                <a:cubicBezTo>
                  <a:pt x="0" y="135"/>
                  <a:pt x="134" y="0"/>
                  <a:pt x="297" y="0"/>
                </a:cubicBezTo>
                <a:cubicBezTo>
                  <a:pt x="466" y="0"/>
                  <a:pt x="600" y="135"/>
                  <a:pt x="600" y="304"/>
                </a:cubicBezTo>
                <a:cubicBezTo>
                  <a:pt x="600" y="474"/>
                  <a:pt x="466" y="608"/>
                  <a:pt x="297" y="608"/>
                </a:cubicBezTo>
                <a:close/>
                <a:moveTo>
                  <a:pt x="297" y="57"/>
                </a:moveTo>
                <a:lnTo>
                  <a:pt x="297" y="57"/>
                </a:lnTo>
                <a:cubicBezTo>
                  <a:pt x="162" y="57"/>
                  <a:pt x="56" y="170"/>
                  <a:pt x="56" y="304"/>
                </a:cubicBezTo>
                <a:cubicBezTo>
                  <a:pt x="56" y="368"/>
                  <a:pt x="78" y="425"/>
                  <a:pt x="120" y="467"/>
                </a:cubicBezTo>
                <a:cubicBezTo>
                  <a:pt x="155" y="453"/>
                  <a:pt x="141" y="467"/>
                  <a:pt x="183" y="446"/>
                </a:cubicBezTo>
                <a:cubicBezTo>
                  <a:pt x="233" y="425"/>
                  <a:pt x="247" y="418"/>
                  <a:pt x="247" y="418"/>
                </a:cubicBezTo>
                <a:cubicBezTo>
                  <a:pt x="247" y="375"/>
                  <a:pt x="247" y="375"/>
                  <a:pt x="247" y="375"/>
                </a:cubicBezTo>
                <a:cubicBezTo>
                  <a:pt x="247" y="375"/>
                  <a:pt x="226" y="361"/>
                  <a:pt x="219" y="319"/>
                </a:cubicBezTo>
                <a:cubicBezTo>
                  <a:pt x="212" y="326"/>
                  <a:pt x="205" y="304"/>
                  <a:pt x="205" y="297"/>
                </a:cubicBezTo>
                <a:cubicBezTo>
                  <a:pt x="205" y="283"/>
                  <a:pt x="198" y="255"/>
                  <a:pt x="212" y="255"/>
                </a:cubicBezTo>
                <a:cubicBezTo>
                  <a:pt x="212" y="234"/>
                  <a:pt x="212" y="220"/>
                  <a:pt x="212" y="205"/>
                </a:cubicBezTo>
                <a:cubicBezTo>
                  <a:pt x="212" y="177"/>
                  <a:pt x="247" y="135"/>
                  <a:pt x="297" y="135"/>
                </a:cubicBezTo>
                <a:cubicBezTo>
                  <a:pt x="360" y="135"/>
                  <a:pt x="381" y="177"/>
                  <a:pt x="389" y="205"/>
                </a:cubicBezTo>
                <a:cubicBezTo>
                  <a:pt x="389" y="220"/>
                  <a:pt x="389" y="234"/>
                  <a:pt x="381" y="255"/>
                </a:cubicBezTo>
                <a:cubicBezTo>
                  <a:pt x="396" y="255"/>
                  <a:pt x="389" y="283"/>
                  <a:pt x="389" y="297"/>
                </a:cubicBezTo>
                <a:cubicBezTo>
                  <a:pt x="389" y="304"/>
                  <a:pt x="389" y="326"/>
                  <a:pt x="374" y="319"/>
                </a:cubicBezTo>
                <a:cubicBezTo>
                  <a:pt x="367" y="361"/>
                  <a:pt x="353" y="375"/>
                  <a:pt x="353" y="375"/>
                </a:cubicBezTo>
                <a:cubicBezTo>
                  <a:pt x="353" y="418"/>
                  <a:pt x="353" y="418"/>
                  <a:pt x="353" y="418"/>
                </a:cubicBezTo>
                <a:cubicBezTo>
                  <a:pt x="353" y="418"/>
                  <a:pt x="367" y="425"/>
                  <a:pt x="410" y="446"/>
                </a:cubicBezTo>
                <a:cubicBezTo>
                  <a:pt x="459" y="467"/>
                  <a:pt x="445" y="453"/>
                  <a:pt x="480" y="467"/>
                </a:cubicBezTo>
                <a:cubicBezTo>
                  <a:pt x="523" y="425"/>
                  <a:pt x="544" y="368"/>
                  <a:pt x="544" y="304"/>
                </a:cubicBezTo>
                <a:cubicBezTo>
                  <a:pt x="544" y="170"/>
                  <a:pt x="431" y="57"/>
                  <a:pt x="297" y="5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9" name="Google Shape;1829;p27"/>
          <p:cNvSpPr/>
          <p:nvPr/>
        </p:nvSpPr>
        <p:spPr>
          <a:xfrm>
            <a:off x="7256871" y="4041376"/>
            <a:ext cx="553668" cy="385160"/>
          </a:xfrm>
          <a:custGeom>
            <a:rect b="b" l="l" r="r" t="t"/>
            <a:pathLst>
              <a:path extrusionOk="0" h="425" w="608">
                <a:moveTo>
                  <a:pt x="607" y="410"/>
                </a:moveTo>
                <a:lnTo>
                  <a:pt x="607" y="410"/>
                </a:lnTo>
                <a:cubicBezTo>
                  <a:pt x="607" y="417"/>
                  <a:pt x="593" y="424"/>
                  <a:pt x="586" y="424"/>
                </a:cubicBezTo>
                <a:cubicBezTo>
                  <a:pt x="445" y="424"/>
                  <a:pt x="445" y="424"/>
                  <a:pt x="445" y="424"/>
                </a:cubicBezTo>
                <a:cubicBezTo>
                  <a:pt x="459" y="424"/>
                  <a:pt x="466" y="417"/>
                  <a:pt x="466" y="403"/>
                </a:cubicBezTo>
                <a:cubicBezTo>
                  <a:pt x="466" y="403"/>
                  <a:pt x="466" y="318"/>
                  <a:pt x="403" y="290"/>
                </a:cubicBezTo>
                <a:cubicBezTo>
                  <a:pt x="374" y="276"/>
                  <a:pt x="374" y="276"/>
                  <a:pt x="360" y="276"/>
                </a:cubicBezTo>
                <a:cubicBezTo>
                  <a:pt x="360" y="241"/>
                  <a:pt x="360" y="241"/>
                  <a:pt x="360" y="241"/>
                </a:cubicBezTo>
                <a:cubicBezTo>
                  <a:pt x="360" y="241"/>
                  <a:pt x="346" y="226"/>
                  <a:pt x="339" y="191"/>
                </a:cubicBezTo>
                <a:cubicBezTo>
                  <a:pt x="332" y="191"/>
                  <a:pt x="332" y="184"/>
                  <a:pt x="332" y="170"/>
                </a:cubicBezTo>
                <a:cubicBezTo>
                  <a:pt x="332" y="163"/>
                  <a:pt x="325" y="141"/>
                  <a:pt x="332" y="141"/>
                </a:cubicBezTo>
                <a:cubicBezTo>
                  <a:pt x="332" y="127"/>
                  <a:pt x="332" y="106"/>
                  <a:pt x="332" y="99"/>
                </a:cubicBezTo>
                <a:cubicBezTo>
                  <a:pt x="332" y="71"/>
                  <a:pt x="360" y="43"/>
                  <a:pt x="403" y="43"/>
                </a:cubicBezTo>
                <a:cubicBezTo>
                  <a:pt x="452" y="43"/>
                  <a:pt x="473" y="71"/>
                  <a:pt x="480" y="99"/>
                </a:cubicBezTo>
                <a:cubicBezTo>
                  <a:pt x="480" y="106"/>
                  <a:pt x="473" y="127"/>
                  <a:pt x="473" y="141"/>
                </a:cubicBezTo>
                <a:cubicBezTo>
                  <a:pt x="487" y="141"/>
                  <a:pt x="480" y="163"/>
                  <a:pt x="480" y="170"/>
                </a:cubicBezTo>
                <a:cubicBezTo>
                  <a:pt x="480" y="184"/>
                  <a:pt x="473" y="191"/>
                  <a:pt x="466" y="191"/>
                </a:cubicBezTo>
                <a:cubicBezTo>
                  <a:pt x="459" y="226"/>
                  <a:pt x="445" y="241"/>
                  <a:pt x="445" y="241"/>
                </a:cubicBezTo>
                <a:cubicBezTo>
                  <a:pt x="445" y="276"/>
                  <a:pt x="445" y="276"/>
                  <a:pt x="445" y="276"/>
                </a:cubicBezTo>
                <a:cubicBezTo>
                  <a:pt x="445" y="276"/>
                  <a:pt x="459" y="276"/>
                  <a:pt x="494" y="297"/>
                </a:cubicBezTo>
                <a:cubicBezTo>
                  <a:pt x="537" y="311"/>
                  <a:pt x="523" y="297"/>
                  <a:pt x="551" y="318"/>
                </a:cubicBezTo>
                <a:cubicBezTo>
                  <a:pt x="607" y="339"/>
                  <a:pt x="607" y="410"/>
                  <a:pt x="607" y="410"/>
                </a:cubicBezTo>
                <a:close/>
                <a:moveTo>
                  <a:pt x="325" y="283"/>
                </a:moveTo>
                <a:lnTo>
                  <a:pt x="325" y="283"/>
                </a:lnTo>
                <a:cubicBezTo>
                  <a:pt x="367" y="297"/>
                  <a:pt x="353" y="290"/>
                  <a:pt x="388" y="304"/>
                </a:cubicBezTo>
                <a:cubicBezTo>
                  <a:pt x="445" y="332"/>
                  <a:pt x="445" y="403"/>
                  <a:pt x="445" y="403"/>
                </a:cubicBezTo>
                <a:cubicBezTo>
                  <a:pt x="445" y="417"/>
                  <a:pt x="431" y="424"/>
                  <a:pt x="424" y="424"/>
                </a:cubicBezTo>
                <a:cubicBezTo>
                  <a:pt x="21" y="424"/>
                  <a:pt x="21" y="424"/>
                  <a:pt x="21" y="424"/>
                </a:cubicBezTo>
                <a:cubicBezTo>
                  <a:pt x="14" y="424"/>
                  <a:pt x="0" y="417"/>
                  <a:pt x="0" y="403"/>
                </a:cubicBezTo>
                <a:cubicBezTo>
                  <a:pt x="0" y="403"/>
                  <a:pt x="0" y="332"/>
                  <a:pt x="56" y="304"/>
                </a:cubicBezTo>
                <a:cubicBezTo>
                  <a:pt x="92" y="290"/>
                  <a:pt x="77" y="304"/>
                  <a:pt x="120" y="283"/>
                </a:cubicBezTo>
                <a:cubicBezTo>
                  <a:pt x="162" y="269"/>
                  <a:pt x="176" y="262"/>
                  <a:pt x="176" y="262"/>
                </a:cubicBezTo>
                <a:cubicBezTo>
                  <a:pt x="176" y="219"/>
                  <a:pt x="176" y="219"/>
                  <a:pt x="176" y="219"/>
                </a:cubicBezTo>
                <a:cubicBezTo>
                  <a:pt x="176" y="219"/>
                  <a:pt x="155" y="205"/>
                  <a:pt x="155" y="170"/>
                </a:cubicBezTo>
                <a:cubicBezTo>
                  <a:pt x="141" y="170"/>
                  <a:pt x="141" y="156"/>
                  <a:pt x="141" y="149"/>
                </a:cubicBezTo>
                <a:cubicBezTo>
                  <a:pt x="141" y="141"/>
                  <a:pt x="134" y="113"/>
                  <a:pt x="148" y="113"/>
                </a:cubicBezTo>
                <a:cubicBezTo>
                  <a:pt x="141" y="92"/>
                  <a:pt x="141" y="78"/>
                  <a:pt x="141" y="71"/>
                </a:cubicBezTo>
                <a:cubicBezTo>
                  <a:pt x="148" y="35"/>
                  <a:pt x="176" y="7"/>
                  <a:pt x="219" y="0"/>
                </a:cubicBezTo>
                <a:cubicBezTo>
                  <a:pt x="275" y="7"/>
                  <a:pt x="297" y="35"/>
                  <a:pt x="304" y="71"/>
                </a:cubicBezTo>
                <a:cubicBezTo>
                  <a:pt x="304" y="78"/>
                  <a:pt x="304" y="92"/>
                  <a:pt x="297" y="113"/>
                </a:cubicBezTo>
                <a:cubicBezTo>
                  <a:pt x="311" y="113"/>
                  <a:pt x="304" y="141"/>
                  <a:pt x="304" y="149"/>
                </a:cubicBezTo>
                <a:cubicBezTo>
                  <a:pt x="304" y="156"/>
                  <a:pt x="304" y="170"/>
                  <a:pt x="290" y="170"/>
                </a:cubicBezTo>
                <a:cubicBezTo>
                  <a:pt x="282" y="205"/>
                  <a:pt x="268" y="219"/>
                  <a:pt x="268" y="219"/>
                </a:cubicBezTo>
                <a:cubicBezTo>
                  <a:pt x="268" y="262"/>
                  <a:pt x="268" y="262"/>
                  <a:pt x="268" y="262"/>
                </a:cubicBezTo>
                <a:cubicBezTo>
                  <a:pt x="268" y="262"/>
                  <a:pt x="282" y="262"/>
                  <a:pt x="325" y="28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0" name="Google Shape;1830;p27"/>
          <p:cNvSpPr/>
          <p:nvPr/>
        </p:nvSpPr>
        <p:spPr>
          <a:xfrm>
            <a:off x="6297983" y="3896941"/>
            <a:ext cx="545644" cy="529596"/>
          </a:xfrm>
          <a:custGeom>
            <a:rect b="b" l="l" r="r" t="t"/>
            <a:pathLst>
              <a:path extrusionOk="0" h="580" w="601">
                <a:moveTo>
                  <a:pt x="593" y="509"/>
                </a:moveTo>
                <a:lnTo>
                  <a:pt x="593" y="509"/>
                </a:lnTo>
                <a:cubicBezTo>
                  <a:pt x="530" y="572"/>
                  <a:pt x="530" y="572"/>
                  <a:pt x="530" y="572"/>
                </a:cubicBezTo>
                <a:cubicBezTo>
                  <a:pt x="523" y="579"/>
                  <a:pt x="515" y="579"/>
                  <a:pt x="508" y="579"/>
                </a:cubicBezTo>
                <a:cubicBezTo>
                  <a:pt x="494" y="579"/>
                  <a:pt x="480" y="572"/>
                  <a:pt x="480" y="551"/>
                </a:cubicBezTo>
                <a:cubicBezTo>
                  <a:pt x="480" y="544"/>
                  <a:pt x="480" y="537"/>
                  <a:pt x="487" y="537"/>
                </a:cubicBezTo>
                <a:cubicBezTo>
                  <a:pt x="508" y="516"/>
                  <a:pt x="508" y="516"/>
                  <a:pt x="508" y="516"/>
                </a:cubicBezTo>
                <a:cubicBezTo>
                  <a:pt x="374" y="516"/>
                  <a:pt x="374" y="516"/>
                  <a:pt x="374" y="516"/>
                </a:cubicBezTo>
                <a:cubicBezTo>
                  <a:pt x="360" y="516"/>
                  <a:pt x="346" y="502"/>
                  <a:pt x="346" y="487"/>
                </a:cubicBezTo>
                <a:cubicBezTo>
                  <a:pt x="346" y="473"/>
                  <a:pt x="360" y="459"/>
                  <a:pt x="374" y="459"/>
                </a:cubicBezTo>
                <a:cubicBezTo>
                  <a:pt x="508" y="459"/>
                  <a:pt x="508" y="459"/>
                  <a:pt x="508" y="459"/>
                </a:cubicBezTo>
                <a:cubicBezTo>
                  <a:pt x="487" y="438"/>
                  <a:pt x="487" y="438"/>
                  <a:pt x="487" y="438"/>
                </a:cubicBezTo>
                <a:cubicBezTo>
                  <a:pt x="480" y="438"/>
                  <a:pt x="480" y="431"/>
                  <a:pt x="480" y="424"/>
                </a:cubicBezTo>
                <a:cubicBezTo>
                  <a:pt x="480" y="403"/>
                  <a:pt x="494" y="396"/>
                  <a:pt x="508" y="396"/>
                </a:cubicBezTo>
                <a:cubicBezTo>
                  <a:pt x="515" y="396"/>
                  <a:pt x="523" y="396"/>
                  <a:pt x="530" y="403"/>
                </a:cubicBezTo>
                <a:cubicBezTo>
                  <a:pt x="593" y="466"/>
                  <a:pt x="593" y="466"/>
                  <a:pt x="593" y="466"/>
                </a:cubicBezTo>
                <a:cubicBezTo>
                  <a:pt x="600" y="473"/>
                  <a:pt x="600" y="480"/>
                  <a:pt x="600" y="487"/>
                </a:cubicBezTo>
                <a:cubicBezTo>
                  <a:pt x="600" y="494"/>
                  <a:pt x="600" y="502"/>
                  <a:pt x="593" y="509"/>
                </a:cubicBezTo>
                <a:close/>
                <a:moveTo>
                  <a:pt x="452" y="431"/>
                </a:moveTo>
                <a:lnTo>
                  <a:pt x="452" y="431"/>
                </a:lnTo>
                <a:cubicBezTo>
                  <a:pt x="374" y="431"/>
                  <a:pt x="374" y="431"/>
                  <a:pt x="374" y="431"/>
                </a:cubicBezTo>
                <a:cubicBezTo>
                  <a:pt x="346" y="431"/>
                  <a:pt x="318" y="459"/>
                  <a:pt x="318" y="487"/>
                </a:cubicBezTo>
                <a:cubicBezTo>
                  <a:pt x="318" y="516"/>
                  <a:pt x="346" y="544"/>
                  <a:pt x="374" y="544"/>
                </a:cubicBezTo>
                <a:cubicBezTo>
                  <a:pt x="452" y="544"/>
                  <a:pt x="452" y="544"/>
                  <a:pt x="452" y="544"/>
                </a:cubicBezTo>
                <a:lnTo>
                  <a:pt x="452" y="551"/>
                </a:lnTo>
                <a:cubicBezTo>
                  <a:pt x="452" y="565"/>
                  <a:pt x="452" y="572"/>
                  <a:pt x="459" y="579"/>
                </a:cubicBezTo>
                <a:cubicBezTo>
                  <a:pt x="28" y="579"/>
                  <a:pt x="28" y="579"/>
                  <a:pt x="28" y="579"/>
                </a:cubicBezTo>
                <a:cubicBezTo>
                  <a:pt x="14" y="579"/>
                  <a:pt x="0" y="572"/>
                  <a:pt x="0" y="551"/>
                </a:cubicBezTo>
                <a:cubicBezTo>
                  <a:pt x="0" y="551"/>
                  <a:pt x="0" y="452"/>
                  <a:pt x="77" y="410"/>
                </a:cubicBezTo>
                <a:cubicBezTo>
                  <a:pt x="120" y="388"/>
                  <a:pt x="106" y="410"/>
                  <a:pt x="162" y="381"/>
                </a:cubicBezTo>
                <a:cubicBezTo>
                  <a:pt x="219" y="360"/>
                  <a:pt x="233" y="353"/>
                  <a:pt x="233" y="353"/>
                </a:cubicBezTo>
                <a:cubicBezTo>
                  <a:pt x="233" y="296"/>
                  <a:pt x="233" y="296"/>
                  <a:pt x="233" y="296"/>
                </a:cubicBezTo>
                <a:cubicBezTo>
                  <a:pt x="233" y="296"/>
                  <a:pt x="212" y="275"/>
                  <a:pt x="204" y="226"/>
                </a:cubicBezTo>
                <a:cubicBezTo>
                  <a:pt x="190" y="233"/>
                  <a:pt x="190" y="212"/>
                  <a:pt x="190" y="198"/>
                </a:cubicBezTo>
                <a:cubicBezTo>
                  <a:pt x="190" y="183"/>
                  <a:pt x="183" y="148"/>
                  <a:pt x="197" y="148"/>
                </a:cubicBezTo>
                <a:cubicBezTo>
                  <a:pt x="190" y="127"/>
                  <a:pt x="190" y="99"/>
                  <a:pt x="190" y="92"/>
                </a:cubicBezTo>
                <a:cubicBezTo>
                  <a:pt x="197" y="49"/>
                  <a:pt x="240" y="0"/>
                  <a:pt x="304" y="0"/>
                </a:cubicBezTo>
                <a:cubicBezTo>
                  <a:pt x="374" y="0"/>
                  <a:pt x="410" y="49"/>
                  <a:pt x="410" y="92"/>
                </a:cubicBezTo>
                <a:cubicBezTo>
                  <a:pt x="410" y="99"/>
                  <a:pt x="410" y="127"/>
                  <a:pt x="402" y="148"/>
                </a:cubicBezTo>
                <a:cubicBezTo>
                  <a:pt x="424" y="148"/>
                  <a:pt x="417" y="183"/>
                  <a:pt x="417" y="198"/>
                </a:cubicBezTo>
                <a:cubicBezTo>
                  <a:pt x="417" y="212"/>
                  <a:pt x="410" y="233"/>
                  <a:pt x="395" y="226"/>
                </a:cubicBezTo>
                <a:cubicBezTo>
                  <a:pt x="388" y="275"/>
                  <a:pt x="367" y="296"/>
                  <a:pt x="367" y="296"/>
                </a:cubicBezTo>
                <a:cubicBezTo>
                  <a:pt x="367" y="353"/>
                  <a:pt x="367" y="353"/>
                  <a:pt x="367" y="353"/>
                </a:cubicBezTo>
                <a:cubicBezTo>
                  <a:pt x="367" y="353"/>
                  <a:pt x="381" y="360"/>
                  <a:pt x="438" y="381"/>
                </a:cubicBezTo>
                <a:cubicBezTo>
                  <a:pt x="445" y="388"/>
                  <a:pt x="452" y="388"/>
                  <a:pt x="459" y="388"/>
                </a:cubicBezTo>
                <a:cubicBezTo>
                  <a:pt x="452" y="403"/>
                  <a:pt x="452" y="410"/>
                  <a:pt x="452" y="424"/>
                </a:cubicBezTo>
                <a:lnTo>
                  <a:pt x="452" y="431"/>
                </a:lnTo>
                <a:close/>
                <a:moveTo>
                  <a:pt x="600" y="551"/>
                </a:moveTo>
                <a:lnTo>
                  <a:pt x="600" y="551"/>
                </a:lnTo>
                <a:cubicBezTo>
                  <a:pt x="600" y="572"/>
                  <a:pt x="593" y="579"/>
                  <a:pt x="572" y="579"/>
                </a:cubicBezTo>
                <a:cubicBezTo>
                  <a:pt x="558" y="579"/>
                  <a:pt x="558" y="579"/>
                  <a:pt x="558" y="579"/>
                </a:cubicBezTo>
                <a:cubicBezTo>
                  <a:pt x="600" y="537"/>
                  <a:pt x="600" y="537"/>
                  <a:pt x="600" y="537"/>
                </a:cubicBezTo>
                <a:cubicBezTo>
                  <a:pt x="600" y="551"/>
                  <a:pt x="600" y="551"/>
                  <a:pt x="600" y="55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1" name="Google Shape;1831;p27"/>
          <p:cNvSpPr/>
          <p:nvPr/>
        </p:nvSpPr>
        <p:spPr>
          <a:xfrm>
            <a:off x="5339093" y="3896941"/>
            <a:ext cx="545644" cy="529596"/>
          </a:xfrm>
          <a:custGeom>
            <a:rect b="b" l="l" r="r" t="t"/>
            <a:pathLst>
              <a:path extrusionOk="0" h="580" w="601">
                <a:moveTo>
                  <a:pt x="572" y="516"/>
                </a:moveTo>
                <a:lnTo>
                  <a:pt x="572" y="516"/>
                </a:lnTo>
                <a:cubicBezTo>
                  <a:pt x="445" y="516"/>
                  <a:pt x="445" y="516"/>
                  <a:pt x="445" y="516"/>
                </a:cubicBezTo>
                <a:cubicBezTo>
                  <a:pt x="459" y="537"/>
                  <a:pt x="459" y="537"/>
                  <a:pt x="459" y="537"/>
                </a:cubicBezTo>
                <a:cubicBezTo>
                  <a:pt x="466" y="537"/>
                  <a:pt x="466" y="544"/>
                  <a:pt x="466" y="551"/>
                </a:cubicBezTo>
                <a:cubicBezTo>
                  <a:pt x="466" y="572"/>
                  <a:pt x="459" y="579"/>
                  <a:pt x="438" y="579"/>
                </a:cubicBezTo>
                <a:cubicBezTo>
                  <a:pt x="431" y="579"/>
                  <a:pt x="424" y="579"/>
                  <a:pt x="424" y="572"/>
                </a:cubicBezTo>
                <a:cubicBezTo>
                  <a:pt x="353" y="509"/>
                  <a:pt x="353" y="509"/>
                  <a:pt x="353" y="509"/>
                </a:cubicBezTo>
                <a:cubicBezTo>
                  <a:pt x="346" y="502"/>
                  <a:pt x="346" y="494"/>
                  <a:pt x="346" y="487"/>
                </a:cubicBezTo>
                <a:cubicBezTo>
                  <a:pt x="346" y="480"/>
                  <a:pt x="346" y="473"/>
                  <a:pt x="353" y="466"/>
                </a:cubicBezTo>
                <a:cubicBezTo>
                  <a:pt x="424" y="403"/>
                  <a:pt x="424" y="403"/>
                  <a:pt x="424" y="403"/>
                </a:cubicBezTo>
                <a:cubicBezTo>
                  <a:pt x="424" y="396"/>
                  <a:pt x="431" y="396"/>
                  <a:pt x="438" y="396"/>
                </a:cubicBezTo>
                <a:cubicBezTo>
                  <a:pt x="459" y="396"/>
                  <a:pt x="466" y="403"/>
                  <a:pt x="466" y="424"/>
                </a:cubicBezTo>
                <a:cubicBezTo>
                  <a:pt x="466" y="431"/>
                  <a:pt x="466" y="438"/>
                  <a:pt x="459" y="438"/>
                </a:cubicBezTo>
                <a:cubicBezTo>
                  <a:pt x="445" y="459"/>
                  <a:pt x="445" y="459"/>
                  <a:pt x="445" y="459"/>
                </a:cubicBezTo>
                <a:cubicBezTo>
                  <a:pt x="572" y="459"/>
                  <a:pt x="572" y="459"/>
                  <a:pt x="572" y="459"/>
                </a:cubicBezTo>
                <a:cubicBezTo>
                  <a:pt x="586" y="459"/>
                  <a:pt x="600" y="473"/>
                  <a:pt x="600" y="487"/>
                </a:cubicBezTo>
                <a:cubicBezTo>
                  <a:pt x="600" y="502"/>
                  <a:pt x="586" y="516"/>
                  <a:pt x="572" y="516"/>
                </a:cubicBezTo>
                <a:close/>
                <a:moveTo>
                  <a:pt x="494" y="424"/>
                </a:moveTo>
                <a:lnTo>
                  <a:pt x="494" y="424"/>
                </a:lnTo>
                <a:cubicBezTo>
                  <a:pt x="494" y="417"/>
                  <a:pt x="494" y="410"/>
                  <a:pt x="494" y="403"/>
                </a:cubicBezTo>
                <a:cubicBezTo>
                  <a:pt x="501" y="403"/>
                  <a:pt x="508" y="403"/>
                  <a:pt x="522" y="410"/>
                </a:cubicBezTo>
                <a:cubicBezTo>
                  <a:pt x="537" y="417"/>
                  <a:pt x="544" y="424"/>
                  <a:pt x="551" y="431"/>
                </a:cubicBezTo>
                <a:cubicBezTo>
                  <a:pt x="494" y="431"/>
                  <a:pt x="494" y="431"/>
                  <a:pt x="494" y="431"/>
                </a:cubicBezTo>
                <a:lnTo>
                  <a:pt x="494" y="424"/>
                </a:lnTo>
                <a:close/>
                <a:moveTo>
                  <a:pt x="395" y="226"/>
                </a:moveTo>
                <a:lnTo>
                  <a:pt x="395" y="226"/>
                </a:lnTo>
                <a:cubicBezTo>
                  <a:pt x="388" y="275"/>
                  <a:pt x="367" y="296"/>
                  <a:pt x="367" y="296"/>
                </a:cubicBezTo>
                <a:cubicBezTo>
                  <a:pt x="367" y="353"/>
                  <a:pt x="367" y="353"/>
                  <a:pt x="367" y="353"/>
                </a:cubicBezTo>
                <a:cubicBezTo>
                  <a:pt x="367" y="353"/>
                  <a:pt x="374" y="353"/>
                  <a:pt x="409" y="374"/>
                </a:cubicBezTo>
                <a:lnTo>
                  <a:pt x="402" y="381"/>
                </a:lnTo>
                <a:cubicBezTo>
                  <a:pt x="332" y="445"/>
                  <a:pt x="332" y="445"/>
                  <a:pt x="332" y="445"/>
                </a:cubicBezTo>
                <a:cubicBezTo>
                  <a:pt x="325" y="459"/>
                  <a:pt x="318" y="473"/>
                  <a:pt x="318" y="487"/>
                </a:cubicBezTo>
                <a:cubicBezTo>
                  <a:pt x="318" y="502"/>
                  <a:pt x="325" y="516"/>
                  <a:pt x="332" y="530"/>
                </a:cubicBezTo>
                <a:cubicBezTo>
                  <a:pt x="388" y="579"/>
                  <a:pt x="388" y="579"/>
                  <a:pt x="388" y="579"/>
                </a:cubicBezTo>
                <a:cubicBezTo>
                  <a:pt x="28" y="579"/>
                  <a:pt x="28" y="579"/>
                  <a:pt x="28" y="579"/>
                </a:cubicBezTo>
                <a:cubicBezTo>
                  <a:pt x="7" y="579"/>
                  <a:pt x="0" y="572"/>
                  <a:pt x="0" y="551"/>
                </a:cubicBezTo>
                <a:cubicBezTo>
                  <a:pt x="0" y="551"/>
                  <a:pt x="0" y="452"/>
                  <a:pt x="70" y="410"/>
                </a:cubicBezTo>
                <a:cubicBezTo>
                  <a:pt x="120" y="388"/>
                  <a:pt x="98" y="410"/>
                  <a:pt x="162" y="381"/>
                </a:cubicBezTo>
                <a:cubicBezTo>
                  <a:pt x="219" y="360"/>
                  <a:pt x="233" y="353"/>
                  <a:pt x="233" y="353"/>
                </a:cubicBezTo>
                <a:cubicBezTo>
                  <a:pt x="233" y="296"/>
                  <a:pt x="233" y="296"/>
                  <a:pt x="233" y="296"/>
                </a:cubicBezTo>
                <a:cubicBezTo>
                  <a:pt x="233" y="296"/>
                  <a:pt x="211" y="275"/>
                  <a:pt x="204" y="226"/>
                </a:cubicBezTo>
                <a:cubicBezTo>
                  <a:pt x="190" y="233"/>
                  <a:pt x="183" y="212"/>
                  <a:pt x="183" y="198"/>
                </a:cubicBezTo>
                <a:cubicBezTo>
                  <a:pt x="183" y="183"/>
                  <a:pt x="176" y="148"/>
                  <a:pt x="197" y="148"/>
                </a:cubicBezTo>
                <a:cubicBezTo>
                  <a:pt x="190" y="127"/>
                  <a:pt x="190" y="99"/>
                  <a:pt x="190" y="92"/>
                </a:cubicBezTo>
                <a:cubicBezTo>
                  <a:pt x="190" y="49"/>
                  <a:pt x="233" y="0"/>
                  <a:pt x="296" y="0"/>
                </a:cubicBezTo>
                <a:cubicBezTo>
                  <a:pt x="374" y="0"/>
                  <a:pt x="402" y="49"/>
                  <a:pt x="409" y="92"/>
                </a:cubicBezTo>
                <a:cubicBezTo>
                  <a:pt x="409" y="99"/>
                  <a:pt x="409" y="127"/>
                  <a:pt x="402" y="148"/>
                </a:cubicBezTo>
                <a:cubicBezTo>
                  <a:pt x="424" y="148"/>
                  <a:pt x="417" y="183"/>
                  <a:pt x="409" y="198"/>
                </a:cubicBezTo>
                <a:cubicBezTo>
                  <a:pt x="409" y="212"/>
                  <a:pt x="409" y="233"/>
                  <a:pt x="395" y="226"/>
                </a:cubicBezTo>
                <a:close/>
                <a:moveTo>
                  <a:pt x="494" y="544"/>
                </a:moveTo>
                <a:lnTo>
                  <a:pt x="494" y="544"/>
                </a:lnTo>
                <a:cubicBezTo>
                  <a:pt x="572" y="544"/>
                  <a:pt x="572" y="544"/>
                  <a:pt x="572" y="544"/>
                </a:cubicBezTo>
                <a:cubicBezTo>
                  <a:pt x="579" y="544"/>
                  <a:pt x="593" y="544"/>
                  <a:pt x="600" y="537"/>
                </a:cubicBezTo>
                <a:cubicBezTo>
                  <a:pt x="600" y="544"/>
                  <a:pt x="600" y="551"/>
                  <a:pt x="600" y="551"/>
                </a:cubicBezTo>
                <a:cubicBezTo>
                  <a:pt x="600" y="572"/>
                  <a:pt x="586" y="579"/>
                  <a:pt x="572" y="579"/>
                </a:cubicBezTo>
                <a:cubicBezTo>
                  <a:pt x="487" y="579"/>
                  <a:pt x="487" y="579"/>
                  <a:pt x="487" y="579"/>
                </a:cubicBezTo>
                <a:cubicBezTo>
                  <a:pt x="494" y="572"/>
                  <a:pt x="494" y="565"/>
                  <a:pt x="494" y="551"/>
                </a:cubicBezTo>
                <a:lnTo>
                  <a:pt x="494" y="54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2" name="Google Shape;1832;p27"/>
          <p:cNvSpPr/>
          <p:nvPr/>
        </p:nvSpPr>
        <p:spPr>
          <a:xfrm>
            <a:off x="4376191" y="3896941"/>
            <a:ext cx="553668" cy="529596"/>
          </a:xfrm>
          <a:custGeom>
            <a:rect b="b" l="l" r="r" t="t"/>
            <a:pathLst>
              <a:path extrusionOk="0" h="580" w="609">
                <a:moveTo>
                  <a:pt x="559" y="494"/>
                </a:moveTo>
                <a:lnTo>
                  <a:pt x="559" y="494"/>
                </a:lnTo>
                <a:cubicBezTo>
                  <a:pt x="594" y="537"/>
                  <a:pt x="594" y="537"/>
                  <a:pt x="594" y="537"/>
                </a:cubicBezTo>
                <a:cubicBezTo>
                  <a:pt x="601" y="537"/>
                  <a:pt x="608" y="544"/>
                  <a:pt x="608" y="551"/>
                </a:cubicBezTo>
                <a:cubicBezTo>
                  <a:pt x="608" y="572"/>
                  <a:pt x="594" y="579"/>
                  <a:pt x="580" y="579"/>
                </a:cubicBezTo>
                <a:cubicBezTo>
                  <a:pt x="573" y="579"/>
                  <a:pt x="566" y="579"/>
                  <a:pt x="559" y="572"/>
                </a:cubicBezTo>
                <a:cubicBezTo>
                  <a:pt x="523" y="537"/>
                  <a:pt x="523" y="537"/>
                  <a:pt x="523" y="537"/>
                </a:cubicBezTo>
                <a:cubicBezTo>
                  <a:pt x="481" y="572"/>
                  <a:pt x="481" y="572"/>
                  <a:pt x="481" y="572"/>
                </a:cubicBezTo>
                <a:cubicBezTo>
                  <a:pt x="481" y="579"/>
                  <a:pt x="474" y="579"/>
                  <a:pt x="467" y="579"/>
                </a:cubicBezTo>
                <a:cubicBezTo>
                  <a:pt x="446" y="579"/>
                  <a:pt x="439" y="572"/>
                  <a:pt x="439" y="551"/>
                </a:cubicBezTo>
                <a:cubicBezTo>
                  <a:pt x="439" y="544"/>
                  <a:pt x="439" y="537"/>
                  <a:pt x="446" y="537"/>
                </a:cubicBezTo>
                <a:cubicBezTo>
                  <a:pt x="481" y="494"/>
                  <a:pt x="481" y="494"/>
                  <a:pt x="481" y="494"/>
                </a:cubicBezTo>
                <a:cubicBezTo>
                  <a:pt x="446" y="459"/>
                  <a:pt x="446" y="459"/>
                  <a:pt x="446" y="459"/>
                </a:cubicBezTo>
                <a:cubicBezTo>
                  <a:pt x="439" y="452"/>
                  <a:pt x="439" y="445"/>
                  <a:pt x="439" y="438"/>
                </a:cubicBezTo>
                <a:cubicBezTo>
                  <a:pt x="439" y="424"/>
                  <a:pt x="446" y="410"/>
                  <a:pt x="467" y="410"/>
                </a:cubicBezTo>
                <a:cubicBezTo>
                  <a:pt x="474" y="410"/>
                  <a:pt x="481" y="417"/>
                  <a:pt x="481" y="424"/>
                </a:cubicBezTo>
                <a:cubicBezTo>
                  <a:pt x="523" y="459"/>
                  <a:pt x="523" y="459"/>
                  <a:pt x="523" y="459"/>
                </a:cubicBezTo>
                <a:cubicBezTo>
                  <a:pt x="559" y="424"/>
                  <a:pt x="559" y="424"/>
                  <a:pt x="559" y="424"/>
                </a:cubicBezTo>
                <a:cubicBezTo>
                  <a:pt x="566" y="417"/>
                  <a:pt x="573" y="410"/>
                  <a:pt x="580" y="410"/>
                </a:cubicBezTo>
                <a:cubicBezTo>
                  <a:pt x="594" y="410"/>
                  <a:pt x="608" y="424"/>
                  <a:pt x="608" y="438"/>
                </a:cubicBezTo>
                <a:cubicBezTo>
                  <a:pt x="608" y="445"/>
                  <a:pt x="601" y="452"/>
                  <a:pt x="594" y="459"/>
                </a:cubicBezTo>
                <a:lnTo>
                  <a:pt x="559" y="494"/>
                </a:lnTo>
                <a:close/>
                <a:moveTo>
                  <a:pt x="410" y="438"/>
                </a:moveTo>
                <a:lnTo>
                  <a:pt x="410" y="438"/>
                </a:lnTo>
                <a:cubicBezTo>
                  <a:pt x="410" y="459"/>
                  <a:pt x="417" y="473"/>
                  <a:pt x="424" y="480"/>
                </a:cubicBezTo>
                <a:cubicBezTo>
                  <a:pt x="439" y="494"/>
                  <a:pt x="439" y="494"/>
                  <a:pt x="439" y="494"/>
                </a:cubicBezTo>
                <a:cubicBezTo>
                  <a:pt x="424" y="516"/>
                  <a:pt x="424" y="516"/>
                  <a:pt x="424" y="516"/>
                </a:cubicBezTo>
                <a:cubicBezTo>
                  <a:pt x="417" y="523"/>
                  <a:pt x="410" y="537"/>
                  <a:pt x="410" y="551"/>
                </a:cubicBezTo>
                <a:cubicBezTo>
                  <a:pt x="410" y="565"/>
                  <a:pt x="410" y="572"/>
                  <a:pt x="417" y="579"/>
                </a:cubicBezTo>
                <a:cubicBezTo>
                  <a:pt x="29" y="579"/>
                  <a:pt x="29" y="579"/>
                  <a:pt x="29" y="579"/>
                </a:cubicBezTo>
                <a:cubicBezTo>
                  <a:pt x="15" y="579"/>
                  <a:pt x="0" y="572"/>
                  <a:pt x="0" y="551"/>
                </a:cubicBezTo>
                <a:cubicBezTo>
                  <a:pt x="0" y="551"/>
                  <a:pt x="0" y="452"/>
                  <a:pt x="78" y="410"/>
                </a:cubicBezTo>
                <a:cubicBezTo>
                  <a:pt x="128" y="388"/>
                  <a:pt x="106" y="410"/>
                  <a:pt x="163" y="381"/>
                </a:cubicBezTo>
                <a:cubicBezTo>
                  <a:pt x="226" y="360"/>
                  <a:pt x="241" y="353"/>
                  <a:pt x="241" y="353"/>
                </a:cubicBezTo>
                <a:cubicBezTo>
                  <a:pt x="241" y="296"/>
                  <a:pt x="241" y="296"/>
                  <a:pt x="241" y="296"/>
                </a:cubicBezTo>
                <a:cubicBezTo>
                  <a:pt x="241" y="296"/>
                  <a:pt x="219" y="275"/>
                  <a:pt x="212" y="226"/>
                </a:cubicBezTo>
                <a:cubicBezTo>
                  <a:pt x="198" y="233"/>
                  <a:pt x="191" y="212"/>
                  <a:pt x="191" y="198"/>
                </a:cubicBezTo>
                <a:cubicBezTo>
                  <a:pt x="191" y="183"/>
                  <a:pt x="184" y="148"/>
                  <a:pt x="198" y="148"/>
                </a:cubicBezTo>
                <a:cubicBezTo>
                  <a:pt x="198" y="127"/>
                  <a:pt x="191" y="99"/>
                  <a:pt x="198" y="92"/>
                </a:cubicBezTo>
                <a:cubicBezTo>
                  <a:pt x="198" y="49"/>
                  <a:pt x="241" y="0"/>
                  <a:pt x="304" y="0"/>
                </a:cubicBezTo>
                <a:cubicBezTo>
                  <a:pt x="382" y="0"/>
                  <a:pt x="410" y="49"/>
                  <a:pt x="417" y="92"/>
                </a:cubicBezTo>
                <a:cubicBezTo>
                  <a:pt x="417" y="99"/>
                  <a:pt x="410" y="127"/>
                  <a:pt x="410"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46" y="381"/>
                </a:cubicBezTo>
                <a:cubicBezTo>
                  <a:pt x="446" y="381"/>
                  <a:pt x="446" y="388"/>
                  <a:pt x="453" y="388"/>
                </a:cubicBezTo>
                <a:cubicBezTo>
                  <a:pt x="424" y="396"/>
                  <a:pt x="410" y="417"/>
                  <a:pt x="410" y="4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3" name="Google Shape;1833;p27"/>
          <p:cNvSpPr/>
          <p:nvPr/>
        </p:nvSpPr>
        <p:spPr>
          <a:xfrm>
            <a:off x="3417304" y="3896941"/>
            <a:ext cx="549655" cy="529596"/>
          </a:xfrm>
          <a:custGeom>
            <a:rect b="b" l="l" r="r" t="t"/>
            <a:pathLst>
              <a:path extrusionOk="0" h="580" w="602">
                <a:moveTo>
                  <a:pt x="516" y="551"/>
                </a:moveTo>
                <a:lnTo>
                  <a:pt x="516" y="551"/>
                </a:lnTo>
                <a:cubicBezTo>
                  <a:pt x="516" y="558"/>
                  <a:pt x="509" y="565"/>
                  <a:pt x="502" y="565"/>
                </a:cubicBezTo>
                <a:cubicBezTo>
                  <a:pt x="495" y="565"/>
                  <a:pt x="488" y="558"/>
                  <a:pt x="481" y="551"/>
                </a:cubicBezTo>
                <a:cubicBezTo>
                  <a:pt x="446" y="516"/>
                  <a:pt x="446" y="516"/>
                  <a:pt x="446" y="516"/>
                </a:cubicBezTo>
                <a:cubicBezTo>
                  <a:pt x="439" y="509"/>
                  <a:pt x="431" y="502"/>
                  <a:pt x="431" y="494"/>
                </a:cubicBezTo>
                <a:cubicBezTo>
                  <a:pt x="431" y="480"/>
                  <a:pt x="446" y="466"/>
                  <a:pt x="460" y="466"/>
                </a:cubicBezTo>
                <a:cubicBezTo>
                  <a:pt x="467" y="466"/>
                  <a:pt x="474" y="473"/>
                  <a:pt x="481" y="480"/>
                </a:cubicBezTo>
                <a:cubicBezTo>
                  <a:pt x="502" y="494"/>
                  <a:pt x="502" y="494"/>
                  <a:pt x="502" y="494"/>
                </a:cubicBezTo>
                <a:cubicBezTo>
                  <a:pt x="559" y="438"/>
                  <a:pt x="559" y="438"/>
                  <a:pt x="559" y="438"/>
                </a:cubicBezTo>
                <a:cubicBezTo>
                  <a:pt x="559" y="431"/>
                  <a:pt x="566" y="431"/>
                  <a:pt x="573" y="431"/>
                </a:cubicBezTo>
                <a:cubicBezTo>
                  <a:pt x="594" y="431"/>
                  <a:pt x="601" y="445"/>
                  <a:pt x="601" y="459"/>
                </a:cubicBezTo>
                <a:cubicBezTo>
                  <a:pt x="601" y="466"/>
                  <a:pt x="601" y="473"/>
                  <a:pt x="594" y="480"/>
                </a:cubicBezTo>
                <a:lnTo>
                  <a:pt x="516" y="551"/>
                </a:lnTo>
                <a:close/>
                <a:moveTo>
                  <a:pt x="502" y="452"/>
                </a:moveTo>
                <a:lnTo>
                  <a:pt x="502" y="452"/>
                </a:lnTo>
                <a:cubicBezTo>
                  <a:pt x="488" y="445"/>
                  <a:pt x="474" y="438"/>
                  <a:pt x="460" y="438"/>
                </a:cubicBezTo>
                <a:cubicBezTo>
                  <a:pt x="431" y="438"/>
                  <a:pt x="403" y="466"/>
                  <a:pt x="403" y="494"/>
                </a:cubicBezTo>
                <a:cubicBezTo>
                  <a:pt x="403" y="516"/>
                  <a:pt x="410" y="530"/>
                  <a:pt x="424" y="537"/>
                </a:cubicBezTo>
                <a:cubicBezTo>
                  <a:pt x="460" y="572"/>
                  <a:pt x="460" y="572"/>
                  <a:pt x="460" y="572"/>
                </a:cubicBezTo>
                <a:cubicBezTo>
                  <a:pt x="460" y="579"/>
                  <a:pt x="467" y="579"/>
                  <a:pt x="467" y="579"/>
                </a:cubicBezTo>
                <a:cubicBezTo>
                  <a:pt x="29" y="579"/>
                  <a:pt x="29" y="579"/>
                  <a:pt x="29" y="579"/>
                </a:cubicBezTo>
                <a:cubicBezTo>
                  <a:pt x="15" y="579"/>
                  <a:pt x="0" y="572"/>
                  <a:pt x="0" y="551"/>
                </a:cubicBezTo>
                <a:cubicBezTo>
                  <a:pt x="0" y="551"/>
                  <a:pt x="0" y="452"/>
                  <a:pt x="78" y="410"/>
                </a:cubicBezTo>
                <a:cubicBezTo>
                  <a:pt x="120" y="388"/>
                  <a:pt x="106" y="410"/>
                  <a:pt x="163" y="381"/>
                </a:cubicBezTo>
                <a:cubicBezTo>
                  <a:pt x="219" y="360"/>
                  <a:pt x="233" y="353"/>
                  <a:pt x="233" y="353"/>
                </a:cubicBezTo>
                <a:cubicBezTo>
                  <a:pt x="233" y="296"/>
                  <a:pt x="233" y="296"/>
                  <a:pt x="233" y="296"/>
                </a:cubicBezTo>
                <a:cubicBezTo>
                  <a:pt x="233" y="296"/>
                  <a:pt x="212" y="275"/>
                  <a:pt x="205" y="226"/>
                </a:cubicBezTo>
                <a:cubicBezTo>
                  <a:pt x="191" y="233"/>
                  <a:pt x="191" y="212"/>
                  <a:pt x="191" y="198"/>
                </a:cubicBezTo>
                <a:cubicBezTo>
                  <a:pt x="191" y="183"/>
                  <a:pt x="184" y="148"/>
                  <a:pt x="198" y="148"/>
                </a:cubicBezTo>
                <a:cubicBezTo>
                  <a:pt x="191" y="127"/>
                  <a:pt x="191" y="99"/>
                  <a:pt x="191" y="92"/>
                </a:cubicBezTo>
                <a:cubicBezTo>
                  <a:pt x="198" y="49"/>
                  <a:pt x="241" y="0"/>
                  <a:pt x="304" y="0"/>
                </a:cubicBezTo>
                <a:cubicBezTo>
                  <a:pt x="375" y="0"/>
                  <a:pt x="410" y="49"/>
                  <a:pt x="410" y="92"/>
                </a:cubicBezTo>
                <a:cubicBezTo>
                  <a:pt x="410" y="99"/>
                  <a:pt x="410" y="127"/>
                  <a:pt x="403"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39" y="381"/>
                </a:cubicBezTo>
                <a:cubicBezTo>
                  <a:pt x="502" y="410"/>
                  <a:pt x="481" y="388"/>
                  <a:pt x="530" y="410"/>
                </a:cubicBezTo>
                <a:cubicBezTo>
                  <a:pt x="530" y="417"/>
                  <a:pt x="530" y="417"/>
                  <a:pt x="537" y="417"/>
                </a:cubicBezTo>
                <a:lnTo>
                  <a:pt x="502" y="452"/>
                </a:lnTo>
                <a:close/>
                <a:moveTo>
                  <a:pt x="601" y="516"/>
                </a:moveTo>
                <a:lnTo>
                  <a:pt x="601" y="516"/>
                </a:lnTo>
                <a:cubicBezTo>
                  <a:pt x="601" y="537"/>
                  <a:pt x="601" y="551"/>
                  <a:pt x="601" y="551"/>
                </a:cubicBezTo>
                <a:cubicBezTo>
                  <a:pt x="601" y="572"/>
                  <a:pt x="594" y="579"/>
                  <a:pt x="573" y="579"/>
                </a:cubicBezTo>
                <a:cubicBezTo>
                  <a:pt x="530" y="579"/>
                  <a:pt x="530" y="579"/>
                  <a:pt x="530" y="579"/>
                </a:cubicBezTo>
                <a:cubicBezTo>
                  <a:pt x="537" y="579"/>
                  <a:pt x="537" y="579"/>
                  <a:pt x="537" y="572"/>
                </a:cubicBezTo>
                <a:lnTo>
                  <a:pt x="601" y="51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4" name="Google Shape;1834;p27"/>
          <p:cNvSpPr/>
          <p:nvPr/>
        </p:nvSpPr>
        <p:spPr>
          <a:xfrm>
            <a:off x="2458413" y="3896941"/>
            <a:ext cx="549657" cy="529596"/>
          </a:xfrm>
          <a:custGeom>
            <a:rect b="b" l="l" r="r" t="t"/>
            <a:pathLst>
              <a:path extrusionOk="0" h="580" w="602">
                <a:moveTo>
                  <a:pt x="601" y="551"/>
                </a:moveTo>
                <a:lnTo>
                  <a:pt x="601" y="551"/>
                </a:lnTo>
                <a:cubicBezTo>
                  <a:pt x="601" y="572"/>
                  <a:pt x="587" y="579"/>
                  <a:pt x="573" y="579"/>
                </a:cubicBezTo>
                <a:cubicBezTo>
                  <a:pt x="29" y="579"/>
                  <a:pt x="29" y="579"/>
                  <a:pt x="29" y="579"/>
                </a:cubicBezTo>
                <a:cubicBezTo>
                  <a:pt x="7" y="579"/>
                  <a:pt x="0" y="572"/>
                  <a:pt x="0" y="551"/>
                </a:cubicBezTo>
                <a:cubicBezTo>
                  <a:pt x="0" y="551"/>
                  <a:pt x="0" y="452"/>
                  <a:pt x="71" y="410"/>
                </a:cubicBezTo>
                <a:cubicBezTo>
                  <a:pt x="120" y="388"/>
                  <a:pt x="99" y="410"/>
                  <a:pt x="163" y="381"/>
                </a:cubicBezTo>
                <a:cubicBezTo>
                  <a:pt x="219" y="360"/>
                  <a:pt x="233" y="353"/>
                  <a:pt x="233" y="353"/>
                </a:cubicBezTo>
                <a:cubicBezTo>
                  <a:pt x="233" y="296"/>
                  <a:pt x="233" y="296"/>
                  <a:pt x="233" y="296"/>
                </a:cubicBezTo>
                <a:cubicBezTo>
                  <a:pt x="233" y="296"/>
                  <a:pt x="212" y="275"/>
                  <a:pt x="205" y="226"/>
                </a:cubicBezTo>
                <a:cubicBezTo>
                  <a:pt x="191" y="233"/>
                  <a:pt x="184" y="212"/>
                  <a:pt x="184" y="198"/>
                </a:cubicBezTo>
                <a:cubicBezTo>
                  <a:pt x="184" y="183"/>
                  <a:pt x="177" y="148"/>
                  <a:pt x="198" y="148"/>
                </a:cubicBezTo>
                <a:cubicBezTo>
                  <a:pt x="191" y="127"/>
                  <a:pt x="191" y="99"/>
                  <a:pt x="191" y="92"/>
                </a:cubicBezTo>
                <a:cubicBezTo>
                  <a:pt x="191" y="49"/>
                  <a:pt x="233" y="0"/>
                  <a:pt x="297" y="0"/>
                </a:cubicBezTo>
                <a:cubicBezTo>
                  <a:pt x="375" y="0"/>
                  <a:pt x="403" y="49"/>
                  <a:pt x="410" y="92"/>
                </a:cubicBezTo>
                <a:cubicBezTo>
                  <a:pt x="410" y="99"/>
                  <a:pt x="410" y="127"/>
                  <a:pt x="403" y="148"/>
                </a:cubicBezTo>
                <a:cubicBezTo>
                  <a:pt x="424" y="148"/>
                  <a:pt x="417" y="183"/>
                  <a:pt x="410" y="198"/>
                </a:cubicBezTo>
                <a:cubicBezTo>
                  <a:pt x="410" y="212"/>
                  <a:pt x="410" y="233"/>
                  <a:pt x="396" y="226"/>
                </a:cubicBezTo>
                <a:cubicBezTo>
                  <a:pt x="389" y="275"/>
                  <a:pt x="368" y="296"/>
                  <a:pt x="368" y="296"/>
                </a:cubicBezTo>
                <a:cubicBezTo>
                  <a:pt x="368" y="353"/>
                  <a:pt x="368" y="353"/>
                  <a:pt x="368" y="353"/>
                </a:cubicBezTo>
                <a:cubicBezTo>
                  <a:pt x="368" y="353"/>
                  <a:pt x="382" y="360"/>
                  <a:pt x="438" y="381"/>
                </a:cubicBezTo>
                <a:cubicBezTo>
                  <a:pt x="495" y="410"/>
                  <a:pt x="481" y="388"/>
                  <a:pt x="523" y="410"/>
                </a:cubicBezTo>
                <a:cubicBezTo>
                  <a:pt x="537" y="417"/>
                  <a:pt x="551" y="431"/>
                  <a:pt x="559" y="438"/>
                </a:cubicBezTo>
                <a:cubicBezTo>
                  <a:pt x="453" y="438"/>
                  <a:pt x="453" y="438"/>
                  <a:pt x="453" y="438"/>
                </a:cubicBezTo>
                <a:cubicBezTo>
                  <a:pt x="417" y="438"/>
                  <a:pt x="396" y="466"/>
                  <a:pt x="396" y="494"/>
                </a:cubicBezTo>
                <a:cubicBezTo>
                  <a:pt x="396" y="530"/>
                  <a:pt x="417" y="551"/>
                  <a:pt x="453" y="551"/>
                </a:cubicBezTo>
                <a:cubicBezTo>
                  <a:pt x="566" y="551"/>
                  <a:pt x="566" y="551"/>
                  <a:pt x="566" y="551"/>
                </a:cubicBezTo>
                <a:cubicBezTo>
                  <a:pt x="580" y="551"/>
                  <a:pt x="587" y="551"/>
                  <a:pt x="601" y="537"/>
                </a:cubicBezTo>
                <a:cubicBezTo>
                  <a:pt x="601" y="551"/>
                  <a:pt x="601" y="551"/>
                  <a:pt x="601" y="551"/>
                </a:cubicBezTo>
                <a:close/>
                <a:moveTo>
                  <a:pt x="566" y="523"/>
                </a:moveTo>
                <a:lnTo>
                  <a:pt x="566" y="523"/>
                </a:lnTo>
                <a:cubicBezTo>
                  <a:pt x="453" y="523"/>
                  <a:pt x="453" y="523"/>
                  <a:pt x="453" y="523"/>
                </a:cubicBezTo>
                <a:cubicBezTo>
                  <a:pt x="431" y="523"/>
                  <a:pt x="424" y="516"/>
                  <a:pt x="424" y="494"/>
                </a:cubicBezTo>
                <a:cubicBezTo>
                  <a:pt x="424" y="480"/>
                  <a:pt x="431" y="466"/>
                  <a:pt x="453" y="466"/>
                </a:cubicBezTo>
                <a:cubicBezTo>
                  <a:pt x="566" y="466"/>
                  <a:pt x="566" y="466"/>
                  <a:pt x="566" y="466"/>
                </a:cubicBezTo>
                <a:cubicBezTo>
                  <a:pt x="580" y="466"/>
                  <a:pt x="594" y="480"/>
                  <a:pt x="594" y="494"/>
                </a:cubicBezTo>
                <a:cubicBezTo>
                  <a:pt x="594" y="516"/>
                  <a:pt x="580" y="523"/>
                  <a:pt x="566" y="5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5" name="Google Shape;1835;p27"/>
          <p:cNvSpPr/>
          <p:nvPr/>
        </p:nvSpPr>
        <p:spPr>
          <a:xfrm>
            <a:off x="1495512" y="3896941"/>
            <a:ext cx="553668" cy="529596"/>
          </a:xfrm>
          <a:custGeom>
            <a:rect b="b" l="l" r="r" t="t"/>
            <a:pathLst>
              <a:path extrusionOk="0" h="580" w="609">
                <a:moveTo>
                  <a:pt x="608" y="551"/>
                </a:moveTo>
                <a:lnTo>
                  <a:pt x="608" y="551"/>
                </a:lnTo>
                <a:cubicBezTo>
                  <a:pt x="608" y="572"/>
                  <a:pt x="594" y="579"/>
                  <a:pt x="580" y="579"/>
                </a:cubicBezTo>
                <a:cubicBezTo>
                  <a:pt x="558" y="579"/>
                  <a:pt x="558" y="579"/>
                  <a:pt x="558" y="579"/>
                </a:cubicBezTo>
                <a:cubicBezTo>
                  <a:pt x="565" y="572"/>
                  <a:pt x="565" y="565"/>
                  <a:pt x="565" y="551"/>
                </a:cubicBezTo>
                <a:cubicBezTo>
                  <a:pt x="580" y="551"/>
                  <a:pt x="594" y="551"/>
                  <a:pt x="608" y="537"/>
                </a:cubicBezTo>
                <a:cubicBezTo>
                  <a:pt x="608" y="551"/>
                  <a:pt x="608" y="551"/>
                  <a:pt x="608" y="551"/>
                </a:cubicBezTo>
                <a:close/>
                <a:moveTo>
                  <a:pt x="565" y="523"/>
                </a:moveTo>
                <a:lnTo>
                  <a:pt x="565" y="523"/>
                </a:lnTo>
                <a:cubicBezTo>
                  <a:pt x="537" y="523"/>
                  <a:pt x="537" y="523"/>
                  <a:pt x="537" y="523"/>
                </a:cubicBezTo>
                <a:cubicBezTo>
                  <a:pt x="537" y="551"/>
                  <a:pt x="537" y="551"/>
                  <a:pt x="537" y="551"/>
                </a:cubicBezTo>
                <a:cubicBezTo>
                  <a:pt x="537" y="572"/>
                  <a:pt x="530" y="579"/>
                  <a:pt x="509" y="579"/>
                </a:cubicBezTo>
                <a:cubicBezTo>
                  <a:pt x="495" y="579"/>
                  <a:pt x="481" y="572"/>
                  <a:pt x="481" y="551"/>
                </a:cubicBezTo>
                <a:cubicBezTo>
                  <a:pt x="481" y="523"/>
                  <a:pt x="481" y="523"/>
                  <a:pt x="481" y="523"/>
                </a:cubicBezTo>
                <a:cubicBezTo>
                  <a:pt x="452" y="523"/>
                  <a:pt x="452" y="523"/>
                  <a:pt x="452" y="523"/>
                </a:cubicBezTo>
                <a:cubicBezTo>
                  <a:pt x="438" y="523"/>
                  <a:pt x="424" y="516"/>
                  <a:pt x="424" y="494"/>
                </a:cubicBezTo>
                <a:cubicBezTo>
                  <a:pt x="424" y="480"/>
                  <a:pt x="438" y="466"/>
                  <a:pt x="452" y="466"/>
                </a:cubicBezTo>
                <a:cubicBezTo>
                  <a:pt x="481" y="466"/>
                  <a:pt x="481" y="466"/>
                  <a:pt x="481" y="466"/>
                </a:cubicBezTo>
                <a:cubicBezTo>
                  <a:pt x="481" y="438"/>
                  <a:pt x="481" y="438"/>
                  <a:pt x="481" y="438"/>
                </a:cubicBezTo>
                <a:cubicBezTo>
                  <a:pt x="481" y="424"/>
                  <a:pt x="495" y="410"/>
                  <a:pt x="509" y="410"/>
                </a:cubicBezTo>
                <a:cubicBezTo>
                  <a:pt x="530" y="410"/>
                  <a:pt x="537" y="424"/>
                  <a:pt x="537" y="438"/>
                </a:cubicBezTo>
                <a:cubicBezTo>
                  <a:pt x="537" y="466"/>
                  <a:pt x="537" y="466"/>
                  <a:pt x="537" y="466"/>
                </a:cubicBezTo>
                <a:cubicBezTo>
                  <a:pt x="565" y="466"/>
                  <a:pt x="565" y="466"/>
                  <a:pt x="565" y="466"/>
                </a:cubicBezTo>
                <a:cubicBezTo>
                  <a:pt x="587" y="466"/>
                  <a:pt x="594" y="480"/>
                  <a:pt x="594" y="494"/>
                </a:cubicBezTo>
                <a:cubicBezTo>
                  <a:pt x="594" y="516"/>
                  <a:pt x="587" y="523"/>
                  <a:pt x="565" y="523"/>
                </a:cubicBezTo>
                <a:close/>
                <a:moveTo>
                  <a:pt x="452" y="438"/>
                </a:moveTo>
                <a:lnTo>
                  <a:pt x="452" y="438"/>
                </a:lnTo>
                <a:cubicBezTo>
                  <a:pt x="424" y="438"/>
                  <a:pt x="396" y="466"/>
                  <a:pt x="396" y="494"/>
                </a:cubicBezTo>
                <a:cubicBezTo>
                  <a:pt x="396" y="530"/>
                  <a:pt x="424" y="551"/>
                  <a:pt x="452" y="551"/>
                </a:cubicBezTo>
                <a:cubicBezTo>
                  <a:pt x="452" y="565"/>
                  <a:pt x="459" y="572"/>
                  <a:pt x="459" y="579"/>
                </a:cubicBezTo>
                <a:cubicBezTo>
                  <a:pt x="28" y="579"/>
                  <a:pt x="28" y="579"/>
                  <a:pt x="28" y="579"/>
                </a:cubicBezTo>
                <a:cubicBezTo>
                  <a:pt x="14" y="579"/>
                  <a:pt x="0" y="572"/>
                  <a:pt x="0" y="551"/>
                </a:cubicBezTo>
                <a:cubicBezTo>
                  <a:pt x="0" y="551"/>
                  <a:pt x="0" y="452"/>
                  <a:pt x="78" y="410"/>
                </a:cubicBezTo>
                <a:cubicBezTo>
                  <a:pt x="127" y="388"/>
                  <a:pt x="106" y="410"/>
                  <a:pt x="163" y="381"/>
                </a:cubicBezTo>
                <a:cubicBezTo>
                  <a:pt x="226" y="360"/>
                  <a:pt x="240" y="353"/>
                  <a:pt x="240" y="353"/>
                </a:cubicBezTo>
                <a:cubicBezTo>
                  <a:pt x="240" y="296"/>
                  <a:pt x="240" y="296"/>
                  <a:pt x="240" y="296"/>
                </a:cubicBezTo>
                <a:cubicBezTo>
                  <a:pt x="240" y="296"/>
                  <a:pt x="219" y="275"/>
                  <a:pt x="212" y="226"/>
                </a:cubicBezTo>
                <a:cubicBezTo>
                  <a:pt x="198" y="233"/>
                  <a:pt x="191" y="212"/>
                  <a:pt x="191" y="198"/>
                </a:cubicBezTo>
                <a:cubicBezTo>
                  <a:pt x="191" y="183"/>
                  <a:pt x="184" y="148"/>
                  <a:pt x="198" y="148"/>
                </a:cubicBezTo>
                <a:cubicBezTo>
                  <a:pt x="198" y="127"/>
                  <a:pt x="191" y="99"/>
                  <a:pt x="198" y="92"/>
                </a:cubicBezTo>
                <a:cubicBezTo>
                  <a:pt x="198" y="49"/>
                  <a:pt x="240" y="0"/>
                  <a:pt x="304" y="0"/>
                </a:cubicBezTo>
                <a:cubicBezTo>
                  <a:pt x="382" y="0"/>
                  <a:pt x="410" y="49"/>
                  <a:pt x="417" y="92"/>
                </a:cubicBezTo>
                <a:cubicBezTo>
                  <a:pt x="417" y="99"/>
                  <a:pt x="410" y="127"/>
                  <a:pt x="410"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45" y="381"/>
                </a:cubicBezTo>
                <a:cubicBezTo>
                  <a:pt x="459" y="388"/>
                  <a:pt x="467" y="396"/>
                  <a:pt x="481" y="396"/>
                </a:cubicBezTo>
                <a:cubicBezTo>
                  <a:pt x="467" y="403"/>
                  <a:pt x="452" y="424"/>
                  <a:pt x="452" y="43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6" name="Google Shape;1836;p27"/>
          <p:cNvSpPr/>
          <p:nvPr/>
        </p:nvSpPr>
        <p:spPr>
          <a:xfrm>
            <a:off x="536624" y="3896941"/>
            <a:ext cx="549655" cy="529596"/>
          </a:xfrm>
          <a:custGeom>
            <a:rect b="b" l="l" r="r" t="t"/>
            <a:pathLst>
              <a:path extrusionOk="0" h="580" w="602">
                <a:moveTo>
                  <a:pt x="601" y="551"/>
                </a:moveTo>
                <a:lnTo>
                  <a:pt x="601" y="551"/>
                </a:lnTo>
                <a:cubicBezTo>
                  <a:pt x="601" y="572"/>
                  <a:pt x="594" y="579"/>
                  <a:pt x="572" y="579"/>
                </a:cubicBezTo>
                <a:cubicBezTo>
                  <a:pt x="28" y="579"/>
                  <a:pt x="28" y="579"/>
                  <a:pt x="28" y="579"/>
                </a:cubicBezTo>
                <a:cubicBezTo>
                  <a:pt x="14" y="579"/>
                  <a:pt x="0" y="572"/>
                  <a:pt x="0" y="551"/>
                </a:cubicBezTo>
                <a:cubicBezTo>
                  <a:pt x="0" y="551"/>
                  <a:pt x="0" y="452"/>
                  <a:pt x="78" y="410"/>
                </a:cubicBezTo>
                <a:cubicBezTo>
                  <a:pt x="120" y="388"/>
                  <a:pt x="106" y="410"/>
                  <a:pt x="163" y="381"/>
                </a:cubicBezTo>
                <a:cubicBezTo>
                  <a:pt x="219" y="360"/>
                  <a:pt x="233" y="353"/>
                  <a:pt x="233" y="353"/>
                </a:cubicBezTo>
                <a:cubicBezTo>
                  <a:pt x="233" y="296"/>
                  <a:pt x="233" y="296"/>
                  <a:pt x="233" y="296"/>
                </a:cubicBezTo>
                <a:cubicBezTo>
                  <a:pt x="233" y="296"/>
                  <a:pt x="212" y="275"/>
                  <a:pt x="205" y="226"/>
                </a:cubicBezTo>
                <a:cubicBezTo>
                  <a:pt x="191" y="233"/>
                  <a:pt x="191" y="212"/>
                  <a:pt x="191" y="198"/>
                </a:cubicBezTo>
                <a:cubicBezTo>
                  <a:pt x="191" y="183"/>
                  <a:pt x="184" y="148"/>
                  <a:pt x="198" y="148"/>
                </a:cubicBezTo>
                <a:cubicBezTo>
                  <a:pt x="191" y="127"/>
                  <a:pt x="191" y="99"/>
                  <a:pt x="191" y="92"/>
                </a:cubicBezTo>
                <a:cubicBezTo>
                  <a:pt x="198" y="49"/>
                  <a:pt x="240" y="0"/>
                  <a:pt x="304" y="0"/>
                </a:cubicBezTo>
                <a:cubicBezTo>
                  <a:pt x="375" y="0"/>
                  <a:pt x="410" y="49"/>
                  <a:pt x="410" y="92"/>
                </a:cubicBezTo>
                <a:cubicBezTo>
                  <a:pt x="410" y="99"/>
                  <a:pt x="410" y="127"/>
                  <a:pt x="403"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38" y="381"/>
                </a:cubicBezTo>
                <a:cubicBezTo>
                  <a:pt x="502" y="410"/>
                  <a:pt x="481" y="388"/>
                  <a:pt x="530" y="410"/>
                </a:cubicBezTo>
                <a:cubicBezTo>
                  <a:pt x="601" y="452"/>
                  <a:pt x="601" y="551"/>
                  <a:pt x="601" y="551"/>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7" name="Google Shape;1837;p27"/>
          <p:cNvSpPr/>
          <p:nvPr/>
        </p:nvSpPr>
        <p:spPr>
          <a:xfrm>
            <a:off x="11100452" y="2958112"/>
            <a:ext cx="549657" cy="481451"/>
          </a:xfrm>
          <a:custGeom>
            <a:rect b="b" l="l" r="r" t="t"/>
            <a:pathLst>
              <a:path extrusionOk="0" h="531" w="602">
                <a:moveTo>
                  <a:pt x="431" y="0"/>
                </a:moveTo>
                <a:lnTo>
                  <a:pt x="431" y="0"/>
                </a:lnTo>
                <a:cubicBezTo>
                  <a:pt x="389" y="0"/>
                  <a:pt x="346" y="21"/>
                  <a:pt x="318" y="49"/>
                </a:cubicBezTo>
                <a:cubicBezTo>
                  <a:pt x="297" y="70"/>
                  <a:pt x="297" y="70"/>
                  <a:pt x="297" y="70"/>
                </a:cubicBezTo>
                <a:cubicBezTo>
                  <a:pt x="283" y="49"/>
                  <a:pt x="283" y="49"/>
                  <a:pt x="283" y="49"/>
                </a:cubicBezTo>
                <a:cubicBezTo>
                  <a:pt x="248" y="21"/>
                  <a:pt x="212" y="0"/>
                  <a:pt x="170" y="0"/>
                </a:cubicBezTo>
                <a:cubicBezTo>
                  <a:pt x="120" y="0"/>
                  <a:pt x="78" y="21"/>
                  <a:pt x="50" y="49"/>
                </a:cubicBezTo>
                <a:cubicBezTo>
                  <a:pt x="14" y="84"/>
                  <a:pt x="0" y="127"/>
                  <a:pt x="0" y="169"/>
                </a:cubicBezTo>
                <a:cubicBezTo>
                  <a:pt x="0" y="219"/>
                  <a:pt x="14" y="261"/>
                  <a:pt x="50" y="290"/>
                </a:cubicBezTo>
                <a:cubicBezTo>
                  <a:pt x="276" y="516"/>
                  <a:pt x="276" y="516"/>
                  <a:pt x="276" y="516"/>
                </a:cubicBezTo>
                <a:cubicBezTo>
                  <a:pt x="283" y="523"/>
                  <a:pt x="290" y="530"/>
                  <a:pt x="297" y="530"/>
                </a:cubicBezTo>
                <a:cubicBezTo>
                  <a:pt x="311" y="530"/>
                  <a:pt x="318" y="523"/>
                  <a:pt x="325" y="516"/>
                </a:cubicBezTo>
                <a:cubicBezTo>
                  <a:pt x="551" y="290"/>
                  <a:pt x="551" y="290"/>
                  <a:pt x="551" y="290"/>
                </a:cubicBezTo>
                <a:cubicBezTo>
                  <a:pt x="587" y="261"/>
                  <a:pt x="601" y="219"/>
                  <a:pt x="601" y="169"/>
                </a:cubicBezTo>
                <a:cubicBezTo>
                  <a:pt x="601" y="127"/>
                  <a:pt x="587" y="84"/>
                  <a:pt x="551" y="49"/>
                </a:cubicBezTo>
                <a:cubicBezTo>
                  <a:pt x="516" y="21"/>
                  <a:pt x="474" y="0"/>
                  <a:pt x="431" y="0"/>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8" name="Google Shape;1838;p27"/>
          <p:cNvSpPr/>
          <p:nvPr/>
        </p:nvSpPr>
        <p:spPr>
          <a:xfrm>
            <a:off x="10153599" y="2954099"/>
            <a:ext cx="533609" cy="497499"/>
          </a:xfrm>
          <a:custGeom>
            <a:rect b="b" l="l" r="r" t="t"/>
            <a:pathLst>
              <a:path extrusionOk="0" h="545" w="588">
                <a:moveTo>
                  <a:pt x="509" y="155"/>
                </a:moveTo>
                <a:lnTo>
                  <a:pt x="509" y="155"/>
                </a:lnTo>
                <a:cubicBezTo>
                  <a:pt x="417" y="84"/>
                  <a:pt x="417" y="84"/>
                  <a:pt x="417" y="84"/>
                </a:cubicBezTo>
                <a:cubicBezTo>
                  <a:pt x="417" y="282"/>
                  <a:pt x="417" y="282"/>
                  <a:pt x="417" y="282"/>
                </a:cubicBezTo>
                <a:cubicBezTo>
                  <a:pt x="396" y="289"/>
                  <a:pt x="375" y="297"/>
                  <a:pt x="361" y="318"/>
                </a:cubicBezTo>
                <a:cubicBezTo>
                  <a:pt x="361" y="77"/>
                  <a:pt x="361" y="77"/>
                  <a:pt x="361" y="77"/>
                </a:cubicBezTo>
                <a:cubicBezTo>
                  <a:pt x="205" y="155"/>
                  <a:pt x="205" y="155"/>
                  <a:pt x="205" y="155"/>
                </a:cubicBezTo>
                <a:cubicBezTo>
                  <a:pt x="205" y="473"/>
                  <a:pt x="205" y="473"/>
                  <a:pt x="205" y="473"/>
                </a:cubicBezTo>
                <a:cubicBezTo>
                  <a:pt x="311" y="417"/>
                  <a:pt x="311" y="417"/>
                  <a:pt x="311" y="417"/>
                </a:cubicBezTo>
                <a:lnTo>
                  <a:pt x="311" y="424"/>
                </a:lnTo>
                <a:cubicBezTo>
                  <a:pt x="311" y="438"/>
                  <a:pt x="311" y="459"/>
                  <a:pt x="318" y="473"/>
                </a:cubicBezTo>
                <a:cubicBezTo>
                  <a:pt x="191" y="544"/>
                  <a:pt x="191" y="544"/>
                  <a:pt x="191" y="544"/>
                </a:cubicBezTo>
                <a:cubicBezTo>
                  <a:pt x="191" y="544"/>
                  <a:pt x="184" y="544"/>
                  <a:pt x="177" y="544"/>
                </a:cubicBezTo>
                <a:cubicBezTo>
                  <a:pt x="170" y="544"/>
                  <a:pt x="170" y="544"/>
                  <a:pt x="163" y="544"/>
                </a:cubicBezTo>
                <a:cubicBezTo>
                  <a:pt x="14" y="431"/>
                  <a:pt x="14" y="431"/>
                  <a:pt x="14" y="431"/>
                </a:cubicBezTo>
                <a:cubicBezTo>
                  <a:pt x="7" y="424"/>
                  <a:pt x="0" y="417"/>
                  <a:pt x="0" y="402"/>
                </a:cubicBezTo>
                <a:cubicBezTo>
                  <a:pt x="0" y="28"/>
                  <a:pt x="0" y="28"/>
                  <a:pt x="0" y="28"/>
                </a:cubicBezTo>
                <a:cubicBezTo>
                  <a:pt x="0" y="14"/>
                  <a:pt x="14" y="0"/>
                  <a:pt x="28" y="0"/>
                </a:cubicBezTo>
                <a:cubicBezTo>
                  <a:pt x="35" y="0"/>
                  <a:pt x="43" y="0"/>
                  <a:pt x="43" y="7"/>
                </a:cubicBezTo>
                <a:cubicBezTo>
                  <a:pt x="184" y="106"/>
                  <a:pt x="184" y="106"/>
                  <a:pt x="184" y="106"/>
                </a:cubicBezTo>
                <a:cubicBezTo>
                  <a:pt x="375" y="0"/>
                  <a:pt x="375" y="0"/>
                  <a:pt x="375" y="0"/>
                </a:cubicBezTo>
                <a:cubicBezTo>
                  <a:pt x="375" y="0"/>
                  <a:pt x="382" y="0"/>
                  <a:pt x="389" y="0"/>
                </a:cubicBezTo>
                <a:cubicBezTo>
                  <a:pt x="396" y="0"/>
                  <a:pt x="396" y="0"/>
                  <a:pt x="403" y="7"/>
                </a:cubicBezTo>
                <a:cubicBezTo>
                  <a:pt x="551" y="120"/>
                  <a:pt x="551" y="120"/>
                  <a:pt x="551" y="120"/>
                </a:cubicBezTo>
                <a:cubicBezTo>
                  <a:pt x="558" y="127"/>
                  <a:pt x="566" y="134"/>
                  <a:pt x="566" y="141"/>
                </a:cubicBezTo>
                <a:cubicBezTo>
                  <a:pt x="566" y="318"/>
                  <a:pt x="566" y="318"/>
                  <a:pt x="566" y="318"/>
                </a:cubicBezTo>
                <a:cubicBezTo>
                  <a:pt x="551" y="297"/>
                  <a:pt x="530" y="289"/>
                  <a:pt x="509" y="282"/>
                </a:cubicBezTo>
                <a:lnTo>
                  <a:pt x="509" y="155"/>
                </a:lnTo>
                <a:close/>
                <a:moveTo>
                  <a:pt x="148" y="155"/>
                </a:moveTo>
                <a:lnTo>
                  <a:pt x="148" y="155"/>
                </a:lnTo>
                <a:cubicBezTo>
                  <a:pt x="57" y="84"/>
                  <a:pt x="57" y="84"/>
                  <a:pt x="57" y="84"/>
                </a:cubicBezTo>
                <a:cubicBezTo>
                  <a:pt x="57" y="388"/>
                  <a:pt x="57" y="388"/>
                  <a:pt x="57" y="388"/>
                </a:cubicBezTo>
                <a:cubicBezTo>
                  <a:pt x="148" y="459"/>
                  <a:pt x="148" y="459"/>
                  <a:pt x="148" y="459"/>
                </a:cubicBezTo>
                <a:lnTo>
                  <a:pt x="148" y="155"/>
                </a:lnTo>
                <a:close/>
                <a:moveTo>
                  <a:pt x="459" y="304"/>
                </a:moveTo>
                <a:lnTo>
                  <a:pt x="459" y="304"/>
                </a:lnTo>
                <a:cubicBezTo>
                  <a:pt x="530" y="304"/>
                  <a:pt x="587" y="353"/>
                  <a:pt x="587" y="424"/>
                </a:cubicBezTo>
                <a:cubicBezTo>
                  <a:pt x="587" y="495"/>
                  <a:pt x="530" y="544"/>
                  <a:pt x="459" y="544"/>
                </a:cubicBezTo>
                <a:cubicBezTo>
                  <a:pt x="396" y="544"/>
                  <a:pt x="339" y="495"/>
                  <a:pt x="339" y="424"/>
                </a:cubicBezTo>
                <a:cubicBezTo>
                  <a:pt x="339" y="353"/>
                  <a:pt x="396" y="304"/>
                  <a:pt x="459" y="304"/>
                </a:cubicBezTo>
                <a:close/>
                <a:moveTo>
                  <a:pt x="403" y="445"/>
                </a:moveTo>
                <a:lnTo>
                  <a:pt x="403" y="445"/>
                </a:lnTo>
                <a:cubicBezTo>
                  <a:pt x="396" y="445"/>
                  <a:pt x="396" y="452"/>
                  <a:pt x="396" y="459"/>
                </a:cubicBezTo>
                <a:cubicBezTo>
                  <a:pt x="396" y="480"/>
                  <a:pt x="410" y="487"/>
                  <a:pt x="424" y="487"/>
                </a:cubicBezTo>
                <a:cubicBezTo>
                  <a:pt x="431" y="487"/>
                  <a:pt x="438" y="487"/>
                  <a:pt x="445" y="480"/>
                </a:cubicBezTo>
                <a:cubicBezTo>
                  <a:pt x="459" y="466"/>
                  <a:pt x="459" y="466"/>
                  <a:pt x="459" y="466"/>
                </a:cubicBezTo>
                <a:cubicBezTo>
                  <a:pt x="481" y="480"/>
                  <a:pt x="481" y="480"/>
                  <a:pt x="481" y="480"/>
                </a:cubicBezTo>
                <a:cubicBezTo>
                  <a:pt x="488" y="487"/>
                  <a:pt x="495" y="487"/>
                  <a:pt x="502" y="487"/>
                </a:cubicBezTo>
                <a:cubicBezTo>
                  <a:pt x="516" y="487"/>
                  <a:pt x="530" y="480"/>
                  <a:pt x="530" y="459"/>
                </a:cubicBezTo>
                <a:cubicBezTo>
                  <a:pt x="530" y="452"/>
                  <a:pt x="523" y="445"/>
                  <a:pt x="516" y="445"/>
                </a:cubicBezTo>
                <a:cubicBezTo>
                  <a:pt x="502" y="424"/>
                  <a:pt x="502" y="424"/>
                  <a:pt x="502" y="424"/>
                </a:cubicBezTo>
                <a:cubicBezTo>
                  <a:pt x="516" y="402"/>
                  <a:pt x="516" y="402"/>
                  <a:pt x="516" y="402"/>
                </a:cubicBezTo>
                <a:cubicBezTo>
                  <a:pt x="523" y="402"/>
                  <a:pt x="530" y="395"/>
                  <a:pt x="530" y="388"/>
                </a:cubicBezTo>
                <a:cubicBezTo>
                  <a:pt x="530" y="367"/>
                  <a:pt x="516" y="360"/>
                  <a:pt x="502" y="360"/>
                </a:cubicBezTo>
                <a:cubicBezTo>
                  <a:pt x="495" y="360"/>
                  <a:pt x="488" y="360"/>
                  <a:pt x="481" y="367"/>
                </a:cubicBezTo>
                <a:cubicBezTo>
                  <a:pt x="459" y="381"/>
                  <a:pt x="459" y="381"/>
                  <a:pt x="459" y="381"/>
                </a:cubicBezTo>
                <a:cubicBezTo>
                  <a:pt x="445" y="367"/>
                  <a:pt x="445" y="367"/>
                  <a:pt x="445" y="367"/>
                </a:cubicBezTo>
                <a:cubicBezTo>
                  <a:pt x="438" y="360"/>
                  <a:pt x="431" y="360"/>
                  <a:pt x="424" y="360"/>
                </a:cubicBezTo>
                <a:cubicBezTo>
                  <a:pt x="410" y="360"/>
                  <a:pt x="396" y="367"/>
                  <a:pt x="396" y="388"/>
                </a:cubicBezTo>
                <a:cubicBezTo>
                  <a:pt x="396" y="395"/>
                  <a:pt x="396" y="402"/>
                  <a:pt x="403" y="402"/>
                </a:cubicBezTo>
                <a:cubicBezTo>
                  <a:pt x="424" y="424"/>
                  <a:pt x="424" y="424"/>
                  <a:pt x="424" y="424"/>
                </a:cubicBezTo>
                <a:lnTo>
                  <a:pt x="403" y="44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9" name="Google Shape;1839;p27"/>
          <p:cNvSpPr/>
          <p:nvPr/>
        </p:nvSpPr>
        <p:spPr>
          <a:xfrm>
            <a:off x="9194711" y="2954099"/>
            <a:ext cx="529596" cy="497499"/>
          </a:xfrm>
          <a:custGeom>
            <a:rect b="b" l="l" r="r" t="t"/>
            <a:pathLst>
              <a:path extrusionOk="0" h="545" w="581">
                <a:moveTo>
                  <a:pt x="509" y="155"/>
                </a:moveTo>
                <a:lnTo>
                  <a:pt x="509" y="155"/>
                </a:lnTo>
                <a:cubicBezTo>
                  <a:pt x="410" y="84"/>
                  <a:pt x="410" y="84"/>
                  <a:pt x="410" y="84"/>
                </a:cubicBezTo>
                <a:cubicBezTo>
                  <a:pt x="410" y="282"/>
                  <a:pt x="410" y="282"/>
                  <a:pt x="410" y="282"/>
                </a:cubicBezTo>
                <a:cubicBezTo>
                  <a:pt x="389" y="289"/>
                  <a:pt x="375" y="297"/>
                  <a:pt x="353" y="318"/>
                </a:cubicBezTo>
                <a:cubicBezTo>
                  <a:pt x="353" y="77"/>
                  <a:pt x="353" y="77"/>
                  <a:pt x="353" y="77"/>
                </a:cubicBezTo>
                <a:cubicBezTo>
                  <a:pt x="205" y="155"/>
                  <a:pt x="205" y="155"/>
                  <a:pt x="205" y="155"/>
                </a:cubicBezTo>
                <a:cubicBezTo>
                  <a:pt x="205" y="473"/>
                  <a:pt x="205" y="473"/>
                  <a:pt x="205" y="473"/>
                </a:cubicBezTo>
                <a:cubicBezTo>
                  <a:pt x="311" y="417"/>
                  <a:pt x="311" y="417"/>
                  <a:pt x="311" y="417"/>
                </a:cubicBezTo>
                <a:lnTo>
                  <a:pt x="311" y="424"/>
                </a:lnTo>
                <a:cubicBezTo>
                  <a:pt x="311" y="438"/>
                  <a:pt x="311" y="459"/>
                  <a:pt x="318" y="473"/>
                </a:cubicBezTo>
                <a:cubicBezTo>
                  <a:pt x="191" y="544"/>
                  <a:pt x="191" y="544"/>
                  <a:pt x="191" y="544"/>
                </a:cubicBezTo>
                <a:cubicBezTo>
                  <a:pt x="184" y="544"/>
                  <a:pt x="184" y="544"/>
                  <a:pt x="177" y="544"/>
                </a:cubicBezTo>
                <a:cubicBezTo>
                  <a:pt x="170" y="544"/>
                  <a:pt x="163" y="544"/>
                  <a:pt x="163" y="544"/>
                </a:cubicBezTo>
                <a:cubicBezTo>
                  <a:pt x="7" y="431"/>
                  <a:pt x="7" y="431"/>
                  <a:pt x="7" y="431"/>
                </a:cubicBezTo>
                <a:cubicBezTo>
                  <a:pt x="0" y="424"/>
                  <a:pt x="0" y="417"/>
                  <a:pt x="0" y="402"/>
                </a:cubicBezTo>
                <a:cubicBezTo>
                  <a:pt x="0" y="28"/>
                  <a:pt x="0" y="28"/>
                  <a:pt x="0" y="28"/>
                </a:cubicBezTo>
                <a:cubicBezTo>
                  <a:pt x="0" y="14"/>
                  <a:pt x="7" y="0"/>
                  <a:pt x="28" y="0"/>
                </a:cubicBezTo>
                <a:cubicBezTo>
                  <a:pt x="35" y="0"/>
                  <a:pt x="35" y="0"/>
                  <a:pt x="42" y="7"/>
                </a:cubicBezTo>
                <a:cubicBezTo>
                  <a:pt x="177" y="106"/>
                  <a:pt x="177" y="106"/>
                  <a:pt x="177" y="106"/>
                </a:cubicBezTo>
                <a:cubicBezTo>
                  <a:pt x="375" y="0"/>
                  <a:pt x="375" y="0"/>
                  <a:pt x="375" y="0"/>
                </a:cubicBezTo>
                <a:lnTo>
                  <a:pt x="382" y="0"/>
                </a:lnTo>
                <a:cubicBezTo>
                  <a:pt x="389" y="0"/>
                  <a:pt x="396" y="0"/>
                  <a:pt x="403" y="7"/>
                </a:cubicBezTo>
                <a:cubicBezTo>
                  <a:pt x="551" y="120"/>
                  <a:pt x="551" y="120"/>
                  <a:pt x="551" y="120"/>
                </a:cubicBezTo>
                <a:cubicBezTo>
                  <a:pt x="558" y="127"/>
                  <a:pt x="565" y="134"/>
                  <a:pt x="565" y="141"/>
                </a:cubicBezTo>
                <a:cubicBezTo>
                  <a:pt x="565" y="318"/>
                  <a:pt x="565" y="318"/>
                  <a:pt x="565" y="318"/>
                </a:cubicBezTo>
                <a:cubicBezTo>
                  <a:pt x="544" y="297"/>
                  <a:pt x="530" y="289"/>
                  <a:pt x="509" y="282"/>
                </a:cubicBezTo>
                <a:lnTo>
                  <a:pt x="509" y="155"/>
                </a:lnTo>
                <a:close/>
                <a:moveTo>
                  <a:pt x="148" y="155"/>
                </a:moveTo>
                <a:lnTo>
                  <a:pt x="148" y="155"/>
                </a:lnTo>
                <a:cubicBezTo>
                  <a:pt x="57" y="84"/>
                  <a:pt x="57" y="84"/>
                  <a:pt x="57" y="84"/>
                </a:cubicBezTo>
                <a:cubicBezTo>
                  <a:pt x="57" y="388"/>
                  <a:pt x="57" y="388"/>
                  <a:pt x="57" y="388"/>
                </a:cubicBezTo>
                <a:cubicBezTo>
                  <a:pt x="148" y="459"/>
                  <a:pt x="148" y="459"/>
                  <a:pt x="148" y="459"/>
                </a:cubicBezTo>
                <a:lnTo>
                  <a:pt x="148" y="155"/>
                </a:lnTo>
                <a:close/>
                <a:moveTo>
                  <a:pt x="459" y="304"/>
                </a:moveTo>
                <a:lnTo>
                  <a:pt x="459" y="304"/>
                </a:lnTo>
                <a:cubicBezTo>
                  <a:pt x="530" y="304"/>
                  <a:pt x="580" y="353"/>
                  <a:pt x="580" y="424"/>
                </a:cubicBezTo>
                <a:cubicBezTo>
                  <a:pt x="580" y="495"/>
                  <a:pt x="530" y="544"/>
                  <a:pt x="459" y="544"/>
                </a:cubicBezTo>
                <a:cubicBezTo>
                  <a:pt x="389" y="544"/>
                  <a:pt x="339" y="495"/>
                  <a:pt x="339" y="424"/>
                </a:cubicBezTo>
                <a:cubicBezTo>
                  <a:pt x="339" y="353"/>
                  <a:pt x="389" y="304"/>
                  <a:pt x="459" y="304"/>
                </a:cubicBezTo>
                <a:close/>
                <a:moveTo>
                  <a:pt x="382" y="452"/>
                </a:moveTo>
                <a:lnTo>
                  <a:pt x="382" y="452"/>
                </a:lnTo>
                <a:cubicBezTo>
                  <a:pt x="424" y="487"/>
                  <a:pt x="424" y="487"/>
                  <a:pt x="424" y="487"/>
                </a:cubicBezTo>
                <a:cubicBezTo>
                  <a:pt x="424" y="495"/>
                  <a:pt x="431" y="502"/>
                  <a:pt x="438" y="502"/>
                </a:cubicBezTo>
                <a:cubicBezTo>
                  <a:pt x="445" y="502"/>
                  <a:pt x="452" y="495"/>
                  <a:pt x="459" y="487"/>
                </a:cubicBezTo>
                <a:cubicBezTo>
                  <a:pt x="537" y="417"/>
                  <a:pt x="537" y="417"/>
                  <a:pt x="537" y="417"/>
                </a:cubicBezTo>
                <a:cubicBezTo>
                  <a:pt x="544" y="410"/>
                  <a:pt x="544" y="402"/>
                  <a:pt x="544" y="395"/>
                </a:cubicBezTo>
                <a:cubicBezTo>
                  <a:pt x="544" y="381"/>
                  <a:pt x="530" y="367"/>
                  <a:pt x="516" y="367"/>
                </a:cubicBezTo>
                <a:cubicBezTo>
                  <a:pt x="509" y="367"/>
                  <a:pt x="502" y="367"/>
                  <a:pt x="495" y="374"/>
                </a:cubicBezTo>
                <a:cubicBezTo>
                  <a:pt x="438" y="431"/>
                  <a:pt x="438" y="431"/>
                  <a:pt x="438" y="431"/>
                </a:cubicBezTo>
                <a:cubicBezTo>
                  <a:pt x="424" y="417"/>
                  <a:pt x="424" y="417"/>
                  <a:pt x="424" y="417"/>
                </a:cubicBezTo>
                <a:cubicBezTo>
                  <a:pt x="417" y="410"/>
                  <a:pt x="410" y="402"/>
                  <a:pt x="403" y="402"/>
                </a:cubicBezTo>
                <a:cubicBezTo>
                  <a:pt x="389" y="402"/>
                  <a:pt x="375" y="417"/>
                  <a:pt x="375" y="431"/>
                </a:cubicBezTo>
                <a:cubicBezTo>
                  <a:pt x="375" y="438"/>
                  <a:pt x="375" y="445"/>
                  <a:pt x="382" y="45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0" name="Google Shape;1840;p27"/>
          <p:cNvSpPr/>
          <p:nvPr/>
        </p:nvSpPr>
        <p:spPr>
          <a:xfrm>
            <a:off x="8231810" y="2954099"/>
            <a:ext cx="533607" cy="497499"/>
          </a:xfrm>
          <a:custGeom>
            <a:rect b="b" l="l" r="r" t="t"/>
            <a:pathLst>
              <a:path extrusionOk="0" h="545" w="587">
                <a:moveTo>
                  <a:pt x="509" y="155"/>
                </a:moveTo>
                <a:lnTo>
                  <a:pt x="509" y="155"/>
                </a:lnTo>
                <a:cubicBezTo>
                  <a:pt x="417" y="84"/>
                  <a:pt x="417" y="84"/>
                  <a:pt x="417" y="84"/>
                </a:cubicBezTo>
                <a:cubicBezTo>
                  <a:pt x="417" y="282"/>
                  <a:pt x="417" y="282"/>
                  <a:pt x="417" y="282"/>
                </a:cubicBezTo>
                <a:cubicBezTo>
                  <a:pt x="396" y="289"/>
                  <a:pt x="375" y="297"/>
                  <a:pt x="360" y="318"/>
                </a:cubicBezTo>
                <a:cubicBezTo>
                  <a:pt x="360" y="77"/>
                  <a:pt x="360" y="77"/>
                  <a:pt x="360" y="77"/>
                </a:cubicBezTo>
                <a:cubicBezTo>
                  <a:pt x="212" y="155"/>
                  <a:pt x="212" y="155"/>
                  <a:pt x="212" y="155"/>
                </a:cubicBezTo>
                <a:cubicBezTo>
                  <a:pt x="212" y="473"/>
                  <a:pt x="212" y="473"/>
                  <a:pt x="212" y="473"/>
                </a:cubicBezTo>
                <a:cubicBezTo>
                  <a:pt x="311" y="417"/>
                  <a:pt x="311" y="417"/>
                  <a:pt x="311" y="417"/>
                </a:cubicBezTo>
                <a:lnTo>
                  <a:pt x="311" y="424"/>
                </a:lnTo>
                <a:cubicBezTo>
                  <a:pt x="311" y="438"/>
                  <a:pt x="318" y="459"/>
                  <a:pt x="325" y="473"/>
                </a:cubicBezTo>
                <a:cubicBezTo>
                  <a:pt x="198" y="544"/>
                  <a:pt x="198" y="544"/>
                  <a:pt x="198" y="544"/>
                </a:cubicBezTo>
                <a:cubicBezTo>
                  <a:pt x="191" y="544"/>
                  <a:pt x="184" y="544"/>
                  <a:pt x="184" y="544"/>
                </a:cubicBezTo>
                <a:cubicBezTo>
                  <a:pt x="177" y="544"/>
                  <a:pt x="169" y="544"/>
                  <a:pt x="162" y="544"/>
                </a:cubicBezTo>
                <a:cubicBezTo>
                  <a:pt x="14" y="431"/>
                  <a:pt x="14" y="431"/>
                  <a:pt x="14" y="431"/>
                </a:cubicBezTo>
                <a:cubicBezTo>
                  <a:pt x="7" y="424"/>
                  <a:pt x="0" y="417"/>
                  <a:pt x="0" y="402"/>
                </a:cubicBezTo>
                <a:cubicBezTo>
                  <a:pt x="0" y="28"/>
                  <a:pt x="0" y="28"/>
                  <a:pt x="0" y="28"/>
                </a:cubicBezTo>
                <a:cubicBezTo>
                  <a:pt x="0" y="14"/>
                  <a:pt x="14" y="0"/>
                  <a:pt x="28" y="0"/>
                </a:cubicBezTo>
                <a:cubicBezTo>
                  <a:pt x="35" y="0"/>
                  <a:pt x="42" y="0"/>
                  <a:pt x="49" y="7"/>
                </a:cubicBezTo>
                <a:cubicBezTo>
                  <a:pt x="184" y="106"/>
                  <a:pt x="184" y="106"/>
                  <a:pt x="184" y="106"/>
                </a:cubicBezTo>
                <a:cubicBezTo>
                  <a:pt x="375" y="0"/>
                  <a:pt x="375" y="0"/>
                  <a:pt x="375" y="0"/>
                </a:cubicBezTo>
                <a:cubicBezTo>
                  <a:pt x="382" y="0"/>
                  <a:pt x="382" y="0"/>
                  <a:pt x="389" y="0"/>
                </a:cubicBezTo>
                <a:cubicBezTo>
                  <a:pt x="396" y="0"/>
                  <a:pt x="403" y="0"/>
                  <a:pt x="403" y="7"/>
                </a:cubicBezTo>
                <a:cubicBezTo>
                  <a:pt x="551" y="120"/>
                  <a:pt x="551" y="120"/>
                  <a:pt x="551" y="120"/>
                </a:cubicBezTo>
                <a:cubicBezTo>
                  <a:pt x="558" y="120"/>
                  <a:pt x="558" y="120"/>
                  <a:pt x="558" y="120"/>
                </a:cubicBezTo>
                <a:cubicBezTo>
                  <a:pt x="565" y="127"/>
                  <a:pt x="565" y="134"/>
                  <a:pt x="565" y="141"/>
                </a:cubicBezTo>
                <a:cubicBezTo>
                  <a:pt x="565" y="318"/>
                  <a:pt x="565" y="318"/>
                  <a:pt x="565" y="318"/>
                </a:cubicBezTo>
                <a:cubicBezTo>
                  <a:pt x="551" y="297"/>
                  <a:pt x="530" y="289"/>
                  <a:pt x="509" y="282"/>
                </a:cubicBezTo>
                <a:lnTo>
                  <a:pt x="509" y="155"/>
                </a:lnTo>
                <a:close/>
                <a:moveTo>
                  <a:pt x="155" y="155"/>
                </a:moveTo>
                <a:lnTo>
                  <a:pt x="155" y="155"/>
                </a:lnTo>
                <a:cubicBezTo>
                  <a:pt x="56" y="84"/>
                  <a:pt x="56" y="84"/>
                  <a:pt x="56" y="84"/>
                </a:cubicBezTo>
                <a:cubicBezTo>
                  <a:pt x="56" y="388"/>
                  <a:pt x="56" y="388"/>
                  <a:pt x="56" y="388"/>
                </a:cubicBezTo>
                <a:cubicBezTo>
                  <a:pt x="155" y="459"/>
                  <a:pt x="155" y="459"/>
                  <a:pt x="155" y="459"/>
                </a:cubicBezTo>
                <a:lnTo>
                  <a:pt x="155" y="155"/>
                </a:lnTo>
                <a:close/>
                <a:moveTo>
                  <a:pt x="466" y="304"/>
                </a:moveTo>
                <a:lnTo>
                  <a:pt x="466" y="304"/>
                </a:lnTo>
                <a:cubicBezTo>
                  <a:pt x="530" y="304"/>
                  <a:pt x="586" y="353"/>
                  <a:pt x="586" y="424"/>
                </a:cubicBezTo>
                <a:cubicBezTo>
                  <a:pt x="586" y="495"/>
                  <a:pt x="530" y="544"/>
                  <a:pt x="466" y="544"/>
                </a:cubicBezTo>
                <a:cubicBezTo>
                  <a:pt x="396" y="544"/>
                  <a:pt x="339" y="495"/>
                  <a:pt x="339" y="424"/>
                </a:cubicBezTo>
                <a:cubicBezTo>
                  <a:pt x="339" y="353"/>
                  <a:pt x="396" y="304"/>
                  <a:pt x="466" y="304"/>
                </a:cubicBezTo>
                <a:close/>
                <a:moveTo>
                  <a:pt x="410" y="452"/>
                </a:moveTo>
                <a:lnTo>
                  <a:pt x="410" y="452"/>
                </a:lnTo>
                <a:cubicBezTo>
                  <a:pt x="523" y="452"/>
                  <a:pt x="523" y="452"/>
                  <a:pt x="523" y="452"/>
                </a:cubicBezTo>
                <a:cubicBezTo>
                  <a:pt x="537" y="452"/>
                  <a:pt x="551" y="438"/>
                  <a:pt x="551" y="424"/>
                </a:cubicBezTo>
                <a:cubicBezTo>
                  <a:pt x="551" y="410"/>
                  <a:pt x="537" y="395"/>
                  <a:pt x="523" y="395"/>
                </a:cubicBezTo>
                <a:cubicBezTo>
                  <a:pt x="410" y="395"/>
                  <a:pt x="410" y="395"/>
                  <a:pt x="410" y="395"/>
                </a:cubicBezTo>
                <a:cubicBezTo>
                  <a:pt x="389" y="395"/>
                  <a:pt x="382" y="410"/>
                  <a:pt x="382" y="424"/>
                </a:cubicBezTo>
                <a:cubicBezTo>
                  <a:pt x="382" y="438"/>
                  <a:pt x="389" y="452"/>
                  <a:pt x="410" y="45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1" name="Google Shape;1841;p27"/>
          <p:cNvSpPr/>
          <p:nvPr/>
        </p:nvSpPr>
        <p:spPr>
          <a:xfrm>
            <a:off x="7272919" y="2954099"/>
            <a:ext cx="533609" cy="497499"/>
          </a:xfrm>
          <a:custGeom>
            <a:rect b="b" l="l" r="r" t="t"/>
            <a:pathLst>
              <a:path extrusionOk="0" h="545" w="587">
                <a:moveTo>
                  <a:pt x="509" y="155"/>
                </a:moveTo>
                <a:lnTo>
                  <a:pt x="509" y="155"/>
                </a:lnTo>
                <a:cubicBezTo>
                  <a:pt x="417" y="84"/>
                  <a:pt x="417" y="84"/>
                  <a:pt x="417" y="84"/>
                </a:cubicBezTo>
                <a:cubicBezTo>
                  <a:pt x="417" y="282"/>
                  <a:pt x="417" y="282"/>
                  <a:pt x="417" y="282"/>
                </a:cubicBezTo>
                <a:cubicBezTo>
                  <a:pt x="396" y="289"/>
                  <a:pt x="374" y="297"/>
                  <a:pt x="360" y="318"/>
                </a:cubicBezTo>
                <a:cubicBezTo>
                  <a:pt x="360" y="77"/>
                  <a:pt x="360" y="77"/>
                  <a:pt x="360" y="77"/>
                </a:cubicBezTo>
                <a:cubicBezTo>
                  <a:pt x="205" y="155"/>
                  <a:pt x="205" y="155"/>
                  <a:pt x="205" y="155"/>
                </a:cubicBezTo>
                <a:cubicBezTo>
                  <a:pt x="205" y="473"/>
                  <a:pt x="205" y="473"/>
                  <a:pt x="205" y="473"/>
                </a:cubicBezTo>
                <a:cubicBezTo>
                  <a:pt x="311" y="417"/>
                  <a:pt x="311" y="417"/>
                  <a:pt x="311" y="417"/>
                </a:cubicBezTo>
                <a:lnTo>
                  <a:pt x="311" y="424"/>
                </a:lnTo>
                <a:cubicBezTo>
                  <a:pt x="311" y="438"/>
                  <a:pt x="311" y="459"/>
                  <a:pt x="318" y="473"/>
                </a:cubicBezTo>
                <a:cubicBezTo>
                  <a:pt x="191" y="544"/>
                  <a:pt x="191" y="544"/>
                  <a:pt x="191" y="544"/>
                </a:cubicBezTo>
                <a:cubicBezTo>
                  <a:pt x="191" y="544"/>
                  <a:pt x="184" y="544"/>
                  <a:pt x="176" y="544"/>
                </a:cubicBezTo>
                <a:cubicBezTo>
                  <a:pt x="169" y="544"/>
                  <a:pt x="169" y="544"/>
                  <a:pt x="162" y="544"/>
                </a:cubicBezTo>
                <a:cubicBezTo>
                  <a:pt x="14" y="431"/>
                  <a:pt x="14" y="431"/>
                  <a:pt x="14" y="431"/>
                </a:cubicBezTo>
                <a:cubicBezTo>
                  <a:pt x="7" y="424"/>
                  <a:pt x="0" y="417"/>
                  <a:pt x="0" y="402"/>
                </a:cubicBezTo>
                <a:cubicBezTo>
                  <a:pt x="0" y="28"/>
                  <a:pt x="0" y="28"/>
                  <a:pt x="0" y="28"/>
                </a:cubicBezTo>
                <a:cubicBezTo>
                  <a:pt x="0" y="14"/>
                  <a:pt x="14" y="0"/>
                  <a:pt x="28" y="0"/>
                </a:cubicBezTo>
                <a:cubicBezTo>
                  <a:pt x="35" y="0"/>
                  <a:pt x="42" y="0"/>
                  <a:pt x="42" y="7"/>
                </a:cubicBezTo>
                <a:cubicBezTo>
                  <a:pt x="184" y="106"/>
                  <a:pt x="184" y="106"/>
                  <a:pt x="184" y="106"/>
                </a:cubicBezTo>
                <a:cubicBezTo>
                  <a:pt x="374" y="0"/>
                  <a:pt x="374" y="0"/>
                  <a:pt x="374" y="0"/>
                </a:cubicBezTo>
                <a:cubicBezTo>
                  <a:pt x="374" y="0"/>
                  <a:pt x="382" y="0"/>
                  <a:pt x="389" y="0"/>
                </a:cubicBezTo>
                <a:cubicBezTo>
                  <a:pt x="396" y="0"/>
                  <a:pt x="396" y="0"/>
                  <a:pt x="403" y="7"/>
                </a:cubicBezTo>
                <a:cubicBezTo>
                  <a:pt x="551" y="120"/>
                  <a:pt x="551" y="120"/>
                  <a:pt x="551" y="120"/>
                </a:cubicBezTo>
                <a:cubicBezTo>
                  <a:pt x="558" y="127"/>
                  <a:pt x="565" y="134"/>
                  <a:pt x="565" y="141"/>
                </a:cubicBezTo>
                <a:cubicBezTo>
                  <a:pt x="565" y="318"/>
                  <a:pt x="565" y="318"/>
                  <a:pt x="565" y="318"/>
                </a:cubicBezTo>
                <a:cubicBezTo>
                  <a:pt x="551" y="297"/>
                  <a:pt x="530" y="289"/>
                  <a:pt x="509" y="282"/>
                </a:cubicBezTo>
                <a:lnTo>
                  <a:pt x="509" y="155"/>
                </a:lnTo>
                <a:close/>
                <a:moveTo>
                  <a:pt x="148" y="155"/>
                </a:moveTo>
                <a:lnTo>
                  <a:pt x="148" y="155"/>
                </a:lnTo>
                <a:cubicBezTo>
                  <a:pt x="56" y="84"/>
                  <a:pt x="56" y="84"/>
                  <a:pt x="56" y="84"/>
                </a:cubicBezTo>
                <a:cubicBezTo>
                  <a:pt x="56" y="388"/>
                  <a:pt x="56" y="388"/>
                  <a:pt x="56" y="388"/>
                </a:cubicBezTo>
                <a:cubicBezTo>
                  <a:pt x="148" y="459"/>
                  <a:pt x="148" y="459"/>
                  <a:pt x="148" y="459"/>
                </a:cubicBezTo>
                <a:lnTo>
                  <a:pt x="148" y="155"/>
                </a:lnTo>
                <a:close/>
                <a:moveTo>
                  <a:pt x="459" y="304"/>
                </a:moveTo>
                <a:lnTo>
                  <a:pt x="459" y="304"/>
                </a:lnTo>
                <a:cubicBezTo>
                  <a:pt x="530" y="304"/>
                  <a:pt x="586" y="353"/>
                  <a:pt x="586" y="424"/>
                </a:cubicBezTo>
                <a:cubicBezTo>
                  <a:pt x="586" y="495"/>
                  <a:pt x="530" y="544"/>
                  <a:pt x="459" y="544"/>
                </a:cubicBezTo>
                <a:cubicBezTo>
                  <a:pt x="396" y="544"/>
                  <a:pt x="339" y="495"/>
                  <a:pt x="339" y="424"/>
                </a:cubicBezTo>
                <a:cubicBezTo>
                  <a:pt x="339" y="353"/>
                  <a:pt x="396" y="304"/>
                  <a:pt x="459" y="304"/>
                </a:cubicBezTo>
                <a:close/>
                <a:moveTo>
                  <a:pt x="403" y="452"/>
                </a:moveTo>
                <a:lnTo>
                  <a:pt x="403" y="452"/>
                </a:lnTo>
                <a:cubicBezTo>
                  <a:pt x="431" y="452"/>
                  <a:pt x="431" y="452"/>
                  <a:pt x="431" y="452"/>
                </a:cubicBezTo>
                <a:cubicBezTo>
                  <a:pt x="431" y="480"/>
                  <a:pt x="431" y="480"/>
                  <a:pt x="431" y="480"/>
                </a:cubicBezTo>
                <a:cubicBezTo>
                  <a:pt x="431" y="495"/>
                  <a:pt x="445" y="509"/>
                  <a:pt x="459" y="509"/>
                </a:cubicBezTo>
                <a:cubicBezTo>
                  <a:pt x="480" y="509"/>
                  <a:pt x="487" y="495"/>
                  <a:pt x="487" y="480"/>
                </a:cubicBezTo>
                <a:cubicBezTo>
                  <a:pt x="487" y="452"/>
                  <a:pt x="487" y="452"/>
                  <a:pt x="487" y="452"/>
                </a:cubicBezTo>
                <a:cubicBezTo>
                  <a:pt x="516" y="452"/>
                  <a:pt x="516" y="452"/>
                  <a:pt x="516" y="452"/>
                </a:cubicBezTo>
                <a:cubicBezTo>
                  <a:pt x="537" y="452"/>
                  <a:pt x="544" y="438"/>
                  <a:pt x="544" y="424"/>
                </a:cubicBezTo>
                <a:cubicBezTo>
                  <a:pt x="544" y="410"/>
                  <a:pt x="537" y="395"/>
                  <a:pt x="516" y="395"/>
                </a:cubicBezTo>
                <a:cubicBezTo>
                  <a:pt x="487" y="395"/>
                  <a:pt x="487" y="395"/>
                  <a:pt x="487" y="395"/>
                </a:cubicBezTo>
                <a:cubicBezTo>
                  <a:pt x="487" y="367"/>
                  <a:pt x="487" y="367"/>
                  <a:pt x="487" y="367"/>
                </a:cubicBezTo>
                <a:cubicBezTo>
                  <a:pt x="487" y="353"/>
                  <a:pt x="480" y="339"/>
                  <a:pt x="459" y="339"/>
                </a:cubicBezTo>
                <a:cubicBezTo>
                  <a:pt x="445" y="339"/>
                  <a:pt x="431" y="353"/>
                  <a:pt x="431" y="367"/>
                </a:cubicBezTo>
                <a:cubicBezTo>
                  <a:pt x="431" y="395"/>
                  <a:pt x="431" y="395"/>
                  <a:pt x="431" y="395"/>
                </a:cubicBezTo>
                <a:cubicBezTo>
                  <a:pt x="403" y="395"/>
                  <a:pt x="403" y="395"/>
                  <a:pt x="403" y="395"/>
                </a:cubicBezTo>
                <a:cubicBezTo>
                  <a:pt x="389" y="395"/>
                  <a:pt x="374" y="410"/>
                  <a:pt x="374" y="424"/>
                </a:cubicBezTo>
                <a:cubicBezTo>
                  <a:pt x="374" y="438"/>
                  <a:pt x="389" y="452"/>
                  <a:pt x="403" y="45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2" name="Google Shape;1842;p27"/>
          <p:cNvSpPr/>
          <p:nvPr/>
        </p:nvSpPr>
        <p:spPr>
          <a:xfrm>
            <a:off x="6314031" y="2954099"/>
            <a:ext cx="513547" cy="497499"/>
          </a:xfrm>
          <a:custGeom>
            <a:rect b="b" l="l" r="r" t="t"/>
            <a:pathLst>
              <a:path extrusionOk="0" h="545" w="566">
                <a:moveTo>
                  <a:pt x="565" y="516"/>
                </a:moveTo>
                <a:lnTo>
                  <a:pt x="565" y="516"/>
                </a:lnTo>
                <a:cubicBezTo>
                  <a:pt x="565" y="537"/>
                  <a:pt x="551" y="544"/>
                  <a:pt x="537" y="544"/>
                </a:cubicBezTo>
                <a:cubicBezTo>
                  <a:pt x="530" y="544"/>
                  <a:pt x="523" y="544"/>
                  <a:pt x="516" y="544"/>
                </a:cubicBezTo>
                <a:cubicBezTo>
                  <a:pt x="381" y="438"/>
                  <a:pt x="381" y="438"/>
                  <a:pt x="381" y="438"/>
                </a:cubicBezTo>
                <a:cubicBezTo>
                  <a:pt x="191" y="544"/>
                  <a:pt x="191" y="544"/>
                  <a:pt x="191" y="544"/>
                </a:cubicBezTo>
                <a:cubicBezTo>
                  <a:pt x="183" y="544"/>
                  <a:pt x="183" y="544"/>
                  <a:pt x="176" y="544"/>
                </a:cubicBezTo>
                <a:cubicBezTo>
                  <a:pt x="169" y="544"/>
                  <a:pt x="162" y="544"/>
                  <a:pt x="162" y="544"/>
                </a:cubicBezTo>
                <a:cubicBezTo>
                  <a:pt x="7" y="431"/>
                  <a:pt x="7" y="431"/>
                  <a:pt x="7" y="431"/>
                </a:cubicBezTo>
                <a:cubicBezTo>
                  <a:pt x="0" y="424"/>
                  <a:pt x="0" y="417"/>
                  <a:pt x="0" y="402"/>
                </a:cubicBezTo>
                <a:cubicBezTo>
                  <a:pt x="0" y="28"/>
                  <a:pt x="0" y="28"/>
                  <a:pt x="0" y="28"/>
                </a:cubicBezTo>
                <a:cubicBezTo>
                  <a:pt x="0" y="14"/>
                  <a:pt x="7" y="0"/>
                  <a:pt x="28" y="0"/>
                </a:cubicBezTo>
                <a:cubicBezTo>
                  <a:pt x="35" y="0"/>
                  <a:pt x="35" y="0"/>
                  <a:pt x="42" y="7"/>
                </a:cubicBezTo>
                <a:cubicBezTo>
                  <a:pt x="176" y="106"/>
                  <a:pt x="176" y="106"/>
                  <a:pt x="176" y="106"/>
                </a:cubicBezTo>
                <a:cubicBezTo>
                  <a:pt x="374" y="0"/>
                  <a:pt x="374" y="0"/>
                  <a:pt x="374" y="0"/>
                </a:cubicBezTo>
                <a:lnTo>
                  <a:pt x="381" y="0"/>
                </a:lnTo>
                <a:cubicBezTo>
                  <a:pt x="389" y="0"/>
                  <a:pt x="396" y="0"/>
                  <a:pt x="403" y="7"/>
                </a:cubicBezTo>
                <a:cubicBezTo>
                  <a:pt x="551" y="120"/>
                  <a:pt x="551" y="120"/>
                  <a:pt x="551" y="120"/>
                </a:cubicBezTo>
                <a:cubicBezTo>
                  <a:pt x="558" y="127"/>
                  <a:pt x="565" y="134"/>
                  <a:pt x="565" y="141"/>
                </a:cubicBezTo>
                <a:lnTo>
                  <a:pt x="565" y="516"/>
                </a:lnTo>
                <a:close/>
                <a:moveTo>
                  <a:pt x="148" y="459"/>
                </a:moveTo>
                <a:lnTo>
                  <a:pt x="148" y="459"/>
                </a:lnTo>
                <a:cubicBezTo>
                  <a:pt x="148" y="155"/>
                  <a:pt x="148" y="155"/>
                  <a:pt x="148" y="155"/>
                </a:cubicBezTo>
                <a:cubicBezTo>
                  <a:pt x="56" y="84"/>
                  <a:pt x="56" y="84"/>
                  <a:pt x="56" y="84"/>
                </a:cubicBezTo>
                <a:cubicBezTo>
                  <a:pt x="56" y="388"/>
                  <a:pt x="56" y="388"/>
                  <a:pt x="56" y="388"/>
                </a:cubicBezTo>
                <a:lnTo>
                  <a:pt x="148" y="459"/>
                </a:lnTo>
                <a:close/>
                <a:moveTo>
                  <a:pt x="353" y="77"/>
                </a:moveTo>
                <a:lnTo>
                  <a:pt x="353" y="77"/>
                </a:lnTo>
                <a:cubicBezTo>
                  <a:pt x="205" y="155"/>
                  <a:pt x="205" y="155"/>
                  <a:pt x="205" y="155"/>
                </a:cubicBezTo>
                <a:cubicBezTo>
                  <a:pt x="205" y="473"/>
                  <a:pt x="205" y="473"/>
                  <a:pt x="205" y="473"/>
                </a:cubicBezTo>
                <a:cubicBezTo>
                  <a:pt x="353" y="388"/>
                  <a:pt x="353" y="388"/>
                  <a:pt x="353" y="388"/>
                </a:cubicBezTo>
                <a:lnTo>
                  <a:pt x="353" y="77"/>
                </a:lnTo>
                <a:close/>
                <a:moveTo>
                  <a:pt x="509" y="155"/>
                </a:moveTo>
                <a:lnTo>
                  <a:pt x="509" y="155"/>
                </a:lnTo>
                <a:cubicBezTo>
                  <a:pt x="410" y="84"/>
                  <a:pt x="410" y="84"/>
                  <a:pt x="410" y="84"/>
                </a:cubicBezTo>
                <a:cubicBezTo>
                  <a:pt x="410" y="388"/>
                  <a:pt x="410" y="388"/>
                  <a:pt x="410" y="388"/>
                </a:cubicBezTo>
                <a:cubicBezTo>
                  <a:pt x="509" y="459"/>
                  <a:pt x="509" y="459"/>
                  <a:pt x="509" y="459"/>
                </a:cubicBezTo>
                <a:lnTo>
                  <a:pt x="509" y="15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3" name="Google Shape;1843;p27"/>
          <p:cNvSpPr/>
          <p:nvPr/>
        </p:nvSpPr>
        <p:spPr>
          <a:xfrm>
            <a:off x="5339093" y="2926016"/>
            <a:ext cx="545644" cy="549655"/>
          </a:xfrm>
          <a:custGeom>
            <a:rect b="b" l="l" r="r" t="t"/>
            <a:pathLst>
              <a:path extrusionOk="0" h="602" w="601">
                <a:moveTo>
                  <a:pt x="572" y="333"/>
                </a:moveTo>
                <a:lnTo>
                  <a:pt x="572" y="333"/>
                </a:lnTo>
                <a:cubicBezTo>
                  <a:pt x="494" y="333"/>
                  <a:pt x="494" y="333"/>
                  <a:pt x="494" y="333"/>
                </a:cubicBezTo>
                <a:cubicBezTo>
                  <a:pt x="480" y="333"/>
                  <a:pt x="466" y="318"/>
                  <a:pt x="466" y="304"/>
                </a:cubicBezTo>
                <a:cubicBezTo>
                  <a:pt x="466" y="283"/>
                  <a:pt x="480" y="276"/>
                  <a:pt x="494" y="276"/>
                </a:cubicBezTo>
                <a:cubicBezTo>
                  <a:pt x="572" y="276"/>
                  <a:pt x="572" y="276"/>
                  <a:pt x="572" y="276"/>
                </a:cubicBezTo>
                <a:cubicBezTo>
                  <a:pt x="586" y="276"/>
                  <a:pt x="600" y="283"/>
                  <a:pt x="600" y="304"/>
                </a:cubicBezTo>
                <a:cubicBezTo>
                  <a:pt x="600" y="318"/>
                  <a:pt x="586" y="333"/>
                  <a:pt x="572" y="333"/>
                </a:cubicBezTo>
                <a:close/>
                <a:moveTo>
                  <a:pt x="522" y="113"/>
                </a:moveTo>
                <a:lnTo>
                  <a:pt x="522" y="113"/>
                </a:lnTo>
                <a:cubicBezTo>
                  <a:pt x="473" y="163"/>
                  <a:pt x="473" y="163"/>
                  <a:pt x="473" y="163"/>
                </a:cubicBezTo>
                <a:cubicBezTo>
                  <a:pt x="459" y="177"/>
                  <a:pt x="459" y="177"/>
                  <a:pt x="459" y="177"/>
                </a:cubicBezTo>
                <a:cubicBezTo>
                  <a:pt x="452" y="184"/>
                  <a:pt x="445" y="191"/>
                  <a:pt x="438" y="191"/>
                </a:cubicBezTo>
                <a:cubicBezTo>
                  <a:pt x="424" y="191"/>
                  <a:pt x="409" y="177"/>
                  <a:pt x="409" y="163"/>
                </a:cubicBezTo>
                <a:cubicBezTo>
                  <a:pt x="409" y="156"/>
                  <a:pt x="417" y="149"/>
                  <a:pt x="424" y="142"/>
                </a:cubicBezTo>
                <a:cubicBezTo>
                  <a:pt x="438" y="128"/>
                  <a:pt x="438" y="128"/>
                  <a:pt x="438" y="128"/>
                </a:cubicBezTo>
                <a:cubicBezTo>
                  <a:pt x="487" y="78"/>
                  <a:pt x="487" y="78"/>
                  <a:pt x="487" y="78"/>
                </a:cubicBezTo>
                <a:cubicBezTo>
                  <a:pt x="494" y="71"/>
                  <a:pt x="501" y="64"/>
                  <a:pt x="508" y="64"/>
                </a:cubicBezTo>
                <a:cubicBezTo>
                  <a:pt x="522" y="64"/>
                  <a:pt x="537" y="78"/>
                  <a:pt x="537" y="92"/>
                </a:cubicBezTo>
                <a:cubicBezTo>
                  <a:pt x="537" y="99"/>
                  <a:pt x="530" y="106"/>
                  <a:pt x="522" y="113"/>
                </a:cubicBezTo>
                <a:close/>
                <a:moveTo>
                  <a:pt x="296" y="417"/>
                </a:moveTo>
                <a:lnTo>
                  <a:pt x="296" y="417"/>
                </a:lnTo>
                <a:cubicBezTo>
                  <a:pt x="254" y="417"/>
                  <a:pt x="219" y="389"/>
                  <a:pt x="197" y="361"/>
                </a:cubicBezTo>
                <a:cubicBezTo>
                  <a:pt x="190" y="333"/>
                  <a:pt x="190" y="333"/>
                  <a:pt x="190" y="333"/>
                </a:cubicBezTo>
                <a:cubicBezTo>
                  <a:pt x="190" y="318"/>
                  <a:pt x="183" y="311"/>
                  <a:pt x="183" y="304"/>
                </a:cubicBezTo>
                <a:cubicBezTo>
                  <a:pt x="183" y="241"/>
                  <a:pt x="233" y="191"/>
                  <a:pt x="296" y="191"/>
                </a:cubicBezTo>
                <a:cubicBezTo>
                  <a:pt x="360" y="191"/>
                  <a:pt x="409" y="241"/>
                  <a:pt x="409" y="304"/>
                </a:cubicBezTo>
                <a:cubicBezTo>
                  <a:pt x="409" y="368"/>
                  <a:pt x="360" y="417"/>
                  <a:pt x="296" y="417"/>
                </a:cubicBezTo>
                <a:close/>
                <a:moveTo>
                  <a:pt x="296" y="248"/>
                </a:moveTo>
                <a:lnTo>
                  <a:pt x="296" y="248"/>
                </a:lnTo>
                <a:cubicBezTo>
                  <a:pt x="268" y="248"/>
                  <a:pt x="240" y="269"/>
                  <a:pt x="240" y="304"/>
                </a:cubicBezTo>
                <a:cubicBezTo>
                  <a:pt x="240" y="333"/>
                  <a:pt x="268" y="361"/>
                  <a:pt x="296" y="361"/>
                </a:cubicBezTo>
                <a:cubicBezTo>
                  <a:pt x="332" y="361"/>
                  <a:pt x="353" y="333"/>
                  <a:pt x="353" y="304"/>
                </a:cubicBezTo>
                <a:cubicBezTo>
                  <a:pt x="353" y="269"/>
                  <a:pt x="332" y="248"/>
                  <a:pt x="296" y="248"/>
                </a:cubicBezTo>
                <a:close/>
                <a:moveTo>
                  <a:pt x="296" y="135"/>
                </a:moveTo>
                <a:lnTo>
                  <a:pt x="296" y="135"/>
                </a:lnTo>
                <a:cubicBezTo>
                  <a:pt x="282" y="135"/>
                  <a:pt x="268" y="120"/>
                  <a:pt x="268" y="106"/>
                </a:cubicBezTo>
                <a:cubicBezTo>
                  <a:pt x="268" y="29"/>
                  <a:pt x="268" y="29"/>
                  <a:pt x="268" y="29"/>
                </a:cubicBezTo>
                <a:cubicBezTo>
                  <a:pt x="268" y="15"/>
                  <a:pt x="282" y="0"/>
                  <a:pt x="296" y="0"/>
                </a:cubicBezTo>
                <a:cubicBezTo>
                  <a:pt x="318" y="0"/>
                  <a:pt x="325" y="15"/>
                  <a:pt x="325" y="29"/>
                </a:cubicBezTo>
                <a:cubicBezTo>
                  <a:pt x="325" y="106"/>
                  <a:pt x="325" y="106"/>
                  <a:pt x="325" y="106"/>
                </a:cubicBezTo>
                <a:cubicBezTo>
                  <a:pt x="325" y="120"/>
                  <a:pt x="318" y="135"/>
                  <a:pt x="296" y="135"/>
                </a:cubicBezTo>
                <a:close/>
                <a:moveTo>
                  <a:pt x="176" y="460"/>
                </a:moveTo>
                <a:lnTo>
                  <a:pt x="176" y="460"/>
                </a:lnTo>
                <a:cubicBezTo>
                  <a:pt x="162" y="481"/>
                  <a:pt x="162" y="481"/>
                  <a:pt x="162" y="481"/>
                </a:cubicBezTo>
                <a:cubicBezTo>
                  <a:pt x="113" y="531"/>
                  <a:pt x="113" y="531"/>
                  <a:pt x="113" y="531"/>
                </a:cubicBezTo>
                <a:cubicBezTo>
                  <a:pt x="106" y="538"/>
                  <a:pt x="98" y="538"/>
                  <a:pt x="91" y="538"/>
                </a:cubicBezTo>
                <a:cubicBezTo>
                  <a:pt x="77" y="538"/>
                  <a:pt x="63" y="524"/>
                  <a:pt x="63" y="509"/>
                </a:cubicBezTo>
                <a:cubicBezTo>
                  <a:pt x="63" y="502"/>
                  <a:pt x="63" y="495"/>
                  <a:pt x="70" y="488"/>
                </a:cubicBezTo>
                <a:cubicBezTo>
                  <a:pt x="120" y="439"/>
                  <a:pt x="120" y="439"/>
                  <a:pt x="120" y="439"/>
                </a:cubicBezTo>
                <a:cubicBezTo>
                  <a:pt x="141" y="424"/>
                  <a:pt x="141" y="424"/>
                  <a:pt x="141" y="424"/>
                </a:cubicBezTo>
                <a:cubicBezTo>
                  <a:pt x="141" y="417"/>
                  <a:pt x="148" y="417"/>
                  <a:pt x="155" y="417"/>
                </a:cubicBezTo>
                <a:cubicBezTo>
                  <a:pt x="176" y="417"/>
                  <a:pt x="183" y="424"/>
                  <a:pt x="183" y="446"/>
                </a:cubicBezTo>
                <a:cubicBezTo>
                  <a:pt x="183" y="453"/>
                  <a:pt x="183" y="460"/>
                  <a:pt x="176" y="460"/>
                </a:cubicBezTo>
                <a:close/>
                <a:moveTo>
                  <a:pt x="155" y="191"/>
                </a:moveTo>
                <a:lnTo>
                  <a:pt x="155" y="191"/>
                </a:lnTo>
                <a:cubicBezTo>
                  <a:pt x="148" y="191"/>
                  <a:pt x="141" y="184"/>
                  <a:pt x="141" y="177"/>
                </a:cubicBezTo>
                <a:cubicBezTo>
                  <a:pt x="120" y="163"/>
                  <a:pt x="120" y="163"/>
                  <a:pt x="120" y="163"/>
                </a:cubicBezTo>
                <a:cubicBezTo>
                  <a:pt x="70" y="113"/>
                  <a:pt x="70" y="113"/>
                  <a:pt x="70" y="113"/>
                </a:cubicBezTo>
                <a:cubicBezTo>
                  <a:pt x="63" y="106"/>
                  <a:pt x="63" y="99"/>
                  <a:pt x="63" y="92"/>
                </a:cubicBezTo>
                <a:cubicBezTo>
                  <a:pt x="63" y="78"/>
                  <a:pt x="77" y="64"/>
                  <a:pt x="91" y="64"/>
                </a:cubicBezTo>
                <a:cubicBezTo>
                  <a:pt x="98" y="64"/>
                  <a:pt x="106" y="71"/>
                  <a:pt x="113" y="78"/>
                </a:cubicBezTo>
                <a:cubicBezTo>
                  <a:pt x="162" y="128"/>
                  <a:pt x="162" y="128"/>
                  <a:pt x="162" y="128"/>
                </a:cubicBezTo>
                <a:cubicBezTo>
                  <a:pt x="176" y="142"/>
                  <a:pt x="176" y="142"/>
                  <a:pt x="176" y="142"/>
                </a:cubicBezTo>
                <a:cubicBezTo>
                  <a:pt x="183" y="149"/>
                  <a:pt x="183" y="156"/>
                  <a:pt x="183" y="163"/>
                </a:cubicBezTo>
                <a:cubicBezTo>
                  <a:pt x="183" y="177"/>
                  <a:pt x="176" y="191"/>
                  <a:pt x="155" y="191"/>
                </a:cubicBezTo>
                <a:close/>
                <a:moveTo>
                  <a:pt x="98" y="276"/>
                </a:moveTo>
                <a:lnTo>
                  <a:pt x="98" y="276"/>
                </a:lnTo>
                <a:cubicBezTo>
                  <a:pt x="120" y="276"/>
                  <a:pt x="127" y="283"/>
                  <a:pt x="127" y="304"/>
                </a:cubicBezTo>
                <a:cubicBezTo>
                  <a:pt x="127" y="318"/>
                  <a:pt x="120" y="333"/>
                  <a:pt x="98" y="333"/>
                </a:cubicBezTo>
                <a:cubicBezTo>
                  <a:pt x="28" y="333"/>
                  <a:pt x="28" y="333"/>
                  <a:pt x="28" y="333"/>
                </a:cubicBezTo>
                <a:cubicBezTo>
                  <a:pt x="7" y="333"/>
                  <a:pt x="0" y="318"/>
                  <a:pt x="0" y="304"/>
                </a:cubicBezTo>
                <a:cubicBezTo>
                  <a:pt x="0" y="283"/>
                  <a:pt x="7" y="276"/>
                  <a:pt x="28" y="276"/>
                </a:cubicBezTo>
                <a:cubicBezTo>
                  <a:pt x="98" y="276"/>
                  <a:pt x="98" y="276"/>
                  <a:pt x="98" y="276"/>
                </a:cubicBezTo>
                <a:close/>
                <a:moveTo>
                  <a:pt x="296" y="474"/>
                </a:moveTo>
                <a:lnTo>
                  <a:pt x="296" y="474"/>
                </a:lnTo>
                <a:cubicBezTo>
                  <a:pt x="318" y="474"/>
                  <a:pt x="325" y="481"/>
                  <a:pt x="325" y="502"/>
                </a:cubicBezTo>
                <a:cubicBezTo>
                  <a:pt x="325" y="573"/>
                  <a:pt x="325" y="573"/>
                  <a:pt x="325" y="573"/>
                </a:cubicBezTo>
                <a:cubicBezTo>
                  <a:pt x="325" y="594"/>
                  <a:pt x="318" y="601"/>
                  <a:pt x="296" y="601"/>
                </a:cubicBezTo>
                <a:cubicBezTo>
                  <a:pt x="282" y="601"/>
                  <a:pt x="268" y="594"/>
                  <a:pt x="268" y="573"/>
                </a:cubicBezTo>
                <a:cubicBezTo>
                  <a:pt x="268" y="502"/>
                  <a:pt x="268" y="502"/>
                  <a:pt x="268" y="502"/>
                </a:cubicBezTo>
                <a:cubicBezTo>
                  <a:pt x="268" y="481"/>
                  <a:pt x="282" y="474"/>
                  <a:pt x="296" y="474"/>
                </a:cubicBezTo>
                <a:close/>
                <a:moveTo>
                  <a:pt x="438" y="417"/>
                </a:moveTo>
                <a:lnTo>
                  <a:pt x="438" y="417"/>
                </a:lnTo>
                <a:cubicBezTo>
                  <a:pt x="445" y="417"/>
                  <a:pt x="452" y="417"/>
                  <a:pt x="459" y="424"/>
                </a:cubicBezTo>
                <a:cubicBezTo>
                  <a:pt x="473" y="439"/>
                  <a:pt x="473" y="439"/>
                  <a:pt x="473" y="439"/>
                </a:cubicBezTo>
                <a:cubicBezTo>
                  <a:pt x="522" y="488"/>
                  <a:pt x="522" y="488"/>
                  <a:pt x="522" y="488"/>
                </a:cubicBezTo>
                <a:cubicBezTo>
                  <a:pt x="530" y="495"/>
                  <a:pt x="537" y="502"/>
                  <a:pt x="537" y="509"/>
                </a:cubicBezTo>
                <a:cubicBezTo>
                  <a:pt x="537" y="524"/>
                  <a:pt x="522" y="538"/>
                  <a:pt x="508" y="538"/>
                </a:cubicBezTo>
                <a:cubicBezTo>
                  <a:pt x="501" y="538"/>
                  <a:pt x="494" y="538"/>
                  <a:pt x="487" y="531"/>
                </a:cubicBezTo>
                <a:cubicBezTo>
                  <a:pt x="438" y="481"/>
                  <a:pt x="438" y="481"/>
                  <a:pt x="438" y="481"/>
                </a:cubicBezTo>
                <a:cubicBezTo>
                  <a:pt x="424" y="460"/>
                  <a:pt x="424" y="460"/>
                  <a:pt x="424" y="460"/>
                </a:cubicBezTo>
                <a:cubicBezTo>
                  <a:pt x="417" y="460"/>
                  <a:pt x="409" y="453"/>
                  <a:pt x="409" y="446"/>
                </a:cubicBezTo>
                <a:cubicBezTo>
                  <a:pt x="409" y="424"/>
                  <a:pt x="424" y="417"/>
                  <a:pt x="438" y="41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4" name="Google Shape;1844;p27"/>
          <p:cNvSpPr/>
          <p:nvPr/>
        </p:nvSpPr>
        <p:spPr>
          <a:xfrm>
            <a:off x="4424337" y="2978171"/>
            <a:ext cx="449354" cy="445343"/>
          </a:xfrm>
          <a:custGeom>
            <a:rect b="b" l="l" r="r" t="t"/>
            <a:pathLst>
              <a:path extrusionOk="0" h="489" w="496">
                <a:moveTo>
                  <a:pt x="466" y="276"/>
                </a:moveTo>
                <a:lnTo>
                  <a:pt x="466" y="276"/>
                </a:lnTo>
                <a:cubicBezTo>
                  <a:pt x="445" y="276"/>
                  <a:pt x="445" y="276"/>
                  <a:pt x="445" y="276"/>
                </a:cubicBezTo>
                <a:cubicBezTo>
                  <a:pt x="431" y="276"/>
                  <a:pt x="417" y="261"/>
                  <a:pt x="417" y="247"/>
                </a:cubicBezTo>
                <a:cubicBezTo>
                  <a:pt x="417" y="226"/>
                  <a:pt x="431" y="219"/>
                  <a:pt x="445" y="219"/>
                </a:cubicBezTo>
                <a:cubicBezTo>
                  <a:pt x="466" y="219"/>
                  <a:pt x="466" y="219"/>
                  <a:pt x="466" y="219"/>
                </a:cubicBezTo>
                <a:cubicBezTo>
                  <a:pt x="480" y="219"/>
                  <a:pt x="495" y="226"/>
                  <a:pt x="495" y="247"/>
                </a:cubicBezTo>
                <a:cubicBezTo>
                  <a:pt x="495" y="261"/>
                  <a:pt x="480" y="276"/>
                  <a:pt x="466" y="276"/>
                </a:cubicBezTo>
                <a:close/>
                <a:moveTo>
                  <a:pt x="424" y="106"/>
                </a:moveTo>
                <a:lnTo>
                  <a:pt x="424" y="106"/>
                </a:lnTo>
                <a:cubicBezTo>
                  <a:pt x="410" y="120"/>
                  <a:pt x="410" y="120"/>
                  <a:pt x="410" y="120"/>
                </a:cubicBezTo>
                <a:cubicBezTo>
                  <a:pt x="403" y="127"/>
                  <a:pt x="396" y="134"/>
                  <a:pt x="389" y="134"/>
                </a:cubicBezTo>
                <a:cubicBezTo>
                  <a:pt x="375" y="134"/>
                  <a:pt x="360" y="120"/>
                  <a:pt x="360" y="106"/>
                </a:cubicBezTo>
                <a:cubicBezTo>
                  <a:pt x="360" y="99"/>
                  <a:pt x="360" y="92"/>
                  <a:pt x="367" y="85"/>
                </a:cubicBezTo>
                <a:cubicBezTo>
                  <a:pt x="389" y="63"/>
                  <a:pt x="389" y="63"/>
                  <a:pt x="389" y="63"/>
                </a:cubicBezTo>
                <a:cubicBezTo>
                  <a:pt x="396" y="56"/>
                  <a:pt x="403" y="56"/>
                  <a:pt x="410" y="56"/>
                </a:cubicBezTo>
                <a:cubicBezTo>
                  <a:pt x="424" y="56"/>
                  <a:pt x="438" y="71"/>
                  <a:pt x="438" y="85"/>
                </a:cubicBezTo>
                <a:cubicBezTo>
                  <a:pt x="438" y="92"/>
                  <a:pt x="431" y="99"/>
                  <a:pt x="424" y="106"/>
                </a:cubicBezTo>
                <a:close/>
                <a:moveTo>
                  <a:pt x="247" y="360"/>
                </a:moveTo>
                <a:lnTo>
                  <a:pt x="247" y="360"/>
                </a:lnTo>
                <a:cubicBezTo>
                  <a:pt x="205" y="360"/>
                  <a:pt x="169" y="332"/>
                  <a:pt x="148" y="304"/>
                </a:cubicBezTo>
                <a:cubicBezTo>
                  <a:pt x="141" y="276"/>
                  <a:pt x="141" y="276"/>
                  <a:pt x="141" y="276"/>
                </a:cubicBezTo>
                <a:cubicBezTo>
                  <a:pt x="134" y="261"/>
                  <a:pt x="134" y="254"/>
                  <a:pt x="134" y="247"/>
                </a:cubicBezTo>
                <a:cubicBezTo>
                  <a:pt x="134" y="184"/>
                  <a:pt x="184" y="134"/>
                  <a:pt x="247" y="134"/>
                </a:cubicBezTo>
                <a:cubicBezTo>
                  <a:pt x="311" y="134"/>
                  <a:pt x="360" y="184"/>
                  <a:pt x="360" y="247"/>
                </a:cubicBezTo>
                <a:cubicBezTo>
                  <a:pt x="360" y="311"/>
                  <a:pt x="311" y="360"/>
                  <a:pt x="247" y="360"/>
                </a:cubicBezTo>
                <a:close/>
                <a:moveTo>
                  <a:pt x="247" y="191"/>
                </a:moveTo>
                <a:lnTo>
                  <a:pt x="247" y="191"/>
                </a:lnTo>
                <a:cubicBezTo>
                  <a:pt x="219" y="191"/>
                  <a:pt x="191" y="212"/>
                  <a:pt x="191" y="247"/>
                </a:cubicBezTo>
                <a:cubicBezTo>
                  <a:pt x="191" y="276"/>
                  <a:pt x="219" y="304"/>
                  <a:pt x="247" y="304"/>
                </a:cubicBezTo>
                <a:cubicBezTo>
                  <a:pt x="276" y="304"/>
                  <a:pt x="304" y="276"/>
                  <a:pt x="304" y="247"/>
                </a:cubicBezTo>
                <a:cubicBezTo>
                  <a:pt x="304" y="212"/>
                  <a:pt x="276" y="191"/>
                  <a:pt x="247" y="191"/>
                </a:cubicBezTo>
                <a:close/>
                <a:moveTo>
                  <a:pt x="247" y="78"/>
                </a:moveTo>
                <a:lnTo>
                  <a:pt x="247" y="78"/>
                </a:lnTo>
                <a:cubicBezTo>
                  <a:pt x="233" y="78"/>
                  <a:pt x="219" y="63"/>
                  <a:pt x="219" y="49"/>
                </a:cubicBezTo>
                <a:cubicBezTo>
                  <a:pt x="219" y="28"/>
                  <a:pt x="219" y="28"/>
                  <a:pt x="219" y="28"/>
                </a:cubicBezTo>
                <a:cubicBezTo>
                  <a:pt x="219" y="14"/>
                  <a:pt x="233" y="0"/>
                  <a:pt x="247" y="0"/>
                </a:cubicBezTo>
                <a:cubicBezTo>
                  <a:pt x="261" y="0"/>
                  <a:pt x="276" y="14"/>
                  <a:pt x="276" y="28"/>
                </a:cubicBezTo>
                <a:cubicBezTo>
                  <a:pt x="276" y="49"/>
                  <a:pt x="276" y="49"/>
                  <a:pt x="276" y="49"/>
                </a:cubicBezTo>
                <a:cubicBezTo>
                  <a:pt x="276" y="63"/>
                  <a:pt x="261" y="78"/>
                  <a:pt x="247" y="78"/>
                </a:cubicBezTo>
                <a:close/>
                <a:moveTo>
                  <a:pt x="106" y="134"/>
                </a:moveTo>
                <a:lnTo>
                  <a:pt x="106" y="134"/>
                </a:lnTo>
                <a:cubicBezTo>
                  <a:pt x="99" y="134"/>
                  <a:pt x="92" y="127"/>
                  <a:pt x="85" y="120"/>
                </a:cubicBezTo>
                <a:cubicBezTo>
                  <a:pt x="71" y="106"/>
                  <a:pt x="71" y="106"/>
                  <a:pt x="71" y="106"/>
                </a:cubicBezTo>
                <a:cubicBezTo>
                  <a:pt x="64" y="99"/>
                  <a:pt x="56" y="92"/>
                  <a:pt x="56" y="85"/>
                </a:cubicBezTo>
                <a:cubicBezTo>
                  <a:pt x="56" y="71"/>
                  <a:pt x="71" y="56"/>
                  <a:pt x="85" y="56"/>
                </a:cubicBezTo>
                <a:cubicBezTo>
                  <a:pt x="92" y="56"/>
                  <a:pt x="99" y="56"/>
                  <a:pt x="106" y="63"/>
                </a:cubicBezTo>
                <a:cubicBezTo>
                  <a:pt x="127" y="85"/>
                  <a:pt x="127" y="85"/>
                  <a:pt x="127" y="85"/>
                </a:cubicBezTo>
                <a:cubicBezTo>
                  <a:pt x="134" y="92"/>
                  <a:pt x="134" y="99"/>
                  <a:pt x="134" y="106"/>
                </a:cubicBezTo>
                <a:cubicBezTo>
                  <a:pt x="134" y="120"/>
                  <a:pt x="120" y="134"/>
                  <a:pt x="106" y="134"/>
                </a:cubicBezTo>
                <a:close/>
                <a:moveTo>
                  <a:pt x="78" y="247"/>
                </a:moveTo>
                <a:lnTo>
                  <a:pt x="78" y="247"/>
                </a:lnTo>
                <a:cubicBezTo>
                  <a:pt x="78" y="261"/>
                  <a:pt x="64" y="276"/>
                  <a:pt x="49" y="276"/>
                </a:cubicBezTo>
                <a:cubicBezTo>
                  <a:pt x="28" y="276"/>
                  <a:pt x="28" y="276"/>
                  <a:pt x="28" y="276"/>
                </a:cubicBezTo>
                <a:cubicBezTo>
                  <a:pt x="14" y="276"/>
                  <a:pt x="0" y="261"/>
                  <a:pt x="0" y="247"/>
                </a:cubicBezTo>
                <a:cubicBezTo>
                  <a:pt x="0" y="226"/>
                  <a:pt x="14" y="219"/>
                  <a:pt x="28" y="219"/>
                </a:cubicBezTo>
                <a:cubicBezTo>
                  <a:pt x="49" y="219"/>
                  <a:pt x="49" y="219"/>
                  <a:pt x="49" y="219"/>
                </a:cubicBezTo>
                <a:cubicBezTo>
                  <a:pt x="64" y="219"/>
                  <a:pt x="78" y="226"/>
                  <a:pt x="78" y="247"/>
                </a:cubicBezTo>
                <a:close/>
                <a:moveTo>
                  <a:pt x="85" y="367"/>
                </a:moveTo>
                <a:lnTo>
                  <a:pt x="85" y="367"/>
                </a:lnTo>
                <a:cubicBezTo>
                  <a:pt x="92" y="360"/>
                  <a:pt x="99" y="360"/>
                  <a:pt x="106" y="360"/>
                </a:cubicBezTo>
                <a:cubicBezTo>
                  <a:pt x="120" y="360"/>
                  <a:pt x="134" y="367"/>
                  <a:pt x="134" y="389"/>
                </a:cubicBezTo>
                <a:cubicBezTo>
                  <a:pt x="134" y="396"/>
                  <a:pt x="134" y="403"/>
                  <a:pt x="127" y="403"/>
                </a:cubicBezTo>
                <a:cubicBezTo>
                  <a:pt x="106" y="424"/>
                  <a:pt x="106" y="424"/>
                  <a:pt x="106" y="424"/>
                </a:cubicBezTo>
                <a:cubicBezTo>
                  <a:pt x="99" y="431"/>
                  <a:pt x="92" y="431"/>
                  <a:pt x="85" y="431"/>
                </a:cubicBezTo>
                <a:cubicBezTo>
                  <a:pt x="71" y="431"/>
                  <a:pt x="56" y="424"/>
                  <a:pt x="56" y="403"/>
                </a:cubicBezTo>
                <a:cubicBezTo>
                  <a:pt x="56" y="396"/>
                  <a:pt x="64" y="389"/>
                  <a:pt x="71" y="389"/>
                </a:cubicBezTo>
                <a:lnTo>
                  <a:pt x="85" y="367"/>
                </a:lnTo>
                <a:close/>
                <a:moveTo>
                  <a:pt x="247" y="417"/>
                </a:moveTo>
                <a:lnTo>
                  <a:pt x="247" y="417"/>
                </a:lnTo>
                <a:cubicBezTo>
                  <a:pt x="261" y="417"/>
                  <a:pt x="276" y="424"/>
                  <a:pt x="276" y="445"/>
                </a:cubicBezTo>
                <a:cubicBezTo>
                  <a:pt x="276" y="459"/>
                  <a:pt x="276" y="459"/>
                  <a:pt x="276" y="459"/>
                </a:cubicBezTo>
                <a:cubicBezTo>
                  <a:pt x="276" y="481"/>
                  <a:pt x="261" y="488"/>
                  <a:pt x="247" y="488"/>
                </a:cubicBezTo>
                <a:cubicBezTo>
                  <a:pt x="233" y="488"/>
                  <a:pt x="219" y="481"/>
                  <a:pt x="219" y="459"/>
                </a:cubicBezTo>
                <a:cubicBezTo>
                  <a:pt x="219" y="445"/>
                  <a:pt x="219" y="445"/>
                  <a:pt x="219" y="445"/>
                </a:cubicBezTo>
                <a:cubicBezTo>
                  <a:pt x="219" y="424"/>
                  <a:pt x="233" y="417"/>
                  <a:pt x="247" y="417"/>
                </a:cubicBezTo>
                <a:close/>
                <a:moveTo>
                  <a:pt x="389" y="360"/>
                </a:moveTo>
                <a:lnTo>
                  <a:pt x="389" y="360"/>
                </a:lnTo>
                <a:cubicBezTo>
                  <a:pt x="396" y="360"/>
                  <a:pt x="403" y="360"/>
                  <a:pt x="410" y="367"/>
                </a:cubicBezTo>
                <a:cubicBezTo>
                  <a:pt x="424" y="389"/>
                  <a:pt x="424" y="389"/>
                  <a:pt x="424" y="389"/>
                </a:cubicBezTo>
                <a:cubicBezTo>
                  <a:pt x="431" y="389"/>
                  <a:pt x="438" y="396"/>
                  <a:pt x="438" y="403"/>
                </a:cubicBezTo>
                <a:cubicBezTo>
                  <a:pt x="438" y="424"/>
                  <a:pt x="424" y="431"/>
                  <a:pt x="410" y="431"/>
                </a:cubicBezTo>
                <a:cubicBezTo>
                  <a:pt x="403" y="431"/>
                  <a:pt x="396" y="431"/>
                  <a:pt x="389" y="424"/>
                </a:cubicBezTo>
                <a:cubicBezTo>
                  <a:pt x="367" y="403"/>
                  <a:pt x="367" y="403"/>
                  <a:pt x="367" y="403"/>
                </a:cubicBezTo>
                <a:cubicBezTo>
                  <a:pt x="360" y="403"/>
                  <a:pt x="360" y="396"/>
                  <a:pt x="360" y="389"/>
                </a:cubicBezTo>
                <a:cubicBezTo>
                  <a:pt x="360" y="367"/>
                  <a:pt x="375" y="360"/>
                  <a:pt x="389" y="36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5" name="Google Shape;1845;p27"/>
          <p:cNvSpPr/>
          <p:nvPr/>
        </p:nvSpPr>
        <p:spPr>
          <a:xfrm>
            <a:off x="3417304" y="2926016"/>
            <a:ext cx="549655" cy="549655"/>
          </a:xfrm>
          <a:custGeom>
            <a:rect b="b" l="l" r="r" t="t"/>
            <a:pathLst>
              <a:path extrusionOk="0" h="602" w="602">
                <a:moveTo>
                  <a:pt x="573" y="488"/>
                </a:moveTo>
                <a:lnTo>
                  <a:pt x="573" y="488"/>
                </a:lnTo>
                <a:cubicBezTo>
                  <a:pt x="481" y="488"/>
                  <a:pt x="481" y="488"/>
                  <a:pt x="481" y="488"/>
                </a:cubicBezTo>
                <a:cubicBezTo>
                  <a:pt x="481" y="347"/>
                  <a:pt x="481" y="347"/>
                  <a:pt x="481" y="347"/>
                </a:cubicBezTo>
                <a:cubicBezTo>
                  <a:pt x="544" y="347"/>
                  <a:pt x="544" y="347"/>
                  <a:pt x="544" y="347"/>
                </a:cubicBezTo>
                <a:cubicBezTo>
                  <a:pt x="544" y="57"/>
                  <a:pt x="544" y="57"/>
                  <a:pt x="544" y="57"/>
                </a:cubicBezTo>
                <a:cubicBezTo>
                  <a:pt x="205" y="57"/>
                  <a:pt x="205" y="57"/>
                  <a:pt x="205" y="57"/>
                </a:cubicBezTo>
                <a:cubicBezTo>
                  <a:pt x="205" y="85"/>
                  <a:pt x="205" y="85"/>
                  <a:pt x="205" y="85"/>
                </a:cubicBezTo>
                <a:cubicBezTo>
                  <a:pt x="149" y="85"/>
                  <a:pt x="149" y="85"/>
                  <a:pt x="149" y="85"/>
                </a:cubicBezTo>
                <a:cubicBezTo>
                  <a:pt x="149" y="29"/>
                  <a:pt x="149" y="29"/>
                  <a:pt x="149" y="29"/>
                </a:cubicBezTo>
                <a:cubicBezTo>
                  <a:pt x="149" y="15"/>
                  <a:pt x="163" y="0"/>
                  <a:pt x="177" y="0"/>
                </a:cubicBezTo>
                <a:cubicBezTo>
                  <a:pt x="573" y="0"/>
                  <a:pt x="573" y="0"/>
                  <a:pt x="573" y="0"/>
                </a:cubicBezTo>
                <a:cubicBezTo>
                  <a:pt x="594" y="0"/>
                  <a:pt x="601" y="15"/>
                  <a:pt x="601" y="29"/>
                </a:cubicBezTo>
                <a:cubicBezTo>
                  <a:pt x="601" y="460"/>
                  <a:pt x="601" y="460"/>
                  <a:pt x="601" y="460"/>
                </a:cubicBezTo>
                <a:cubicBezTo>
                  <a:pt x="601" y="481"/>
                  <a:pt x="594" y="488"/>
                  <a:pt x="573" y="488"/>
                </a:cubicBezTo>
                <a:close/>
                <a:moveTo>
                  <a:pt x="453" y="142"/>
                </a:moveTo>
                <a:lnTo>
                  <a:pt x="453" y="142"/>
                </a:lnTo>
                <a:cubicBezTo>
                  <a:pt x="453" y="573"/>
                  <a:pt x="453" y="573"/>
                  <a:pt x="453" y="573"/>
                </a:cubicBezTo>
                <a:cubicBezTo>
                  <a:pt x="453" y="594"/>
                  <a:pt x="439" y="601"/>
                  <a:pt x="424" y="601"/>
                </a:cubicBezTo>
                <a:cubicBezTo>
                  <a:pt x="29" y="601"/>
                  <a:pt x="29" y="601"/>
                  <a:pt x="29" y="601"/>
                </a:cubicBezTo>
                <a:cubicBezTo>
                  <a:pt x="15" y="601"/>
                  <a:pt x="0" y="594"/>
                  <a:pt x="0" y="573"/>
                </a:cubicBezTo>
                <a:cubicBezTo>
                  <a:pt x="0" y="142"/>
                  <a:pt x="0" y="142"/>
                  <a:pt x="0" y="142"/>
                </a:cubicBezTo>
                <a:cubicBezTo>
                  <a:pt x="0" y="128"/>
                  <a:pt x="15" y="113"/>
                  <a:pt x="29" y="113"/>
                </a:cubicBezTo>
                <a:cubicBezTo>
                  <a:pt x="424" y="113"/>
                  <a:pt x="424" y="113"/>
                  <a:pt x="424" y="113"/>
                </a:cubicBezTo>
                <a:cubicBezTo>
                  <a:pt x="439" y="113"/>
                  <a:pt x="453" y="128"/>
                  <a:pt x="453" y="142"/>
                </a:cubicBezTo>
                <a:close/>
                <a:moveTo>
                  <a:pt x="396" y="170"/>
                </a:moveTo>
                <a:lnTo>
                  <a:pt x="396" y="170"/>
                </a:lnTo>
                <a:cubicBezTo>
                  <a:pt x="57" y="170"/>
                  <a:pt x="57" y="170"/>
                  <a:pt x="57" y="170"/>
                </a:cubicBezTo>
                <a:cubicBezTo>
                  <a:pt x="57" y="460"/>
                  <a:pt x="57" y="460"/>
                  <a:pt x="57" y="460"/>
                </a:cubicBezTo>
                <a:cubicBezTo>
                  <a:pt x="396" y="460"/>
                  <a:pt x="396" y="460"/>
                  <a:pt x="396" y="460"/>
                </a:cubicBezTo>
                <a:lnTo>
                  <a:pt x="396" y="17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6" name="Google Shape;1846;p27"/>
          <p:cNvSpPr/>
          <p:nvPr/>
        </p:nvSpPr>
        <p:spPr>
          <a:xfrm>
            <a:off x="2522607" y="2978171"/>
            <a:ext cx="413246" cy="445343"/>
          </a:xfrm>
          <a:custGeom>
            <a:rect b="b" l="l" r="r" t="t"/>
            <a:pathLst>
              <a:path extrusionOk="0" h="489" w="453">
                <a:moveTo>
                  <a:pt x="424" y="488"/>
                </a:moveTo>
                <a:lnTo>
                  <a:pt x="424" y="488"/>
                </a:lnTo>
                <a:cubicBezTo>
                  <a:pt x="28" y="488"/>
                  <a:pt x="28" y="488"/>
                  <a:pt x="28" y="488"/>
                </a:cubicBezTo>
                <a:cubicBezTo>
                  <a:pt x="14" y="488"/>
                  <a:pt x="0" y="481"/>
                  <a:pt x="0" y="459"/>
                </a:cubicBezTo>
                <a:cubicBezTo>
                  <a:pt x="0" y="28"/>
                  <a:pt x="0" y="28"/>
                  <a:pt x="0" y="28"/>
                </a:cubicBezTo>
                <a:cubicBezTo>
                  <a:pt x="0" y="14"/>
                  <a:pt x="14" y="0"/>
                  <a:pt x="28" y="0"/>
                </a:cubicBezTo>
                <a:cubicBezTo>
                  <a:pt x="424" y="0"/>
                  <a:pt x="424" y="0"/>
                  <a:pt x="424" y="0"/>
                </a:cubicBezTo>
                <a:cubicBezTo>
                  <a:pt x="445" y="0"/>
                  <a:pt x="452" y="14"/>
                  <a:pt x="452" y="28"/>
                </a:cubicBezTo>
                <a:cubicBezTo>
                  <a:pt x="452" y="459"/>
                  <a:pt x="452" y="459"/>
                  <a:pt x="452" y="459"/>
                </a:cubicBezTo>
                <a:cubicBezTo>
                  <a:pt x="452" y="481"/>
                  <a:pt x="445" y="488"/>
                  <a:pt x="424" y="488"/>
                </a:cubicBezTo>
                <a:close/>
                <a:moveTo>
                  <a:pt x="396" y="56"/>
                </a:moveTo>
                <a:lnTo>
                  <a:pt x="396" y="56"/>
                </a:lnTo>
                <a:cubicBezTo>
                  <a:pt x="56" y="56"/>
                  <a:pt x="56" y="56"/>
                  <a:pt x="56" y="56"/>
                </a:cubicBezTo>
                <a:cubicBezTo>
                  <a:pt x="56" y="346"/>
                  <a:pt x="56" y="346"/>
                  <a:pt x="56" y="346"/>
                </a:cubicBezTo>
                <a:cubicBezTo>
                  <a:pt x="396" y="346"/>
                  <a:pt x="396" y="346"/>
                  <a:pt x="396" y="346"/>
                </a:cubicBezTo>
                <a:lnTo>
                  <a:pt x="396" y="5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7" name="Google Shape;1847;p27"/>
          <p:cNvSpPr/>
          <p:nvPr/>
        </p:nvSpPr>
        <p:spPr>
          <a:xfrm>
            <a:off x="1511560" y="2946075"/>
            <a:ext cx="517561" cy="513547"/>
          </a:xfrm>
          <a:custGeom>
            <a:rect b="b" l="l" r="r" t="t"/>
            <a:pathLst>
              <a:path extrusionOk="0" h="566" w="567">
                <a:moveTo>
                  <a:pt x="566" y="452"/>
                </a:moveTo>
                <a:lnTo>
                  <a:pt x="566" y="452"/>
                </a:lnTo>
                <a:cubicBezTo>
                  <a:pt x="566" y="459"/>
                  <a:pt x="559" y="473"/>
                  <a:pt x="544" y="473"/>
                </a:cubicBezTo>
                <a:cubicBezTo>
                  <a:pt x="544" y="509"/>
                  <a:pt x="544" y="509"/>
                  <a:pt x="544" y="509"/>
                </a:cubicBezTo>
                <a:cubicBezTo>
                  <a:pt x="559" y="509"/>
                  <a:pt x="566" y="523"/>
                  <a:pt x="566" y="537"/>
                </a:cubicBezTo>
                <a:cubicBezTo>
                  <a:pt x="566" y="551"/>
                  <a:pt x="552" y="565"/>
                  <a:pt x="537" y="565"/>
                </a:cubicBezTo>
                <a:cubicBezTo>
                  <a:pt x="523" y="565"/>
                  <a:pt x="516" y="558"/>
                  <a:pt x="509" y="544"/>
                </a:cubicBezTo>
                <a:cubicBezTo>
                  <a:pt x="481" y="544"/>
                  <a:pt x="481" y="544"/>
                  <a:pt x="481" y="544"/>
                </a:cubicBezTo>
                <a:cubicBezTo>
                  <a:pt x="474" y="558"/>
                  <a:pt x="467" y="565"/>
                  <a:pt x="453" y="565"/>
                </a:cubicBezTo>
                <a:cubicBezTo>
                  <a:pt x="438" y="565"/>
                  <a:pt x="431" y="558"/>
                  <a:pt x="424" y="544"/>
                </a:cubicBezTo>
                <a:cubicBezTo>
                  <a:pt x="396" y="544"/>
                  <a:pt x="396" y="544"/>
                  <a:pt x="396" y="544"/>
                </a:cubicBezTo>
                <a:cubicBezTo>
                  <a:pt x="389" y="558"/>
                  <a:pt x="382" y="565"/>
                  <a:pt x="368" y="565"/>
                </a:cubicBezTo>
                <a:cubicBezTo>
                  <a:pt x="354" y="565"/>
                  <a:pt x="347" y="558"/>
                  <a:pt x="340" y="544"/>
                </a:cubicBezTo>
                <a:cubicBezTo>
                  <a:pt x="311" y="544"/>
                  <a:pt x="311" y="544"/>
                  <a:pt x="311" y="544"/>
                </a:cubicBezTo>
                <a:cubicBezTo>
                  <a:pt x="304" y="558"/>
                  <a:pt x="297" y="565"/>
                  <a:pt x="283" y="565"/>
                </a:cubicBezTo>
                <a:cubicBezTo>
                  <a:pt x="269" y="565"/>
                  <a:pt x="262" y="558"/>
                  <a:pt x="255" y="544"/>
                </a:cubicBezTo>
                <a:cubicBezTo>
                  <a:pt x="226" y="544"/>
                  <a:pt x="226" y="544"/>
                  <a:pt x="226" y="544"/>
                </a:cubicBezTo>
                <a:cubicBezTo>
                  <a:pt x="219" y="558"/>
                  <a:pt x="212" y="565"/>
                  <a:pt x="198" y="565"/>
                </a:cubicBezTo>
                <a:cubicBezTo>
                  <a:pt x="184" y="565"/>
                  <a:pt x="177" y="558"/>
                  <a:pt x="170" y="544"/>
                </a:cubicBezTo>
                <a:cubicBezTo>
                  <a:pt x="142" y="544"/>
                  <a:pt x="142" y="544"/>
                  <a:pt x="142" y="544"/>
                </a:cubicBezTo>
                <a:cubicBezTo>
                  <a:pt x="135" y="558"/>
                  <a:pt x="128" y="565"/>
                  <a:pt x="113" y="565"/>
                </a:cubicBezTo>
                <a:cubicBezTo>
                  <a:pt x="99" y="565"/>
                  <a:pt x="92" y="558"/>
                  <a:pt x="85" y="544"/>
                </a:cubicBezTo>
                <a:cubicBezTo>
                  <a:pt x="57" y="544"/>
                  <a:pt x="57" y="544"/>
                  <a:pt x="57" y="544"/>
                </a:cubicBezTo>
                <a:cubicBezTo>
                  <a:pt x="50" y="558"/>
                  <a:pt x="43" y="565"/>
                  <a:pt x="29" y="565"/>
                </a:cubicBezTo>
                <a:cubicBezTo>
                  <a:pt x="15" y="565"/>
                  <a:pt x="0" y="551"/>
                  <a:pt x="0" y="537"/>
                </a:cubicBezTo>
                <a:cubicBezTo>
                  <a:pt x="0" y="523"/>
                  <a:pt x="7" y="509"/>
                  <a:pt x="22" y="509"/>
                </a:cubicBezTo>
                <a:cubicBezTo>
                  <a:pt x="22" y="473"/>
                  <a:pt x="22" y="473"/>
                  <a:pt x="22" y="473"/>
                </a:cubicBezTo>
                <a:cubicBezTo>
                  <a:pt x="7" y="473"/>
                  <a:pt x="0" y="459"/>
                  <a:pt x="0" y="452"/>
                </a:cubicBezTo>
                <a:cubicBezTo>
                  <a:pt x="0" y="438"/>
                  <a:pt x="7" y="424"/>
                  <a:pt x="22" y="424"/>
                </a:cubicBezTo>
                <a:cubicBezTo>
                  <a:pt x="22" y="388"/>
                  <a:pt x="22" y="388"/>
                  <a:pt x="22" y="388"/>
                </a:cubicBezTo>
                <a:cubicBezTo>
                  <a:pt x="7" y="388"/>
                  <a:pt x="0" y="374"/>
                  <a:pt x="0" y="367"/>
                </a:cubicBezTo>
                <a:cubicBezTo>
                  <a:pt x="0" y="353"/>
                  <a:pt x="7" y="339"/>
                  <a:pt x="22" y="339"/>
                </a:cubicBezTo>
                <a:cubicBezTo>
                  <a:pt x="22" y="304"/>
                  <a:pt x="22" y="304"/>
                  <a:pt x="22" y="304"/>
                </a:cubicBezTo>
                <a:cubicBezTo>
                  <a:pt x="7" y="304"/>
                  <a:pt x="0" y="289"/>
                  <a:pt x="0" y="282"/>
                </a:cubicBezTo>
                <a:cubicBezTo>
                  <a:pt x="0" y="268"/>
                  <a:pt x="7" y="254"/>
                  <a:pt x="22" y="254"/>
                </a:cubicBezTo>
                <a:cubicBezTo>
                  <a:pt x="22" y="219"/>
                  <a:pt x="22" y="219"/>
                  <a:pt x="22" y="219"/>
                </a:cubicBezTo>
                <a:cubicBezTo>
                  <a:pt x="7" y="219"/>
                  <a:pt x="0" y="205"/>
                  <a:pt x="0" y="198"/>
                </a:cubicBezTo>
                <a:cubicBezTo>
                  <a:pt x="0" y="183"/>
                  <a:pt x="7" y="169"/>
                  <a:pt x="22" y="169"/>
                </a:cubicBezTo>
                <a:cubicBezTo>
                  <a:pt x="22" y="134"/>
                  <a:pt x="22" y="134"/>
                  <a:pt x="22" y="134"/>
                </a:cubicBezTo>
                <a:cubicBezTo>
                  <a:pt x="7" y="134"/>
                  <a:pt x="0" y="120"/>
                  <a:pt x="0" y="113"/>
                </a:cubicBezTo>
                <a:cubicBezTo>
                  <a:pt x="0" y="98"/>
                  <a:pt x="7" y="84"/>
                  <a:pt x="22" y="84"/>
                </a:cubicBezTo>
                <a:cubicBezTo>
                  <a:pt x="22" y="49"/>
                  <a:pt x="22" y="49"/>
                  <a:pt x="22" y="49"/>
                </a:cubicBezTo>
                <a:cubicBezTo>
                  <a:pt x="7" y="49"/>
                  <a:pt x="0" y="35"/>
                  <a:pt x="0" y="28"/>
                </a:cubicBezTo>
                <a:cubicBezTo>
                  <a:pt x="0" y="7"/>
                  <a:pt x="15" y="0"/>
                  <a:pt x="29" y="0"/>
                </a:cubicBezTo>
                <a:cubicBezTo>
                  <a:pt x="43" y="0"/>
                  <a:pt x="50" y="7"/>
                  <a:pt x="57" y="14"/>
                </a:cubicBezTo>
                <a:cubicBezTo>
                  <a:pt x="85" y="14"/>
                  <a:pt x="85" y="14"/>
                  <a:pt x="85" y="14"/>
                </a:cubicBezTo>
                <a:cubicBezTo>
                  <a:pt x="92" y="7"/>
                  <a:pt x="99" y="0"/>
                  <a:pt x="113" y="0"/>
                </a:cubicBezTo>
                <a:cubicBezTo>
                  <a:pt x="128" y="0"/>
                  <a:pt x="135" y="7"/>
                  <a:pt x="142" y="14"/>
                </a:cubicBezTo>
                <a:cubicBezTo>
                  <a:pt x="170" y="14"/>
                  <a:pt x="170" y="14"/>
                  <a:pt x="170" y="14"/>
                </a:cubicBezTo>
                <a:cubicBezTo>
                  <a:pt x="177" y="7"/>
                  <a:pt x="184" y="0"/>
                  <a:pt x="198" y="0"/>
                </a:cubicBezTo>
                <a:cubicBezTo>
                  <a:pt x="212" y="0"/>
                  <a:pt x="219" y="7"/>
                  <a:pt x="226" y="14"/>
                </a:cubicBezTo>
                <a:cubicBezTo>
                  <a:pt x="255" y="14"/>
                  <a:pt x="255" y="14"/>
                  <a:pt x="255" y="14"/>
                </a:cubicBezTo>
                <a:cubicBezTo>
                  <a:pt x="262" y="7"/>
                  <a:pt x="269" y="0"/>
                  <a:pt x="283" y="0"/>
                </a:cubicBezTo>
                <a:cubicBezTo>
                  <a:pt x="297" y="0"/>
                  <a:pt x="304" y="7"/>
                  <a:pt x="311" y="14"/>
                </a:cubicBezTo>
                <a:cubicBezTo>
                  <a:pt x="340" y="14"/>
                  <a:pt x="340" y="14"/>
                  <a:pt x="340" y="14"/>
                </a:cubicBezTo>
                <a:cubicBezTo>
                  <a:pt x="347" y="7"/>
                  <a:pt x="354" y="0"/>
                  <a:pt x="368" y="0"/>
                </a:cubicBezTo>
                <a:cubicBezTo>
                  <a:pt x="382" y="0"/>
                  <a:pt x="389" y="7"/>
                  <a:pt x="396" y="14"/>
                </a:cubicBezTo>
                <a:cubicBezTo>
                  <a:pt x="424" y="14"/>
                  <a:pt x="424" y="14"/>
                  <a:pt x="424" y="14"/>
                </a:cubicBezTo>
                <a:cubicBezTo>
                  <a:pt x="431" y="7"/>
                  <a:pt x="438" y="0"/>
                  <a:pt x="453" y="0"/>
                </a:cubicBezTo>
                <a:cubicBezTo>
                  <a:pt x="467" y="0"/>
                  <a:pt x="474" y="7"/>
                  <a:pt x="481" y="14"/>
                </a:cubicBezTo>
                <a:cubicBezTo>
                  <a:pt x="509" y="14"/>
                  <a:pt x="509" y="14"/>
                  <a:pt x="509" y="14"/>
                </a:cubicBezTo>
                <a:cubicBezTo>
                  <a:pt x="516" y="7"/>
                  <a:pt x="523" y="0"/>
                  <a:pt x="537" y="0"/>
                </a:cubicBezTo>
                <a:cubicBezTo>
                  <a:pt x="552" y="0"/>
                  <a:pt x="566" y="7"/>
                  <a:pt x="566" y="28"/>
                </a:cubicBezTo>
                <a:cubicBezTo>
                  <a:pt x="566" y="35"/>
                  <a:pt x="559" y="49"/>
                  <a:pt x="544" y="49"/>
                </a:cubicBezTo>
                <a:cubicBezTo>
                  <a:pt x="544" y="84"/>
                  <a:pt x="544" y="84"/>
                  <a:pt x="544" y="84"/>
                </a:cubicBezTo>
                <a:cubicBezTo>
                  <a:pt x="559" y="84"/>
                  <a:pt x="566" y="98"/>
                  <a:pt x="566" y="113"/>
                </a:cubicBezTo>
                <a:cubicBezTo>
                  <a:pt x="566" y="120"/>
                  <a:pt x="559" y="134"/>
                  <a:pt x="544" y="134"/>
                </a:cubicBezTo>
                <a:cubicBezTo>
                  <a:pt x="544" y="169"/>
                  <a:pt x="544" y="169"/>
                  <a:pt x="544" y="169"/>
                </a:cubicBezTo>
                <a:cubicBezTo>
                  <a:pt x="559" y="169"/>
                  <a:pt x="566" y="183"/>
                  <a:pt x="566" y="198"/>
                </a:cubicBezTo>
                <a:cubicBezTo>
                  <a:pt x="566" y="205"/>
                  <a:pt x="559" y="219"/>
                  <a:pt x="544" y="219"/>
                </a:cubicBezTo>
                <a:cubicBezTo>
                  <a:pt x="544" y="254"/>
                  <a:pt x="544" y="254"/>
                  <a:pt x="544" y="254"/>
                </a:cubicBezTo>
                <a:cubicBezTo>
                  <a:pt x="559" y="254"/>
                  <a:pt x="566" y="268"/>
                  <a:pt x="566" y="282"/>
                </a:cubicBezTo>
                <a:cubicBezTo>
                  <a:pt x="566" y="289"/>
                  <a:pt x="559" y="304"/>
                  <a:pt x="544" y="304"/>
                </a:cubicBezTo>
                <a:cubicBezTo>
                  <a:pt x="544" y="339"/>
                  <a:pt x="544" y="339"/>
                  <a:pt x="544" y="339"/>
                </a:cubicBezTo>
                <a:cubicBezTo>
                  <a:pt x="559" y="339"/>
                  <a:pt x="566" y="353"/>
                  <a:pt x="566" y="367"/>
                </a:cubicBezTo>
                <a:cubicBezTo>
                  <a:pt x="566" y="374"/>
                  <a:pt x="559" y="388"/>
                  <a:pt x="544" y="388"/>
                </a:cubicBezTo>
                <a:cubicBezTo>
                  <a:pt x="544" y="424"/>
                  <a:pt x="544" y="424"/>
                  <a:pt x="544" y="424"/>
                </a:cubicBezTo>
                <a:cubicBezTo>
                  <a:pt x="559" y="424"/>
                  <a:pt x="566" y="438"/>
                  <a:pt x="566" y="452"/>
                </a:cubicBezTo>
                <a:close/>
                <a:moveTo>
                  <a:pt x="488" y="70"/>
                </a:moveTo>
                <a:lnTo>
                  <a:pt x="488" y="70"/>
                </a:lnTo>
                <a:cubicBezTo>
                  <a:pt x="78" y="70"/>
                  <a:pt x="78" y="70"/>
                  <a:pt x="78" y="70"/>
                </a:cubicBezTo>
                <a:cubicBezTo>
                  <a:pt x="78" y="487"/>
                  <a:pt x="78" y="487"/>
                  <a:pt x="78" y="487"/>
                </a:cubicBezTo>
                <a:cubicBezTo>
                  <a:pt x="488" y="487"/>
                  <a:pt x="488" y="487"/>
                  <a:pt x="488" y="487"/>
                </a:cubicBezTo>
                <a:lnTo>
                  <a:pt x="488" y="70"/>
                </a:lnTo>
                <a:close/>
                <a:moveTo>
                  <a:pt x="248" y="374"/>
                </a:moveTo>
                <a:lnTo>
                  <a:pt x="248" y="374"/>
                </a:lnTo>
                <a:cubicBezTo>
                  <a:pt x="375" y="212"/>
                  <a:pt x="375" y="212"/>
                  <a:pt x="375" y="212"/>
                </a:cubicBezTo>
                <a:cubicBezTo>
                  <a:pt x="460" y="346"/>
                  <a:pt x="460" y="346"/>
                  <a:pt x="460" y="346"/>
                </a:cubicBezTo>
                <a:cubicBezTo>
                  <a:pt x="460" y="459"/>
                  <a:pt x="460" y="459"/>
                  <a:pt x="460" y="459"/>
                </a:cubicBezTo>
                <a:cubicBezTo>
                  <a:pt x="106" y="459"/>
                  <a:pt x="106" y="459"/>
                  <a:pt x="106" y="459"/>
                </a:cubicBezTo>
                <a:cubicBezTo>
                  <a:pt x="219" y="346"/>
                  <a:pt x="219" y="346"/>
                  <a:pt x="219" y="346"/>
                </a:cubicBezTo>
                <a:lnTo>
                  <a:pt x="248" y="374"/>
                </a:lnTo>
                <a:close/>
                <a:moveTo>
                  <a:pt x="191" y="240"/>
                </a:moveTo>
                <a:lnTo>
                  <a:pt x="191" y="240"/>
                </a:lnTo>
                <a:cubicBezTo>
                  <a:pt x="156" y="240"/>
                  <a:pt x="135" y="219"/>
                  <a:pt x="135" y="183"/>
                </a:cubicBezTo>
                <a:cubicBezTo>
                  <a:pt x="135" y="155"/>
                  <a:pt x="156" y="127"/>
                  <a:pt x="191" y="127"/>
                </a:cubicBezTo>
                <a:cubicBezTo>
                  <a:pt x="219" y="127"/>
                  <a:pt x="248" y="155"/>
                  <a:pt x="248" y="183"/>
                </a:cubicBezTo>
                <a:cubicBezTo>
                  <a:pt x="248" y="219"/>
                  <a:pt x="219" y="240"/>
                  <a:pt x="191" y="24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8" name="Google Shape;1848;p27"/>
          <p:cNvSpPr/>
          <p:nvPr/>
        </p:nvSpPr>
        <p:spPr>
          <a:xfrm>
            <a:off x="556683" y="2946075"/>
            <a:ext cx="517561" cy="513547"/>
          </a:xfrm>
          <a:custGeom>
            <a:rect b="b" l="l" r="r" t="t"/>
            <a:pathLst>
              <a:path extrusionOk="0" h="566" w="567">
                <a:moveTo>
                  <a:pt x="566" y="452"/>
                </a:moveTo>
                <a:lnTo>
                  <a:pt x="566" y="452"/>
                </a:lnTo>
                <a:cubicBezTo>
                  <a:pt x="566" y="459"/>
                  <a:pt x="559" y="473"/>
                  <a:pt x="544" y="473"/>
                </a:cubicBezTo>
                <a:cubicBezTo>
                  <a:pt x="544" y="509"/>
                  <a:pt x="544" y="509"/>
                  <a:pt x="544" y="509"/>
                </a:cubicBezTo>
                <a:cubicBezTo>
                  <a:pt x="559" y="509"/>
                  <a:pt x="566" y="523"/>
                  <a:pt x="566" y="537"/>
                </a:cubicBezTo>
                <a:cubicBezTo>
                  <a:pt x="566" y="551"/>
                  <a:pt x="551" y="565"/>
                  <a:pt x="537" y="565"/>
                </a:cubicBezTo>
                <a:cubicBezTo>
                  <a:pt x="523" y="565"/>
                  <a:pt x="509" y="558"/>
                  <a:pt x="509" y="544"/>
                </a:cubicBezTo>
                <a:cubicBezTo>
                  <a:pt x="474" y="544"/>
                  <a:pt x="474" y="544"/>
                  <a:pt x="474" y="544"/>
                </a:cubicBezTo>
                <a:cubicBezTo>
                  <a:pt x="474" y="558"/>
                  <a:pt x="460" y="565"/>
                  <a:pt x="453" y="565"/>
                </a:cubicBezTo>
                <a:cubicBezTo>
                  <a:pt x="438" y="565"/>
                  <a:pt x="424" y="558"/>
                  <a:pt x="424" y="544"/>
                </a:cubicBezTo>
                <a:cubicBezTo>
                  <a:pt x="389" y="544"/>
                  <a:pt x="389" y="544"/>
                  <a:pt x="389" y="544"/>
                </a:cubicBezTo>
                <a:cubicBezTo>
                  <a:pt x="389" y="558"/>
                  <a:pt x="375" y="565"/>
                  <a:pt x="368" y="565"/>
                </a:cubicBezTo>
                <a:cubicBezTo>
                  <a:pt x="354" y="565"/>
                  <a:pt x="340" y="558"/>
                  <a:pt x="340" y="544"/>
                </a:cubicBezTo>
                <a:cubicBezTo>
                  <a:pt x="304" y="544"/>
                  <a:pt x="304" y="544"/>
                  <a:pt x="304" y="544"/>
                </a:cubicBezTo>
                <a:cubicBezTo>
                  <a:pt x="304" y="558"/>
                  <a:pt x="290" y="565"/>
                  <a:pt x="283" y="565"/>
                </a:cubicBezTo>
                <a:cubicBezTo>
                  <a:pt x="269" y="565"/>
                  <a:pt x="255" y="558"/>
                  <a:pt x="255" y="544"/>
                </a:cubicBezTo>
                <a:cubicBezTo>
                  <a:pt x="219" y="544"/>
                  <a:pt x="219" y="544"/>
                  <a:pt x="219" y="544"/>
                </a:cubicBezTo>
                <a:cubicBezTo>
                  <a:pt x="219" y="558"/>
                  <a:pt x="205" y="565"/>
                  <a:pt x="198" y="565"/>
                </a:cubicBezTo>
                <a:cubicBezTo>
                  <a:pt x="184" y="565"/>
                  <a:pt x="170" y="558"/>
                  <a:pt x="170" y="544"/>
                </a:cubicBezTo>
                <a:cubicBezTo>
                  <a:pt x="135" y="544"/>
                  <a:pt x="135" y="544"/>
                  <a:pt x="135" y="544"/>
                </a:cubicBezTo>
                <a:cubicBezTo>
                  <a:pt x="135" y="558"/>
                  <a:pt x="120" y="565"/>
                  <a:pt x="113" y="565"/>
                </a:cubicBezTo>
                <a:cubicBezTo>
                  <a:pt x="99" y="565"/>
                  <a:pt x="85" y="558"/>
                  <a:pt x="85" y="544"/>
                </a:cubicBezTo>
                <a:cubicBezTo>
                  <a:pt x="50" y="544"/>
                  <a:pt x="50" y="544"/>
                  <a:pt x="50" y="544"/>
                </a:cubicBezTo>
                <a:cubicBezTo>
                  <a:pt x="50" y="558"/>
                  <a:pt x="36" y="565"/>
                  <a:pt x="29" y="565"/>
                </a:cubicBezTo>
                <a:cubicBezTo>
                  <a:pt x="7" y="565"/>
                  <a:pt x="0" y="551"/>
                  <a:pt x="0" y="537"/>
                </a:cubicBezTo>
                <a:cubicBezTo>
                  <a:pt x="0" y="523"/>
                  <a:pt x="7" y="509"/>
                  <a:pt x="14" y="509"/>
                </a:cubicBezTo>
                <a:cubicBezTo>
                  <a:pt x="14" y="473"/>
                  <a:pt x="14" y="473"/>
                  <a:pt x="14" y="473"/>
                </a:cubicBezTo>
                <a:cubicBezTo>
                  <a:pt x="7" y="473"/>
                  <a:pt x="0" y="459"/>
                  <a:pt x="0" y="452"/>
                </a:cubicBezTo>
                <a:cubicBezTo>
                  <a:pt x="0" y="438"/>
                  <a:pt x="7" y="424"/>
                  <a:pt x="14" y="424"/>
                </a:cubicBezTo>
                <a:cubicBezTo>
                  <a:pt x="14" y="388"/>
                  <a:pt x="14" y="388"/>
                  <a:pt x="14" y="388"/>
                </a:cubicBezTo>
                <a:cubicBezTo>
                  <a:pt x="7" y="388"/>
                  <a:pt x="0" y="374"/>
                  <a:pt x="0" y="367"/>
                </a:cubicBezTo>
                <a:cubicBezTo>
                  <a:pt x="0" y="353"/>
                  <a:pt x="7" y="339"/>
                  <a:pt x="14" y="339"/>
                </a:cubicBezTo>
                <a:cubicBezTo>
                  <a:pt x="14" y="304"/>
                  <a:pt x="14" y="304"/>
                  <a:pt x="14" y="304"/>
                </a:cubicBezTo>
                <a:cubicBezTo>
                  <a:pt x="7" y="304"/>
                  <a:pt x="0" y="289"/>
                  <a:pt x="0" y="282"/>
                </a:cubicBezTo>
                <a:cubicBezTo>
                  <a:pt x="0" y="268"/>
                  <a:pt x="7" y="254"/>
                  <a:pt x="14" y="254"/>
                </a:cubicBezTo>
                <a:cubicBezTo>
                  <a:pt x="14" y="219"/>
                  <a:pt x="14" y="219"/>
                  <a:pt x="14" y="219"/>
                </a:cubicBezTo>
                <a:cubicBezTo>
                  <a:pt x="7" y="219"/>
                  <a:pt x="0" y="205"/>
                  <a:pt x="0" y="198"/>
                </a:cubicBezTo>
                <a:cubicBezTo>
                  <a:pt x="0" y="183"/>
                  <a:pt x="7" y="169"/>
                  <a:pt x="14" y="169"/>
                </a:cubicBezTo>
                <a:cubicBezTo>
                  <a:pt x="14" y="134"/>
                  <a:pt x="14" y="134"/>
                  <a:pt x="14" y="134"/>
                </a:cubicBezTo>
                <a:cubicBezTo>
                  <a:pt x="7" y="134"/>
                  <a:pt x="0" y="120"/>
                  <a:pt x="0" y="113"/>
                </a:cubicBezTo>
                <a:cubicBezTo>
                  <a:pt x="0" y="98"/>
                  <a:pt x="7" y="84"/>
                  <a:pt x="14" y="84"/>
                </a:cubicBezTo>
                <a:cubicBezTo>
                  <a:pt x="14" y="49"/>
                  <a:pt x="14" y="49"/>
                  <a:pt x="14" y="49"/>
                </a:cubicBezTo>
                <a:cubicBezTo>
                  <a:pt x="7" y="49"/>
                  <a:pt x="0" y="35"/>
                  <a:pt x="0" y="28"/>
                </a:cubicBezTo>
                <a:cubicBezTo>
                  <a:pt x="0" y="7"/>
                  <a:pt x="7" y="0"/>
                  <a:pt x="29" y="0"/>
                </a:cubicBezTo>
                <a:cubicBezTo>
                  <a:pt x="36" y="0"/>
                  <a:pt x="50" y="7"/>
                  <a:pt x="50" y="14"/>
                </a:cubicBezTo>
                <a:cubicBezTo>
                  <a:pt x="85" y="14"/>
                  <a:pt x="85" y="14"/>
                  <a:pt x="85" y="14"/>
                </a:cubicBezTo>
                <a:cubicBezTo>
                  <a:pt x="85" y="7"/>
                  <a:pt x="99" y="0"/>
                  <a:pt x="113" y="0"/>
                </a:cubicBezTo>
                <a:cubicBezTo>
                  <a:pt x="120" y="0"/>
                  <a:pt x="135" y="7"/>
                  <a:pt x="135" y="14"/>
                </a:cubicBezTo>
                <a:cubicBezTo>
                  <a:pt x="170" y="14"/>
                  <a:pt x="170" y="14"/>
                  <a:pt x="170" y="14"/>
                </a:cubicBezTo>
                <a:cubicBezTo>
                  <a:pt x="170" y="7"/>
                  <a:pt x="184" y="0"/>
                  <a:pt x="198" y="0"/>
                </a:cubicBezTo>
                <a:cubicBezTo>
                  <a:pt x="205" y="0"/>
                  <a:pt x="219" y="7"/>
                  <a:pt x="219" y="14"/>
                </a:cubicBezTo>
                <a:cubicBezTo>
                  <a:pt x="255" y="14"/>
                  <a:pt x="255" y="14"/>
                  <a:pt x="255" y="14"/>
                </a:cubicBezTo>
                <a:cubicBezTo>
                  <a:pt x="255" y="7"/>
                  <a:pt x="269" y="0"/>
                  <a:pt x="283" y="0"/>
                </a:cubicBezTo>
                <a:cubicBezTo>
                  <a:pt x="290" y="0"/>
                  <a:pt x="304" y="7"/>
                  <a:pt x="304" y="14"/>
                </a:cubicBezTo>
                <a:cubicBezTo>
                  <a:pt x="340" y="14"/>
                  <a:pt x="340" y="14"/>
                  <a:pt x="340" y="14"/>
                </a:cubicBezTo>
                <a:cubicBezTo>
                  <a:pt x="340" y="7"/>
                  <a:pt x="354" y="0"/>
                  <a:pt x="368" y="0"/>
                </a:cubicBezTo>
                <a:cubicBezTo>
                  <a:pt x="375" y="0"/>
                  <a:pt x="389" y="7"/>
                  <a:pt x="389" y="14"/>
                </a:cubicBezTo>
                <a:cubicBezTo>
                  <a:pt x="424" y="14"/>
                  <a:pt x="424" y="14"/>
                  <a:pt x="424" y="14"/>
                </a:cubicBezTo>
                <a:cubicBezTo>
                  <a:pt x="424" y="7"/>
                  <a:pt x="438" y="0"/>
                  <a:pt x="453" y="0"/>
                </a:cubicBezTo>
                <a:cubicBezTo>
                  <a:pt x="460" y="0"/>
                  <a:pt x="474" y="7"/>
                  <a:pt x="474" y="14"/>
                </a:cubicBezTo>
                <a:cubicBezTo>
                  <a:pt x="509" y="14"/>
                  <a:pt x="509" y="14"/>
                  <a:pt x="509" y="14"/>
                </a:cubicBezTo>
                <a:cubicBezTo>
                  <a:pt x="509" y="7"/>
                  <a:pt x="523" y="0"/>
                  <a:pt x="537" y="0"/>
                </a:cubicBezTo>
                <a:cubicBezTo>
                  <a:pt x="551" y="0"/>
                  <a:pt x="566" y="7"/>
                  <a:pt x="566" y="28"/>
                </a:cubicBezTo>
                <a:cubicBezTo>
                  <a:pt x="566" y="35"/>
                  <a:pt x="559" y="49"/>
                  <a:pt x="544" y="49"/>
                </a:cubicBezTo>
                <a:cubicBezTo>
                  <a:pt x="544" y="84"/>
                  <a:pt x="544" y="84"/>
                  <a:pt x="544" y="84"/>
                </a:cubicBezTo>
                <a:cubicBezTo>
                  <a:pt x="559" y="84"/>
                  <a:pt x="566" y="98"/>
                  <a:pt x="566" y="113"/>
                </a:cubicBezTo>
                <a:cubicBezTo>
                  <a:pt x="566" y="120"/>
                  <a:pt x="559" y="134"/>
                  <a:pt x="544" y="134"/>
                </a:cubicBezTo>
                <a:cubicBezTo>
                  <a:pt x="544" y="169"/>
                  <a:pt x="544" y="169"/>
                  <a:pt x="544" y="169"/>
                </a:cubicBezTo>
                <a:cubicBezTo>
                  <a:pt x="559" y="169"/>
                  <a:pt x="566" y="183"/>
                  <a:pt x="566" y="198"/>
                </a:cubicBezTo>
                <a:cubicBezTo>
                  <a:pt x="566" y="205"/>
                  <a:pt x="559" y="219"/>
                  <a:pt x="544" y="219"/>
                </a:cubicBezTo>
                <a:cubicBezTo>
                  <a:pt x="544" y="254"/>
                  <a:pt x="544" y="254"/>
                  <a:pt x="544" y="254"/>
                </a:cubicBezTo>
                <a:cubicBezTo>
                  <a:pt x="559" y="254"/>
                  <a:pt x="566" y="268"/>
                  <a:pt x="566" y="282"/>
                </a:cubicBezTo>
                <a:cubicBezTo>
                  <a:pt x="566" y="289"/>
                  <a:pt x="559" y="304"/>
                  <a:pt x="544" y="304"/>
                </a:cubicBezTo>
                <a:cubicBezTo>
                  <a:pt x="544" y="339"/>
                  <a:pt x="544" y="339"/>
                  <a:pt x="544" y="339"/>
                </a:cubicBezTo>
                <a:cubicBezTo>
                  <a:pt x="559" y="339"/>
                  <a:pt x="566" y="353"/>
                  <a:pt x="566" y="367"/>
                </a:cubicBezTo>
                <a:cubicBezTo>
                  <a:pt x="566" y="374"/>
                  <a:pt x="559" y="388"/>
                  <a:pt x="544" y="388"/>
                </a:cubicBezTo>
                <a:cubicBezTo>
                  <a:pt x="544" y="424"/>
                  <a:pt x="544" y="424"/>
                  <a:pt x="544" y="424"/>
                </a:cubicBezTo>
                <a:cubicBezTo>
                  <a:pt x="559" y="424"/>
                  <a:pt x="566" y="438"/>
                  <a:pt x="566" y="452"/>
                </a:cubicBezTo>
                <a:close/>
                <a:moveTo>
                  <a:pt x="488" y="70"/>
                </a:moveTo>
                <a:lnTo>
                  <a:pt x="488" y="70"/>
                </a:lnTo>
                <a:cubicBezTo>
                  <a:pt x="71" y="70"/>
                  <a:pt x="71" y="70"/>
                  <a:pt x="71" y="70"/>
                </a:cubicBezTo>
                <a:cubicBezTo>
                  <a:pt x="71" y="487"/>
                  <a:pt x="71" y="487"/>
                  <a:pt x="71" y="487"/>
                </a:cubicBezTo>
                <a:cubicBezTo>
                  <a:pt x="488" y="487"/>
                  <a:pt x="488" y="487"/>
                  <a:pt x="488" y="487"/>
                </a:cubicBezTo>
                <a:lnTo>
                  <a:pt x="488" y="7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9" name="Google Shape;1849;p27"/>
          <p:cNvSpPr/>
          <p:nvPr/>
        </p:nvSpPr>
        <p:spPr>
          <a:xfrm>
            <a:off x="11100452" y="1967125"/>
            <a:ext cx="549657" cy="549657"/>
          </a:xfrm>
          <a:custGeom>
            <a:rect b="b" l="l" r="r" t="t"/>
            <a:pathLst>
              <a:path extrusionOk="0" h="602" w="602">
                <a:moveTo>
                  <a:pt x="601" y="544"/>
                </a:moveTo>
                <a:lnTo>
                  <a:pt x="601" y="544"/>
                </a:lnTo>
                <a:cubicBezTo>
                  <a:pt x="601" y="573"/>
                  <a:pt x="573" y="601"/>
                  <a:pt x="544" y="601"/>
                </a:cubicBezTo>
                <a:cubicBezTo>
                  <a:pt x="530" y="601"/>
                  <a:pt x="516" y="594"/>
                  <a:pt x="502" y="587"/>
                </a:cubicBezTo>
                <a:cubicBezTo>
                  <a:pt x="339" y="417"/>
                  <a:pt x="339" y="417"/>
                  <a:pt x="339" y="417"/>
                </a:cubicBezTo>
                <a:cubicBezTo>
                  <a:pt x="304" y="438"/>
                  <a:pt x="269" y="453"/>
                  <a:pt x="226" y="453"/>
                </a:cubicBezTo>
                <a:cubicBezTo>
                  <a:pt x="99" y="453"/>
                  <a:pt x="0" y="347"/>
                  <a:pt x="0" y="226"/>
                </a:cubicBezTo>
                <a:cubicBezTo>
                  <a:pt x="0" y="99"/>
                  <a:pt x="99" y="0"/>
                  <a:pt x="226" y="0"/>
                </a:cubicBezTo>
                <a:cubicBezTo>
                  <a:pt x="346" y="0"/>
                  <a:pt x="452" y="99"/>
                  <a:pt x="452" y="226"/>
                </a:cubicBezTo>
                <a:cubicBezTo>
                  <a:pt x="452" y="269"/>
                  <a:pt x="438" y="304"/>
                  <a:pt x="417" y="340"/>
                </a:cubicBezTo>
                <a:cubicBezTo>
                  <a:pt x="587" y="502"/>
                  <a:pt x="587" y="502"/>
                  <a:pt x="587" y="502"/>
                </a:cubicBezTo>
                <a:cubicBezTo>
                  <a:pt x="594" y="516"/>
                  <a:pt x="601" y="530"/>
                  <a:pt x="601" y="544"/>
                </a:cubicBezTo>
                <a:close/>
                <a:moveTo>
                  <a:pt x="226" y="57"/>
                </a:moveTo>
                <a:lnTo>
                  <a:pt x="226" y="57"/>
                </a:lnTo>
                <a:cubicBezTo>
                  <a:pt x="127" y="57"/>
                  <a:pt x="57" y="127"/>
                  <a:pt x="57" y="226"/>
                </a:cubicBezTo>
                <a:cubicBezTo>
                  <a:pt x="57" y="318"/>
                  <a:pt x="127" y="396"/>
                  <a:pt x="226" y="396"/>
                </a:cubicBezTo>
                <a:cubicBezTo>
                  <a:pt x="318" y="396"/>
                  <a:pt x="396" y="318"/>
                  <a:pt x="396" y="226"/>
                </a:cubicBezTo>
                <a:cubicBezTo>
                  <a:pt x="396" y="127"/>
                  <a:pt x="318" y="57"/>
                  <a:pt x="226" y="57"/>
                </a:cubicBezTo>
                <a:close/>
                <a:moveTo>
                  <a:pt x="318" y="255"/>
                </a:moveTo>
                <a:lnTo>
                  <a:pt x="318" y="255"/>
                </a:lnTo>
                <a:cubicBezTo>
                  <a:pt x="127" y="255"/>
                  <a:pt x="127" y="255"/>
                  <a:pt x="127" y="255"/>
                </a:cubicBezTo>
                <a:cubicBezTo>
                  <a:pt x="113" y="255"/>
                  <a:pt x="99" y="241"/>
                  <a:pt x="99" y="226"/>
                </a:cubicBezTo>
                <a:cubicBezTo>
                  <a:pt x="99" y="205"/>
                  <a:pt x="113" y="198"/>
                  <a:pt x="127" y="198"/>
                </a:cubicBezTo>
                <a:cubicBezTo>
                  <a:pt x="318" y="198"/>
                  <a:pt x="318" y="198"/>
                  <a:pt x="318" y="198"/>
                </a:cubicBezTo>
                <a:cubicBezTo>
                  <a:pt x="332" y="198"/>
                  <a:pt x="346" y="205"/>
                  <a:pt x="346" y="226"/>
                </a:cubicBezTo>
                <a:cubicBezTo>
                  <a:pt x="346" y="241"/>
                  <a:pt x="332" y="255"/>
                  <a:pt x="318" y="25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0" name="Google Shape;1850;p27"/>
          <p:cNvSpPr/>
          <p:nvPr/>
        </p:nvSpPr>
        <p:spPr>
          <a:xfrm>
            <a:off x="10133540" y="1967125"/>
            <a:ext cx="553668" cy="549657"/>
          </a:xfrm>
          <a:custGeom>
            <a:rect b="b" l="l" r="r" t="t"/>
            <a:pathLst>
              <a:path extrusionOk="0" h="602" w="609">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1" name="Google Shape;1851;p27"/>
          <p:cNvSpPr/>
          <p:nvPr/>
        </p:nvSpPr>
        <p:spPr>
          <a:xfrm>
            <a:off x="9178663" y="1967125"/>
            <a:ext cx="549655" cy="549657"/>
          </a:xfrm>
          <a:custGeom>
            <a:rect b="b" l="l" r="r" t="t"/>
            <a:pathLst>
              <a:path extrusionOk="0" h="602" w="602">
                <a:moveTo>
                  <a:pt x="586" y="502"/>
                </a:moveTo>
                <a:lnTo>
                  <a:pt x="586" y="502"/>
                </a:lnTo>
                <a:cubicBezTo>
                  <a:pt x="594" y="516"/>
                  <a:pt x="601" y="530"/>
                  <a:pt x="601" y="544"/>
                </a:cubicBezTo>
                <a:cubicBezTo>
                  <a:pt x="601" y="573"/>
                  <a:pt x="579" y="601"/>
                  <a:pt x="544" y="601"/>
                </a:cubicBezTo>
                <a:cubicBezTo>
                  <a:pt x="530" y="601"/>
                  <a:pt x="516" y="594"/>
                  <a:pt x="509" y="587"/>
                </a:cubicBezTo>
                <a:cubicBezTo>
                  <a:pt x="339" y="417"/>
                  <a:pt x="339" y="417"/>
                  <a:pt x="339" y="417"/>
                </a:cubicBezTo>
                <a:cubicBezTo>
                  <a:pt x="304" y="438"/>
                  <a:pt x="269" y="453"/>
                  <a:pt x="226" y="453"/>
                </a:cubicBezTo>
                <a:cubicBezTo>
                  <a:pt x="99" y="453"/>
                  <a:pt x="0" y="347"/>
                  <a:pt x="0" y="226"/>
                </a:cubicBezTo>
                <a:cubicBezTo>
                  <a:pt x="0" y="99"/>
                  <a:pt x="99" y="0"/>
                  <a:pt x="226" y="0"/>
                </a:cubicBezTo>
                <a:cubicBezTo>
                  <a:pt x="353" y="0"/>
                  <a:pt x="452" y="99"/>
                  <a:pt x="452" y="226"/>
                </a:cubicBezTo>
                <a:cubicBezTo>
                  <a:pt x="452" y="269"/>
                  <a:pt x="438" y="304"/>
                  <a:pt x="424" y="340"/>
                </a:cubicBezTo>
                <a:cubicBezTo>
                  <a:pt x="586" y="502"/>
                  <a:pt x="586" y="502"/>
                  <a:pt x="586" y="502"/>
                </a:cubicBezTo>
                <a:close/>
                <a:moveTo>
                  <a:pt x="226" y="57"/>
                </a:moveTo>
                <a:lnTo>
                  <a:pt x="226" y="57"/>
                </a:lnTo>
                <a:cubicBezTo>
                  <a:pt x="134" y="57"/>
                  <a:pt x="56" y="127"/>
                  <a:pt x="56" y="226"/>
                </a:cubicBezTo>
                <a:cubicBezTo>
                  <a:pt x="56" y="318"/>
                  <a:pt x="134" y="396"/>
                  <a:pt x="226" y="396"/>
                </a:cubicBezTo>
                <a:cubicBezTo>
                  <a:pt x="318" y="396"/>
                  <a:pt x="396" y="318"/>
                  <a:pt x="396" y="226"/>
                </a:cubicBezTo>
                <a:cubicBezTo>
                  <a:pt x="396" y="127"/>
                  <a:pt x="318" y="57"/>
                  <a:pt x="226" y="5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2" name="Google Shape;1852;p27"/>
          <p:cNvSpPr/>
          <p:nvPr/>
        </p:nvSpPr>
        <p:spPr>
          <a:xfrm>
            <a:off x="8219772" y="1967125"/>
            <a:ext cx="545644" cy="549657"/>
          </a:xfrm>
          <a:custGeom>
            <a:rect b="b" l="l" r="r" t="t"/>
            <a:pathLst>
              <a:path extrusionOk="0" h="602" w="601">
                <a:moveTo>
                  <a:pt x="297" y="601"/>
                </a:moveTo>
                <a:lnTo>
                  <a:pt x="297" y="601"/>
                </a:lnTo>
                <a:cubicBezTo>
                  <a:pt x="134" y="601"/>
                  <a:pt x="0" y="467"/>
                  <a:pt x="0" y="297"/>
                </a:cubicBezTo>
                <a:cubicBezTo>
                  <a:pt x="0" y="135"/>
                  <a:pt x="134" y="0"/>
                  <a:pt x="297" y="0"/>
                </a:cubicBezTo>
                <a:cubicBezTo>
                  <a:pt x="466" y="0"/>
                  <a:pt x="600" y="135"/>
                  <a:pt x="600" y="297"/>
                </a:cubicBezTo>
                <a:cubicBezTo>
                  <a:pt x="600" y="467"/>
                  <a:pt x="466" y="601"/>
                  <a:pt x="297" y="601"/>
                </a:cubicBezTo>
                <a:close/>
                <a:moveTo>
                  <a:pt x="297" y="57"/>
                </a:moveTo>
                <a:lnTo>
                  <a:pt x="297" y="57"/>
                </a:lnTo>
                <a:cubicBezTo>
                  <a:pt x="162" y="57"/>
                  <a:pt x="56" y="163"/>
                  <a:pt x="56" y="297"/>
                </a:cubicBezTo>
                <a:cubicBezTo>
                  <a:pt x="56" y="431"/>
                  <a:pt x="162" y="544"/>
                  <a:pt x="297" y="544"/>
                </a:cubicBezTo>
                <a:cubicBezTo>
                  <a:pt x="431" y="544"/>
                  <a:pt x="544" y="431"/>
                  <a:pt x="544" y="297"/>
                </a:cubicBezTo>
                <a:cubicBezTo>
                  <a:pt x="544" y="163"/>
                  <a:pt x="431" y="57"/>
                  <a:pt x="297" y="57"/>
                </a:cubicBezTo>
                <a:close/>
                <a:moveTo>
                  <a:pt x="438" y="318"/>
                </a:moveTo>
                <a:lnTo>
                  <a:pt x="438" y="318"/>
                </a:lnTo>
                <a:cubicBezTo>
                  <a:pt x="346" y="403"/>
                  <a:pt x="346" y="403"/>
                  <a:pt x="346" y="403"/>
                </a:cubicBezTo>
                <a:cubicBezTo>
                  <a:pt x="339" y="410"/>
                  <a:pt x="332" y="410"/>
                  <a:pt x="325" y="410"/>
                </a:cubicBezTo>
                <a:cubicBezTo>
                  <a:pt x="311" y="410"/>
                  <a:pt x="297" y="403"/>
                  <a:pt x="297" y="382"/>
                </a:cubicBezTo>
                <a:cubicBezTo>
                  <a:pt x="297" y="375"/>
                  <a:pt x="304" y="368"/>
                  <a:pt x="311" y="361"/>
                </a:cubicBezTo>
                <a:cubicBezTo>
                  <a:pt x="346" y="325"/>
                  <a:pt x="346" y="325"/>
                  <a:pt x="346" y="325"/>
                </a:cubicBezTo>
                <a:cubicBezTo>
                  <a:pt x="176" y="325"/>
                  <a:pt x="176" y="325"/>
                  <a:pt x="176" y="325"/>
                </a:cubicBezTo>
                <a:cubicBezTo>
                  <a:pt x="162" y="325"/>
                  <a:pt x="148" y="318"/>
                  <a:pt x="148" y="297"/>
                </a:cubicBezTo>
                <a:cubicBezTo>
                  <a:pt x="148" y="283"/>
                  <a:pt x="162" y="269"/>
                  <a:pt x="176" y="269"/>
                </a:cubicBezTo>
                <a:cubicBezTo>
                  <a:pt x="346" y="269"/>
                  <a:pt x="346" y="269"/>
                  <a:pt x="346" y="269"/>
                </a:cubicBezTo>
                <a:cubicBezTo>
                  <a:pt x="311" y="234"/>
                  <a:pt x="311" y="234"/>
                  <a:pt x="311" y="234"/>
                </a:cubicBezTo>
                <a:cubicBezTo>
                  <a:pt x="304" y="234"/>
                  <a:pt x="297" y="226"/>
                  <a:pt x="297" y="212"/>
                </a:cubicBezTo>
                <a:cubicBezTo>
                  <a:pt x="297" y="198"/>
                  <a:pt x="311" y="184"/>
                  <a:pt x="325" y="184"/>
                </a:cubicBezTo>
                <a:cubicBezTo>
                  <a:pt x="332" y="184"/>
                  <a:pt x="339" y="191"/>
                  <a:pt x="346" y="191"/>
                </a:cubicBezTo>
                <a:cubicBezTo>
                  <a:pt x="438" y="276"/>
                  <a:pt x="438" y="276"/>
                  <a:pt x="438" y="276"/>
                </a:cubicBezTo>
                <a:cubicBezTo>
                  <a:pt x="445" y="283"/>
                  <a:pt x="452" y="290"/>
                  <a:pt x="452" y="297"/>
                </a:cubicBezTo>
                <a:cubicBezTo>
                  <a:pt x="452" y="311"/>
                  <a:pt x="445" y="318"/>
                  <a:pt x="438" y="3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3" name="Google Shape;1853;p27"/>
          <p:cNvSpPr/>
          <p:nvPr/>
        </p:nvSpPr>
        <p:spPr>
          <a:xfrm>
            <a:off x="7256871" y="1967125"/>
            <a:ext cx="553668" cy="549657"/>
          </a:xfrm>
          <a:custGeom>
            <a:rect b="b" l="l" r="r" t="t"/>
            <a:pathLst>
              <a:path extrusionOk="0" h="602" w="608">
                <a:moveTo>
                  <a:pt x="304" y="601"/>
                </a:moveTo>
                <a:lnTo>
                  <a:pt x="304" y="601"/>
                </a:lnTo>
                <a:cubicBezTo>
                  <a:pt x="134" y="601"/>
                  <a:pt x="0" y="467"/>
                  <a:pt x="0" y="297"/>
                </a:cubicBezTo>
                <a:cubicBezTo>
                  <a:pt x="0" y="135"/>
                  <a:pt x="134" y="0"/>
                  <a:pt x="304" y="0"/>
                </a:cubicBezTo>
                <a:cubicBezTo>
                  <a:pt x="473" y="0"/>
                  <a:pt x="607" y="135"/>
                  <a:pt x="607" y="297"/>
                </a:cubicBezTo>
                <a:cubicBezTo>
                  <a:pt x="607" y="467"/>
                  <a:pt x="473" y="601"/>
                  <a:pt x="304" y="601"/>
                </a:cubicBezTo>
                <a:close/>
                <a:moveTo>
                  <a:pt x="304" y="57"/>
                </a:moveTo>
                <a:lnTo>
                  <a:pt x="304" y="57"/>
                </a:lnTo>
                <a:cubicBezTo>
                  <a:pt x="169" y="57"/>
                  <a:pt x="56" y="163"/>
                  <a:pt x="56" y="297"/>
                </a:cubicBezTo>
                <a:cubicBezTo>
                  <a:pt x="56" y="431"/>
                  <a:pt x="169" y="544"/>
                  <a:pt x="304" y="544"/>
                </a:cubicBezTo>
                <a:cubicBezTo>
                  <a:pt x="438" y="544"/>
                  <a:pt x="551" y="431"/>
                  <a:pt x="551" y="297"/>
                </a:cubicBezTo>
                <a:cubicBezTo>
                  <a:pt x="551" y="163"/>
                  <a:pt x="438" y="57"/>
                  <a:pt x="304" y="57"/>
                </a:cubicBezTo>
                <a:close/>
                <a:moveTo>
                  <a:pt x="424" y="325"/>
                </a:moveTo>
                <a:lnTo>
                  <a:pt x="424" y="325"/>
                </a:lnTo>
                <a:cubicBezTo>
                  <a:pt x="254" y="325"/>
                  <a:pt x="254" y="325"/>
                  <a:pt x="254" y="325"/>
                </a:cubicBezTo>
                <a:cubicBezTo>
                  <a:pt x="297" y="361"/>
                  <a:pt x="297" y="361"/>
                  <a:pt x="297" y="361"/>
                </a:cubicBezTo>
                <a:cubicBezTo>
                  <a:pt x="297" y="368"/>
                  <a:pt x="304" y="375"/>
                  <a:pt x="304" y="382"/>
                </a:cubicBezTo>
                <a:cubicBezTo>
                  <a:pt x="304" y="403"/>
                  <a:pt x="290" y="410"/>
                  <a:pt x="275" y="410"/>
                </a:cubicBezTo>
                <a:cubicBezTo>
                  <a:pt x="268" y="410"/>
                  <a:pt x="261" y="410"/>
                  <a:pt x="254" y="403"/>
                </a:cubicBezTo>
                <a:cubicBezTo>
                  <a:pt x="162" y="318"/>
                  <a:pt x="162" y="318"/>
                  <a:pt x="162" y="318"/>
                </a:cubicBezTo>
                <a:cubicBezTo>
                  <a:pt x="155" y="318"/>
                  <a:pt x="155" y="311"/>
                  <a:pt x="155" y="297"/>
                </a:cubicBezTo>
                <a:cubicBezTo>
                  <a:pt x="155" y="290"/>
                  <a:pt x="155" y="283"/>
                  <a:pt x="162" y="276"/>
                </a:cubicBezTo>
                <a:cubicBezTo>
                  <a:pt x="254" y="191"/>
                  <a:pt x="254" y="191"/>
                  <a:pt x="254" y="191"/>
                </a:cubicBezTo>
                <a:cubicBezTo>
                  <a:pt x="261" y="191"/>
                  <a:pt x="268" y="184"/>
                  <a:pt x="275" y="184"/>
                </a:cubicBezTo>
                <a:cubicBezTo>
                  <a:pt x="290" y="184"/>
                  <a:pt x="304" y="198"/>
                  <a:pt x="304" y="212"/>
                </a:cubicBezTo>
                <a:cubicBezTo>
                  <a:pt x="304" y="226"/>
                  <a:pt x="297" y="234"/>
                  <a:pt x="297" y="234"/>
                </a:cubicBezTo>
                <a:cubicBezTo>
                  <a:pt x="254" y="269"/>
                  <a:pt x="254" y="269"/>
                  <a:pt x="254" y="269"/>
                </a:cubicBezTo>
                <a:cubicBezTo>
                  <a:pt x="424" y="269"/>
                  <a:pt x="424" y="269"/>
                  <a:pt x="424" y="269"/>
                </a:cubicBezTo>
                <a:cubicBezTo>
                  <a:pt x="445" y="269"/>
                  <a:pt x="452" y="283"/>
                  <a:pt x="452" y="297"/>
                </a:cubicBezTo>
                <a:cubicBezTo>
                  <a:pt x="452" y="318"/>
                  <a:pt x="445" y="325"/>
                  <a:pt x="424" y="32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4" name="Google Shape;1854;p27"/>
          <p:cNvSpPr/>
          <p:nvPr/>
        </p:nvSpPr>
        <p:spPr>
          <a:xfrm>
            <a:off x="6297983" y="1967125"/>
            <a:ext cx="545644" cy="549657"/>
          </a:xfrm>
          <a:custGeom>
            <a:rect b="b" l="l" r="r" t="t"/>
            <a:pathLst>
              <a:path extrusionOk="0" h="602" w="601">
                <a:moveTo>
                  <a:pt x="304" y="601"/>
                </a:moveTo>
                <a:lnTo>
                  <a:pt x="304" y="601"/>
                </a:lnTo>
                <a:cubicBezTo>
                  <a:pt x="134" y="601"/>
                  <a:pt x="0" y="467"/>
                  <a:pt x="0" y="297"/>
                </a:cubicBezTo>
                <a:cubicBezTo>
                  <a:pt x="0" y="135"/>
                  <a:pt x="134" y="0"/>
                  <a:pt x="304" y="0"/>
                </a:cubicBezTo>
                <a:cubicBezTo>
                  <a:pt x="466" y="0"/>
                  <a:pt x="600" y="135"/>
                  <a:pt x="600" y="297"/>
                </a:cubicBezTo>
                <a:cubicBezTo>
                  <a:pt x="600" y="467"/>
                  <a:pt x="466" y="601"/>
                  <a:pt x="304" y="601"/>
                </a:cubicBezTo>
                <a:close/>
                <a:moveTo>
                  <a:pt x="304" y="57"/>
                </a:moveTo>
                <a:lnTo>
                  <a:pt x="304" y="57"/>
                </a:lnTo>
                <a:cubicBezTo>
                  <a:pt x="169" y="57"/>
                  <a:pt x="56" y="163"/>
                  <a:pt x="56" y="297"/>
                </a:cubicBezTo>
                <a:cubicBezTo>
                  <a:pt x="56" y="431"/>
                  <a:pt x="169" y="544"/>
                  <a:pt x="304" y="544"/>
                </a:cubicBezTo>
                <a:cubicBezTo>
                  <a:pt x="438" y="544"/>
                  <a:pt x="544" y="431"/>
                  <a:pt x="544" y="297"/>
                </a:cubicBezTo>
                <a:cubicBezTo>
                  <a:pt x="544" y="163"/>
                  <a:pt x="438" y="57"/>
                  <a:pt x="304" y="57"/>
                </a:cubicBezTo>
                <a:close/>
                <a:moveTo>
                  <a:pt x="388" y="297"/>
                </a:moveTo>
                <a:lnTo>
                  <a:pt x="388" y="297"/>
                </a:lnTo>
                <a:cubicBezTo>
                  <a:pt x="374" y="297"/>
                  <a:pt x="367" y="297"/>
                  <a:pt x="367" y="290"/>
                </a:cubicBezTo>
                <a:cubicBezTo>
                  <a:pt x="332" y="248"/>
                  <a:pt x="332" y="248"/>
                  <a:pt x="332" y="248"/>
                </a:cubicBezTo>
                <a:cubicBezTo>
                  <a:pt x="332" y="424"/>
                  <a:pt x="332" y="424"/>
                  <a:pt x="332" y="424"/>
                </a:cubicBezTo>
                <a:cubicBezTo>
                  <a:pt x="332" y="438"/>
                  <a:pt x="318" y="453"/>
                  <a:pt x="304" y="453"/>
                </a:cubicBezTo>
                <a:cubicBezTo>
                  <a:pt x="282" y="453"/>
                  <a:pt x="275" y="438"/>
                  <a:pt x="275" y="424"/>
                </a:cubicBezTo>
                <a:cubicBezTo>
                  <a:pt x="275" y="248"/>
                  <a:pt x="275" y="248"/>
                  <a:pt x="275" y="248"/>
                </a:cubicBezTo>
                <a:cubicBezTo>
                  <a:pt x="240" y="290"/>
                  <a:pt x="240" y="290"/>
                  <a:pt x="240" y="290"/>
                </a:cubicBezTo>
                <a:cubicBezTo>
                  <a:pt x="233" y="297"/>
                  <a:pt x="226" y="297"/>
                  <a:pt x="219" y="297"/>
                </a:cubicBezTo>
                <a:cubicBezTo>
                  <a:pt x="197" y="297"/>
                  <a:pt x="190" y="290"/>
                  <a:pt x="190" y="269"/>
                </a:cubicBezTo>
                <a:cubicBezTo>
                  <a:pt x="190" y="262"/>
                  <a:pt x="190" y="255"/>
                  <a:pt x="197" y="255"/>
                </a:cubicBezTo>
                <a:cubicBezTo>
                  <a:pt x="282" y="156"/>
                  <a:pt x="282" y="156"/>
                  <a:pt x="282" y="156"/>
                </a:cubicBezTo>
                <a:cubicBezTo>
                  <a:pt x="282" y="156"/>
                  <a:pt x="289" y="149"/>
                  <a:pt x="304" y="149"/>
                </a:cubicBezTo>
                <a:cubicBezTo>
                  <a:pt x="311" y="149"/>
                  <a:pt x="318" y="156"/>
                  <a:pt x="325" y="156"/>
                </a:cubicBezTo>
                <a:cubicBezTo>
                  <a:pt x="410" y="255"/>
                  <a:pt x="410" y="255"/>
                  <a:pt x="410" y="255"/>
                </a:cubicBezTo>
                <a:cubicBezTo>
                  <a:pt x="410" y="255"/>
                  <a:pt x="417" y="262"/>
                  <a:pt x="417" y="269"/>
                </a:cubicBezTo>
                <a:cubicBezTo>
                  <a:pt x="417" y="290"/>
                  <a:pt x="402" y="297"/>
                  <a:pt x="388" y="29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5" name="Google Shape;1855;p27"/>
          <p:cNvSpPr/>
          <p:nvPr/>
        </p:nvSpPr>
        <p:spPr>
          <a:xfrm>
            <a:off x="5339093" y="1967125"/>
            <a:ext cx="545644" cy="549657"/>
          </a:xfrm>
          <a:custGeom>
            <a:rect b="b" l="l" r="r" t="t"/>
            <a:pathLst>
              <a:path extrusionOk="0" h="602" w="601">
                <a:moveTo>
                  <a:pt x="296" y="601"/>
                </a:moveTo>
                <a:lnTo>
                  <a:pt x="296" y="601"/>
                </a:lnTo>
                <a:cubicBezTo>
                  <a:pt x="134" y="601"/>
                  <a:pt x="0" y="467"/>
                  <a:pt x="0" y="297"/>
                </a:cubicBezTo>
                <a:cubicBezTo>
                  <a:pt x="0" y="135"/>
                  <a:pt x="134" y="0"/>
                  <a:pt x="296" y="0"/>
                </a:cubicBezTo>
                <a:cubicBezTo>
                  <a:pt x="466" y="0"/>
                  <a:pt x="600" y="135"/>
                  <a:pt x="600" y="297"/>
                </a:cubicBezTo>
                <a:cubicBezTo>
                  <a:pt x="600" y="467"/>
                  <a:pt x="466" y="601"/>
                  <a:pt x="296" y="601"/>
                </a:cubicBezTo>
                <a:close/>
                <a:moveTo>
                  <a:pt x="296" y="57"/>
                </a:moveTo>
                <a:lnTo>
                  <a:pt x="296" y="57"/>
                </a:lnTo>
                <a:cubicBezTo>
                  <a:pt x="162" y="57"/>
                  <a:pt x="56" y="163"/>
                  <a:pt x="56" y="297"/>
                </a:cubicBezTo>
                <a:cubicBezTo>
                  <a:pt x="56" y="431"/>
                  <a:pt x="162" y="544"/>
                  <a:pt x="296" y="544"/>
                </a:cubicBezTo>
                <a:cubicBezTo>
                  <a:pt x="431" y="544"/>
                  <a:pt x="544" y="431"/>
                  <a:pt x="544" y="297"/>
                </a:cubicBezTo>
                <a:cubicBezTo>
                  <a:pt x="544" y="163"/>
                  <a:pt x="431" y="57"/>
                  <a:pt x="296" y="57"/>
                </a:cubicBezTo>
                <a:close/>
                <a:moveTo>
                  <a:pt x="402" y="347"/>
                </a:moveTo>
                <a:lnTo>
                  <a:pt x="402" y="347"/>
                </a:lnTo>
                <a:cubicBezTo>
                  <a:pt x="318" y="438"/>
                  <a:pt x="318" y="438"/>
                  <a:pt x="318" y="438"/>
                </a:cubicBezTo>
                <a:cubicBezTo>
                  <a:pt x="318" y="446"/>
                  <a:pt x="311" y="453"/>
                  <a:pt x="296" y="453"/>
                </a:cubicBezTo>
                <a:cubicBezTo>
                  <a:pt x="289" y="453"/>
                  <a:pt x="282" y="446"/>
                  <a:pt x="275" y="438"/>
                </a:cubicBezTo>
                <a:cubicBezTo>
                  <a:pt x="190" y="347"/>
                  <a:pt x="190" y="347"/>
                  <a:pt x="190" y="347"/>
                </a:cubicBezTo>
                <a:cubicBezTo>
                  <a:pt x="190" y="340"/>
                  <a:pt x="183" y="333"/>
                  <a:pt x="183" y="325"/>
                </a:cubicBezTo>
                <a:cubicBezTo>
                  <a:pt x="183" y="311"/>
                  <a:pt x="197" y="297"/>
                  <a:pt x="211" y="297"/>
                </a:cubicBezTo>
                <a:cubicBezTo>
                  <a:pt x="226" y="297"/>
                  <a:pt x="233" y="304"/>
                  <a:pt x="233" y="311"/>
                </a:cubicBezTo>
                <a:cubicBezTo>
                  <a:pt x="268" y="347"/>
                  <a:pt x="268" y="347"/>
                  <a:pt x="268" y="347"/>
                </a:cubicBezTo>
                <a:cubicBezTo>
                  <a:pt x="268" y="177"/>
                  <a:pt x="268" y="177"/>
                  <a:pt x="268" y="177"/>
                </a:cubicBezTo>
                <a:cubicBezTo>
                  <a:pt x="268" y="163"/>
                  <a:pt x="282" y="149"/>
                  <a:pt x="296" y="149"/>
                </a:cubicBezTo>
                <a:cubicBezTo>
                  <a:pt x="318" y="149"/>
                  <a:pt x="325" y="163"/>
                  <a:pt x="325" y="177"/>
                </a:cubicBezTo>
                <a:cubicBezTo>
                  <a:pt x="325" y="347"/>
                  <a:pt x="325" y="347"/>
                  <a:pt x="325" y="347"/>
                </a:cubicBezTo>
                <a:cubicBezTo>
                  <a:pt x="360" y="311"/>
                  <a:pt x="360" y="311"/>
                  <a:pt x="360" y="311"/>
                </a:cubicBezTo>
                <a:cubicBezTo>
                  <a:pt x="367" y="304"/>
                  <a:pt x="374" y="297"/>
                  <a:pt x="381" y="297"/>
                </a:cubicBezTo>
                <a:cubicBezTo>
                  <a:pt x="402" y="297"/>
                  <a:pt x="409" y="311"/>
                  <a:pt x="409" y="325"/>
                </a:cubicBezTo>
                <a:cubicBezTo>
                  <a:pt x="409" y="333"/>
                  <a:pt x="409" y="340"/>
                  <a:pt x="402" y="34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6" name="Google Shape;1856;p27"/>
          <p:cNvSpPr/>
          <p:nvPr/>
        </p:nvSpPr>
        <p:spPr>
          <a:xfrm>
            <a:off x="4376191" y="1967125"/>
            <a:ext cx="553668" cy="549657"/>
          </a:xfrm>
          <a:custGeom>
            <a:rect b="b" l="l" r="r" t="t"/>
            <a:pathLst>
              <a:path extrusionOk="0" h="602" w="609">
                <a:moveTo>
                  <a:pt x="304" y="601"/>
                </a:moveTo>
                <a:lnTo>
                  <a:pt x="304" y="601"/>
                </a:lnTo>
                <a:cubicBezTo>
                  <a:pt x="135" y="601"/>
                  <a:pt x="0" y="467"/>
                  <a:pt x="0" y="297"/>
                </a:cubicBezTo>
                <a:cubicBezTo>
                  <a:pt x="0" y="135"/>
                  <a:pt x="135" y="0"/>
                  <a:pt x="304" y="0"/>
                </a:cubicBezTo>
                <a:cubicBezTo>
                  <a:pt x="474" y="0"/>
                  <a:pt x="608" y="135"/>
                  <a:pt x="608" y="297"/>
                </a:cubicBezTo>
                <a:cubicBezTo>
                  <a:pt x="608" y="467"/>
                  <a:pt x="474" y="601"/>
                  <a:pt x="304" y="601"/>
                </a:cubicBezTo>
                <a:close/>
                <a:moveTo>
                  <a:pt x="57" y="297"/>
                </a:moveTo>
                <a:lnTo>
                  <a:pt x="57" y="297"/>
                </a:lnTo>
                <a:cubicBezTo>
                  <a:pt x="57" y="431"/>
                  <a:pt x="170" y="544"/>
                  <a:pt x="304" y="544"/>
                </a:cubicBezTo>
                <a:cubicBezTo>
                  <a:pt x="361" y="544"/>
                  <a:pt x="417" y="523"/>
                  <a:pt x="460" y="488"/>
                </a:cubicBezTo>
                <a:cubicBezTo>
                  <a:pt x="113" y="149"/>
                  <a:pt x="113" y="149"/>
                  <a:pt x="113" y="149"/>
                </a:cubicBezTo>
                <a:cubicBezTo>
                  <a:pt x="78" y="191"/>
                  <a:pt x="57" y="241"/>
                  <a:pt x="57" y="297"/>
                </a:cubicBezTo>
                <a:close/>
                <a:moveTo>
                  <a:pt x="304" y="57"/>
                </a:moveTo>
                <a:lnTo>
                  <a:pt x="304" y="57"/>
                </a:lnTo>
                <a:cubicBezTo>
                  <a:pt x="248" y="57"/>
                  <a:pt x="191" y="71"/>
                  <a:pt x="149" y="106"/>
                </a:cubicBezTo>
                <a:cubicBezTo>
                  <a:pt x="495" y="453"/>
                  <a:pt x="495" y="453"/>
                  <a:pt x="495" y="453"/>
                </a:cubicBezTo>
                <a:cubicBezTo>
                  <a:pt x="530" y="410"/>
                  <a:pt x="552" y="354"/>
                  <a:pt x="552" y="297"/>
                </a:cubicBezTo>
                <a:cubicBezTo>
                  <a:pt x="552" y="163"/>
                  <a:pt x="439" y="57"/>
                  <a:pt x="304" y="5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7" name="Google Shape;1857;p27"/>
          <p:cNvSpPr/>
          <p:nvPr/>
        </p:nvSpPr>
        <p:spPr>
          <a:xfrm>
            <a:off x="3417304" y="1967125"/>
            <a:ext cx="549655" cy="549657"/>
          </a:xfrm>
          <a:custGeom>
            <a:rect b="b" l="l" r="r" t="t"/>
            <a:pathLst>
              <a:path extrusionOk="0" h="602" w="602">
                <a:moveTo>
                  <a:pt x="304" y="601"/>
                </a:moveTo>
                <a:lnTo>
                  <a:pt x="304" y="601"/>
                </a:lnTo>
                <a:cubicBezTo>
                  <a:pt x="135" y="601"/>
                  <a:pt x="0" y="467"/>
                  <a:pt x="0" y="297"/>
                </a:cubicBezTo>
                <a:cubicBezTo>
                  <a:pt x="0" y="135"/>
                  <a:pt x="135" y="0"/>
                  <a:pt x="304" y="0"/>
                </a:cubicBezTo>
                <a:cubicBezTo>
                  <a:pt x="467" y="0"/>
                  <a:pt x="601" y="135"/>
                  <a:pt x="601" y="297"/>
                </a:cubicBezTo>
                <a:cubicBezTo>
                  <a:pt x="601" y="467"/>
                  <a:pt x="467" y="601"/>
                  <a:pt x="304" y="601"/>
                </a:cubicBezTo>
                <a:close/>
                <a:moveTo>
                  <a:pt x="304" y="57"/>
                </a:moveTo>
                <a:lnTo>
                  <a:pt x="304" y="57"/>
                </a:lnTo>
                <a:cubicBezTo>
                  <a:pt x="170" y="57"/>
                  <a:pt x="57" y="163"/>
                  <a:pt x="57" y="297"/>
                </a:cubicBezTo>
                <a:cubicBezTo>
                  <a:pt x="57" y="431"/>
                  <a:pt x="170" y="544"/>
                  <a:pt x="304" y="544"/>
                </a:cubicBezTo>
                <a:cubicBezTo>
                  <a:pt x="439" y="544"/>
                  <a:pt x="544" y="431"/>
                  <a:pt x="544" y="297"/>
                </a:cubicBezTo>
                <a:cubicBezTo>
                  <a:pt x="544" y="163"/>
                  <a:pt x="439" y="57"/>
                  <a:pt x="304" y="57"/>
                </a:cubicBezTo>
                <a:close/>
                <a:moveTo>
                  <a:pt x="403" y="431"/>
                </a:moveTo>
                <a:lnTo>
                  <a:pt x="403" y="431"/>
                </a:lnTo>
                <a:cubicBezTo>
                  <a:pt x="396" y="431"/>
                  <a:pt x="389" y="431"/>
                  <a:pt x="389" y="424"/>
                </a:cubicBezTo>
                <a:cubicBezTo>
                  <a:pt x="304" y="340"/>
                  <a:pt x="304" y="340"/>
                  <a:pt x="304" y="340"/>
                </a:cubicBezTo>
                <a:cubicBezTo>
                  <a:pt x="219" y="424"/>
                  <a:pt x="219" y="424"/>
                  <a:pt x="219" y="424"/>
                </a:cubicBezTo>
                <a:cubicBezTo>
                  <a:pt x="212" y="431"/>
                  <a:pt x="205" y="431"/>
                  <a:pt x="198" y="431"/>
                </a:cubicBezTo>
                <a:cubicBezTo>
                  <a:pt x="184" y="431"/>
                  <a:pt x="170" y="417"/>
                  <a:pt x="170" y="403"/>
                </a:cubicBezTo>
                <a:cubicBezTo>
                  <a:pt x="170" y="396"/>
                  <a:pt x="170" y="389"/>
                  <a:pt x="177" y="382"/>
                </a:cubicBezTo>
                <a:cubicBezTo>
                  <a:pt x="262" y="297"/>
                  <a:pt x="262" y="297"/>
                  <a:pt x="262" y="297"/>
                </a:cubicBezTo>
                <a:cubicBezTo>
                  <a:pt x="177" y="212"/>
                  <a:pt x="177" y="212"/>
                  <a:pt x="177" y="212"/>
                </a:cubicBezTo>
                <a:cubicBezTo>
                  <a:pt x="170" y="212"/>
                  <a:pt x="170" y="205"/>
                  <a:pt x="170" y="198"/>
                </a:cubicBezTo>
                <a:cubicBezTo>
                  <a:pt x="170" y="177"/>
                  <a:pt x="184" y="170"/>
                  <a:pt x="198" y="170"/>
                </a:cubicBezTo>
                <a:cubicBezTo>
                  <a:pt x="205" y="170"/>
                  <a:pt x="212" y="170"/>
                  <a:pt x="219" y="177"/>
                </a:cubicBezTo>
                <a:cubicBezTo>
                  <a:pt x="304" y="262"/>
                  <a:pt x="304" y="262"/>
                  <a:pt x="304" y="262"/>
                </a:cubicBezTo>
                <a:cubicBezTo>
                  <a:pt x="389" y="177"/>
                  <a:pt x="389" y="177"/>
                  <a:pt x="389" y="177"/>
                </a:cubicBezTo>
                <a:cubicBezTo>
                  <a:pt x="389" y="170"/>
                  <a:pt x="396" y="170"/>
                  <a:pt x="403" y="170"/>
                </a:cubicBezTo>
                <a:cubicBezTo>
                  <a:pt x="424" y="170"/>
                  <a:pt x="431" y="177"/>
                  <a:pt x="431" y="198"/>
                </a:cubicBezTo>
                <a:cubicBezTo>
                  <a:pt x="431" y="205"/>
                  <a:pt x="431" y="212"/>
                  <a:pt x="424" y="212"/>
                </a:cubicBezTo>
                <a:cubicBezTo>
                  <a:pt x="340" y="297"/>
                  <a:pt x="340" y="297"/>
                  <a:pt x="340" y="297"/>
                </a:cubicBezTo>
                <a:cubicBezTo>
                  <a:pt x="424" y="382"/>
                  <a:pt x="424" y="382"/>
                  <a:pt x="424" y="382"/>
                </a:cubicBezTo>
                <a:cubicBezTo>
                  <a:pt x="431" y="389"/>
                  <a:pt x="431" y="396"/>
                  <a:pt x="431" y="403"/>
                </a:cubicBezTo>
                <a:cubicBezTo>
                  <a:pt x="431" y="417"/>
                  <a:pt x="424" y="431"/>
                  <a:pt x="403" y="43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8" name="Google Shape;1858;p27"/>
          <p:cNvSpPr/>
          <p:nvPr/>
        </p:nvSpPr>
        <p:spPr>
          <a:xfrm>
            <a:off x="2458413" y="1967125"/>
            <a:ext cx="549657" cy="549657"/>
          </a:xfrm>
          <a:custGeom>
            <a:rect b="b" l="l" r="r" t="t"/>
            <a:pathLst>
              <a:path extrusionOk="0" h="602" w="602">
                <a:moveTo>
                  <a:pt x="297" y="601"/>
                </a:moveTo>
                <a:lnTo>
                  <a:pt x="297" y="601"/>
                </a:lnTo>
                <a:cubicBezTo>
                  <a:pt x="135" y="601"/>
                  <a:pt x="0" y="467"/>
                  <a:pt x="0" y="297"/>
                </a:cubicBezTo>
                <a:cubicBezTo>
                  <a:pt x="0" y="135"/>
                  <a:pt x="135" y="0"/>
                  <a:pt x="297" y="0"/>
                </a:cubicBezTo>
                <a:cubicBezTo>
                  <a:pt x="467" y="0"/>
                  <a:pt x="601" y="135"/>
                  <a:pt x="601" y="297"/>
                </a:cubicBezTo>
                <a:cubicBezTo>
                  <a:pt x="601" y="467"/>
                  <a:pt x="467" y="601"/>
                  <a:pt x="297" y="601"/>
                </a:cubicBezTo>
                <a:close/>
                <a:moveTo>
                  <a:pt x="297" y="57"/>
                </a:moveTo>
                <a:lnTo>
                  <a:pt x="297" y="57"/>
                </a:lnTo>
                <a:cubicBezTo>
                  <a:pt x="163" y="57"/>
                  <a:pt x="57" y="163"/>
                  <a:pt x="57" y="297"/>
                </a:cubicBezTo>
                <a:cubicBezTo>
                  <a:pt x="57" y="431"/>
                  <a:pt x="163" y="544"/>
                  <a:pt x="297" y="544"/>
                </a:cubicBezTo>
                <a:cubicBezTo>
                  <a:pt x="431" y="544"/>
                  <a:pt x="544" y="431"/>
                  <a:pt x="544" y="297"/>
                </a:cubicBezTo>
                <a:cubicBezTo>
                  <a:pt x="544" y="163"/>
                  <a:pt x="431" y="57"/>
                  <a:pt x="297" y="57"/>
                </a:cubicBezTo>
                <a:close/>
                <a:moveTo>
                  <a:pt x="431" y="241"/>
                </a:moveTo>
                <a:lnTo>
                  <a:pt x="431" y="241"/>
                </a:lnTo>
                <a:cubicBezTo>
                  <a:pt x="283" y="396"/>
                  <a:pt x="283" y="396"/>
                  <a:pt x="283" y="396"/>
                </a:cubicBezTo>
                <a:cubicBezTo>
                  <a:pt x="276" y="403"/>
                  <a:pt x="269" y="403"/>
                  <a:pt x="262" y="403"/>
                </a:cubicBezTo>
                <a:cubicBezTo>
                  <a:pt x="255" y="403"/>
                  <a:pt x="248" y="403"/>
                  <a:pt x="240" y="396"/>
                </a:cubicBezTo>
                <a:cubicBezTo>
                  <a:pt x="156" y="311"/>
                  <a:pt x="156" y="311"/>
                  <a:pt x="156" y="311"/>
                </a:cubicBezTo>
                <a:cubicBezTo>
                  <a:pt x="149" y="304"/>
                  <a:pt x="149" y="297"/>
                  <a:pt x="149" y="290"/>
                </a:cubicBezTo>
                <a:cubicBezTo>
                  <a:pt x="149" y="276"/>
                  <a:pt x="163" y="262"/>
                  <a:pt x="177" y="262"/>
                </a:cubicBezTo>
                <a:cubicBezTo>
                  <a:pt x="184" y="262"/>
                  <a:pt x="191" y="262"/>
                  <a:pt x="198" y="269"/>
                </a:cubicBezTo>
                <a:cubicBezTo>
                  <a:pt x="262" y="333"/>
                  <a:pt x="262" y="333"/>
                  <a:pt x="262" y="333"/>
                </a:cubicBezTo>
                <a:cubicBezTo>
                  <a:pt x="396" y="205"/>
                  <a:pt x="396" y="205"/>
                  <a:pt x="396" y="205"/>
                </a:cubicBezTo>
                <a:cubicBezTo>
                  <a:pt x="396" y="198"/>
                  <a:pt x="403" y="198"/>
                  <a:pt x="410" y="198"/>
                </a:cubicBezTo>
                <a:cubicBezTo>
                  <a:pt x="431" y="198"/>
                  <a:pt x="438" y="205"/>
                  <a:pt x="438" y="226"/>
                </a:cubicBezTo>
                <a:cubicBezTo>
                  <a:pt x="438" y="234"/>
                  <a:pt x="438" y="241"/>
                  <a:pt x="431" y="241"/>
                </a:cubicBezTo>
                <a:close/>
                <a:moveTo>
                  <a:pt x="431" y="198"/>
                </a:moveTo>
                <a:lnTo>
                  <a:pt x="431" y="198"/>
                </a:lnTo>
                <a:close/>
                <a:moveTo>
                  <a:pt x="198" y="431"/>
                </a:moveTo>
                <a:lnTo>
                  <a:pt x="198" y="431"/>
                </a:lnTo>
                <a:close/>
                <a:moveTo>
                  <a:pt x="403" y="431"/>
                </a:moveTo>
                <a:lnTo>
                  <a:pt x="403" y="431"/>
                </a:lnTo>
                <a:close/>
                <a:moveTo>
                  <a:pt x="431" y="403"/>
                </a:moveTo>
                <a:lnTo>
                  <a:pt x="431" y="40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9" name="Google Shape;1859;p27"/>
          <p:cNvSpPr/>
          <p:nvPr/>
        </p:nvSpPr>
        <p:spPr>
          <a:xfrm>
            <a:off x="1495512" y="1967125"/>
            <a:ext cx="553668" cy="549657"/>
          </a:xfrm>
          <a:custGeom>
            <a:rect b="b" l="l" r="r" t="t"/>
            <a:pathLst>
              <a:path extrusionOk="0" h="602" w="609">
                <a:moveTo>
                  <a:pt x="304" y="601"/>
                </a:moveTo>
                <a:lnTo>
                  <a:pt x="304" y="601"/>
                </a:lnTo>
                <a:cubicBezTo>
                  <a:pt x="134" y="601"/>
                  <a:pt x="0" y="467"/>
                  <a:pt x="0" y="297"/>
                </a:cubicBezTo>
                <a:cubicBezTo>
                  <a:pt x="0" y="135"/>
                  <a:pt x="134" y="0"/>
                  <a:pt x="304" y="0"/>
                </a:cubicBezTo>
                <a:cubicBezTo>
                  <a:pt x="474" y="0"/>
                  <a:pt x="608" y="135"/>
                  <a:pt x="608" y="297"/>
                </a:cubicBezTo>
                <a:cubicBezTo>
                  <a:pt x="608" y="467"/>
                  <a:pt x="474" y="601"/>
                  <a:pt x="304" y="601"/>
                </a:cubicBezTo>
                <a:close/>
                <a:moveTo>
                  <a:pt x="304" y="57"/>
                </a:moveTo>
                <a:lnTo>
                  <a:pt x="304" y="57"/>
                </a:lnTo>
                <a:cubicBezTo>
                  <a:pt x="170" y="57"/>
                  <a:pt x="57" y="163"/>
                  <a:pt x="57" y="297"/>
                </a:cubicBezTo>
                <a:cubicBezTo>
                  <a:pt x="57" y="431"/>
                  <a:pt x="170" y="544"/>
                  <a:pt x="304" y="544"/>
                </a:cubicBezTo>
                <a:cubicBezTo>
                  <a:pt x="438" y="544"/>
                  <a:pt x="551" y="431"/>
                  <a:pt x="551" y="297"/>
                </a:cubicBezTo>
                <a:cubicBezTo>
                  <a:pt x="551" y="163"/>
                  <a:pt x="438" y="57"/>
                  <a:pt x="304" y="57"/>
                </a:cubicBezTo>
                <a:close/>
                <a:moveTo>
                  <a:pt x="424" y="325"/>
                </a:moveTo>
                <a:lnTo>
                  <a:pt x="424" y="325"/>
                </a:lnTo>
                <a:cubicBezTo>
                  <a:pt x="368" y="325"/>
                  <a:pt x="368" y="325"/>
                  <a:pt x="368" y="325"/>
                </a:cubicBezTo>
                <a:cubicBezTo>
                  <a:pt x="332" y="325"/>
                  <a:pt x="332" y="325"/>
                  <a:pt x="332" y="325"/>
                </a:cubicBezTo>
                <a:cubicBezTo>
                  <a:pt x="276" y="325"/>
                  <a:pt x="276" y="325"/>
                  <a:pt x="276" y="325"/>
                </a:cubicBezTo>
                <a:cubicBezTo>
                  <a:pt x="240" y="325"/>
                  <a:pt x="240" y="325"/>
                  <a:pt x="240" y="325"/>
                </a:cubicBezTo>
                <a:cubicBezTo>
                  <a:pt x="184" y="325"/>
                  <a:pt x="184" y="325"/>
                  <a:pt x="184" y="325"/>
                </a:cubicBezTo>
                <a:cubicBezTo>
                  <a:pt x="163" y="325"/>
                  <a:pt x="156" y="318"/>
                  <a:pt x="156" y="297"/>
                </a:cubicBezTo>
                <a:cubicBezTo>
                  <a:pt x="156" y="283"/>
                  <a:pt x="163" y="269"/>
                  <a:pt x="184" y="269"/>
                </a:cubicBezTo>
                <a:cubicBezTo>
                  <a:pt x="247" y="269"/>
                  <a:pt x="247" y="269"/>
                  <a:pt x="247" y="269"/>
                </a:cubicBezTo>
                <a:cubicBezTo>
                  <a:pt x="276" y="269"/>
                  <a:pt x="276" y="269"/>
                  <a:pt x="276" y="269"/>
                </a:cubicBezTo>
                <a:cubicBezTo>
                  <a:pt x="332" y="269"/>
                  <a:pt x="332" y="269"/>
                  <a:pt x="332" y="269"/>
                </a:cubicBezTo>
                <a:cubicBezTo>
                  <a:pt x="368" y="269"/>
                  <a:pt x="368" y="269"/>
                  <a:pt x="368" y="269"/>
                </a:cubicBezTo>
                <a:cubicBezTo>
                  <a:pt x="424" y="269"/>
                  <a:pt x="424" y="269"/>
                  <a:pt x="424" y="269"/>
                </a:cubicBezTo>
                <a:cubicBezTo>
                  <a:pt x="445" y="269"/>
                  <a:pt x="452" y="283"/>
                  <a:pt x="452" y="297"/>
                </a:cubicBezTo>
                <a:cubicBezTo>
                  <a:pt x="452" y="318"/>
                  <a:pt x="445" y="325"/>
                  <a:pt x="424" y="32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0" name="Google Shape;1860;p27"/>
          <p:cNvSpPr/>
          <p:nvPr/>
        </p:nvSpPr>
        <p:spPr>
          <a:xfrm>
            <a:off x="536624" y="1967125"/>
            <a:ext cx="549655" cy="549657"/>
          </a:xfrm>
          <a:custGeom>
            <a:rect b="b" l="l" r="r" t="t"/>
            <a:pathLst>
              <a:path extrusionOk="0" h="602" w="602">
                <a:moveTo>
                  <a:pt x="304" y="601"/>
                </a:moveTo>
                <a:lnTo>
                  <a:pt x="304" y="601"/>
                </a:lnTo>
                <a:cubicBezTo>
                  <a:pt x="134" y="601"/>
                  <a:pt x="0" y="467"/>
                  <a:pt x="0" y="297"/>
                </a:cubicBezTo>
                <a:cubicBezTo>
                  <a:pt x="0" y="135"/>
                  <a:pt x="134" y="0"/>
                  <a:pt x="304" y="0"/>
                </a:cubicBezTo>
                <a:cubicBezTo>
                  <a:pt x="467" y="0"/>
                  <a:pt x="601" y="135"/>
                  <a:pt x="601" y="297"/>
                </a:cubicBezTo>
                <a:cubicBezTo>
                  <a:pt x="601" y="467"/>
                  <a:pt x="467" y="601"/>
                  <a:pt x="304" y="601"/>
                </a:cubicBezTo>
                <a:close/>
                <a:moveTo>
                  <a:pt x="304" y="57"/>
                </a:moveTo>
                <a:lnTo>
                  <a:pt x="304" y="57"/>
                </a:lnTo>
                <a:cubicBezTo>
                  <a:pt x="170" y="57"/>
                  <a:pt x="57" y="163"/>
                  <a:pt x="57" y="297"/>
                </a:cubicBezTo>
                <a:cubicBezTo>
                  <a:pt x="57" y="431"/>
                  <a:pt x="170" y="544"/>
                  <a:pt x="304" y="544"/>
                </a:cubicBezTo>
                <a:cubicBezTo>
                  <a:pt x="438" y="544"/>
                  <a:pt x="544" y="431"/>
                  <a:pt x="544" y="297"/>
                </a:cubicBezTo>
                <a:cubicBezTo>
                  <a:pt x="544" y="163"/>
                  <a:pt x="438" y="57"/>
                  <a:pt x="304" y="57"/>
                </a:cubicBezTo>
                <a:close/>
                <a:moveTo>
                  <a:pt x="424" y="325"/>
                </a:moveTo>
                <a:lnTo>
                  <a:pt x="424" y="325"/>
                </a:lnTo>
                <a:cubicBezTo>
                  <a:pt x="332" y="325"/>
                  <a:pt x="332" y="325"/>
                  <a:pt x="332" y="325"/>
                </a:cubicBezTo>
                <a:cubicBezTo>
                  <a:pt x="332" y="424"/>
                  <a:pt x="332" y="424"/>
                  <a:pt x="332" y="424"/>
                </a:cubicBezTo>
                <a:cubicBezTo>
                  <a:pt x="332" y="438"/>
                  <a:pt x="318" y="453"/>
                  <a:pt x="304" y="453"/>
                </a:cubicBezTo>
                <a:cubicBezTo>
                  <a:pt x="283" y="453"/>
                  <a:pt x="276" y="438"/>
                  <a:pt x="276" y="424"/>
                </a:cubicBezTo>
                <a:cubicBezTo>
                  <a:pt x="276" y="325"/>
                  <a:pt x="276" y="325"/>
                  <a:pt x="276" y="325"/>
                </a:cubicBezTo>
                <a:cubicBezTo>
                  <a:pt x="177" y="325"/>
                  <a:pt x="177" y="325"/>
                  <a:pt x="177" y="325"/>
                </a:cubicBezTo>
                <a:cubicBezTo>
                  <a:pt x="163" y="325"/>
                  <a:pt x="148" y="318"/>
                  <a:pt x="148" y="297"/>
                </a:cubicBezTo>
                <a:cubicBezTo>
                  <a:pt x="148" y="283"/>
                  <a:pt x="163" y="269"/>
                  <a:pt x="177" y="269"/>
                </a:cubicBezTo>
                <a:cubicBezTo>
                  <a:pt x="276" y="269"/>
                  <a:pt x="276" y="269"/>
                  <a:pt x="276" y="269"/>
                </a:cubicBezTo>
                <a:cubicBezTo>
                  <a:pt x="276" y="177"/>
                  <a:pt x="276" y="177"/>
                  <a:pt x="276" y="177"/>
                </a:cubicBezTo>
                <a:cubicBezTo>
                  <a:pt x="276" y="163"/>
                  <a:pt x="283" y="149"/>
                  <a:pt x="304" y="149"/>
                </a:cubicBezTo>
                <a:cubicBezTo>
                  <a:pt x="318" y="149"/>
                  <a:pt x="332" y="163"/>
                  <a:pt x="332" y="177"/>
                </a:cubicBezTo>
                <a:cubicBezTo>
                  <a:pt x="332" y="269"/>
                  <a:pt x="332" y="269"/>
                  <a:pt x="332" y="269"/>
                </a:cubicBezTo>
                <a:cubicBezTo>
                  <a:pt x="424" y="269"/>
                  <a:pt x="424" y="269"/>
                  <a:pt x="424" y="269"/>
                </a:cubicBezTo>
                <a:cubicBezTo>
                  <a:pt x="438" y="269"/>
                  <a:pt x="452" y="283"/>
                  <a:pt x="452" y="297"/>
                </a:cubicBezTo>
                <a:cubicBezTo>
                  <a:pt x="452" y="318"/>
                  <a:pt x="438" y="325"/>
                  <a:pt x="424" y="32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1" name="Google Shape;1861;p27"/>
          <p:cNvSpPr/>
          <p:nvPr/>
        </p:nvSpPr>
        <p:spPr>
          <a:xfrm>
            <a:off x="11100452" y="1004224"/>
            <a:ext cx="549657" cy="553668"/>
          </a:xfrm>
          <a:custGeom>
            <a:rect b="b" l="l" r="r" t="t"/>
            <a:pathLst>
              <a:path extrusionOk="0" h="609" w="602">
                <a:moveTo>
                  <a:pt x="297" y="608"/>
                </a:moveTo>
                <a:lnTo>
                  <a:pt x="297" y="608"/>
                </a:lnTo>
                <a:cubicBezTo>
                  <a:pt x="134" y="608"/>
                  <a:pt x="0" y="474"/>
                  <a:pt x="0" y="304"/>
                </a:cubicBezTo>
                <a:cubicBezTo>
                  <a:pt x="0" y="134"/>
                  <a:pt x="134" y="0"/>
                  <a:pt x="297" y="0"/>
                </a:cubicBezTo>
                <a:cubicBezTo>
                  <a:pt x="466" y="0"/>
                  <a:pt x="601" y="134"/>
                  <a:pt x="601" y="304"/>
                </a:cubicBezTo>
                <a:cubicBezTo>
                  <a:pt x="601" y="474"/>
                  <a:pt x="466" y="608"/>
                  <a:pt x="297" y="608"/>
                </a:cubicBezTo>
                <a:close/>
                <a:moveTo>
                  <a:pt x="466" y="127"/>
                </a:moveTo>
                <a:lnTo>
                  <a:pt x="466" y="127"/>
                </a:lnTo>
                <a:cubicBezTo>
                  <a:pt x="466" y="127"/>
                  <a:pt x="466" y="127"/>
                  <a:pt x="466" y="120"/>
                </a:cubicBezTo>
                <a:lnTo>
                  <a:pt x="459" y="120"/>
                </a:lnTo>
                <a:cubicBezTo>
                  <a:pt x="459" y="120"/>
                  <a:pt x="459" y="120"/>
                  <a:pt x="459" y="127"/>
                </a:cubicBezTo>
                <a:cubicBezTo>
                  <a:pt x="459" y="127"/>
                  <a:pt x="459" y="127"/>
                  <a:pt x="466" y="127"/>
                </a:cubicBezTo>
                <a:cubicBezTo>
                  <a:pt x="466" y="134"/>
                  <a:pt x="466" y="134"/>
                  <a:pt x="459" y="134"/>
                </a:cubicBezTo>
                <a:cubicBezTo>
                  <a:pt x="459" y="141"/>
                  <a:pt x="459" y="141"/>
                  <a:pt x="459" y="141"/>
                </a:cubicBezTo>
                <a:lnTo>
                  <a:pt x="452" y="141"/>
                </a:lnTo>
                <a:cubicBezTo>
                  <a:pt x="452" y="141"/>
                  <a:pt x="452" y="141"/>
                  <a:pt x="459" y="141"/>
                </a:cubicBezTo>
                <a:cubicBezTo>
                  <a:pt x="459" y="141"/>
                  <a:pt x="459" y="141"/>
                  <a:pt x="466" y="141"/>
                </a:cubicBezTo>
                <a:cubicBezTo>
                  <a:pt x="466" y="134"/>
                  <a:pt x="466" y="134"/>
                  <a:pt x="466" y="134"/>
                </a:cubicBezTo>
                <a:cubicBezTo>
                  <a:pt x="466" y="127"/>
                  <a:pt x="466" y="127"/>
                  <a:pt x="474" y="127"/>
                </a:cubicBezTo>
                <a:lnTo>
                  <a:pt x="466" y="127"/>
                </a:lnTo>
                <a:close/>
                <a:moveTo>
                  <a:pt x="474" y="134"/>
                </a:moveTo>
                <a:lnTo>
                  <a:pt x="474" y="134"/>
                </a:lnTo>
                <a:close/>
                <a:moveTo>
                  <a:pt x="544" y="339"/>
                </a:moveTo>
                <a:lnTo>
                  <a:pt x="544" y="339"/>
                </a:lnTo>
                <a:cubicBezTo>
                  <a:pt x="544" y="332"/>
                  <a:pt x="544" y="325"/>
                  <a:pt x="544" y="325"/>
                </a:cubicBezTo>
                <a:cubicBezTo>
                  <a:pt x="544" y="318"/>
                  <a:pt x="544" y="325"/>
                  <a:pt x="537" y="325"/>
                </a:cubicBezTo>
                <a:cubicBezTo>
                  <a:pt x="537" y="318"/>
                  <a:pt x="537" y="318"/>
                  <a:pt x="537" y="318"/>
                </a:cubicBezTo>
                <a:cubicBezTo>
                  <a:pt x="537" y="318"/>
                  <a:pt x="537" y="318"/>
                  <a:pt x="537" y="325"/>
                </a:cubicBezTo>
                <a:cubicBezTo>
                  <a:pt x="537" y="325"/>
                  <a:pt x="530" y="332"/>
                  <a:pt x="537" y="332"/>
                </a:cubicBezTo>
                <a:cubicBezTo>
                  <a:pt x="537" y="339"/>
                  <a:pt x="537" y="339"/>
                  <a:pt x="544" y="339"/>
                </a:cubicBezTo>
                <a:close/>
                <a:moveTo>
                  <a:pt x="64" y="361"/>
                </a:moveTo>
                <a:lnTo>
                  <a:pt x="64" y="361"/>
                </a:lnTo>
                <a:cubicBezTo>
                  <a:pt x="71" y="361"/>
                  <a:pt x="71" y="361"/>
                  <a:pt x="71" y="361"/>
                </a:cubicBezTo>
                <a:cubicBezTo>
                  <a:pt x="71" y="354"/>
                  <a:pt x="71" y="354"/>
                  <a:pt x="71" y="354"/>
                </a:cubicBezTo>
                <a:cubicBezTo>
                  <a:pt x="71" y="354"/>
                  <a:pt x="71" y="354"/>
                  <a:pt x="64" y="354"/>
                </a:cubicBezTo>
                <a:lnTo>
                  <a:pt x="64" y="361"/>
                </a:lnTo>
                <a:cubicBezTo>
                  <a:pt x="64" y="354"/>
                  <a:pt x="64" y="354"/>
                  <a:pt x="64" y="354"/>
                </a:cubicBezTo>
                <a:cubicBezTo>
                  <a:pt x="64" y="354"/>
                  <a:pt x="64" y="354"/>
                  <a:pt x="57" y="354"/>
                </a:cubicBezTo>
                <a:cubicBezTo>
                  <a:pt x="64" y="361"/>
                  <a:pt x="64" y="361"/>
                  <a:pt x="64" y="361"/>
                </a:cubicBezTo>
                <a:close/>
                <a:moveTo>
                  <a:pt x="71" y="269"/>
                </a:moveTo>
                <a:lnTo>
                  <a:pt x="71" y="269"/>
                </a:lnTo>
                <a:close/>
                <a:moveTo>
                  <a:pt x="71" y="226"/>
                </a:moveTo>
                <a:lnTo>
                  <a:pt x="71" y="226"/>
                </a:lnTo>
                <a:lnTo>
                  <a:pt x="71" y="219"/>
                </a:lnTo>
                <a:lnTo>
                  <a:pt x="71" y="226"/>
                </a:lnTo>
                <a:close/>
                <a:moveTo>
                  <a:pt x="134" y="127"/>
                </a:moveTo>
                <a:lnTo>
                  <a:pt x="134" y="127"/>
                </a:lnTo>
                <a:cubicBezTo>
                  <a:pt x="134" y="127"/>
                  <a:pt x="134" y="127"/>
                  <a:pt x="127" y="127"/>
                </a:cubicBezTo>
                <a:cubicBezTo>
                  <a:pt x="134" y="127"/>
                  <a:pt x="134" y="127"/>
                  <a:pt x="134" y="127"/>
                </a:cubicBezTo>
                <a:close/>
                <a:moveTo>
                  <a:pt x="127" y="134"/>
                </a:moveTo>
                <a:lnTo>
                  <a:pt x="127" y="134"/>
                </a:lnTo>
                <a:close/>
                <a:moveTo>
                  <a:pt x="191" y="85"/>
                </a:moveTo>
                <a:lnTo>
                  <a:pt x="191" y="85"/>
                </a:lnTo>
                <a:lnTo>
                  <a:pt x="198" y="85"/>
                </a:lnTo>
                <a:lnTo>
                  <a:pt x="191" y="85"/>
                </a:lnTo>
                <a:cubicBezTo>
                  <a:pt x="198" y="85"/>
                  <a:pt x="198" y="85"/>
                  <a:pt x="198" y="85"/>
                </a:cubicBezTo>
                <a:lnTo>
                  <a:pt x="198" y="92"/>
                </a:lnTo>
                <a:lnTo>
                  <a:pt x="198" y="85"/>
                </a:lnTo>
                <a:cubicBezTo>
                  <a:pt x="191" y="85"/>
                  <a:pt x="191" y="92"/>
                  <a:pt x="191" y="92"/>
                </a:cubicBezTo>
                <a:cubicBezTo>
                  <a:pt x="191" y="92"/>
                  <a:pt x="191" y="92"/>
                  <a:pt x="191" y="85"/>
                </a:cubicBezTo>
                <a:cubicBezTo>
                  <a:pt x="191" y="92"/>
                  <a:pt x="191" y="92"/>
                  <a:pt x="191" y="92"/>
                </a:cubicBezTo>
                <a:cubicBezTo>
                  <a:pt x="191" y="92"/>
                  <a:pt x="191" y="92"/>
                  <a:pt x="198" y="92"/>
                </a:cubicBezTo>
                <a:lnTo>
                  <a:pt x="191" y="92"/>
                </a:lnTo>
                <a:lnTo>
                  <a:pt x="198" y="92"/>
                </a:lnTo>
                <a:lnTo>
                  <a:pt x="191" y="92"/>
                </a:lnTo>
                <a:cubicBezTo>
                  <a:pt x="198" y="92"/>
                  <a:pt x="198" y="92"/>
                  <a:pt x="198" y="92"/>
                </a:cubicBezTo>
                <a:cubicBezTo>
                  <a:pt x="198" y="92"/>
                  <a:pt x="205" y="99"/>
                  <a:pt x="198" y="99"/>
                </a:cubicBezTo>
                <a:lnTo>
                  <a:pt x="191" y="99"/>
                </a:lnTo>
                <a:lnTo>
                  <a:pt x="198" y="99"/>
                </a:lnTo>
                <a:cubicBezTo>
                  <a:pt x="191" y="99"/>
                  <a:pt x="191" y="99"/>
                  <a:pt x="191" y="99"/>
                </a:cubicBezTo>
                <a:cubicBezTo>
                  <a:pt x="191" y="106"/>
                  <a:pt x="184" y="106"/>
                  <a:pt x="191" y="106"/>
                </a:cubicBezTo>
                <a:cubicBezTo>
                  <a:pt x="191" y="99"/>
                  <a:pt x="191" y="99"/>
                  <a:pt x="191" y="99"/>
                </a:cubicBezTo>
                <a:cubicBezTo>
                  <a:pt x="191" y="106"/>
                  <a:pt x="191" y="106"/>
                  <a:pt x="191" y="106"/>
                </a:cubicBezTo>
                <a:lnTo>
                  <a:pt x="198" y="106"/>
                </a:lnTo>
                <a:cubicBezTo>
                  <a:pt x="198" y="106"/>
                  <a:pt x="198" y="106"/>
                  <a:pt x="205" y="106"/>
                </a:cubicBezTo>
                <a:cubicBezTo>
                  <a:pt x="212" y="106"/>
                  <a:pt x="212" y="106"/>
                  <a:pt x="212" y="106"/>
                </a:cubicBezTo>
                <a:cubicBezTo>
                  <a:pt x="212" y="113"/>
                  <a:pt x="212" y="113"/>
                  <a:pt x="212" y="113"/>
                </a:cubicBezTo>
                <a:cubicBezTo>
                  <a:pt x="212" y="113"/>
                  <a:pt x="205" y="113"/>
                  <a:pt x="205" y="106"/>
                </a:cubicBezTo>
                <a:cubicBezTo>
                  <a:pt x="205" y="113"/>
                  <a:pt x="212" y="113"/>
                  <a:pt x="205" y="113"/>
                </a:cubicBezTo>
                <a:cubicBezTo>
                  <a:pt x="198" y="106"/>
                  <a:pt x="198" y="106"/>
                  <a:pt x="198" y="106"/>
                </a:cubicBezTo>
                <a:lnTo>
                  <a:pt x="198" y="113"/>
                </a:lnTo>
                <a:cubicBezTo>
                  <a:pt x="191" y="106"/>
                  <a:pt x="191" y="106"/>
                  <a:pt x="191" y="106"/>
                </a:cubicBezTo>
                <a:cubicBezTo>
                  <a:pt x="191" y="106"/>
                  <a:pt x="191" y="106"/>
                  <a:pt x="191" y="113"/>
                </a:cubicBezTo>
                <a:cubicBezTo>
                  <a:pt x="198" y="113"/>
                  <a:pt x="198" y="113"/>
                  <a:pt x="198" y="113"/>
                </a:cubicBezTo>
                <a:lnTo>
                  <a:pt x="198" y="106"/>
                </a:lnTo>
                <a:cubicBezTo>
                  <a:pt x="198" y="113"/>
                  <a:pt x="198" y="113"/>
                  <a:pt x="198" y="113"/>
                </a:cubicBezTo>
                <a:lnTo>
                  <a:pt x="191" y="113"/>
                </a:lnTo>
                <a:cubicBezTo>
                  <a:pt x="198" y="113"/>
                  <a:pt x="191" y="113"/>
                  <a:pt x="191" y="120"/>
                </a:cubicBezTo>
                <a:cubicBezTo>
                  <a:pt x="191" y="120"/>
                  <a:pt x="191" y="113"/>
                  <a:pt x="198" y="113"/>
                </a:cubicBezTo>
                <a:lnTo>
                  <a:pt x="198" y="120"/>
                </a:lnTo>
                <a:cubicBezTo>
                  <a:pt x="198" y="120"/>
                  <a:pt x="198" y="120"/>
                  <a:pt x="198" y="113"/>
                </a:cubicBezTo>
                <a:lnTo>
                  <a:pt x="205" y="113"/>
                </a:lnTo>
                <a:cubicBezTo>
                  <a:pt x="205" y="113"/>
                  <a:pt x="205" y="113"/>
                  <a:pt x="212" y="113"/>
                </a:cubicBezTo>
                <a:lnTo>
                  <a:pt x="205" y="113"/>
                </a:lnTo>
                <a:cubicBezTo>
                  <a:pt x="205" y="120"/>
                  <a:pt x="205" y="120"/>
                  <a:pt x="212" y="120"/>
                </a:cubicBezTo>
                <a:cubicBezTo>
                  <a:pt x="205" y="120"/>
                  <a:pt x="205" y="120"/>
                  <a:pt x="205" y="120"/>
                </a:cubicBezTo>
                <a:lnTo>
                  <a:pt x="205" y="127"/>
                </a:lnTo>
                <a:cubicBezTo>
                  <a:pt x="198" y="127"/>
                  <a:pt x="198" y="127"/>
                  <a:pt x="198" y="127"/>
                </a:cubicBezTo>
                <a:cubicBezTo>
                  <a:pt x="198" y="127"/>
                  <a:pt x="198" y="127"/>
                  <a:pt x="191" y="127"/>
                </a:cubicBezTo>
                <a:lnTo>
                  <a:pt x="191" y="134"/>
                </a:lnTo>
                <a:cubicBezTo>
                  <a:pt x="191" y="134"/>
                  <a:pt x="191" y="134"/>
                  <a:pt x="191" y="141"/>
                </a:cubicBezTo>
                <a:cubicBezTo>
                  <a:pt x="191" y="141"/>
                  <a:pt x="191" y="141"/>
                  <a:pt x="184" y="141"/>
                </a:cubicBezTo>
                <a:cubicBezTo>
                  <a:pt x="184" y="141"/>
                  <a:pt x="184" y="149"/>
                  <a:pt x="177" y="149"/>
                </a:cubicBezTo>
                <a:cubicBezTo>
                  <a:pt x="177" y="149"/>
                  <a:pt x="177" y="149"/>
                  <a:pt x="177" y="141"/>
                </a:cubicBezTo>
                <a:cubicBezTo>
                  <a:pt x="177" y="141"/>
                  <a:pt x="177" y="141"/>
                  <a:pt x="177" y="149"/>
                </a:cubicBezTo>
                <a:cubicBezTo>
                  <a:pt x="170" y="149"/>
                  <a:pt x="177" y="149"/>
                  <a:pt x="170" y="149"/>
                </a:cubicBezTo>
                <a:cubicBezTo>
                  <a:pt x="170" y="149"/>
                  <a:pt x="170" y="149"/>
                  <a:pt x="177" y="149"/>
                </a:cubicBezTo>
                <a:cubicBezTo>
                  <a:pt x="170" y="149"/>
                  <a:pt x="170" y="149"/>
                  <a:pt x="170" y="149"/>
                </a:cubicBezTo>
                <a:cubicBezTo>
                  <a:pt x="170" y="156"/>
                  <a:pt x="170" y="149"/>
                  <a:pt x="170" y="156"/>
                </a:cubicBezTo>
                <a:lnTo>
                  <a:pt x="177" y="156"/>
                </a:lnTo>
                <a:cubicBezTo>
                  <a:pt x="170" y="156"/>
                  <a:pt x="170" y="156"/>
                  <a:pt x="170" y="156"/>
                </a:cubicBezTo>
                <a:cubicBezTo>
                  <a:pt x="170" y="156"/>
                  <a:pt x="170" y="156"/>
                  <a:pt x="170" y="163"/>
                </a:cubicBezTo>
                <a:cubicBezTo>
                  <a:pt x="170" y="163"/>
                  <a:pt x="170" y="163"/>
                  <a:pt x="170" y="170"/>
                </a:cubicBezTo>
                <a:cubicBezTo>
                  <a:pt x="170" y="170"/>
                  <a:pt x="170" y="170"/>
                  <a:pt x="170" y="177"/>
                </a:cubicBezTo>
                <a:cubicBezTo>
                  <a:pt x="170" y="177"/>
                  <a:pt x="170" y="177"/>
                  <a:pt x="163" y="177"/>
                </a:cubicBezTo>
                <a:lnTo>
                  <a:pt x="170" y="177"/>
                </a:lnTo>
                <a:cubicBezTo>
                  <a:pt x="170" y="177"/>
                  <a:pt x="170" y="177"/>
                  <a:pt x="163" y="177"/>
                </a:cubicBezTo>
                <a:cubicBezTo>
                  <a:pt x="155" y="177"/>
                  <a:pt x="163" y="177"/>
                  <a:pt x="155" y="177"/>
                </a:cubicBezTo>
                <a:lnTo>
                  <a:pt x="163" y="177"/>
                </a:lnTo>
                <a:lnTo>
                  <a:pt x="155" y="177"/>
                </a:lnTo>
                <a:lnTo>
                  <a:pt x="155" y="170"/>
                </a:lnTo>
                <a:lnTo>
                  <a:pt x="155" y="177"/>
                </a:lnTo>
                <a:cubicBezTo>
                  <a:pt x="155" y="177"/>
                  <a:pt x="155" y="177"/>
                  <a:pt x="148" y="177"/>
                </a:cubicBezTo>
                <a:lnTo>
                  <a:pt x="148" y="170"/>
                </a:lnTo>
                <a:cubicBezTo>
                  <a:pt x="148" y="177"/>
                  <a:pt x="148" y="170"/>
                  <a:pt x="148" y="170"/>
                </a:cubicBezTo>
                <a:lnTo>
                  <a:pt x="148" y="177"/>
                </a:lnTo>
                <a:cubicBezTo>
                  <a:pt x="141" y="177"/>
                  <a:pt x="141" y="177"/>
                  <a:pt x="141" y="170"/>
                </a:cubicBezTo>
                <a:cubicBezTo>
                  <a:pt x="141" y="170"/>
                  <a:pt x="148" y="170"/>
                  <a:pt x="141" y="170"/>
                </a:cubicBezTo>
                <a:cubicBezTo>
                  <a:pt x="141" y="163"/>
                  <a:pt x="141" y="163"/>
                  <a:pt x="141" y="163"/>
                </a:cubicBezTo>
                <a:lnTo>
                  <a:pt x="141" y="170"/>
                </a:lnTo>
                <a:cubicBezTo>
                  <a:pt x="141" y="170"/>
                  <a:pt x="141" y="170"/>
                  <a:pt x="141" y="163"/>
                </a:cubicBezTo>
                <a:lnTo>
                  <a:pt x="141" y="170"/>
                </a:lnTo>
                <a:cubicBezTo>
                  <a:pt x="134" y="163"/>
                  <a:pt x="141" y="163"/>
                  <a:pt x="141" y="163"/>
                </a:cubicBezTo>
                <a:cubicBezTo>
                  <a:pt x="141" y="163"/>
                  <a:pt x="141" y="163"/>
                  <a:pt x="134" y="163"/>
                </a:cubicBezTo>
                <a:cubicBezTo>
                  <a:pt x="134" y="163"/>
                  <a:pt x="134" y="163"/>
                  <a:pt x="141" y="163"/>
                </a:cubicBezTo>
                <a:cubicBezTo>
                  <a:pt x="141" y="163"/>
                  <a:pt x="141" y="163"/>
                  <a:pt x="141" y="156"/>
                </a:cubicBezTo>
                <a:cubicBezTo>
                  <a:pt x="141" y="163"/>
                  <a:pt x="141" y="163"/>
                  <a:pt x="141" y="163"/>
                </a:cubicBezTo>
                <a:cubicBezTo>
                  <a:pt x="134" y="163"/>
                  <a:pt x="134" y="163"/>
                  <a:pt x="134" y="163"/>
                </a:cubicBezTo>
                <a:cubicBezTo>
                  <a:pt x="134" y="163"/>
                  <a:pt x="134" y="163"/>
                  <a:pt x="134" y="156"/>
                </a:cubicBezTo>
                <a:cubicBezTo>
                  <a:pt x="134" y="156"/>
                  <a:pt x="134" y="156"/>
                  <a:pt x="141" y="156"/>
                </a:cubicBezTo>
                <a:cubicBezTo>
                  <a:pt x="141" y="156"/>
                  <a:pt x="141" y="156"/>
                  <a:pt x="134" y="156"/>
                </a:cubicBezTo>
                <a:lnTo>
                  <a:pt x="134" y="163"/>
                </a:lnTo>
                <a:cubicBezTo>
                  <a:pt x="134" y="163"/>
                  <a:pt x="134" y="163"/>
                  <a:pt x="134" y="156"/>
                </a:cubicBezTo>
                <a:cubicBezTo>
                  <a:pt x="134" y="156"/>
                  <a:pt x="134" y="156"/>
                  <a:pt x="127" y="156"/>
                </a:cubicBezTo>
                <a:lnTo>
                  <a:pt x="127" y="149"/>
                </a:lnTo>
                <a:lnTo>
                  <a:pt x="134" y="149"/>
                </a:lnTo>
                <a:cubicBezTo>
                  <a:pt x="134" y="149"/>
                  <a:pt x="134" y="149"/>
                  <a:pt x="141" y="149"/>
                </a:cubicBezTo>
                <a:cubicBezTo>
                  <a:pt x="134" y="149"/>
                  <a:pt x="134" y="149"/>
                  <a:pt x="134" y="149"/>
                </a:cubicBezTo>
                <a:lnTo>
                  <a:pt x="127" y="149"/>
                </a:lnTo>
                <a:lnTo>
                  <a:pt x="134" y="149"/>
                </a:lnTo>
                <a:cubicBezTo>
                  <a:pt x="127" y="149"/>
                  <a:pt x="127" y="149"/>
                  <a:pt x="127" y="149"/>
                </a:cubicBezTo>
                <a:cubicBezTo>
                  <a:pt x="127" y="141"/>
                  <a:pt x="134" y="141"/>
                  <a:pt x="134" y="141"/>
                </a:cubicBezTo>
                <a:cubicBezTo>
                  <a:pt x="127" y="141"/>
                  <a:pt x="127" y="141"/>
                  <a:pt x="127" y="141"/>
                </a:cubicBezTo>
                <a:cubicBezTo>
                  <a:pt x="127" y="141"/>
                  <a:pt x="127" y="141"/>
                  <a:pt x="134" y="141"/>
                </a:cubicBezTo>
                <a:lnTo>
                  <a:pt x="127" y="141"/>
                </a:lnTo>
                <a:lnTo>
                  <a:pt x="134" y="141"/>
                </a:lnTo>
                <a:cubicBezTo>
                  <a:pt x="127" y="141"/>
                  <a:pt x="127" y="141"/>
                  <a:pt x="127" y="141"/>
                </a:cubicBezTo>
                <a:cubicBezTo>
                  <a:pt x="127" y="141"/>
                  <a:pt x="127" y="141"/>
                  <a:pt x="134" y="141"/>
                </a:cubicBezTo>
                <a:cubicBezTo>
                  <a:pt x="127" y="141"/>
                  <a:pt x="127" y="141"/>
                  <a:pt x="127" y="141"/>
                </a:cubicBezTo>
                <a:cubicBezTo>
                  <a:pt x="127" y="141"/>
                  <a:pt x="127" y="141"/>
                  <a:pt x="134" y="134"/>
                </a:cubicBezTo>
                <a:cubicBezTo>
                  <a:pt x="134" y="127"/>
                  <a:pt x="134" y="127"/>
                  <a:pt x="134" y="127"/>
                </a:cubicBezTo>
                <a:lnTo>
                  <a:pt x="127" y="127"/>
                </a:lnTo>
                <a:cubicBezTo>
                  <a:pt x="127" y="127"/>
                  <a:pt x="127" y="127"/>
                  <a:pt x="134" y="134"/>
                </a:cubicBezTo>
                <a:cubicBezTo>
                  <a:pt x="134" y="134"/>
                  <a:pt x="134" y="134"/>
                  <a:pt x="127" y="134"/>
                </a:cubicBezTo>
                <a:cubicBezTo>
                  <a:pt x="120" y="141"/>
                  <a:pt x="113" y="149"/>
                  <a:pt x="106" y="156"/>
                </a:cubicBezTo>
                <a:lnTo>
                  <a:pt x="113" y="156"/>
                </a:lnTo>
                <a:cubicBezTo>
                  <a:pt x="113" y="156"/>
                  <a:pt x="113" y="163"/>
                  <a:pt x="120" y="163"/>
                </a:cubicBezTo>
                <a:cubicBezTo>
                  <a:pt x="113" y="163"/>
                  <a:pt x="113" y="163"/>
                  <a:pt x="113" y="163"/>
                </a:cubicBezTo>
                <a:lnTo>
                  <a:pt x="113" y="170"/>
                </a:lnTo>
                <a:lnTo>
                  <a:pt x="106" y="170"/>
                </a:lnTo>
                <a:cubicBezTo>
                  <a:pt x="106" y="163"/>
                  <a:pt x="106" y="163"/>
                  <a:pt x="106" y="163"/>
                </a:cubicBezTo>
                <a:lnTo>
                  <a:pt x="99" y="163"/>
                </a:lnTo>
                <a:lnTo>
                  <a:pt x="99" y="170"/>
                </a:lnTo>
                <a:cubicBezTo>
                  <a:pt x="99" y="170"/>
                  <a:pt x="99" y="170"/>
                  <a:pt x="106" y="170"/>
                </a:cubicBezTo>
                <a:cubicBezTo>
                  <a:pt x="106" y="170"/>
                  <a:pt x="106" y="170"/>
                  <a:pt x="106" y="177"/>
                </a:cubicBezTo>
                <a:lnTo>
                  <a:pt x="106" y="170"/>
                </a:lnTo>
                <a:cubicBezTo>
                  <a:pt x="106" y="177"/>
                  <a:pt x="106" y="177"/>
                  <a:pt x="106" y="177"/>
                </a:cubicBezTo>
                <a:cubicBezTo>
                  <a:pt x="99" y="177"/>
                  <a:pt x="99" y="177"/>
                  <a:pt x="99" y="170"/>
                </a:cubicBezTo>
                <a:lnTo>
                  <a:pt x="99" y="177"/>
                </a:lnTo>
                <a:lnTo>
                  <a:pt x="99" y="170"/>
                </a:lnTo>
                <a:cubicBezTo>
                  <a:pt x="99" y="177"/>
                  <a:pt x="99" y="177"/>
                  <a:pt x="99" y="177"/>
                </a:cubicBezTo>
                <a:cubicBezTo>
                  <a:pt x="99" y="177"/>
                  <a:pt x="106" y="177"/>
                  <a:pt x="106" y="184"/>
                </a:cubicBezTo>
                <a:cubicBezTo>
                  <a:pt x="99" y="184"/>
                  <a:pt x="99" y="177"/>
                  <a:pt x="99" y="177"/>
                </a:cubicBezTo>
                <a:cubicBezTo>
                  <a:pt x="99" y="177"/>
                  <a:pt x="99" y="177"/>
                  <a:pt x="92" y="177"/>
                </a:cubicBezTo>
                <a:cubicBezTo>
                  <a:pt x="92" y="177"/>
                  <a:pt x="85" y="177"/>
                  <a:pt x="85" y="184"/>
                </a:cubicBezTo>
                <a:cubicBezTo>
                  <a:pt x="92" y="184"/>
                  <a:pt x="92" y="184"/>
                  <a:pt x="92" y="184"/>
                </a:cubicBezTo>
                <a:lnTo>
                  <a:pt x="92" y="191"/>
                </a:lnTo>
                <a:cubicBezTo>
                  <a:pt x="92" y="191"/>
                  <a:pt x="92" y="191"/>
                  <a:pt x="92" y="198"/>
                </a:cubicBezTo>
                <a:cubicBezTo>
                  <a:pt x="92" y="191"/>
                  <a:pt x="99" y="191"/>
                  <a:pt x="99" y="198"/>
                </a:cubicBezTo>
                <a:lnTo>
                  <a:pt x="99" y="191"/>
                </a:lnTo>
                <a:cubicBezTo>
                  <a:pt x="106" y="191"/>
                  <a:pt x="106" y="198"/>
                  <a:pt x="106" y="198"/>
                </a:cubicBezTo>
                <a:cubicBezTo>
                  <a:pt x="106" y="191"/>
                  <a:pt x="106" y="191"/>
                  <a:pt x="106" y="191"/>
                </a:cubicBezTo>
                <a:lnTo>
                  <a:pt x="113" y="191"/>
                </a:lnTo>
                <a:cubicBezTo>
                  <a:pt x="113" y="198"/>
                  <a:pt x="113" y="198"/>
                  <a:pt x="113" y="198"/>
                </a:cubicBezTo>
                <a:cubicBezTo>
                  <a:pt x="113" y="198"/>
                  <a:pt x="113" y="198"/>
                  <a:pt x="113" y="205"/>
                </a:cubicBezTo>
                <a:cubicBezTo>
                  <a:pt x="113" y="205"/>
                  <a:pt x="113" y="198"/>
                  <a:pt x="113" y="205"/>
                </a:cubicBezTo>
                <a:cubicBezTo>
                  <a:pt x="120" y="205"/>
                  <a:pt x="120" y="205"/>
                  <a:pt x="120" y="205"/>
                </a:cubicBezTo>
                <a:cubicBezTo>
                  <a:pt x="120" y="205"/>
                  <a:pt x="120" y="212"/>
                  <a:pt x="127" y="212"/>
                </a:cubicBezTo>
                <a:cubicBezTo>
                  <a:pt x="120" y="212"/>
                  <a:pt x="120" y="212"/>
                  <a:pt x="120" y="212"/>
                </a:cubicBezTo>
                <a:cubicBezTo>
                  <a:pt x="127" y="212"/>
                  <a:pt x="127" y="212"/>
                  <a:pt x="127" y="212"/>
                </a:cubicBezTo>
                <a:lnTo>
                  <a:pt x="134" y="212"/>
                </a:lnTo>
                <a:cubicBezTo>
                  <a:pt x="134" y="219"/>
                  <a:pt x="134" y="219"/>
                  <a:pt x="134" y="219"/>
                </a:cubicBezTo>
                <a:lnTo>
                  <a:pt x="127" y="219"/>
                </a:lnTo>
                <a:cubicBezTo>
                  <a:pt x="120" y="226"/>
                  <a:pt x="120" y="226"/>
                  <a:pt x="120" y="226"/>
                </a:cubicBezTo>
                <a:cubicBezTo>
                  <a:pt x="120" y="226"/>
                  <a:pt x="120" y="226"/>
                  <a:pt x="113" y="226"/>
                </a:cubicBezTo>
                <a:lnTo>
                  <a:pt x="106" y="226"/>
                </a:lnTo>
                <a:cubicBezTo>
                  <a:pt x="106" y="226"/>
                  <a:pt x="106" y="226"/>
                  <a:pt x="99" y="226"/>
                </a:cubicBezTo>
                <a:cubicBezTo>
                  <a:pt x="99" y="226"/>
                  <a:pt x="99" y="226"/>
                  <a:pt x="99" y="233"/>
                </a:cubicBezTo>
                <a:cubicBezTo>
                  <a:pt x="92" y="233"/>
                  <a:pt x="92" y="233"/>
                  <a:pt x="92" y="240"/>
                </a:cubicBezTo>
                <a:lnTo>
                  <a:pt x="92" y="233"/>
                </a:lnTo>
                <a:cubicBezTo>
                  <a:pt x="99" y="233"/>
                  <a:pt x="99" y="233"/>
                  <a:pt x="99" y="233"/>
                </a:cubicBezTo>
                <a:cubicBezTo>
                  <a:pt x="106" y="226"/>
                  <a:pt x="106" y="226"/>
                  <a:pt x="106" y="233"/>
                </a:cubicBezTo>
                <a:cubicBezTo>
                  <a:pt x="106" y="233"/>
                  <a:pt x="106" y="233"/>
                  <a:pt x="99" y="233"/>
                </a:cubicBezTo>
                <a:cubicBezTo>
                  <a:pt x="106" y="233"/>
                  <a:pt x="106" y="233"/>
                  <a:pt x="106" y="233"/>
                </a:cubicBezTo>
                <a:cubicBezTo>
                  <a:pt x="106" y="233"/>
                  <a:pt x="106" y="233"/>
                  <a:pt x="106" y="240"/>
                </a:cubicBezTo>
                <a:cubicBezTo>
                  <a:pt x="106" y="240"/>
                  <a:pt x="106" y="240"/>
                  <a:pt x="113" y="240"/>
                </a:cubicBezTo>
                <a:cubicBezTo>
                  <a:pt x="113" y="240"/>
                  <a:pt x="113" y="240"/>
                  <a:pt x="106" y="240"/>
                </a:cubicBezTo>
                <a:cubicBezTo>
                  <a:pt x="106" y="240"/>
                  <a:pt x="106" y="240"/>
                  <a:pt x="113" y="240"/>
                </a:cubicBezTo>
                <a:cubicBezTo>
                  <a:pt x="120" y="240"/>
                  <a:pt x="120" y="240"/>
                  <a:pt x="120" y="240"/>
                </a:cubicBezTo>
                <a:cubicBezTo>
                  <a:pt x="113" y="240"/>
                  <a:pt x="120" y="240"/>
                  <a:pt x="113" y="240"/>
                </a:cubicBezTo>
                <a:cubicBezTo>
                  <a:pt x="113" y="240"/>
                  <a:pt x="113" y="240"/>
                  <a:pt x="113" y="247"/>
                </a:cubicBezTo>
                <a:lnTo>
                  <a:pt x="113" y="240"/>
                </a:lnTo>
                <a:cubicBezTo>
                  <a:pt x="113" y="247"/>
                  <a:pt x="113" y="247"/>
                  <a:pt x="113" y="247"/>
                </a:cubicBezTo>
                <a:cubicBezTo>
                  <a:pt x="113" y="247"/>
                  <a:pt x="113" y="247"/>
                  <a:pt x="106" y="247"/>
                </a:cubicBezTo>
                <a:lnTo>
                  <a:pt x="106" y="240"/>
                </a:lnTo>
                <a:cubicBezTo>
                  <a:pt x="106" y="240"/>
                  <a:pt x="106" y="240"/>
                  <a:pt x="106" y="247"/>
                </a:cubicBezTo>
                <a:lnTo>
                  <a:pt x="106" y="240"/>
                </a:lnTo>
                <a:lnTo>
                  <a:pt x="113" y="240"/>
                </a:lnTo>
                <a:cubicBezTo>
                  <a:pt x="106" y="240"/>
                  <a:pt x="106" y="240"/>
                  <a:pt x="106" y="240"/>
                </a:cubicBezTo>
                <a:cubicBezTo>
                  <a:pt x="106" y="240"/>
                  <a:pt x="106" y="247"/>
                  <a:pt x="99" y="247"/>
                </a:cubicBezTo>
                <a:cubicBezTo>
                  <a:pt x="99" y="240"/>
                  <a:pt x="99" y="240"/>
                  <a:pt x="99" y="247"/>
                </a:cubicBezTo>
                <a:lnTo>
                  <a:pt x="99" y="240"/>
                </a:lnTo>
                <a:cubicBezTo>
                  <a:pt x="99" y="247"/>
                  <a:pt x="99" y="247"/>
                  <a:pt x="99" y="247"/>
                </a:cubicBezTo>
                <a:lnTo>
                  <a:pt x="92" y="247"/>
                </a:lnTo>
                <a:lnTo>
                  <a:pt x="92" y="254"/>
                </a:lnTo>
                <a:cubicBezTo>
                  <a:pt x="85" y="254"/>
                  <a:pt x="85" y="254"/>
                  <a:pt x="85" y="262"/>
                </a:cubicBezTo>
                <a:lnTo>
                  <a:pt x="85" y="254"/>
                </a:lnTo>
                <a:lnTo>
                  <a:pt x="85" y="262"/>
                </a:lnTo>
                <a:cubicBezTo>
                  <a:pt x="78" y="262"/>
                  <a:pt x="78" y="262"/>
                  <a:pt x="78" y="262"/>
                </a:cubicBezTo>
                <a:cubicBezTo>
                  <a:pt x="78" y="262"/>
                  <a:pt x="78" y="262"/>
                  <a:pt x="85" y="262"/>
                </a:cubicBezTo>
                <a:lnTo>
                  <a:pt x="78" y="262"/>
                </a:lnTo>
                <a:cubicBezTo>
                  <a:pt x="78" y="269"/>
                  <a:pt x="78" y="269"/>
                  <a:pt x="78" y="269"/>
                </a:cubicBezTo>
                <a:cubicBezTo>
                  <a:pt x="78" y="262"/>
                  <a:pt x="78" y="262"/>
                  <a:pt x="78" y="269"/>
                </a:cubicBezTo>
                <a:cubicBezTo>
                  <a:pt x="78" y="262"/>
                  <a:pt x="78" y="262"/>
                  <a:pt x="78" y="262"/>
                </a:cubicBezTo>
                <a:cubicBezTo>
                  <a:pt x="78" y="262"/>
                  <a:pt x="78" y="262"/>
                  <a:pt x="78" y="269"/>
                </a:cubicBezTo>
                <a:lnTo>
                  <a:pt x="71" y="269"/>
                </a:lnTo>
                <a:cubicBezTo>
                  <a:pt x="78" y="269"/>
                  <a:pt x="78" y="269"/>
                  <a:pt x="78" y="269"/>
                </a:cubicBezTo>
                <a:lnTo>
                  <a:pt x="71" y="269"/>
                </a:lnTo>
                <a:lnTo>
                  <a:pt x="78" y="269"/>
                </a:lnTo>
                <a:lnTo>
                  <a:pt x="71" y="269"/>
                </a:lnTo>
                <a:lnTo>
                  <a:pt x="78" y="269"/>
                </a:lnTo>
                <a:cubicBezTo>
                  <a:pt x="78" y="269"/>
                  <a:pt x="78" y="269"/>
                  <a:pt x="71" y="269"/>
                </a:cubicBezTo>
                <a:cubicBezTo>
                  <a:pt x="78" y="269"/>
                  <a:pt x="78" y="269"/>
                  <a:pt x="78" y="269"/>
                </a:cubicBezTo>
                <a:lnTo>
                  <a:pt x="71" y="269"/>
                </a:lnTo>
                <a:lnTo>
                  <a:pt x="78" y="269"/>
                </a:lnTo>
                <a:cubicBezTo>
                  <a:pt x="78" y="269"/>
                  <a:pt x="78" y="269"/>
                  <a:pt x="78" y="276"/>
                </a:cubicBezTo>
                <a:lnTo>
                  <a:pt x="71" y="276"/>
                </a:lnTo>
                <a:cubicBezTo>
                  <a:pt x="78" y="276"/>
                  <a:pt x="78" y="276"/>
                  <a:pt x="78" y="276"/>
                </a:cubicBezTo>
                <a:cubicBezTo>
                  <a:pt x="71" y="276"/>
                  <a:pt x="71" y="276"/>
                  <a:pt x="71" y="276"/>
                </a:cubicBezTo>
                <a:lnTo>
                  <a:pt x="78" y="276"/>
                </a:lnTo>
                <a:cubicBezTo>
                  <a:pt x="78" y="276"/>
                  <a:pt x="78" y="276"/>
                  <a:pt x="71" y="276"/>
                </a:cubicBezTo>
                <a:lnTo>
                  <a:pt x="78" y="276"/>
                </a:lnTo>
                <a:cubicBezTo>
                  <a:pt x="71" y="276"/>
                  <a:pt x="71" y="276"/>
                  <a:pt x="71" y="276"/>
                </a:cubicBezTo>
                <a:lnTo>
                  <a:pt x="71" y="283"/>
                </a:lnTo>
                <a:cubicBezTo>
                  <a:pt x="71" y="283"/>
                  <a:pt x="71" y="283"/>
                  <a:pt x="64" y="283"/>
                </a:cubicBezTo>
                <a:lnTo>
                  <a:pt x="64" y="290"/>
                </a:lnTo>
                <a:lnTo>
                  <a:pt x="64" y="297"/>
                </a:lnTo>
                <a:lnTo>
                  <a:pt x="64" y="304"/>
                </a:lnTo>
                <a:cubicBezTo>
                  <a:pt x="57" y="304"/>
                  <a:pt x="64" y="304"/>
                  <a:pt x="57" y="304"/>
                </a:cubicBezTo>
                <a:lnTo>
                  <a:pt x="57" y="297"/>
                </a:lnTo>
                <a:cubicBezTo>
                  <a:pt x="57" y="297"/>
                  <a:pt x="57" y="297"/>
                  <a:pt x="57" y="290"/>
                </a:cubicBezTo>
                <a:cubicBezTo>
                  <a:pt x="57" y="297"/>
                  <a:pt x="57" y="297"/>
                  <a:pt x="57" y="304"/>
                </a:cubicBezTo>
                <a:lnTo>
                  <a:pt x="57" y="311"/>
                </a:lnTo>
                <a:cubicBezTo>
                  <a:pt x="64" y="311"/>
                  <a:pt x="64" y="311"/>
                  <a:pt x="64" y="311"/>
                </a:cubicBezTo>
                <a:cubicBezTo>
                  <a:pt x="64" y="311"/>
                  <a:pt x="64" y="311"/>
                  <a:pt x="64" y="318"/>
                </a:cubicBezTo>
                <a:cubicBezTo>
                  <a:pt x="71" y="318"/>
                  <a:pt x="71" y="318"/>
                  <a:pt x="71" y="318"/>
                </a:cubicBezTo>
                <a:lnTo>
                  <a:pt x="78" y="318"/>
                </a:lnTo>
                <a:lnTo>
                  <a:pt x="78" y="325"/>
                </a:lnTo>
                <a:cubicBezTo>
                  <a:pt x="78" y="325"/>
                  <a:pt x="78" y="325"/>
                  <a:pt x="78" y="318"/>
                </a:cubicBezTo>
                <a:cubicBezTo>
                  <a:pt x="71" y="318"/>
                  <a:pt x="71" y="325"/>
                  <a:pt x="71" y="325"/>
                </a:cubicBezTo>
                <a:lnTo>
                  <a:pt x="71" y="318"/>
                </a:lnTo>
                <a:lnTo>
                  <a:pt x="64" y="318"/>
                </a:lnTo>
                <a:lnTo>
                  <a:pt x="57" y="318"/>
                </a:lnTo>
                <a:cubicBezTo>
                  <a:pt x="57" y="318"/>
                  <a:pt x="57" y="318"/>
                  <a:pt x="57" y="311"/>
                </a:cubicBezTo>
                <a:cubicBezTo>
                  <a:pt x="57" y="311"/>
                  <a:pt x="57" y="311"/>
                  <a:pt x="57" y="318"/>
                </a:cubicBezTo>
                <a:cubicBezTo>
                  <a:pt x="57" y="325"/>
                  <a:pt x="57" y="339"/>
                  <a:pt x="57" y="354"/>
                </a:cubicBezTo>
                <a:cubicBezTo>
                  <a:pt x="57" y="354"/>
                  <a:pt x="57" y="354"/>
                  <a:pt x="64" y="354"/>
                </a:cubicBezTo>
                <a:cubicBezTo>
                  <a:pt x="64" y="354"/>
                  <a:pt x="64" y="354"/>
                  <a:pt x="71" y="354"/>
                </a:cubicBezTo>
                <a:cubicBezTo>
                  <a:pt x="71" y="354"/>
                  <a:pt x="71" y="354"/>
                  <a:pt x="71" y="361"/>
                </a:cubicBezTo>
                <a:cubicBezTo>
                  <a:pt x="71" y="354"/>
                  <a:pt x="71" y="354"/>
                  <a:pt x="71" y="354"/>
                </a:cubicBezTo>
                <a:cubicBezTo>
                  <a:pt x="78" y="354"/>
                  <a:pt x="78" y="354"/>
                  <a:pt x="78" y="354"/>
                </a:cubicBezTo>
                <a:cubicBezTo>
                  <a:pt x="71" y="354"/>
                  <a:pt x="71" y="354"/>
                  <a:pt x="71" y="361"/>
                </a:cubicBezTo>
                <a:cubicBezTo>
                  <a:pt x="71" y="361"/>
                  <a:pt x="71" y="361"/>
                  <a:pt x="71" y="368"/>
                </a:cubicBezTo>
                <a:cubicBezTo>
                  <a:pt x="78" y="368"/>
                  <a:pt x="78" y="361"/>
                  <a:pt x="78" y="361"/>
                </a:cubicBezTo>
                <a:cubicBezTo>
                  <a:pt x="78" y="361"/>
                  <a:pt x="78" y="361"/>
                  <a:pt x="71" y="361"/>
                </a:cubicBezTo>
                <a:cubicBezTo>
                  <a:pt x="78" y="361"/>
                  <a:pt x="78" y="361"/>
                  <a:pt x="78" y="361"/>
                </a:cubicBezTo>
                <a:lnTo>
                  <a:pt x="78" y="354"/>
                </a:lnTo>
                <a:cubicBezTo>
                  <a:pt x="78" y="354"/>
                  <a:pt x="78" y="354"/>
                  <a:pt x="78" y="361"/>
                </a:cubicBezTo>
                <a:lnTo>
                  <a:pt x="85" y="361"/>
                </a:lnTo>
                <a:cubicBezTo>
                  <a:pt x="92" y="361"/>
                  <a:pt x="92" y="361"/>
                  <a:pt x="92" y="361"/>
                </a:cubicBezTo>
                <a:cubicBezTo>
                  <a:pt x="99" y="361"/>
                  <a:pt x="99" y="361"/>
                  <a:pt x="99" y="361"/>
                </a:cubicBezTo>
                <a:lnTo>
                  <a:pt x="106" y="361"/>
                </a:lnTo>
                <a:cubicBezTo>
                  <a:pt x="99" y="361"/>
                  <a:pt x="106" y="368"/>
                  <a:pt x="99" y="368"/>
                </a:cubicBezTo>
                <a:cubicBezTo>
                  <a:pt x="99" y="368"/>
                  <a:pt x="99" y="368"/>
                  <a:pt x="106" y="368"/>
                </a:cubicBezTo>
                <a:cubicBezTo>
                  <a:pt x="113" y="368"/>
                  <a:pt x="113" y="368"/>
                  <a:pt x="113" y="375"/>
                </a:cubicBezTo>
                <a:lnTo>
                  <a:pt x="113" y="368"/>
                </a:lnTo>
                <a:lnTo>
                  <a:pt x="113" y="375"/>
                </a:lnTo>
                <a:cubicBezTo>
                  <a:pt x="113" y="375"/>
                  <a:pt x="113" y="375"/>
                  <a:pt x="120" y="375"/>
                </a:cubicBezTo>
                <a:lnTo>
                  <a:pt x="127" y="375"/>
                </a:lnTo>
                <a:lnTo>
                  <a:pt x="127" y="382"/>
                </a:lnTo>
                <a:lnTo>
                  <a:pt x="134" y="382"/>
                </a:lnTo>
                <a:lnTo>
                  <a:pt x="134" y="389"/>
                </a:lnTo>
                <a:lnTo>
                  <a:pt x="127" y="389"/>
                </a:lnTo>
                <a:lnTo>
                  <a:pt x="127" y="396"/>
                </a:lnTo>
                <a:cubicBezTo>
                  <a:pt x="134" y="396"/>
                  <a:pt x="134" y="396"/>
                  <a:pt x="134" y="396"/>
                </a:cubicBezTo>
                <a:cubicBezTo>
                  <a:pt x="141" y="396"/>
                  <a:pt x="141" y="389"/>
                  <a:pt x="141" y="389"/>
                </a:cubicBezTo>
                <a:cubicBezTo>
                  <a:pt x="141" y="396"/>
                  <a:pt x="148" y="396"/>
                  <a:pt x="148" y="396"/>
                </a:cubicBezTo>
                <a:cubicBezTo>
                  <a:pt x="155" y="396"/>
                  <a:pt x="155" y="396"/>
                  <a:pt x="155" y="396"/>
                </a:cubicBezTo>
                <a:lnTo>
                  <a:pt x="163" y="396"/>
                </a:lnTo>
                <a:cubicBezTo>
                  <a:pt x="163" y="396"/>
                  <a:pt x="163" y="403"/>
                  <a:pt x="170" y="403"/>
                </a:cubicBezTo>
                <a:cubicBezTo>
                  <a:pt x="177" y="403"/>
                  <a:pt x="177" y="410"/>
                  <a:pt x="177" y="410"/>
                </a:cubicBezTo>
                <a:cubicBezTo>
                  <a:pt x="177" y="417"/>
                  <a:pt x="170" y="417"/>
                  <a:pt x="170" y="417"/>
                </a:cubicBezTo>
                <a:cubicBezTo>
                  <a:pt x="170" y="417"/>
                  <a:pt x="170" y="417"/>
                  <a:pt x="170" y="424"/>
                </a:cubicBezTo>
                <a:cubicBezTo>
                  <a:pt x="170" y="424"/>
                  <a:pt x="170" y="424"/>
                  <a:pt x="163" y="424"/>
                </a:cubicBezTo>
                <a:cubicBezTo>
                  <a:pt x="163" y="424"/>
                  <a:pt x="163" y="424"/>
                  <a:pt x="163" y="431"/>
                </a:cubicBezTo>
                <a:lnTo>
                  <a:pt x="163" y="438"/>
                </a:lnTo>
                <a:cubicBezTo>
                  <a:pt x="163" y="438"/>
                  <a:pt x="163" y="438"/>
                  <a:pt x="163" y="445"/>
                </a:cubicBezTo>
                <a:cubicBezTo>
                  <a:pt x="155" y="445"/>
                  <a:pt x="155" y="445"/>
                  <a:pt x="155" y="452"/>
                </a:cubicBezTo>
                <a:cubicBezTo>
                  <a:pt x="155" y="452"/>
                  <a:pt x="155" y="452"/>
                  <a:pt x="148" y="452"/>
                </a:cubicBezTo>
                <a:cubicBezTo>
                  <a:pt x="148" y="452"/>
                  <a:pt x="148" y="452"/>
                  <a:pt x="148" y="460"/>
                </a:cubicBezTo>
                <a:cubicBezTo>
                  <a:pt x="148" y="460"/>
                  <a:pt x="148" y="452"/>
                  <a:pt x="141" y="452"/>
                </a:cubicBezTo>
                <a:cubicBezTo>
                  <a:pt x="141" y="460"/>
                  <a:pt x="141" y="460"/>
                  <a:pt x="141" y="460"/>
                </a:cubicBezTo>
                <a:cubicBezTo>
                  <a:pt x="141" y="460"/>
                  <a:pt x="141" y="460"/>
                  <a:pt x="134" y="460"/>
                </a:cubicBezTo>
                <a:cubicBezTo>
                  <a:pt x="141" y="460"/>
                  <a:pt x="134" y="467"/>
                  <a:pt x="134" y="467"/>
                </a:cubicBezTo>
                <a:cubicBezTo>
                  <a:pt x="141" y="474"/>
                  <a:pt x="134" y="474"/>
                  <a:pt x="134" y="474"/>
                </a:cubicBezTo>
                <a:cubicBezTo>
                  <a:pt x="134" y="481"/>
                  <a:pt x="127" y="481"/>
                  <a:pt x="127" y="481"/>
                </a:cubicBezTo>
                <a:cubicBezTo>
                  <a:pt x="127" y="481"/>
                  <a:pt x="134" y="481"/>
                  <a:pt x="134" y="474"/>
                </a:cubicBezTo>
                <a:lnTo>
                  <a:pt x="127" y="474"/>
                </a:lnTo>
                <a:cubicBezTo>
                  <a:pt x="127" y="474"/>
                  <a:pt x="127" y="474"/>
                  <a:pt x="127" y="481"/>
                </a:cubicBezTo>
                <a:cubicBezTo>
                  <a:pt x="170" y="523"/>
                  <a:pt x="233" y="551"/>
                  <a:pt x="297" y="551"/>
                </a:cubicBezTo>
                <a:cubicBezTo>
                  <a:pt x="417" y="551"/>
                  <a:pt x="516" y="460"/>
                  <a:pt x="537" y="347"/>
                </a:cubicBezTo>
                <a:cubicBezTo>
                  <a:pt x="537" y="339"/>
                  <a:pt x="537" y="339"/>
                  <a:pt x="537" y="339"/>
                </a:cubicBezTo>
                <a:cubicBezTo>
                  <a:pt x="537" y="332"/>
                  <a:pt x="530" y="332"/>
                  <a:pt x="530" y="332"/>
                </a:cubicBezTo>
                <a:cubicBezTo>
                  <a:pt x="530" y="332"/>
                  <a:pt x="530" y="332"/>
                  <a:pt x="530" y="325"/>
                </a:cubicBezTo>
                <a:cubicBezTo>
                  <a:pt x="530" y="325"/>
                  <a:pt x="530" y="325"/>
                  <a:pt x="530" y="318"/>
                </a:cubicBezTo>
                <a:lnTo>
                  <a:pt x="530" y="311"/>
                </a:lnTo>
                <a:cubicBezTo>
                  <a:pt x="530" y="311"/>
                  <a:pt x="530" y="311"/>
                  <a:pt x="523" y="311"/>
                </a:cubicBezTo>
                <a:cubicBezTo>
                  <a:pt x="523" y="304"/>
                  <a:pt x="523" y="304"/>
                  <a:pt x="523" y="304"/>
                </a:cubicBezTo>
                <a:cubicBezTo>
                  <a:pt x="516" y="304"/>
                  <a:pt x="516" y="304"/>
                  <a:pt x="516" y="304"/>
                </a:cubicBezTo>
                <a:cubicBezTo>
                  <a:pt x="516" y="304"/>
                  <a:pt x="516" y="304"/>
                  <a:pt x="523" y="304"/>
                </a:cubicBezTo>
                <a:lnTo>
                  <a:pt x="516" y="304"/>
                </a:lnTo>
                <a:lnTo>
                  <a:pt x="516" y="297"/>
                </a:lnTo>
                <a:cubicBezTo>
                  <a:pt x="516" y="297"/>
                  <a:pt x="516" y="297"/>
                  <a:pt x="516" y="290"/>
                </a:cubicBezTo>
                <a:cubicBezTo>
                  <a:pt x="516" y="297"/>
                  <a:pt x="516" y="297"/>
                  <a:pt x="509" y="297"/>
                </a:cubicBezTo>
                <a:cubicBezTo>
                  <a:pt x="509" y="290"/>
                  <a:pt x="509" y="290"/>
                  <a:pt x="509" y="290"/>
                </a:cubicBezTo>
                <a:cubicBezTo>
                  <a:pt x="509" y="290"/>
                  <a:pt x="509" y="290"/>
                  <a:pt x="509" y="297"/>
                </a:cubicBezTo>
                <a:cubicBezTo>
                  <a:pt x="509" y="297"/>
                  <a:pt x="509" y="297"/>
                  <a:pt x="502" y="297"/>
                </a:cubicBezTo>
                <a:lnTo>
                  <a:pt x="502" y="304"/>
                </a:lnTo>
                <a:cubicBezTo>
                  <a:pt x="495" y="304"/>
                  <a:pt x="495" y="304"/>
                  <a:pt x="495" y="304"/>
                </a:cubicBezTo>
                <a:lnTo>
                  <a:pt x="488" y="311"/>
                </a:lnTo>
                <a:cubicBezTo>
                  <a:pt x="481" y="311"/>
                  <a:pt x="481" y="311"/>
                  <a:pt x="481" y="311"/>
                </a:cubicBezTo>
                <a:cubicBezTo>
                  <a:pt x="481" y="311"/>
                  <a:pt x="481" y="311"/>
                  <a:pt x="481" y="318"/>
                </a:cubicBezTo>
                <a:lnTo>
                  <a:pt x="481" y="325"/>
                </a:lnTo>
                <a:cubicBezTo>
                  <a:pt x="481" y="325"/>
                  <a:pt x="481" y="325"/>
                  <a:pt x="481" y="332"/>
                </a:cubicBezTo>
                <a:cubicBezTo>
                  <a:pt x="481" y="332"/>
                  <a:pt x="481" y="332"/>
                  <a:pt x="474" y="332"/>
                </a:cubicBezTo>
                <a:cubicBezTo>
                  <a:pt x="474" y="325"/>
                  <a:pt x="474" y="325"/>
                  <a:pt x="466" y="325"/>
                </a:cubicBezTo>
                <a:cubicBezTo>
                  <a:pt x="466" y="325"/>
                  <a:pt x="466" y="325"/>
                  <a:pt x="466" y="318"/>
                </a:cubicBezTo>
                <a:lnTo>
                  <a:pt x="466" y="311"/>
                </a:lnTo>
                <a:cubicBezTo>
                  <a:pt x="466" y="311"/>
                  <a:pt x="466" y="304"/>
                  <a:pt x="459" y="304"/>
                </a:cubicBezTo>
                <a:cubicBezTo>
                  <a:pt x="459" y="297"/>
                  <a:pt x="459" y="297"/>
                  <a:pt x="459" y="297"/>
                </a:cubicBezTo>
                <a:cubicBezTo>
                  <a:pt x="466" y="297"/>
                  <a:pt x="459" y="297"/>
                  <a:pt x="459" y="297"/>
                </a:cubicBezTo>
                <a:cubicBezTo>
                  <a:pt x="452" y="297"/>
                  <a:pt x="452" y="297"/>
                  <a:pt x="452" y="297"/>
                </a:cubicBezTo>
                <a:cubicBezTo>
                  <a:pt x="452" y="297"/>
                  <a:pt x="452" y="297"/>
                  <a:pt x="452" y="290"/>
                </a:cubicBezTo>
                <a:cubicBezTo>
                  <a:pt x="452" y="297"/>
                  <a:pt x="452" y="290"/>
                  <a:pt x="452" y="290"/>
                </a:cubicBezTo>
                <a:cubicBezTo>
                  <a:pt x="445" y="290"/>
                  <a:pt x="445" y="290"/>
                  <a:pt x="445" y="290"/>
                </a:cubicBezTo>
                <a:cubicBezTo>
                  <a:pt x="445" y="283"/>
                  <a:pt x="445" y="283"/>
                  <a:pt x="445" y="283"/>
                </a:cubicBezTo>
                <a:cubicBezTo>
                  <a:pt x="445" y="283"/>
                  <a:pt x="438" y="290"/>
                  <a:pt x="438" y="283"/>
                </a:cubicBezTo>
                <a:lnTo>
                  <a:pt x="431" y="283"/>
                </a:lnTo>
                <a:cubicBezTo>
                  <a:pt x="431" y="290"/>
                  <a:pt x="431" y="290"/>
                  <a:pt x="431" y="290"/>
                </a:cubicBezTo>
                <a:lnTo>
                  <a:pt x="431" y="283"/>
                </a:lnTo>
                <a:cubicBezTo>
                  <a:pt x="424" y="283"/>
                  <a:pt x="424" y="283"/>
                  <a:pt x="424" y="283"/>
                </a:cubicBezTo>
                <a:cubicBezTo>
                  <a:pt x="417" y="283"/>
                  <a:pt x="417" y="283"/>
                  <a:pt x="417" y="283"/>
                </a:cubicBezTo>
                <a:lnTo>
                  <a:pt x="410" y="283"/>
                </a:lnTo>
                <a:cubicBezTo>
                  <a:pt x="410" y="283"/>
                  <a:pt x="403" y="283"/>
                  <a:pt x="403" y="276"/>
                </a:cubicBezTo>
                <a:cubicBezTo>
                  <a:pt x="403" y="276"/>
                  <a:pt x="403" y="276"/>
                  <a:pt x="403" y="269"/>
                </a:cubicBezTo>
                <a:cubicBezTo>
                  <a:pt x="396" y="269"/>
                  <a:pt x="396" y="269"/>
                  <a:pt x="396" y="269"/>
                </a:cubicBezTo>
                <a:cubicBezTo>
                  <a:pt x="396" y="269"/>
                  <a:pt x="396" y="269"/>
                  <a:pt x="396" y="276"/>
                </a:cubicBezTo>
                <a:cubicBezTo>
                  <a:pt x="396" y="276"/>
                  <a:pt x="396" y="276"/>
                  <a:pt x="396" y="283"/>
                </a:cubicBezTo>
                <a:cubicBezTo>
                  <a:pt x="396" y="283"/>
                  <a:pt x="396" y="283"/>
                  <a:pt x="403" y="283"/>
                </a:cubicBezTo>
                <a:cubicBezTo>
                  <a:pt x="403" y="283"/>
                  <a:pt x="403" y="283"/>
                  <a:pt x="396" y="283"/>
                </a:cubicBezTo>
                <a:lnTo>
                  <a:pt x="403" y="283"/>
                </a:lnTo>
                <a:cubicBezTo>
                  <a:pt x="396" y="283"/>
                  <a:pt x="396" y="283"/>
                  <a:pt x="403" y="283"/>
                </a:cubicBezTo>
                <a:lnTo>
                  <a:pt x="403" y="290"/>
                </a:lnTo>
                <a:cubicBezTo>
                  <a:pt x="403" y="283"/>
                  <a:pt x="403" y="283"/>
                  <a:pt x="403" y="283"/>
                </a:cubicBezTo>
                <a:lnTo>
                  <a:pt x="403" y="290"/>
                </a:lnTo>
                <a:cubicBezTo>
                  <a:pt x="410" y="290"/>
                  <a:pt x="410" y="290"/>
                  <a:pt x="410" y="290"/>
                </a:cubicBezTo>
                <a:cubicBezTo>
                  <a:pt x="417" y="283"/>
                  <a:pt x="417" y="283"/>
                  <a:pt x="417" y="283"/>
                </a:cubicBezTo>
                <a:lnTo>
                  <a:pt x="417" y="290"/>
                </a:lnTo>
                <a:lnTo>
                  <a:pt x="424" y="290"/>
                </a:lnTo>
                <a:cubicBezTo>
                  <a:pt x="424" y="290"/>
                  <a:pt x="424" y="290"/>
                  <a:pt x="424" y="297"/>
                </a:cubicBezTo>
                <a:cubicBezTo>
                  <a:pt x="424" y="304"/>
                  <a:pt x="424" y="304"/>
                  <a:pt x="424" y="304"/>
                </a:cubicBezTo>
                <a:cubicBezTo>
                  <a:pt x="417" y="304"/>
                  <a:pt x="417" y="304"/>
                  <a:pt x="417" y="304"/>
                </a:cubicBezTo>
                <a:lnTo>
                  <a:pt x="417" y="311"/>
                </a:lnTo>
                <a:cubicBezTo>
                  <a:pt x="410" y="311"/>
                  <a:pt x="410" y="311"/>
                  <a:pt x="410" y="311"/>
                </a:cubicBezTo>
                <a:lnTo>
                  <a:pt x="403" y="311"/>
                </a:lnTo>
                <a:cubicBezTo>
                  <a:pt x="403" y="318"/>
                  <a:pt x="403" y="318"/>
                  <a:pt x="396" y="318"/>
                </a:cubicBezTo>
                <a:lnTo>
                  <a:pt x="389" y="318"/>
                </a:lnTo>
                <a:cubicBezTo>
                  <a:pt x="382" y="325"/>
                  <a:pt x="382" y="325"/>
                  <a:pt x="382" y="318"/>
                </a:cubicBezTo>
                <a:cubicBezTo>
                  <a:pt x="382" y="318"/>
                  <a:pt x="382" y="318"/>
                  <a:pt x="382" y="311"/>
                </a:cubicBezTo>
                <a:cubicBezTo>
                  <a:pt x="382" y="311"/>
                  <a:pt x="375" y="311"/>
                  <a:pt x="375" y="304"/>
                </a:cubicBezTo>
                <a:cubicBezTo>
                  <a:pt x="375" y="304"/>
                  <a:pt x="375" y="304"/>
                  <a:pt x="368" y="297"/>
                </a:cubicBezTo>
                <a:cubicBezTo>
                  <a:pt x="368" y="297"/>
                  <a:pt x="368" y="297"/>
                  <a:pt x="368" y="290"/>
                </a:cubicBezTo>
                <a:cubicBezTo>
                  <a:pt x="368" y="283"/>
                  <a:pt x="361" y="283"/>
                  <a:pt x="361" y="283"/>
                </a:cubicBezTo>
                <a:cubicBezTo>
                  <a:pt x="361" y="276"/>
                  <a:pt x="361" y="276"/>
                  <a:pt x="361" y="276"/>
                </a:cubicBezTo>
                <a:cubicBezTo>
                  <a:pt x="361" y="269"/>
                  <a:pt x="353" y="269"/>
                  <a:pt x="353" y="269"/>
                </a:cubicBezTo>
                <a:cubicBezTo>
                  <a:pt x="353" y="269"/>
                  <a:pt x="353" y="269"/>
                  <a:pt x="361" y="262"/>
                </a:cubicBezTo>
                <a:cubicBezTo>
                  <a:pt x="361" y="254"/>
                  <a:pt x="361" y="254"/>
                  <a:pt x="361" y="254"/>
                </a:cubicBezTo>
                <a:cubicBezTo>
                  <a:pt x="361" y="254"/>
                  <a:pt x="361" y="254"/>
                  <a:pt x="353" y="254"/>
                </a:cubicBezTo>
                <a:cubicBezTo>
                  <a:pt x="353" y="254"/>
                  <a:pt x="353" y="254"/>
                  <a:pt x="346" y="254"/>
                </a:cubicBezTo>
                <a:cubicBezTo>
                  <a:pt x="346" y="254"/>
                  <a:pt x="346" y="247"/>
                  <a:pt x="346" y="254"/>
                </a:cubicBezTo>
                <a:cubicBezTo>
                  <a:pt x="346" y="254"/>
                  <a:pt x="346" y="254"/>
                  <a:pt x="339" y="254"/>
                </a:cubicBezTo>
                <a:cubicBezTo>
                  <a:pt x="339" y="247"/>
                  <a:pt x="339" y="247"/>
                  <a:pt x="339" y="247"/>
                </a:cubicBezTo>
                <a:cubicBezTo>
                  <a:pt x="332" y="247"/>
                  <a:pt x="332" y="247"/>
                  <a:pt x="332" y="247"/>
                </a:cubicBezTo>
                <a:cubicBezTo>
                  <a:pt x="339" y="247"/>
                  <a:pt x="339" y="247"/>
                  <a:pt x="332" y="247"/>
                </a:cubicBezTo>
                <a:lnTo>
                  <a:pt x="339" y="247"/>
                </a:lnTo>
                <a:lnTo>
                  <a:pt x="332" y="247"/>
                </a:lnTo>
                <a:cubicBezTo>
                  <a:pt x="332" y="240"/>
                  <a:pt x="332" y="240"/>
                  <a:pt x="332" y="240"/>
                </a:cubicBezTo>
                <a:cubicBezTo>
                  <a:pt x="332" y="240"/>
                  <a:pt x="332" y="240"/>
                  <a:pt x="339" y="240"/>
                </a:cubicBezTo>
                <a:cubicBezTo>
                  <a:pt x="332" y="240"/>
                  <a:pt x="332" y="240"/>
                  <a:pt x="332" y="240"/>
                </a:cubicBezTo>
                <a:lnTo>
                  <a:pt x="339" y="240"/>
                </a:lnTo>
                <a:lnTo>
                  <a:pt x="346" y="240"/>
                </a:lnTo>
                <a:cubicBezTo>
                  <a:pt x="346" y="240"/>
                  <a:pt x="346" y="240"/>
                  <a:pt x="339" y="240"/>
                </a:cubicBezTo>
                <a:cubicBezTo>
                  <a:pt x="339" y="240"/>
                  <a:pt x="339" y="240"/>
                  <a:pt x="339" y="233"/>
                </a:cubicBezTo>
                <a:lnTo>
                  <a:pt x="346" y="240"/>
                </a:lnTo>
                <a:lnTo>
                  <a:pt x="346" y="233"/>
                </a:lnTo>
                <a:cubicBezTo>
                  <a:pt x="346" y="240"/>
                  <a:pt x="346" y="240"/>
                  <a:pt x="346" y="240"/>
                </a:cubicBezTo>
                <a:cubicBezTo>
                  <a:pt x="346" y="233"/>
                  <a:pt x="346" y="233"/>
                  <a:pt x="346" y="233"/>
                </a:cubicBezTo>
                <a:lnTo>
                  <a:pt x="353" y="233"/>
                </a:lnTo>
                <a:cubicBezTo>
                  <a:pt x="353" y="233"/>
                  <a:pt x="353" y="233"/>
                  <a:pt x="361" y="233"/>
                </a:cubicBezTo>
                <a:cubicBezTo>
                  <a:pt x="361" y="233"/>
                  <a:pt x="361" y="240"/>
                  <a:pt x="368" y="240"/>
                </a:cubicBezTo>
                <a:lnTo>
                  <a:pt x="375" y="240"/>
                </a:lnTo>
                <a:lnTo>
                  <a:pt x="375" y="233"/>
                </a:lnTo>
                <a:cubicBezTo>
                  <a:pt x="375" y="226"/>
                  <a:pt x="375" y="226"/>
                  <a:pt x="375" y="226"/>
                </a:cubicBezTo>
                <a:lnTo>
                  <a:pt x="368" y="226"/>
                </a:lnTo>
                <a:lnTo>
                  <a:pt x="361" y="226"/>
                </a:lnTo>
                <a:cubicBezTo>
                  <a:pt x="361" y="226"/>
                  <a:pt x="368" y="226"/>
                  <a:pt x="368" y="219"/>
                </a:cubicBezTo>
                <a:cubicBezTo>
                  <a:pt x="368" y="219"/>
                  <a:pt x="368" y="219"/>
                  <a:pt x="361" y="219"/>
                </a:cubicBezTo>
                <a:cubicBezTo>
                  <a:pt x="353" y="219"/>
                  <a:pt x="353" y="219"/>
                  <a:pt x="353" y="219"/>
                </a:cubicBezTo>
                <a:cubicBezTo>
                  <a:pt x="353" y="219"/>
                  <a:pt x="361" y="219"/>
                  <a:pt x="361" y="226"/>
                </a:cubicBezTo>
                <a:cubicBezTo>
                  <a:pt x="361" y="226"/>
                  <a:pt x="361" y="226"/>
                  <a:pt x="353" y="226"/>
                </a:cubicBezTo>
                <a:cubicBezTo>
                  <a:pt x="353" y="219"/>
                  <a:pt x="353" y="219"/>
                  <a:pt x="353" y="219"/>
                </a:cubicBezTo>
                <a:cubicBezTo>
                  <a:pt x="353" y="219"/>
                  <a:pt x="353" y="219"/>
                  <a:pt x="346" y="219"/>
                </a:cubicBezTo>
                <a:cubicBezTo>
                  <a:pt x="346" y="219"/>
                  <a:pt x="346" y="219"/>
                  <a:pt x="353" y="219"/>
                </a:cubicBezTo>
                <a:cubicBezTo>
                  <a:pt x="346" y="219"/>
                  <a:pt x="346" y="219"/>
                  <a:pt x="346" y="219"/>
                </a:cubicBezTo>
                <a:cubicBezTo>
                  <a:pt x="346" y="219"/>
                  <a:pt x="339" y="219"/>
                  <a:pt x="346" y="219"/>
                </a:cubicBezTo>
                <a:cubicBezTo>
                  <a:pt x="346" y="226"/>
                  <a:pt x="346" y="226"/>
                  <a:pt x="346" y="226"/>
                </a:cubicBezTo>
                <a:cubicBezTo>
                  <a:pt x="346" y="226"/>
                  <a:pt x="346" y="226"/>
                  <a:pt x="339" y="226"/>
                </a:cubicBezTo>
                <a:cubicBezTo>
                  <a:pt x="339" y="226"/>
                  <a:pt x="339" y="226"/>
                  <a:pt x="339" y="233"/>
                </a:cubicBezTo>
                <a:cubicBezTo>
                  <a:pt x="339" y="240"/>
                  <a:pt x="339" y="240"/>
                  <a:pt x="339" y="240"/>
                </a:cubicBezTo>
                <a:lnTo>
                  <a:pt x="332" y="240"/>
                </a:lnTo>
                <a:cubicBezTo>
                  <a:pt x="332" y="240"/>
                  <a:pt x="332" y="240"/>
                  <a:pt x="325" y="240"/>
                </a:cubicBezTo>
                <a:cubicBezTo>
                  <a:pt x="325" y="240"/>
                  <a:pt x="325" y="240"/>
                  <a:pt x="325" y="247"/>
                </a:cubicBezTo>
                <a:cubicBezTo>
                  <a:pt x="325" y="247"/>
                  <a:pt x="325" y="247"/>
                  <a:pt x="325" y="254"/>
                </a:cubicBezTo>
                <a:lnTo>
                  <a:pt x="325" y="247"/>
                </a:lnTo>
                <a:cubicBezTo>
                  <a:pt x="325" y="247"/>
                  <a:pt x="325" y="247"/>
                  <a:pt x="318" y="254"/>
                </a:cubicBezTo>
                <a:cubicBezTo>
                  <a:pt x="318" y="247"/>
                  <a:pt x="318" y="247"/>
                  <a:pt x="318" y="247"/>
                </a:cubicBezTo>
                <a:lnTo>
                  <a:pt x="325" y="247"/>
                </a:lnTo>
                <a:lnTo>
                  <a:pt x="318" y="247"/>
                </a:lnTo>
                <a:cubicBezTo>
                  <a:pt x="318" y="247"/>
                  <a:pt x="318" y="247"/>
                  <a:pt x="318" y="240"/>
                </a:cubicBezTo>
                <a:cubicBezTo>
                  <a:pt x="318" y="247"/>
                  <a:pt x="318" y="240"/>
                  <a:pt x="318" y="240"/>
                </a:cubicBezTo>
                <a:lnTo>
                  <a:pt x="318" y="233"/>
                </a:lnTo>
                <a:cubicBezTo>
                  <a:pt x="318" y="233"/>
                  <a:pt x="318" y="233"/>
                  <a:pt x="311" y="233"/>
                </a:cubicBezTo>
                <a:lnTo>
                  <a:pt x="304" y="226"/>
                </a:lnTo>
                <a:cubicBezTo>
                  <a:pt x="297" y="226"/>
                  <a:pt x="297" y="226"/>
                  <a:pt x="297" y="226"/>
                </a:cubicBezTo>
                <a:lnTo>
                  <a:pt x="297" y="219"/>
                </a:lnTo>
                <a:lnTo>
                  <a:pt x="297" y="226"/>
                </a:lnTo>
                <a:cubicBezTo>
                  <a:pt x="297" y="233"/>
                  <a:pt x="297" y="233"/>
                  <a:pt x="297" y="233"/>
                </a:cubicBezTo>
                <a:lnTo>
                  <a:pt x="304" y="233"/>
                </a:lnTo>
                <a:cubicBezTo>
                  <a:pt x="311" y="240"/>
                  <a:pt x="311" y="240"/>
                  <a:pt x="311" y="240"/>
                </a:cubicBezTo>
                <a:lnTo>
                  <a:pt x="304" y="240"/>
                </a:lnTo>
                <a:cubicBezTo>
                  <a:pt x="311" y="240"/>
                  <a:pt x="311" y="240"/>
                  <a:pt x="311" y="240"/>
                </a:cubicBezTo>
                <a:cubicBezTo>
                  <a:pt x="311" y="240"/>
                  <a:pt x="311" y="240"/>
                  <a:pt x="311" y="247"/>
                </a:cubicBezTo>
                <a:cubicBezTo>
                  <a:pt x="311" y="247"/>
                  <a:pt x="311" y="247"/>
                  <a:pt x="304" y="247"/>
                </a:cubicBezTo>
                <a:lnTo>
                  <a:pt x="304" y="240"/>
                </a:lnTo>
                <a:cubicBezTo>
                  <a:pt x="304" y="240"/>
                  <a:pt x="304" y="240"/>
                  <a:pt x="297" y="240"/>
                </a:cubicBezTo>
                <a:cubicBezTo>
                  <a:pt x="297" y="233"/>
                  <a:pt x="297" y="240"/>
                  <a:pt x="297" y="233"/>
                </a:cubicBezTo>
                <a:cubicBezTo>
                  <a:pt x="297" y="233"/>
                  <a:pt x="297" y="233"/>
                  <a:pt x="290" y="233"/>
                </a:cubicBezTo>
                <a:lnTo>
                  <a:pt x="290" y="226"/>
                </a:lnTo>
                <a:lnTo>
                  <a:pt x="283" y="226"/>
                </a:lnTo>
                <a:cubicBezTo>
                  <a:pt x="283" y="226"/>
                  <a:pt x="283" y="233"/>
                  <a:pt x="276" y="233"/>
                </a:cubicBezTo>
                <a:cubicBezTo>
                  <a:pt x="276" y="226"/>
                  <a:pt x="276" y="233"/>
                  <a:pt x="276" y="233"/>
                </a:cubicBezTo>
                <a:cubicBezTo>
                  <a:pt x="276" y="233"/>
                  <a:pt x="276" y="226"/>
                  <a:pt x="269" y="233"/>
                </a:cubicBezTo>
                <a:cubicBezTo>
                  <a:pt x="269" y="240"/>
                  <a:pt x="262" y="233"/>
                  <a:pt x="262" y="240"/>
                </a:cubicBezTo>
                <a:cubicBezTo>
                  <a:pt x="262" y="240"/>
                  <a:pt x="262" y="240"/>
                  <a:pt x="262" y="247"/>
                </a:cubicBezTo>
                <a:lnTo>
                  <a:pt x="255" y="247"/>
                </a:lnTo>
                <a:cubicBezTo>
                  <a:pt x="255" y="247"/>
                  <a:pt x="255" y="247"/>
                  <a:pt x="255" y="254"/>
                </a:cubicBezTo>
                <a:lnTo>
                  <a:pt x="248" y="254"/>
                </a:lnTo>
                <a:cubicBezTo>
                  <a:pt x="248" y="254"/>
                  <a:pt x="248" y="254"/>
                  <a:pt x="240" y="254"/>
                </a:cubicBezTo>
                <a:cubicBezTo>
                  <a:pt x="240" y="247"/>
                  <a:pt x="240" y="247"/>
                  <a:pt x="240" y="247"/>
                </a:cubicBezTo>
                <a:cubicBezTo>
                  <a:pt x="233" y="247"/>
                  <a:pt x="240" y="247"/>
                  <a:pt x="240" y="247"/>
                </a:cubicBezTo>
                <a:lnTo>
                  <a:pt x="233" y="247"/>
                </a:lnTo>
                <a:cubicBezTo>
                  <a:pt x="233" y="247"/>
                  <a:pt x="233" y="247"/>
                  <a:pt x="240" y="247"/>
                </a:cubicBezTo>
                <a:cubicBezTo>
                  <a:pt x="240" y="247"/>
                  <a:pt x="240" y="247"/>
                  <a:pt x="233" y="247"/>
                </a:cubicBezTo>
                <a:lnTo>
                  <a:pt x="233" y="240"/>
                </a:lnTo>
                <a:cubicBezTo>
                  <a:pt x="240" y="240"/>
                  <a:pt x="240" y="240"/>
                  <a:pt x="240" y="233"/>
                </a:cubicBezTo>
                <a:cubicBezTo>
                  <a:pt x="240" y="233"/>
                  <a:pt x="240" y="233"/>
                  <a:pt x="233" y="233"/>
                </a:cubicBezTo>
                <a:lnTo>
                  <a:pt x="240" y="233"/>
                </a:lnTo>
                <a:cubicBezTo>
                  <a:pt x="240" y="226"/>
                  <a:pt x="240" y="226"/>
                  <a:pt x="240" y="226"/>
                </a:cubicBezTo>
                <a:lnTo>
                  <a:pt x="248" y="226"/>
                </a:lnTo>
                <a:cubicBezTo>
                  <a:pt x="248" y="226"/>
                  <a:pt x="255" y="233"/>
                  <a:pt x="255" y="226"/>
                </a:cubicBezTo>
                <a:lnTo>
                  <a:pt x="255" y="233"/>
                </a:lnTo>
                <a:cubicBezTo>
                  <a:pt x="255" y="226"/>
                  <a:pt x="255" y="226"/>
                  <a:pt x="255" y="226"/>
                </a:cubicBezTo>
                <a:cubicBezTo>
                  <a:pt x="262" y="226"/>
                  <a:pt x="262" y="226"/>
                  <a:pt x="262" y="226"/>
                </a:cubicBezTo>
                <a:lnTo>
                  <a:pt x="255" y="226"/>
                </a:lnTo>
                <a:cubicBezTo>
                  <a:pt x="255" y="226"/>
                  <a:pt x="255" y="226"/>
                  <a:pt x="262" y="219"/>
                </a:cubicBezTo>
                <a:cubicBezTo>
                  <a:pt x="262" y="226"/>
                  <a:pt x="262" y="226"/>
                  <a:pt x="262" y="226"/>
                </a:cubicBezTo>
                <a:lnTo>
                  <a:pt x="262" y="219"/>
                </a:lnTo>
                <a:cubicBezTo>
                  <a:pt x="255" y="219"/>
                  <a:pt x="262" y="219"/>
                  <a:pt x="255" y="219"/>
                </a:cubicBezTo>
                <a:cubicBezTo>
                  <a:pt x="255" y="212"/>
                  <a:pt x="255" y="212"/>
                  <a:pt x="255" y="212"/>
                </a:cubicBezTo>
                <a:lnTo>
                  <a:pt x="255" y="219"/>
                </a:lnTo>
                <a:cubicBezTo>
                  <a:pt x="255" y="212"/>
                  <a:pt x="255" y="212"/>
                  <a:pt x="248" y="212"/>
                </a:cubicBezTo>
                <a:lnTo>
                  <a:pt x="255" y="212"/>
                </a:lnTo>
                <a:cubicBezTo>
                  <a:pt x="255" y="212"/>
                  <a:pt x="255" y="212"/>
                  <a:pt x="255" y="205"/>
                </a:cubicBezTo>
                <a:cubicBezTo>
                  <a:pt x="255" y="205"/>
                  <a:pt x="255" y="205"/>
                  <a:pt x="262" y="205"/>
                </a:cubicBezTo>
                <a:lnTo>
                  <a:pt x="262" y="212"/>
                </a:lnTo>
                <a:cubicBezTo>
                  <a:pt x="262" y="205"/>
                  <a:pt x="262" y="212"/>
                  <a:pt x="262" y="212"/>
                </a:cubicBezTo>
                <a:cubicBezTo>
                  <a:pt x="262" y="205"/>
                  <a:pt x="262" y="205"/>
                  <a:pt x="262" y="205"/>
                </a:cubicBezTo>
                <a:cubicBezTo>
                  <a:pt x="262" y="205"/>
                  <a:pt x="262" y="205"/>
                  <a:pt x="269" y="205"/>
                </a:cubicBezTo>
                <a:cubicBezTo>
                  <a:pt x="269" y="198"/>
                  <a:pt x="269" y="198"/>
                  <a:pt x="269" y="198"/>
                </a:cubicBezTo>
                <a:lnTo>
                  <a:pt x="276" y="198"/>
                </a:lnTo>
                <a:cubicBezTo>
                  <a:pt x="276" y="198"/>
                  <a:pt x="276" y="191"/>
                  <a:pt x="283" y="198"/>
                </a:cubicBezTo>
                <a:cubicBezTo>
                  <a:pt x="283" y="198"/>
                  <a:pt x="283" y="198"/>
                  <a:pt x="283" y="191"/>
                </a:cubicBezTo>
                <a:cubicBezTo>
                  <a:pt x="283" y="191"/>
                  <a:pt x="283" y="191"/>
                  <a:pt x="283" y="198"/>
                </a:cubicBezTo>
                <a:cubicBezTo>
                  <a:pt x="283" y="198"/>
                  <a:pt x="283" y="198"/>
                  <a:pt x="283" y="191"/>
                </a:cubicBezTo>
                <a:cubicBezTo>
                  <a:pt x="283" y="191"/>
                  <a:pt x="283" y="191"/>
                  <a:pt x="290" y="191"/>
                </a:cubicBezTo>
                <a:lnTo>
                  <a:pt x="283" y="191"/>
                </a:lnTo>
                <a:cubicBezTo>
                  <a:pt x="283" y="191"/>
                  <a:pt x="283" y="191"/>
                  <a:pt x="283" y="184"/>
                </a:cubicBezTo>
                <a:cubicBezTo>
                  <a:pt x="283" y="184"/>
                  <a:pt x="283" y="184"/>
                  <a:pt x="290" y="184"/>
                </a:cubicBezTo>
                <a:lnTo>
                  <a:pt x="290" y="191"/>
                </a:lnTo>
                <a:lnTo>
                  <a:pt x="297" y="191"/>
                </a:lnTo>
                <a:lnTo>
                  <a:pt x="304" y="191"/>
                </a:lnTo>
                <a:cubicBezTo>
                  <a:pt x="304" y="191"/>
                  <a:pt x="304" y="191"/>
                  <a:pt x="311" y="191"/>
                </a:cubicBezTo>
                <a:lnTo>
                  <a:pt x="318" y="191"/>
                </a:lnTo>
                <a:cubicBezTo>
                  <a:pt x="318" y="184"/>
                  <a:pt x="318" y="191"/>
                  <a:pt x="318" y="184"/>
                </a:cubicBezTo>
                <a:lnTo>
                  <a:pt x="318" y="177"/>
                </a:lnTo>
                <a:cubicBezTo>
                  <a:pt x="325" y="177"/>
                  <a:pt x="325" y="177"/>
                  <a:pt x="325" y="177"/>
                </a:cubicBezTo>
                <a:cubicBezTo>
                  <a:pt x="325" y="177"/>
                  <a:pt x="325" y="177"/>
                  <a:pt x="325" y="184"/>
                </a:cubicBezTo>
                <a:cubicBezTo>
                  <a:pt x="325" y="184"/>
                  <a:pt x="325" y="184"/>
                  <a:pt x="325" y="177"/>
                </a:cubicBezTo>
                <a:cubicBezTo>
                  <a:pt x="325" y="177"/>
                  <a:pt x="325" y="177"/>
                  <a:pt x="332" y="177"/>
                </a:cubicBezTo>
                <a:lnTo>
                  <a:pt x="325" y="177"/>
                </a:lnTo>
                <a:cubicBezTo>
                  <a:pt x="325" y="177"/>
                  <a:pt x="325" y="177"/>
                  <a:pt x="325" y="170"/>
                </a:cubicBezTo>
                <a:cubicBezTo>
                  <a:pt x="332" y="170"/>
                  <a:pt x="332" y="170"/>
                  <a:pt x="332" y="170"/>
                </a:cubicBezTo>
                <a:lnTo>
                  <a:pt x="339" y="170"/>
                </a:lnTo>
                <a:lnTo>
                  <a:pt x="346" y="170"/>
                </a:lnTo>
                <a:lnTo>
                  <a:pt x="339" y="170"/>
                </a:lnTo>
                <a:lnTo>
                  <a:pt x="339" y="163"/>
                </a:lnTo>
                <a:lnTo>
                  <a:pt x="339" y="170"/>
                </a:lnTo>
                <a:cubicBezTo>
                  <a:pt x="339" y="170"/>
                  <a:pt x="339" y="170"/>
                  <a:pt x="332" y="170"/>
                </a:cubicBezTo>
                <a:cubicBezTo>
                  <a:pt x="325" y="170"/>
                  <a:pt x="325" y="170"/>
                  <a:pt x="325" y="170"/>
                </a:cubicBezTo>
                <a:cubicBezTo>
                  <a:pt x="318" y="170"/>
                  <a:pt x="318" y="163"/>
                  <a:pt x="318" y="163"/>
                </a:cubicBezTo>
                <a:cubicBezTo>
                  <a:pt x="318" y="163"/>
                  <a:pt x="318" y="163"/>
                  <a:pt x="318" y="156"/>
                </a:cubicBezTo>
                <a:lnTo>
                  <a:pt x="325" y="156"/>
                </a:lnTo>
                <a:lnTo>
                  <a:pt x="332" y="149"/>
                </a:lnTo>
                <a:cubicBezTo>
                  <a:pt x="332" y="141"/>
                  <a:pt x="332" y="141"/>
                  <a:pt x="332" y="141"/>
                </a:cubicBezTo>
                <a:cubicBezTo>
                  <a:pt x="332" y="141"/>
                  <a:pt x="332" y="141"/>
                  <a:pt x="325" y="141"/>
                </a:cubicBezTo>
                <a:cubicBezTo>
                  <a:pt x="325" y="141"/>
                  <a:pt x="325" y="141"/>
                  <a:pt x="325" y="149"/>
                </a:cubicBezTo>
                <a:cubicBezTo>
                  <a:pt x="318" y="149"/>
                  <a:pt x="318" y="149"/>
                  <a:pt x="318" y="149"/>
                </a:cubicBezTo>
                <a:cubicBezTo>
                  <a:pt x="318" y="149"/>
                  <a:pt x="318" y="149"/>
                  <a:pt x="318" y="156"/>
                </a:cubicBezTo>
                <a:cubicBezTo>
                  <a:pt x="311" y="156"/>
                  <a:pt x="311" y="156"/>
                  <a:pt x="311" y="156"/>
                </a:cubicBezTo>
                <a:cubicBezTo>
                  <a:pt x="311" y="163"/>
                  <a:pt x="311" y="163"/>
                  <a:pt x="311" y="163"/>
                </a:cubicBezTo>
                <a:cubicBezTo>
                  <a:pt x="311" y="170"/>
                  <a:pt x="311" y="170"/>
                  <a:pt x="311" y="170"/>
                </a:cubicBezTo>
                <a:lnTo>
                  <a:pt x="304" y="170"/>
                </a:lnTo>
                <a:cubicBezTo>
                  <a:pt x="311" y="170"/>
                  <a:pt x="311" y="170"/>
                  <a:pt x="311" y="170"/>
                </a:cubicBezTo>
                <a:lnTo>
                  <a:pt x="311" y="177"/>
                </a:lnTo>
                <a:lnTo>
                  <a:pt x="304" y="177"/>
                </a:lnTo>
                <a:lnTo>
                  <a:pt x="311" y="177"/>
                </a:lnTo>
                <a:cubicBezTo>
                  <a:pt x="304" y="177"/>
                  <a:pt x="304" y="177"/>
                  <a:pt x="304" y="177"/>
                </a:cubicBezTo>
                <a:cubicBezTo>
                  <a:pt x="304" y="184"/>
                  <a:pt x="304" y="184"/>
                  <a:pt x="304" y="184"/>
                </a:cubicBezTo>
                <a:cubicBezTo>
                  <a:pt x="304" y="184"/>
                  <a:pt x="304" y="184"/>
                  <a:pt x="297" y="184"/>
                </a:cubicBezTo>
                <a:cubicBezTo>
                  <a:pt x="297" y="184"/>
                  <a:pt x="297" y="184"/>
                  <a:pt x="297" y="177"/>
                </a:cubicBezTo>
                <a:cubicBezTo>
                  <a:pt x="297" y="177"/>
                  <a:pt x="297" y="177"/>
                  <a:pt x="290" y="177"/>
                </a:cubicBezTo>
                <a:cubicBezTo>
                  <a:pt x="290" y="177"/>
                  <a:pt x="290" y="177"/>
                  <a:pt x="290" y="170"/>
                </a:cubicBezTo>
                <a:lnTo>
                  <a:pt x="290" y="177"/>
                </a:lnTo>
                <a:cubicBezTo>
                  <a:pt x="283" y="177"/>
                  <a:pt x="283" y="177"/>
                  <a:pt x="283" y="177"/>
                </a:cubicBezTo>
                <a:cubicBezTo>
                  <a:pt x="276" y="177"/>
                  <a:pt x="276" y="177"/>
                  <a:pt x="276" y="177"/>
                </a:cubicBezTo>
                <a:lnTo>
                  <a:pt x="276" y="170"/>
                </a:lnTo>
                <a:cubicBezTo>
                  <a:pt x="276" y="170"/>
                  <a:pt x="276" y="170"/>
                  <a:pt x="276" y="177"/>
                </a:cubicBezTo>
                <a:cubicBezTo>
                  <a:pt x="276" y="170"/>
                  <a:pt x="276" y="170"/>
                  <a:pt x="276" y="170"/>
                </a:cubicBezTo>
                <a:lnTo>
                  <a:pt x="276" y="163"/>
                </a:lnTo>
                <a:cubicBezTo>
                  <a:pt x="276" y="170"/>
                  <a:pt x="276" y="163"/>
                  <a:pt x="276" y="163"/>
                </a:cubicBezTo>
                <a:lnTo>
                  <a:pt x="276" y="156"/>
                </a:lnTo>
                <a:cubicBezTo>
                  <a:pt x="283" y="156"/>
                  <a:pt x="283" y="156"/>
                  <a:pt x="283" y="156"/>
                </a:cubicBezTo>
                <a:cubicBezTo>
                  <a:pt x="283" y="156"/>
                  <a:pt x="283" y="156"/>
                  <a:pt x="290" y="156"/>
                </a:cubicBezTo>
                <a:cubicBezTo>
                  <a:pt x="290" y="156"/>
                  <a:pt x="290" y="156"/>
                  <a:pt x="290" y="149"/>
                </a:cubicBezTo>
                <a:cubicBezTo>
                  <a:pt x="297" y="149"/>
                  <a:pt x="297" y="149"/>
                  <a:pt x="297" y="149"/>
                </a:cubicBezTo>
                <a:cubicBezTo>
                  <a:pt x="297" y="141"/>
                  <a:pt x="297" y="141"/>
                  <a:pt x="297" y="141"/>
                </a:cubicBezTo>
                <a:cubicBezTo>
                  <a:pt x="297" y="134"/>
                  <a:pt x="304" y="134"/>
                  <a:pt x="304" y="134"/>
                </a:cubicBezTo>
                <a:cubicBezTo>
                  <a:pt x="311" y="134"/>
                  <a:pt x="311" y="134"/>
                  <a:pt x="311" y="134"/>
                </a:cubicBezTo>
                <a:cubicBezTo>
                  <a:pt x="311" y="134"/>
                  <a:pt x="311" y="134"/>
                  <a:pt x="311" y="127"/>
                </a:cubicBezTo>
                <a:cubicBezTo>
                  <a:pt x="311" y="127"/>
                  <a:pt x="311" y="127"/>
                  <a:pt x="318" y="127"/>
                </a:cubicBezTo>
                <a:cubicBezTo>
                  <a:pt x="318" y="127"/>
                  <a:pt x="318" y="127"/>
                  <a:pt x="318" y="120"/>
                </a:cubicBezTo>
                <a:cubicBezTo>
                  <a:pt x="318" y="127"/>
                  <a:pt x="318" y="127"/>
                  <a:pt x="325" y="127"/>
                </a:cubicBezTo>
                <a:cubicBezTo>
                  <a:pt x="325" y="120"/>
                  <a:pt x="325" y="120"/>
                  <a:pt x="325" y="120"/>
                </a:cubicBezTo>
                <a:cubicBezTo>
                  <a:pt x="332" y="120"/>
                  <a:pt x="332" y="120"/>
                  <a:pt x="332" y="120"/>
                </a:cubicBezTo>
                <a:cubicBezTo>
                  <a:pt x="339" y="120"/>
                  <a:pt x="339" y="120"/>
                  <a:pt x="339" y="120"/>
                </a:cubicBezTo>
                <a:cubicBezTo>
                  <a:pt x="339" y="120"/>
                  <a:pt x="339" y="120"/>
                  <a:pt x="346" y="120"/>
                </a:cubicBezTo>
                <a:cubicBezTo>
                  <a:pt x="346" y="120"/>
                  <a:pt x="346" y="120"/>
                  <a:pt x="339" y="120"/>
                </a:cubicBezTo>
                <a:cubicBezTo>
                  <a:pt x="339" y="127"/>
                  <a:pt x="339" y="127"/>
                  <a:pt x="346" y="127"/>
                </a:cubicBezTo>
                <a:cubicBezTo>
                  <a:pt x="346" y="127"/>
                  <a:pt x="346" y="127"/>
                  <a:pt x="353" y="127"/>
                </a:cubicBezTo>
                <a:lnTo>
                  <a:pt x="361" y="127"/>
                </a:lnTo>
                <a:cubicBezTo>
                  <a:pt x="361" y="127"/>
                  <a:pt x="361" y="127"/>
                  <a:pt x="368" y="127"/>
                </a:cubicBezTo>
                <a:lnTo>
                  <a:pt x="368" y="134"/>
                </a:lnTo>
                <a:cubicBezTo>
                  <a:pt x="368" y="134"/>
                  <a:pt x="368" y="134"/>
                  <a:pt x="375" y="134"/>
                </a:cubicBezTo>
                <a:cubicBezTo>
                  <a:pt x="375" y="141"/>
                  <a:pt x="375" y="141"/>
                  <a:pt x="375" y="141"/>
                </a:cubicBezTo>
                <a:cubicBezTo>
                  <a:pt x="368" y="141"/>
                  <a:pt x="361" y="141"/>
                  <a:pt x="353" y="141"/>
                </a:cubicBezTo>
                <a:lnTo>
                  <a:pt x="353" y="134"/>
                </a:lnTo>
                <a:cubicBezTo>
                  <a:pt x="353" y="141"/>
                  <a:pt x="353" y="141"/>
                  <a:pt x="353" y="141"/>
                </a:cubicBezTo>
                <a:cubicBezTo>
                  <a:pt x="361" y="141"/>
                  <a:pt x="361" y="141"/>
                  <a:pt x="353" y="141"/>
                </a:cubicBezTo>
                <a:cubicBezTo>
                  <a:pt x="353" y="149"/>
                  <a:pt x="361" y="149"/>
                  <a:pt x="361" y="149"/>
                </a:cubicBezTo>
                <a:cubicBezTo>
                  <a:pt x="368" y="156"/>
                  <a:pt x="368" y="156"/>
                  <a:pt x="368" y="149"/>
                </a:cubicBezTo>
                <a:cubicBezTo>
                  <a:pt x="361" y="149"/>
                  <a:pt x="361" y="149"/>
                  <a:pt x="361" y="149"/>
                </a:cubicBezTo>
                <a:cubicBezTo>
                  <a:pt x="368" y="149"/>
                  <a:pt x="368" y="149"/>
                  <a:pt x="368" y="149"/>
                </a:cubicBezTo>
                <a:cubicBezTo>
                  <a:pt x="368" y="149"/>
                  <a:pt x="368" y="149"/>
                  <a:pt x="375" y="149"/>
                </a:cubicBezTo>
                <a:cubicBezTo>
                  <a:pt x="375" y="149"/>
                  <a:pt x="375" y="149"/>
                  <a:pt x="375" y="141"/>
                </a:cubicBezTo>
                <a:cubicBezTo>
                  <a:pt x="382" y="141"/>
                  <a:pt x="382" y="141"/>
                  <a:pt x="382" y="141"/>
                </a:cubicBezTo>
                <a:cubicBezTo>
                  <a:pt x="382" y="141"/>
                  <a:pt x="382" y="141"/>
                  <a:pt x="382" y="134"/>
                </a:cubicBezTo>
                <a:cubicBezTo>
                  <a:pt x="382" y="134"/>
                  <a:pt x="382" y="134"/>
                  <a:pt x="382" y="127"/>
                </a:cubicBezTo>
                <a:lnTo>
                  <a:pt x="382" y="134"/>
                </a:lnTo>
                <a:cubicBezTo>
                  <a:pt x="382" y="134"/>
                  <a:pt x="389" y="134"/>
                  <a:pt x="389" y="127"/>
                </a:cubicBezTo>
                <a:cubicBezTo>
                  <a:pt x="389" y="134"/>
                  <a:pt x="389" y="134"/>
                  <a:pt x="389" y="134"/>
                </a:cubicBezTo>
                <a:cubicBezTo>
                  <a:pt x="389" y="134"/>
                  <a:pt x="389" y="134"/>
                  <a:pt x="382" y="134"/>
                </a:cubicBezTo>
                <a:cubicBezTo>
                  <a:pt x="389" y="134"/>
                  <a:pt x="389" y="141"/>
                  <a:pt x="389" y="141"/>
                </a:cubicBezTo>
                <a:cubicBezTo>
                  <a:pt x="389" y="141"/>
                  <a:pt x="389" y="141"/>
                  <a:pt x="396" y="141"/>
                </a:cubicBezTo>
                <a:cubicBezTo>
                  <a:pt x="396" y="134"/>
                  <a:pt x="396" y="134"/>
                  <a:pt x="396" y="134"/>
                </a:cubicBezTo>
                <a:lnTo>
                  <a:pt x="403" y="134"/>
                </a:lnTo>
                <a:cubicBezTo>
                  <a:pt x="403" y="134"/>
                  <a:pt x="403" y="134"/>
                  <a:pt x="403" y="127"/>
                </a:cubicBezTo>
                <a:lnTo>
                  <a:pt x="403" y="134"/>
                </a:lnTo>
                <a:cubicBezTo>
                  <a:pt x="410" y="134"/>
                  <a:pt x="403" y="127"/>
                  <a:pt x="410" y="127"/>
                </a:cubicBezTo>
                <a:cubicBezTo>
                  <a:pt x="410" y="127"/>
                  <a:pt x="410" y="127"/>
                  <a:pt x="410" y="134"/>
                </a:cubicBezTo>
                <a:cubicBezTo>
                  <a:pt x="410" y="134"/>
                  <a:pt x="410" y="134"/>
                  <a:pt x="417" y="127"/>
                </a:cubicBezTo>
                <a:cubicBezTo>
                  <a:pt x="417" y="127"/>
                  <a:pt x="417" y="134"/>
                  <a:pt x="417" y="127"/>
                </a:cubicBezTo>
                <a:cubicBezTo>
                  <a:pt x="417" y="127"/>
                  <a:pt x="417" y="127"/>
                  <a:pt x="424" y="127"/>
                </a:cubicBezTo>
                <a:cubicBezTo>
                  <a:pt x="424" y="134"/>
                  <a:pt x="424" y="134"/>
                  <a:pt x="424" y="134"/>
                </a:cubicBezTo>
                <a:lnTo>
                  <a:pt x="424" y="127"/>
                </a:lnTo>
                <a:cubicBezTo>
                  <a:pt x="431" y="127"/>
                  <a:pt x="431" y="127"/>
                  <a:pt x="431" y="127"/>
                </a:cubicBezTo>
                <a:cubicBezTo>
                  <a:pt x="431" y="127"/>
                  <a:pt x="431" y="127"/>
                  <a:pt x="438" y="127"/>
                </a:cubicBezTo>
                <a:cubicBezTo>
                  <a:pt x="438" y="127"/>
                  <a:pt x="445" y="127"/>
                  <a:pt x="452" y="134"/>
                </a:cubicBezTo>
                <a:lnTo>
                  <a:pt x="452" y="127"/>
                </a:lnTo>
                <a:cubicBezTo>
                  <a:pt x="445" y="127"/>
                  <a:pt x="452" y="127"/>
                  <a:pt x="445" y="127"/>
                </a:cubicBezTo>
                <a:cubicBezTo>
                  <a:pt x="445" y="120"/>
                  <a:pt x="445" y="120"/>
                  <a:pt x="445" y="120"/>
                </a:cubicBezTo>
                <a:cubicBezTo>
                  <a:pt x="445" y="120"/>
                  <a:pt x="445" y="113"/>
                  <a:pt x="452" y="113"/>
                </a:cubicBezTo>
                <a:cubicBezTo>
                  <a:pt x="445" y="106"/>
                  <a:pt x="438" y="99"/>
                  <a:pt x="431" y="99"/>
                </a:cubicBezTo>
                <a:cubicBezTo>
                  <a:pt x="424" y="99"/>
                  <a:pt x="424" y="99"/>
                  <a:pt x="424" y="99"/>
                </a:cubicBezTo>
                <a:cubicBezTo>
                  <a:pt x="424" y="99"/>
                  <a:pt x="424" y="99"/>
                  <a:pt x="417" y="99"/>
                </a:cubicBezTo>
                <a:cubicBezTo>
                  <a:pt x="417" y="99"/>
                  <a:pt x="417" y="99"/>
                  <a:pt x="417" y="106"/>
                </a:cubicBezTo>
                <a:cubicBezTo>
                  <a:pt x="417" y="106"/>
                  <a:pt x="417" y="106"/>
                  <a:pt x="424" y="106"/>
                </a:cubicBezTo>
                <a:cubicBezTo>
                  <a:pt x="417" y="106"/>
                  <a:pt x="417" y="106"/>
                  <a:pt x="417" y="106"/>
                </a:cubicBezTo>
                <a:cubicBezTo>
                  <a:pt x="410" y="106"/>
                  <a:pt x="410" y="106"/>
                  <a:pt x="410" y="106"/>
                </a:cubicBezTo>
                <a:cubicBezTo>
                  <a:pt x="410" y="106"/>
                  <a:pt x="410" y="99"/>
                  <a:pt x="417" y="99"/>
                </a:cubicBezTo>
                <a:cubicBezTo>
                  <a:pt x="417" y="99"/>
                  <a:pt x="417" y="99"/>
                  <a:pt x="417" y="92"/>
                </a:cubicBezTo>
                <a:lnTo>
                  <a:pt x="417" y="99"/>
                </a:lnTo>
                <a:cubicBezTo>
                  <a:pt x="424" y="92"/>
                  <a:pt x="424" y="92"/>
                  <a:pt x="424" y="92"/>
                </a:cubicBezTo>
                <a:cubicBezTo>
                  <a:pt x="389" y="71"/>
                  <a:pt x="346" y="57"/>
                  <a:pt x="297" y="57"/>
                </a:cubicBezTo>
                <a:cubicBezTo>
                  <a:pt x="262" y="57"/>
                  <a:pt x="226" y="71"/>
                  <a:pt x="191" y="85"/>
                </a:cubicBezTo>
                <a:close/>
                <a:moveTo>
                  <a:pt x="198" y="92"/>
                </a:moveTo>
                <a:lnTo>
                  <a:pt x="198" y="92"/>
                </a:lnTo>
                <a:close/>
                <a:moveTo>
                  <a:pt x="410" y="233"/>
                </a:moveTo>
                <a:lnTo>
                  <a:pt x="410" y="233"/>
                </a:lnTo>
                <a:cubicBezTo>
                  <a:pt x="410" y="233"/>
                  <a:pt x="410" y="233"/>
                  <a:pt x="403" y="233"/>
                </a:cubicBezTo>
                <a:cubicBezTo>
                  <a:pt x="410" y="233"/>
                  <a:pt x="410" y="233"/>
                  <a:pt x="410" y="233"/>
                </a:cubicBezTo>
                <a:lnTo>
                  <a:pt x="403" y="233"/>
                </a:lnTo>
                <a:cubicBezTo>
                  <a:pt x="403" y="226"/>
                  <a:pt x="403" y="226"/>
                  <a:pt x="403" y="226"/>
                </a:cubicBezTo>
                <a:lnTo>
                  <a:pt x="403" y="219"/>
                </a:lnTo>
                <a:lnTo>
                  <a:pt x="410" y="226"/>
                </a:lnTo>
                <a:cubicBezTo>
                  <a:pt x="410" y="219"/>
                  <a:pt x="410" y="219"/>
                  <a:pt x="410" y="219"/>
                </a:cubicBezTo>
                <a:cubicBezTo>
                  <a:pt x="410" y="219"/>
                  <a:pt x="410" y="219"/>
                  <a:pt x="403" y="219"/>
                </a:cubicBezTo>
                <a:cubicBezTo>
                  <a:pt x="403" y="219"/>
                  <a:pt x="403" y="219"/>
                  <a:pt x="396" y="219"/>
                </a:cubicBezTo>
                <a:lnTo>
                  <a:pt x="389" y="226"/>
                </a:lnTo>
                <a:lnTo>
                  <a:pt x="396" y="226"/>
                </a:lnTo>
                <a:cubicBezTo>
                  <a:pt x="396" y="226"/>
                  <a:pt x="389" y="233"/>
                  <a:pt x="396" y="233"/>
                </a:cubicBezTo>
                <a:cubicBezTo>
                  <a:pt x="396" y="233"/>
                  <a:pt x="396" y="233"/>
                  <a:pt x="396" y="240"/>
                </a:cubicBezTo>
                <a:lnTo>
                  <a:pt x="403" y="240"/>
                </a:lnTo>
                <a:cubicBezTo>
                  <a:pt x="396" y="240"/>
                  <a:pt x="396" y="240"/>
                  <a:pt x="396" y="240"/>
                </a:cubicBezTo>
                <a:cubicBezTo>
                  <a:pt x="396" y="247"/>
                  <a:pt x="396" y="247"/>
                  <a:pt x="396" y="247"/>
                </a:cubicBezTo>
                <a:cubicBezTo>
                  <a:pt x="396" y="247"/>
                  <a:pt x="396" y="247"/>
                  <a:pt x="403" y="247"/>
                </a:cubicBezTo>
                <a:cubicBezTo>
                  <a:pt x="403" y="254"/>
                  <a:pt x="403" y="254"/>
                  <a:pt x="410" y="254"/>
                </a:cubicBezTo>
                <a:cubicBezTo>
                  <a:pt x="410" y="247"/>
                  <a:pt x="410" y="247"/>
                  <a:pt x="410" y="247"/>
                </a:cubicBezTo>
                <a:cubicBezTo>
                  <a:pt x="410" y="240"/>
                  <a:pt x="410" y="240"/>
                  <a:pt x="410" y="240"/>
                </a:cubicBezTo>
                <a:cubicBezTo>
                  <a:pt x="410" y="233"/>
                  <a:pt x="410" y="233"/>
                  <a:pt x="410" y="233"/>
                </a:cubicBezTo>
                <a:cubicBezTo>
                  <a:pt x="410" y="233"/>
                  <a:pt x="410" y="233"/>
                  <a:pt x="410" y="240"/>
                </a:cubicBezTo>
                <a:cubicBezTo>
                  <a:pt x="410" y="233"/>
                  <a:pt x="410" y="233"/>
                  <a:pt x="410" y="233"/>
                </a:cubicBezTo>
                <a:close/>
                <a:moveTo>
                  <a:pt x="332" y="233"/>
                </a:moveTo>
                <a:lnTo>
                  <a:pt x="332" y="233"/>
                </a:lnTo>
                <a:close/>
                <a:moveTo>
                  <a:pt x="417" y="106"/>
                </a:moveTo>
                <a:lnTo>
                  <a:pt x="417" y="106"/>
                </a:lnTo>
                <a:cubicBezTo>
                  <a:pt x="417" y="113"/>
                  <a:pt x="417" y="106"/>
                  <a:pt x="417" y="113"/>
                </a:cubicBezTo>
                <a:lnTo>
                  <a:pt x="417" y="120"/>
                </a:lnTo>
                <a:cubicBezTo>
                  <a:pt x="417" y="120"/>
                  <a:pt x="417" y="120"/>
                  <a:pt x="410" y="120"/>
                </a:cubicBezTo>
                <a:lnTo>
                  <a:pt x="410" y="113"/>
                </a:lnTo>
                <a:cubicBezTo>
                  <a:pt x="403" y="113"/>
                  <a:pt x="403" y="113"/>
                  <a:pt x="403" y="113"/>
                </a:cubicBezTo>
                <a:cubicBezTo>
                  <a:pt x="410" y="113"/>
                  <a:pt x="410" y="113"/>
                  <a:pt x="410" y="113"/>
                </a:cubicBezTo>
                <a:cubicBezTo>
                  <a:pt x="410" y="113"/>
                  <a:pt x="410" y="113"/>
                  <a:pt x="403" y="106"/>
                </a:cubicBezTo>
                <a:lnTo>
                  <a:pt x="410" y="106"/>
                </a:lnTo>
                <a:lnTo>
                  <a:pt x="417" y="106"/>
                </a:lnTo>
                <a:close/>
                <a:moveTo>
                  <a:pt x="332" y="71"/>
                </a:moveTo>
                <a:lnTo>
                  <a:pt x="332" y="71"/>
                </a:lnTo>
                <a:cubicBezTo>
                  <a:pt x="325" y="71"/>
                  <a:pt x="325" y="71"/>
                  <a:pt x="325" y="71"/>
                </a:cubicBezTo>
                <a:cubicBezTo>
                  <a:pt x="325" y="71"/>
                  <a:pt x="325" y="71"/>
                  <a:pt x="318" y="71"/>
                </a:cubicBezTo>
                <a:cubicBezTo>
                  <a:pt x="318" y="71"/>
                  <a:pt x="318" y="71"/>
                  <a:pt x="325" y="71"/>
                </a:cubicBezTo>
                <a:cubicBezTo>
                  <a:pt x="318" y="71"/>
                  <a:pt x="311" y="71"/>
                  <a:pt x="311" y="71"/>
                </a:cubicBezTo>
                <a:cubicBezTo>
                  <a:pt x="311" y="71"/>
                  <a:pt x="311" y="71"/>
                  <a:pt x="311" y="64"/>
                </a:cubicBezTo>
                <a:cubicBezTo>
                  <a:pt x="318" y="64"/>
                  <a:pt x="318" y="64"/>
                  <a:pt x="318" y="64"/>
                </a:cubicBezTo>
                <a:cubicBezTo>
                  <a:pt x="318" y="71"/>
                  <a:pt x="318" y="64"/>
                  <a:pt x="325" y="71"/>
                </a:cubicBezTo>
                <a:lnTo>
                  <a:pt x="325" y="64"/>
                </a:lnTo>
                <a:cubicBezTo>
                  <a:pt x="325" y="64"/>
                  <a:pt x="325" y="64"/>
                  <a:pt x="325" y="71"/>
                </a:cubicBezTo>
                <a:cubicBezTo>
                  <a:pt x="325" y="64"/>
                  <a:pt x="325" y="64"/>
                  <a:pt x="332" y="64"/>
                </a:cubicBezTo>
                <a:cubicBezTo>
                  <a:pt x="332" y="64"/>
                  <a:pt x="332" y="71"/>
                  <a:pt x="339" y="71"/>
                </a:cubicBezTo>
                <a:cubicBezTo>
                  <a:pt x="332" y="71"/>
                  <a:pt x="332" y="71"/>
                  <a:pt x="332" y="71"/>
                </a:cubicBezTo>
                <a:close/>
                <a:moveTo>
                  <a:pt x="311" y="71"/>
                </a:moveTo>
                <a:lnTo>
                  <a:pt x="311" y="71"/>
                </a:lnTo>
                <a:cubicBezTo>
                  <a:pt x="318" y="71"/>
                  <a:pt x="318" y="71"/>
                  <a:pt x="318" y="71"/>
                </a:cubicBezTo>
                <a:lnTo>
                  <a:pt x="318" y="78"/>
                </a:lnTo>
                <a:cubicBezTo>
                  <a:pt x="311" y="78"/>
                  <a:pt x="311" y="78"/>
                  <a:pt x="311" y="78"/>
                </a:cubicBezTo>
                <a:cubicBezTo>
                  <a:pt x="311" y="85"/>
                  <a:pt x="311" y="85"/>
                  <a:pt x="311" y="85"/>
                </a:cubicBezTo>
                <a:cubicBezTo>
                  <a:pt x="304" y="85"/>
                  <a:pt x="304" y="85"/>
                  <a:pt x="304" y="85"/>
                </a:cubicBezTo>
                <a:cubicBezTo>
                  <a:pt x="304" y="85"/>
                  <a:pt x="304" y="85"/>
                  <a:pt x="311" y="85"/>
                </a:cubicBezTo>
                <a:cubicBezTo>
                  <a:pt x="304" y="85"/>
                  <a:pt x="304" y="78"/>
                  <a:pt x="304" y="78"/>
                </a:cubicBezTo>
                <a:lnTo>
                  <a:pt x="304" y="85"/>
                </a:lnTo>
                <a:cubicBezTo>
                  <a:pt x="297" y="85"/>
                  <a:pt x="297" y="78"/>
                  <a:pt x="297" y="78"/>
                </a:cubicBezTo>
                <a:cubicBezTo>
                  <a:pt x="304" y="78"/>
                  <a:pt x="304" y="78"/>
                  <a:pt x="304" y="78"/>
                </a:cubicBezTo>
                <a:cubicBezTo>
                  <a:pt x="304" y="78"/>
                  <a:pt x="304" y="78"/>
                  <a:pt x="297" y="78"/>
                </a:cubicBezTo>
                <a:cubicBezTo>
                  <a:pt x="297" y="78"/>
                  <a:pt x="297" y="78"/>
                  <a:pt x="297" y="71"/>
                </a:cubicBezTo>
                <a:cubicBezTo>
                  <a:pt x="297" y="71"/>
                  <a:pt x="297" y="71"/>
                  <a:pt x="290" y="71"/>
                </a:cubicBezTo>
                <a:cubicBezTo>
                  <a:pt x="290" y="71"/>
                  <a:pt x="290" y="71"/>
                  <a:pt x="297" y="71"/>
                </a:cubicBezTo>
                <a:cubicBezTo>
                  <a:pt x="297" y="71"/>
                  <a:pt x="297" y="71"/>
                  <a:pt x="304" y="71"/>
                </a:cubicBezTo>
                <a:lnTo>
                  <a:pt x="311" y="71"/>
                </a:lnTo>
                <a:close/>
                <a:moveTo>
                  <a:pt x="262" y="205"/>
                </a:moveTo>
                <a:lnTo>
                  <a:pt x="262" y="205"/>
                </a:lnTo>
                <a:lnTo>
                  <a:pt x="269" y="205"/>
                </a:lnTo>
                <a:cubicBezTo>
                  <a:pt x="262" y="205"/>
                  <a:pt x="262" y="205"/>
                  <a:pt x="262" y="205"/>
                </a:cubicBezTo>
                <a:cubicBezTo>
                  <a:pt x="255" y="205"/>
                  <a:pt x="255" y="205"/>
                  <a:pt x="255" y="205"/>
                </a:cubicBezTo>
                <a:cubicBezTo>
                  <a:pt x="255" y="205"/>
                  <a:pt x="255" y="205"/>
                  <a:pt x="248" y="205"/>
                </a:cubicBezTo>
                <a:cubicBezTo>
                  <a:pt x="255" y="205"/>
                  <a:pt x="255" y="205"/>
                  <a:pt x="255" y="205"/>
                </a:cubicBezTo>
                <a:lnTo>
                  <a:pt x="255" y="198"/>
                </a:lnTo>
                <a:lnTo>
                  <a:pt x="255" y="205"/>
                </a:lnTo>
                <a:cubicBezTo>
                  <a:pt x="255" y="198"/>
                  <a:pt x="248" y="198"/>
                  <a:pt x="248" y="198"/>
                </a:cubicBezTo>
                <a:lnTo>
                  <a:pt x="255" y="198"/>
                </a:lnTo>
                <a:cubicBezTo>
                  <a:pt x="255" y="191"/>
                  <a:pt x="255" y="191"/>
                  <a:pt x="255" y="191"/>
                </a:cubicBezTo>
                <a:cubicBezTo>
                  <a:pt x="255" y="191"/>
                  <a:pt x="255" y="191"/>
                  <a:pt x="248" y="191"/>
                </a:cubicBezTo>
                <a:lnTo>
                  <a:pt x="248" y="184"/>
                </a:lnTo>
                <a:cubicBezTo>
                  <a:pt x="248" y="177"/>
                  <a:pt x="248" y="177"/>
                  <a:pt x="248" y="177"/>
                </a:cubicBezTo>
                <a:lnTo>
                  <a:pt x="255" y="177"/>
                </a:lnTo>
                <a:lnTo>
                  <a:pt x="248" y="177"/>
                </a:lnTo>
                <a:cubicBezTo>
                  <a:pt x="255" y="177"/>
                  <a:pt x="255" y="177"/>
                  <a:pt x="255" y="177"/>
                </a:cubicBezTo>
                <a:cubicBezTo>
                  <a:pt x="255" y="184"/>
                  <a:pt x="255" y="184"/>
                  <a:pt x="255" y="184"/>
                </a:cubicBezTo>
                <a:cubicBezTo>
                  <a:pt x="255" y="191"/>
                  <a:pt x="255" y="191"/>
                  <a:pt x="255" y="191"/>
                </a:cubicBezTo>
                <a:cubicBezTo>
                  <a:pt x="262" y="191"/>
                  <a:pt x="262" y="191"/>
                  <a:pt x="262" y="191"/>
                </a:cubicBezTo>
                <a:cubicBezTo>
                  <a:pt x="262" y="198"/>
                  <a:pt x="262" y="198"/>
                  <a:pt x="262" y="198"/>
                </a:cubicBezTo>
                <a:lnTo>
                  <a:pt x="269" y="198"/>
                </a:lnTo>
                <a:cubicBezTo>
                  <a:pt x="269" y="198"/>
                  <a:pt x="262" y="198"/>
                  <a:pt x="262" y="205"/>
                </a:cubicBezTo>
                <a:close/>
                <a:moveTo>
                  <a:pt x="248" y="184"/>
                </a:moveTo>
                <a:lnTo>
                  <a:pt x="248" y="184"/>
                </a:lnTo>
                <a:close/>
                <a:moveTo>
                  <a:pt x="248" y="191"/>
                </a:moveTo>
                <a:lnTo>
                  <a:pt x="248" y="191"/>
                </a:lnTo>
                <a:cubicBezTo>
                  <a:pt x="248" y="191"/>
                  <a:pt x="248" y="191"/>
                  <a:pt x="240" y="191"/>
                </a:cubicBezTo>
                <a:cubicBezTo>
                  <a:pt x="248" y="191"/>
                  <a:pt x="248" y="198"/>
                  <a:pt x="248" y="198"/>
                </a:cubicBezTo>
                <a:cubicBezTo>
                  <a:pt x="240" y="198"/>
                  <a:pt x="240" y="198"/>
                  <a:pt x="240" y="198"/>
                </a:cubicBezTo>
                <a:cubicBezTo>
                  <a:pt x="233" y="198"/>
                  <a:pt x="233" y="205"/>
                  <a:pt x="233" y="205"/>
                </a:cubicBezTo>
                <a:cubicBezTo>
                  <a:pt x="233" y="198"/>
                  <a:pt x="233" y="198"/>
                  <a:pt x="233" y="198"/>
                </a:cubicBezTo>
                <a:cubicBezTo>
                  <a:pt x="233" y="198"/>
                  <a:pt x="233" y="198"/>
                  <a:pt x="240" y="198"/>
                </a:cubicBezTo>
                <a:cubicBezTo>
                  <a:pt x="233" y="198"/>
                  <a:pt x="233" y="198"/>
                  <a:pt x="233" y="191"/>
                </a:cubicBezTo>
                <a:cubicBezTo>
                  <a:pt x="233" y="191"/>
                  <a:pt x="233" y="191"/>
                  <a:pt x="240" y="191"/>
                </a:cubicBezTo>
                <a:cubicBezTo>
                  <a:pt x="240" y="191"/>
                  <a:pt x="240" y="191"/>
                  <a:pt x="240" y="184"/>
                </a:cubicBezTo>
                <a:cubicBezTo>
                  <a:pt x="240" y="191"/>
                  <a:pt x="240" y="191"/>
                  <a:pt x="240" y="191"/>
                </a:cubicBezTo>
                <a:cubicBezTo>
                  <a:pt x="240" y="191"/>
                  <a:pt x="248" y="184"/>
                  <a:pt x="248" y="191"/>
                </a:cubicBezTo>
                <a:close/>
                <a:moveTo>
                  <a:pt x="233" y="269"/>
                </a:moveTo>
                <a:lnTo>
                  <a:pt x="233" y="269"/>
                </a:lnTo>
                <a:lnTo>
                  <a:pt x="233" y="262"/>
                </a:lnTo>
                <a:lnTo>
                  <a:pt x="240" y="262"/>
                </a:lnTo>
                <a:lnTo>
                  <a:pt x="248" y="254"/>
                </a:lnTo>
                <a:lnTo>
                  <a:pt x="255" y="254"/>
                </a:lnTo>
                <a:cubicBezTo>
                  <a:pt x="255" y="254"/>
                  <a:pt x="255" y="254"/>
                  <a:pt x="262" y="254"/>
                </a:cubicBezTo>
                <a:lnTo>
                  <a:pt x="269" y="254"/>
                </a:lnTo>
                <a:cubicBezTo>
                  <a:pt x="269" y="254"/>
                  <a:pt x="269" y="254"/>
                  <a:pt x="269" y="247"/>
                </a:cubicBezTo>
                <a:cubicBezTo>
                  <a:pt x="276" y="247"/>
                  <a:pt x="276" y="254"/>
                  <a:pt x="276" y="254"/>
                </a:cubicBezTo>
                <a:lnTo>
                  <a:pt x="276" y="247"/>
                </a:lnTo>
                <a:cubicBezTo>
                  <a:pt x="283" y="247"/>
                  <a:pt x="283" y="247"/>
                  <a:pt x="283" y="247"/>
                </a:cubicBezTo>
                <a:lnTo>
                  <a:pt x="283" y="254"/>
                </a:lnTo>
                <a:lnTo>
                  <a:pt x="290" y="247"/>
                </a:lnTo>
                <a:cubicBezTo>
                  <a:pt x="290" y="247"/>
                  <a:pt x="290" y="247"/>
                  <a:pt x="290" y="254"/>
                </a:cubicBezTo>
                <a:cubicBezTo>
                  <a:pt x="290" y="247"/>
                  <a:pt x="290" y="247"/>
                  <a:pt x="290" y="247"/>
                </a:cubicBezTo>
                <a:cubicBezTo>
                  <a:pt x="290" y="254"/>
                  <a:pt x="290" y="254"/>
                  <a:pt x="290" y="254"/>
                </a:cubicBezTo>
                <a:lnTo>
                  <a:pt x="290" y="262"/>
                </a:lnTo>
                <a:cubicBezTo>
                  <a:pt x="297" y="262"/>
                  <a:pt x="297" y="262"/>
                  <a:pt x="297" y="262"/>
                </a:cubicBezTo>
                <a:cubicBezTo>
                  <a:pt x="297" y="262"/>
                  <a:pt x="297" y="262"/>
                  <a:pt x="304" y="262"/>
                </a:cubicBezTo>
                <a:cubicBezTo>
                  <a:pt x="304" y="269"/>
                  <a:pt x="304" y="269"/>
                  <a:pt x="304" y="269"/>
                </a:cubicBezTo>
                <a:lnTo>
                  <a:pt x="311" y="269"/>
                </a:lnTo>
                <a:lnTo>
                  <a:pt x="318" y="269"/>
                </a:lnTo>
                <a:cubicBezTo>
                  <a:pt x="318" y="262"/>
                  <a:pt x="318" y="262"/>
                  <a:pt x="325" y="262"/>
                </a:cubicBezTo>
                <a:lnTo>
                  <a:pt x="325" y="269"/>
                </a:lnTo>
                <a:cubicBezTo>
                  <a:pt x="332" y="269"/>
                  <a:pt x="332" y="269"/>
                  <a:pt x="332" y="269"/>
                </a:cubicBezTo>
                <a:lnTo>
                  <a:pt x="339" y="269"/>
                </a:lnTo>
                <a:cubicBezTo>
                  <a:pt x="339" y="269"/>
                  <a:pt x="339" y="269"/>
                  <a:pt x="346" y="269"/>
                </a:cubicBezTo>
                <a:cubicBezTo>
                  <a:pt x="353" y="269"/>
                  <a:pt x="353" y="269"/>
                  <a:pt x="353" y="269"/>
                </a:cubicBezTo>
                <a:cubicBezTo>
                  <a:pt x="353" y="269"/>
                  <a:pt x="353" y="269"/>
                  <a:pt x="361" y="276"/>
                </a:cubicBezTo>
                <a:cubicBezTo>
                  <a:pt x="353" y="276"/>
                  <a:pt x="353" y="276"/>
                  <a:pt x="353" y="276"/>
                </a:cubicBezTo>
                <a:cubicBezTo>
                  <a:pt x="353" y="283"/>
                  <a:pt x="353" y="283"/>
                  <a:pt x="353" y="283"/>
                </a:cubicBezTo>
                <a:lnTo>
                  <a:pt x="361" y="290"/>
                </a:lnTo>
                <a:lnTo>
                  <a:pt x="361" y="297"/>
                </a:lnTo>
                <a:cubicBezTo>
                  <a:pt x="368" y="297"/>
                  <a:pt x="361" y="304"/>
                  <a:pt x="368" y="304"/>
                </a:cubicBezTo>
                <a:cubicBezTo>
                  <a:pt x="368" y="311"/>
                  <a:pt x="368" y="311"/>
                  <a:pt x="375" y="318"/>
                </a:cubicBezTo>
                <a:lnTo>
                  <a:pt x="375" y="311"/>
                </a:lnTo>
                <a:lnTo>
                  <a:pt x="375" y="318"/>
                </a:lnTo>
                <a:cubicBezTo>
                  <a:pt x="375" y="318"/>
                  <a:pt x="375" y="318"/>
                  <a:pt x="382" y="318"/>
                </a:cubicBezTo>
                <a:lnTo>
                  <a:pt x="382" y="325"/>
                </a:lnTo>
                <a:cubicBezTo>
                  <a:pt x="389" y="325"/>
                  <a:pt x="389" y="325"/>
                  <a:pt x="389" y="325"/>
                </a:cubicBezTo>
                <a:cubicBezTo>
                  <a:pt x="396" y="325"/>
                  <a:pt x="396" y="325"/>
                  <a:pt x="396" y="325"/>
                </a:cubicBezTo>
                <a:lnTo>
                  <a:pt x="403" y="325"/>
                </a:lnTo>
                <a:cubicBezTo>
                  <a:pt x="403" y="325"/>
                  <a:pt x="403" y="325"/>
                  <a:pt x="403" y="332"/>
                </a:cubicBezTo>
                <a:lnTo>
                  <a:pt x="396" y="332"/>
                </a:lnTo>
                <a:cubicBezTo>
                  <a:pt x="396" y="332"/>
                  <a:pt x="396" y="332"/>
                  <a:pt x="396" y="339"/>
                </a:cubicBezTo>
                <a:cubicBezTo>
                  <a:pt x="396" y="347"/>
                  <a:pt x="396" y="347"/>
                  <a:pt x="389" y="347"/>
                </a:cubicBezTo>
                <a:cubicBezTo>
                  <a:pt x="389" y="347"/>
                  <a:pt x="389" y="347"/>
                  <a:pt x="389" y="354"/>
                </a:cubicBezTo>
                <a:lnTo>
                  <a:pt x="382" y="354"/>
                </a:lnTo>
                <a:cubicBezTo>
                  <a:pt x="382" y="361"/>
                  <a:pt x="375" y="361"/>
                  <a:pt x="375" y="361"/>
                </a:cubicBezTo>
                <a:cubicBezTo>
                  <a:pt x="375" y="368"/>
                  <a:pt x="375" y="368"/>
                  <a:pt x="375" y="368"/>
                </a:cubicBezTo>
                <a:lnTo>
                  <a:pt x="368" y="368"/>
                </a:lnTo>
                <a:lnTo>
                  <a:pt x="368" y="375"/>
                </a:lnTo>
                <a:cubicBezTo>
                  <a:pt x="368" y="375"/>
                  <a:pt x="368" y="375"/>
                  <a:pt x="368" y="382"/>
                </a:cubicBezTo>
                <a:cubicBezTo>
                  <a:pt x="375" y="389"/>
                  <a:pt x="375" y="389"/>
                  <a:pt x="375" y="389"/>
                </a:cubicBezTo>
                <a:cubicBezTo>
                  <a:pt x="375" y="396"/>
                  <a:pt x="375" y="396"/>
                  <a:pt x="375" y="396"/>
                </a:cubicBezTo>
                <a:lnTo>
                  <a:pt x="375" y="403"/>
                </a:lnTo>
                <a:cubicBezTo>
                  <a:pt x="375" y="403"/>
                  <a:pt x="375" y="403"/>
                  <a:pt x="368" y="403"/>
                </a:cubicBezTo>
                <a:cubicBezTo>
                  <a:pt x="361" y="410"/>
                  <a:pt x="361" y="410"/>
                  <a:pt x="361" y="410"/>
                </a:cubicBezTo>
                <a:lnTo>
                  <a:pt x="361" y="417"/>
                </a:lnTo>
                <a:lnTo>
                  <a:pt x="361" y="424"/>
                </a:lnTo>
                <a:cubicBezTo>
                  <a:pt x="361" y="424"/>
                  <a:pt x="353" y="424"/>
                  <a:pt x="353" y="431"/>
                </a:cubicBezTo>
                <a:lnTo>
                  <a:pt x="353" y="438"/>
                </a:lnTo>
                <a:lnTo>
                  <a:pt x="346" y="438"/>
                </a:lnTo>
                <a:cubicBezTo>
                  <a:pt x="346" y="445"/>
                  <a:pt x="339" y="445"/>
                  <a:pt x="339" y="452"/>
                </a:cubicBezTo>
                <a:cubicBezTo>
                  <a:pt x="332" y="452"/>
                  <a:pt x="332" y="452"/>
                  <a:pt x="332" y="452"/>
                </a:cubicBezTo>
                <a:cubicBezTo>
                  <a:pt x="325" y="452"/>
                  <a:pt x="325" y="452"/>
                  <a:pt x="325" y="452"/>
                </a:cubicBezTo>
                <a:lnTo>
                  <a:pt x="318" y="452"/>
                </a:lnTo>
                <a:cubicBezTo>
                  <a:pt x="318" y="460"/>
                  <a:pt x="318" y="452"/>
                  <a:pt x="318" y="452"/>
                </a:cubicBezTo>
                <a:cubicBezTo>
                  <a:pt x="318" y="460"/>
                  <a:pt x="318" y="460"/>
                  <a:pt x="318" y="460"/>
                </a:cubicBezTo>
                <a:cubicBezTo>
                  <a:pt x="311" y="460"/>
                  <a:pt x="311" y="452"/>
                  <a:pt x="311" y="452"/>
                </a:cubicBezTo>
                <a:cubicBezTo>
                  <a:pt x="311" y="445"/>
                  <a:pt x="311" y="445"/>
                  <a:pt x="311" y="445"/>
                </a:cubicBezTo>
                <a:cubicBezTo>
                  <a:pt x="311" y="445"/>
                  <a:pt x="311" y="438"/>
                  <a:pt x="304" y="438"/>
                </a:cubicBezTo>
                <a:cubicBezTo>
                  <a:pt x="304" y="431"/>
                  <a:pt x="304" y="431"/>
                  <a:pt x="304" y="431"/>
                </a:cubicBezTo>
                <a:cubicBezTo>
                  <a:pt x="304" y="431"/>
                  <a:pt x="304" y="431"/>
                  <a:pt x="304" y="424"/>
                </a:cubicBezTo>
                <a:cubicBezTo>
                  <a:pt x="304" y="417"/>
                  <a:pt x="297" y="417"/>
                  <a:pt x="297" y="417"/>
                </a:cubicBezTo>
                <a:lnTo>
                  <a:pt x="297" y="410"/>
                </a:lnTo>
                <a:cubicBezTo>
                  <a:pt x="297" y="403"/>
                  <a:pt x="297" y="403"/>
                  <a:pt x="297" y="403"/>
                </a:cubicBezTo>
                <a:lnTo>
                  <a:pt x="297" y="396"/>
                </a:lnTo>
                <a:cubicBezTo>
                  <a:pt x="297" y="389"/>
                  <a:pt x="297" y="389"/>
                  <a:pt x="297" y="389"/>
                </a:cubicBezTo>
                <a:cubicBezTo>
                  <a:pt x="297" y="382"/>
                  <a:pt x="297" y="382"/>
                  <a:pt x="297" y="382"/>
                </a:cubicBezTo>
                <a:cubicBezTo>
                  <a:pt x="297" y="382"/>
                  <a:pt x="297" y="382"/>
                  <a:pt x="297" y="375"/>
                </a:cubicBezTo>
                <a:lnTo>
                  <a:pt x="297" y="368"/>
                </a:lnTo>
                <a:cubicBezTo>
                  <a:pt x="290" y="368"/>
                  <a:pt x="290" y="368"/>
                  <a:pt x="290" y="368"/>
                </a:cubicBezTo>
                <a:cubicBezTo>
                  <a:pt x="290" y="361"/>
                  <a:pt x="290" y="361"/>
                  <a:pt x="290" y="361"/>
                </a:cubicBezTo>
                <a:cubicBezTo>
                  <a:pt x="283" y="361"/>
                  <a:pt x="283" y="361"/>
                  <a:pt x="283" y="361"/>
                </a:cubicBezTo>
                <a:cubicBezTo>
                  <a:pt x="290" y="361"/>
                  <a:pt x="290" y="361"/>
                  <a:pt x="290" y="354"/>
                </a:cubicBezTo>
                <a:lnTo>
                  <a:pt x="290" y="347"/>
                </a:lnTo>
                <a:cubicBezTo>
                  <a:pt x="283" y="347"/>
                  <a:pt x="290" y="347"/>
                  <a:pt x="283" y="347"/>
                </a:cubicBezTo>
                <a:cubicBezTo>
                  <a:pt x="283" y="347"/>
                  <a:pt x="276" y="347"/>
                  <a:pt x="276" y="339"/>
                </a:cubicBezTo>
                <a:cubicBezTo>
                  <a:pt x="276" y="339"/>
                  <a:pt x="276" y="339"/>
                  <a:pt x="269" y="339"/>
                </a:cubicBezTo>
                <a:cubicBezTo>
                  <a:pt x="262" y="339"/>
                  <a:pt x="262" y="339"/>
                  <a:pt x="262" y="339"/>
                </a:cubicBezTo>
                <a:lnTo>
                  <a:pt x="255" y="347"/>
                </a:lnTo>
                <a:lnTo>
                  <a:pt x="255" y="339"/>
                </a:lnTo>
                <a:cubicBezTo>
                  <a:pt x="255" y="339"/>
                  <a:pt x="255" y="339"/>
                  <a:pt x="255" y="347"/>
                </a:cubicBezTo>
                <a:cubicBezTo>
                  <a:pt x="255" y="347"/>
                  <a:pt x="255" y="339"/>
                  <a:pt x="248" y="339"/>
                </a:cubicBezTo>
                <a:cubicBezTo>
                  <a:pt x="248" y="347"/>
                  <a:pt x="248" y="347"/>
                  <a:pt x="248" y="347"/>
                </a:cubicBezTo>
                <a:cubicBezTo>
                  <a:pt x="240" y="347"/>
                  <a:pt x="240" y="347"/>
                  <a:pt x="240" y="347"/>
                </a:cubicBezTo>
                <a:cubicBezTo>
                  <a:pt x="233" y="339"/>
                  <a:pt x="233" y="339"/>
                  <a:pt x="233" y="339"/>
                </a:cubicBezTo>
                <a:cubicBezTo>
                  <a:pt x="226" y="339"/>
                  <a:pt x="226" y="339"/>
                  <a:pt x="226" y="339"/>
                </a:cubicBezTo>
                <a:cubicBezTo>
                  <a:pt x="226" y="332"/>
                  <a:pt x="226" y="332"/>
                  <a:pt x="226" y="332"/>
                </a:cubicBezTo>
                <a:cubicBezTo>
                  <a:pt x="226" y="332"/>
                  <a:pt x="219" y="332"/>
                  <a:pt x="219" y="325"/>
                </a:cubicBezTo>
                <a:cubicBezTo>
                  <a:pt x="219" y="325"/>
                  <a:pt x="219" y="325"/>
                  <a:pt x="212" y="325"/>
                </a:cubicBezTo>
                <a:cubicBezTo>
                  <a:pt x="212" y="318"/>
                  <a:pt x="212" y="318"/>
                  <a:pt x="212" y="318"/>
                </a:cubicBezTo>
                <a:cubicBezTo>
                  <a:pt x="219" y="318"/>
                  <a:pt x="219" y="318"/>
                  <a:pt x="219" y="318"/>
                </a:cubicBezTo>
                <a:cubicBezTo>
                  <a:pt x="212" y="318"/>
                  <a:pt x="212" y="318"/>
                  <a:pt x="212" y="318"/>
                </a:cubicBezTo>
                <a:lnTo>
                  <a:pt x="219" y="311"/>
                </a:lnTo>
                <a:lnTo>
                  <a:pt x="219" y="304"/>
                </a:lnTo>
                <a:cubicBezTo>
                  <a:pt x="219" y="304"/>
                  <a:pt x="219" y="297"/>
                  <a:pt x="212" y="297"/>
                </a:cubicBezTo>
                <a:cubicBezTo>
                  <a:pt x="219" y="297"/>
                  <a:pt x="219" y="297"/>
                  <a:pt x="219" y="297"/>
                </a:cubicBezTo>
                <a:cubicBezTo>
                  <a:pt x="219" y="290"/>
                  <a:pt x="219" y="290"/>
                  <a:pt x="219" y="290"/>
                </a:cubicBezTo>
                <a:cubicBezTo>
                  <a:pt x="219" y="283"/>
                  <a:pt x="219" y="283"/>
                  <a:pt x="219" y="283"/>
                </a:cubicBezTo>
                <a:lnTo>
                  <a:pt x="226" y="283"/>
                </a:lnTo>
                <a:lnTo>
                  <a:pt x="226" y="276"/>
                </a:lnTo>
                <a:cubicBezTo>
                  <a:pt x="233" y="276"/>
                  <a:pt x="233" y="276"/>
                  <a:pt x="233" y="276"/>
                </a:cubicBezTo>
                <a:cubicBezTo>
                  <a:pt x="233" y="269"/>
                  <a:pt x="233" y="269"/>
                  <a:pt x="233" y="269"/>
                </a:cubicBezTo>
                <a:close/>
                <a:moveTo>
                  <a:pt x="219" y="149"/>
                </a:moveTo>
                <a:lnTo>
                  <a:pt x="219" y="149"/>
                </a:lnTo>
                <a:cubicBezTo>
                  <a:pt x="219" y="149"/>
                  <a:pt x="219" y="149"/>
                  <a:pt x="219" y="156"/>
                </a:cubicBezTo>
                <a:cubicBezTo>
                  <a:pt x="212" y="156"/>
                  <a:pt x="212" y="156"/>
                  <a:pt x="212" y="156"/>
                </a:cubicBezTo>
                <a:lnTo>
                  <a:pt x="205" y="156"/>
                </a:lnTo>
                <a:lnTo>
                  <a:pt x="198" y="156"/>
                </a:lnTo>
                <a:cubicBezTo>
                  <a:pt x="198" y="149"/>
                  <a:pt x="205" y="149"/>
                  <a:pt x="205" y="149"/>
                </a:cubicBezTo>
                <a:cubicBezTo>
                  <a:pt x="198" y="149"/>
                  <a:pt x="198" y="149"/>
                  <a:pt x="198" y="149"/>
                </a:cubicBezTo>
                <a:cubicBezTo>
                  <a:pt x="198" y="149"/>
                  <a:pt x="198" y="149"/>
                  <a:pt x="205" y="149"/>
                </a:cubicBezTo>
                <a:cubicBezTo>
                  <a:pt x="198" y="149"/>
                  <a:pt x="198" y="149"/>
                  <a:pt x="198" y="141"/>
                </a:cubicBezTo>
                <a:cubicBezTo>
                  <a:pt x="198" y="141"/>
                  <a:pt x="198" y="149"/>
                  <a:pt x="198" y="141"/>
                </a:cubicBezTo>
                <a:lnTo>
                  <a:pt x="205" y="141"/>
                </a:lnTo>
                <a:cubicBezTo>
                  <a:pt x="205" y="149"/>
                  <a:pt x="205" y="149"/>
                  <a:pt x="205" y="149"/>
                </a:cubicBezTo>
                <a:cubicBezTo>
                  <a:pt x="205" y="141"/>
                  <a:pt x="205" y="141"/>
                  <a:pt x="205" y="141"/>
                </a:cubicBezTo>
                <a:lnTo>
                  <a:pt x="212" y="141"/>
                </a:lnTo>
                <a:cubicBezTo>
                  <a:pt x="212" y="141"/>
                  <a:pt x="212" y="141"/>
                  <a:pt x="219" y="141"/>
                </a:cubicBezTo>
                <a:lnTo>
                  <a:pt x="226" y="141"/>
                </a:lnTo>
                <a:cubicBezTo>
                  <a:pt x="226" y="149"/>
                  <a:pt x="226" y="149"/>
                  <a:pt x="226" y="149"/>
                </a:cubicBezTo>
                <a:cubicBezTo>
                  <a:pt x="226" y="149"/>
                  <a:pt x="226" y="149"/>
                  <a:pt x="219" y="149"/>
                </a:cubicBezTo>
                <a:close/>
                <a:moveTo>
                  <a:pt x="283" y="347"/>
                </a:moveTo>
                <a:lnTo>
                  <a:pt x="283" y="347"/>
                </a:lnTo>
                <a:close/>
                <a:moveTo>
                  <a:pt x="382" y="417"/>
                </a:moveTo>
                <a:lnTo>
                  <a:pt x="382" y="417"/>
                </a:lnTo>
                <a:lnTo>
                  <a:pt x="382" y="410"/>
                </a:lnTo>
                <a:cubicBezTo>
                  <a:pt x="382" y="410"/>
                  <a:pt x="382" y="410"/>
                  <a:pt x="382" y="403"/>
                </a:cubicBezTo>
                <a:cubicBezTo>
                  <a:pt x="389" y="403"/>
                  <a:pt x="389" y="403"/>
                  <a:pt x="389" y="403"/>
                </a:cubicBezTo>
                <a:cubicBezTo>
                  <a:pt x="389" y="396"/>
                  <a:pt x="389" y="396"/>
                  <a:pt x="389" y="396"/>
                </a:cubicBezTo>
                <a:cubicBezTo>
                  <a:pt x="389" y="396"/>
                  <a:pt x="389" y="396"/>
                  <a:pt x="396" y="396"/>
                </a:cubicBezTo>
                <a:cubicBezTo>
                  <a:pt x="396" y="396"/>
                  <a:pt x="396" y="396"/>
                  <a:pt x="396" y="389"/>
                </a:cubicBezTo>
                <a:cubicBezTo>
                  <a:pt x="396" y="389"/>
                  <a:pt x="396" y="389"/>
                  <a:pt x="396" y="396"/>
                </a:cubicBezTo>
                <a:cubicBezTo>
                  <a:pt x="403" y="396"/>
                  <a:pt x="396" y="396"/>
                  <a:pt x="403" y="396"/>
                </a:cubicBezTo>
                <a:cubicBezTo>
                  <a:pt x="403" y="396"/>
                  <a:pt x="403" y="396"/>
                  <a:pt x="403" y="403"/>
                </a:cubicBezTo>
                <a:cubicBezTo>
                  <a:pt x="396" y="403"/>
                  <a:pt x="396" y="403"/>
                  <a:pt x="396" y="403"/>
                </a:cubicBezTo>
                <a:lnTo>
                  <a:pt x="396" y="410"/>
                </a:lnTo>
                <a:cubicBezTo>
                  <a:pt x="396" y="410"/>
                  <a:pt x="396" y="417"/>
                  <a:pt x="396" y="424"/>
                </a:cubicBezTo>
                <a:cubicBezTo>
                  <a:pt x="396" y="424"/>
                  <a:pt x="389" y="424"/>
                  <a:pt x="389" y="431"/>
                </a:cubicBezTo>
                <a:cubicBezTo>
                  <a:pt x="382" y="431"/>
                  <a:pt x="382" y="431"/>
                  <a:pt x="382" y="424"/>
                </a:cubicBezTo>
                <a:cubicBezTo>
                  <a:pt x="382" y="424"/>
                  <a:pt x="382" y="424"/>
                  <a:pt x="382" y="417"/>
                </a:cubicBezTo>
                <a:close/>
                <a:moveTo>
                  <a:pt x="353" y="254"/>
                </a:moveTo>
                <a:lnTo>
                  <a:pt x="353" y="254"/>
                </a:lnTo>
                <a:close/>
                <a:moveTo>
                  <a:pt x="332" y="254"/>
                </a:moveTo>
                <a:lnTo>
                  <a:pt x="332" y="254"/>
                </a:lnTo>
                <a:cubicBezTo>
                  <a:pt x="325" y="254"/>
                  <a:pt x="325" y="254"/>
                  <a:pt x="325" y="254"/>
                </a:cubicBezTo>
                <a:cubicBezTo>
                  <a:pt x="332" y="254"/>
                  <a:pt x="332" y="254"/>
                  <a:pt x="332" y="254"/>
                </a:cubicBezTo>
                <a:close/>
                <a:moveTo>
                  <a:pt x="304" y="247"/>
                </a:moveTo>
                <a:lnTo>
                  <a:pt x="304" y="247"/>
                </a:lnTo>
                <a:lnTo>
                  <a:pt x="304" y="254"/>
                </a:lnTo>
                <a:cubicBezTo>
                  <a:pt x="304" y="247"/>
                  <a:pt x="297" y="247"/>
                  <a:pt x="297" y="247"/>
                </a:cubicBezTo>
                <a:lnTo>
                  <a:pt x="304" y="247"/>
                </a:lnTo>
                <a:close/>
                <a:moveTo>
                  <a:pt x="290" y="240"/>
                </a:moveTo>
                <a:lnTo>
                  <a:pt x="290" y="240"/>
                </a:lnTo>
                <a:cubicBezTo>
                  <a:pt x="283" y="240"/>
                  <a:pt x="283" y="247"/>
                  <a:pt x="283" y="247"/>
                </a:cubicBezTo>
                <a:cubicBezTo>
                  <a:pt x="283" y="240"/>
                  <a:pt x="283" y="240"/>
                  <a:pt x="283" y="240"/>
                </a:cubicBezTo>
                <a:cubicBezTo>
                  <a:pt x="283" y="240"/>
                  <a:pt x="283" y="240"/>
                  <a:pt x="290" y="240"/>
                </a:cubicBezTo>
                <a:close/>
                <a:moveTo>
                  <a:pt x="290" y="233"/>
                </a:moveTo>
                <a:lnTo>
                  <a:pt x="290" y="233"/>
                </a:lnTo>
                <a:cubicBezTo>
                  <a:pt x="283" y="233"/>
                  <a:pt x="283" y="233"/>
                  <a:pt x="283" y="233"/>
                </a:cubicBezTo>
                <a:lnTo>
                  <a:pt x="290" y="233"/>
                </a:lnTo>
                <a:close/>
                <a:moveTo>
                  <a:pt x="205" y="106"/>
                </a:moveTo>
                <a:lnTo>
                  <a:pt x="205" y="106"/>
                </a:lnTo>
                <a:lnTo>
                  <a:pt x="198" y="106"/>
                </a:lnTo>
                <a:cubicBezTo>
                  <a:pt x="198" y="106"/>
                  <a:pt x="198" y="106"/>
                  <a:pt x="198" y="99"/>
                </a:cubicBezTo>
                <a:cubicBezTo>
                  <a:pt x="198" y="99"/>
                  <a:pt x="198" y="99"/>
                  <a:pt x="205" y="99"/>
                </a:cubicBezTo>
                <a:cubicBezTo>
                  <a:pt x="205" y="99"/>
                  <a:pt x="198" y="99"/>
                  <a:pt x="198" y="106"/>
                </a:cubicBezTo>
                <a:cubicBezTo>
                  <a:pt x="205" y="106"/>
                  <a:pt x="205" y="106"/>
                  <a:pt x="205" y="106"/>
                </a:cubicBezTo>
                <a:close/>
                <a:moveTo>
                  <a:pt x="198" y="99"/>
                </a:moveTo>
                <a:lnTo>
                  <a:pt x="198" y="99"/>
                </a:lnTo>
                <a:close/>
                <a:moveTo>
                  <a:pt x="191" y="99"/>
                </a:moveTo>
                <a:lnTo>
                  <a:pt x="191" y="99"/>
                </a:lnTo>
                <a:lnTo>
                  <a:pt x="198" y="99"/>
                </a:lnTo>
                <a:lnTo>
                  <a:pt x="191" y="99"/>
                </a:lnTo>
                <a:close/>
                <a:moveTo>
                  <a:pt x="198" y="92"/>
                </a:moveTo>
                <a:lnTo>
                  <a:pt x="198" y="92"/>
                </a:lnTo>
                <a:lnTo>
                  <a:pt x="198" y="85"/>
                </a:lnTo>
                <a:lnTo>
                  <a:pt x="198" y="92"/>
                </a:lnTo>
                <a:close/>
                <a:moveTo>
                  <a:pt x="198" y="92"/>
                </a:moveTo>
                <a:lnTo>
                  <a:pt x="198" y="92"/>
                </a:lnTo>
                <a:close/>
                <a:moveTo>
                  <a:pt x="198" y="92"/>
                </a:moveTo>
                <a:lnTo>
                  <a:pt x="198" y="92"/>
                </a:lnTo>
                <a:close/>
                <a:moveTo>
                  <a:pt x="198" y="92"/>
                </a:moveTo>
                <a:lnTo>
                  <a:pt x="198" y="92"/>
                </a:lnTo>
                <a:close/>
                <a:moveTo>
                  <a:pt x="198" y="113"/>
                </a:moveTo>
                <a:lnTo>
                  <a:pt x="198" y="113"/>
                </a:lnTo>
                <a:close/>
                <a:moveTo>
                  <a:pt x="155" y="177"/>
                </a:moveTo>
                <a:lnTo>
                  <a:pt x="155" y="177"/>
                </a:lnTo>
                <a:close/>
                <a:moveTo>
                  <a:pt x="134" y="240"/>
                </a:moveTo>
                <a:lnTo>
                  <a:pt x="134" y="240"/>
                </a:lnTo>
                <a:cubicBezTo>
                  <a:pt x="134" y="233"/>
                  <a:pt x="134" y="233"/>
                  <a:pt x="134" y="233"/>
                </a:cubicBezTo>
                <a:lnTo>
                  <a:pt x="134" y="240"/>
                </a:lnTo>
                <a:lnTo>
                  <a:pt x="134" y="233"/>
                </a:lnTo>
                <a:cubicBezTo>
                  <a:pt x="127" y="233"/>
                  <a:pt x="127" y="233"/>
                  <a:pt x="127" y="233"/>
                </a:cubicBezTo>
                <a:lnTo>
                  <a:pt x="120" y="233"/>
                </a:lnTo>
                <a:lnTo>
                  <a:pt x="127" y="233"/>
                </a:lnTo>
                <a:cubicBezTo>
                  <a:pt x="127" y="226"/>
                  <a:pt x="127" y="226"/>
                  <a:pt x="127" y="226"/>
                </a:cubicBezTo>
                <a:cubicBezTo>
                  <a:pt x="127" y="226"/>
                  <a:pt x="127" y="226"/>
                  <a:pt x="127" y="219"/>
                </a:cubicBezTo>
                <a:lnTo>
                  <a:pt x="134" y="219"/>
                </a:lnTo>
                <a:cubicBezTo>
                  <a:pt x="134" y="226"/>
                  <a:pt x="127" y="226"/>
                  <a:pt x="127" y="226"/>
                </a:cubicBezTo>
                <a:cubicBezTo>
                  <a:pt x="127" y="226"/>
                  <a:pt x="127" y="226"/>
                  <a:pt x="134" y="226"/>
                </a:cubicBezTo>
                <a:cubicBezTo>
                  <a:pt x="134" y="226"/>
                  <a:pt x="134" y="233"/>
                  <a:pt x="134" y="226"/>
                </a:cubicBezTo>
                <a:cubicBezTo>
                  <a:pt x="134" y="226"/>
                  <a:pt x="134" y="226"/>
                  <a:pt x="141" y="226"/>
                </a:cubicBezTo>
                <a:cubicBezTo>
                  <a:pt x="134" y="233"/>
                  <a:pt x="134" y="233"/>
                  <a:pt x="134" y="233"/>
                </a:cubicBezTo>
                <a:lnTo>
                  <a:pt x="141" y="233"/>
                </a:lnTo>
                <a:cubicBezTo>
                  <a:pt x="141" y="233"/>
                  <a:pt x="141" y="233"/>
                  <a:pt x="134" y="233"/>
                </a:cubicBezTo>
                <a:cubicBezTo>
                  <a:pt x="141" y="233"/>
                  <a:pt x="141" y="233"/>
                  <a:pt x="141" y="233"/>
                </a:cubicBezTo>
                <a:lnTo>
                  <a:pt x="141" y="240"/>
                </a:lnTo>
                <a:cubicBezTo>
                  <a:pt x="141" y="240"/>
                  <a:pt x="141" y="240"/>
                  <a:pt x="134" y="240"/>
                </a:cubicBezTo>
                <a:close/>
                <a:moveTo>
                  <a:pt x="134" y="396"/>
                </a:moveTo>
                <a:lnTo>
                  <a:pt x="134" y="396"/>
                </a:lnTo>
                <a:lnTo>
                  <a:pt x="134" y="389"/>
                </a:lnTo>
                <a:lnTo>
                  <a:pt x="134" y="396"/>
                </a:lnTo>
                <a:close/>
                <a:moveTo>
                  <a:pt x="134" y="127"/>
                </a:moveTo>
                <a:lnTo>
                  <a:pt x="134" y="127"/>
                </a:lnTo>
                <a:cubicBezTo>
                  <a:pt x="134" y="134"/>
                  <a:pt x="134" y="134"/>
                  <a:pt x="134" y="134"/>
                </a:cubicBezTo>
                <a:cubicBezTo>
                  <a:pt x="134" y="134"/>
                  <a:pt x="134" y="134"/>
                  <a:pt x="134" y="127"/>
                </a:cubicBezTo>
                <a:close/>
                <a:moveTo>
                  <a:pt x="113" y="240"/>
                </a:moveTo>
                <a:lnTo>
                  <a:pt x="113" y="240"/>
                </a:lnTo>
                <a:lnTo>
                  <a:pt x="120" y="240"/>
                </a:lnTo>
                <a:cubicBezTo>
                  <a:pt x="120" y="240"/>
                  <a:pt x="120" y="240"/>
                  <a:pt x="113" y="240"/>
                </a:cubicBezTo>
                <a:close/>
                <a:moveTo>
                  <a:pt x="99" y="325"/>
                </a:moveTo>
                <a:lnTo>
                  <a:pt x="99" y="325"/>
                </a:lnTo>
                <a:lnTo>
                  <a:pt x="106" y="325"/>
                </a:lnTo>
                <a:cubicBezTo>
                  <a:pt x="106" y="325"/>
                  <a:pt x="106" y="325"/>
                  <a:pt x="99" y="325"/>
                </a:cubicBezTo>
                <a:close/>
                <a:moveTo>
                  <a:pt x="99" y="361"/>
                </a:moveTo>
                <a:lnTo>
                  <a:pt x="99" y="361"/>
                </a:lnTo>
                <a:lnTo>
                  <a:pt x="106" y="361"/>
                </a:lnTo>
                <a:cubicBezTo>
                  <a:pt x="99" y="361"/>
                  <a:pt x="106" y="361"/>
                  <a:pt x="99" y="361"/>
                </a:cubicBezTo>
                <a:close/>
                <a:moveTo>
                  <a:pt x="92" y="325"/>
                </a:moveTo>
                <a:lnTo>
                  <a:pt x="92" y="325"/>
                </a:lnTo>
                <a:cubicBezTo>
                  <a:pt x="92" y="325"/>
                  <a:pt x="92" y="325"/>
                  <a:pt x="85" y="325"/>
                </a:cubicBezTo>
                <a:cubicBezTo>
                  <a:pt x="85" y="325"/>
                  <a:pt x="85" y="325"/>
                  <a:pt x="78" y="325"/>
                </a:cubicBezTo>
                <a:cubicBezTo>
                  <a:pt x="85" y="325"/>
                  <a:pt x="85" y="325"/>
                  <a:pt x="85" y="325"/>
                </a:cubicBezTo>
                <a:lnTo>
                  <a:pt x="92" y="325"/>
                </a:lnTo>
                <a:lnTo>
                  <a:pt x="99" y="325"/>
                </a:lnTo>
                <a:cubicBezTo>
                  <a:pt x="92" y="325"/>
                  <a:pt x="92" y="325"/>
                  <a:pt x="92" y="325"/>
                </a:cubicBezTo>
                <a:close/>
                <a:moveTo>
                  <a:pt x="78" y="276"/>
                </a:moveTo>
                <a:lnTo>
                  <a:pt x="78" y="276"/>
                </a:lnTo>
                <a:close/>
                <a:moveTo>
                  <a:pt x="78" y="276"/>
                </a:moveTo>
                <a:lnTo>
                  <a:pt x="78" y="276"/>
                </a:lnTo>
                <a:close/>
                <a:moveTo>
                  <a:pt x="78" y="276"/>
                </a:moveTo>
                <a:lnTo>
                  <a:pt x="78" y="276"/>
                </a:lnTo>
                <a:close/>
                <a:moveTo>
                  <a:pt x="71" y="325"/>
                </a:moveTo>
                <a:lnTo>
                  <a:pt x="71" y="325"/>
                </a:lnTo>
                <a:cubicBezTo>
                  <a:pt x="71" y="325"/>
                  <a:pt x="71" y="325"/>
                  <a:pt x="78" y="325"/>
                </a:cubicBezTo>
                <a:cubicBezTo>
                  <a:pt x="71" y="325"/>
                  <a:pt x="71" y="325"/>
                  <a:pt x="71" y="325"/>
                </a:cubicBezTo>
                <a:close/>
                <a:moveTo>
                  <a:pt x="481" y="332"/>
                </a:moveTo>
                <a:lnTo>
                  <a:pt x="481" y="332"/>
                </a:lnTo>
                <a:lnTo>
                  <a:pt x="488" y="332"/>
                </a:lnTo>
                <a:lnTo>
                  <a:pt x="488" y="339"/>
                </a:lnTo>
                <a:cubicBezTo>
                  <a:pt x="488" y="339"/>
                  <a:pt x="488" y="339"/>
                  <a:pt x="481" y="339"/>
                </a:cubicBezTo>
                <a:lnTo>
                  <a:pt x="481" y="332"/>
                </a:lnTo>
                <a:close/>
                <a:moveTo>
                  <a:pt x="290" y="177"/>
                </a:moveTo>
                <a:lnTo>
                  <a:pt x="290" y="177"/>
                </a:lnTo>
                <a:cubicBezTo>
                  <a:pt x="290" y="177"/>
                  <a:pt x="290" y="177"/>
                  <a:pt x="290" y="184"/>
                </a:cubicBezTo>
                <a:cubicBezTo>
                  <a:pt x="290" y="184"/>
                  <a:pt x="290" y="184"/>
                  <a:pt x="283" y="184"/>
                </a:cubicBezTo>
                <a:cubicBezTo>
                  <a:pt x="283" y="184"/>
                  <a:pt x="283" y="184"/>
                  <a:pt x="283" y="177"/>
                </a:cubicBezTo>
                <a:lnTo>
                  <a:pt x="290" y="177"/>
                </a:lnTo>
                <a:close/>
                <a:moveTo>
                  <a:pt x="297" y="184"/>
                </a:moveTo>
                <a:lnTo>
                  <a:pt x="297" y="184"/>
                </a:lnTo>
                <a:cubicBezTo>
                  <a:pt x="297" y="191"/>
                  <a:pt x="297" y="184"/>
                  <a:pt x="297" y="191"/>
                </a:cubicBezTo>
                <a:lnTo>
                  <a:pt x="290" y="191"/>
                </a:lnTo>
                <a:cubicBezTo>
                  <a:pt x="290" y="184"/>
                  <a:pt x="290" y="184"/>
                  <a:pt x="297" y="184"/>
                </a:cubicBezTo>
                <a:close/>
                <a:moveTo>
                  <a:pt x="92" y="254"/>
                </a:moveTo>
                <a:lnTo>
                  <a:pt x="92" y="254"/>
                </a:lnTo>
                <a:close/>
                <a:moveTo>
                  <a:pt x="92" y="254"/>
                </a:moveTo>
                <a:lnTo>
                  <a:pt x="92" y="254"/>
                </a:lnTo>
                <a:close/>
                <a:moveTo>
                  <a:pt x="78" y="269"/>
                </a:moveTo>
                <a:lnTo>
                  <a:pt x="78" y="269"/>
                </a:lnTo>
                <a:close/>
                <a:moveTo>
                  <a:pt x="78" y="276"/>
                </a:moveTo>
                <a:lnTo>
                  <a:pt x="78" y="276"/>
                </a:lnTo>
                <a:cubicBezTo>
                  <a:pt x="78" y="269"/>
                  <a:pt x="78" y="269"/>
                  <a:pt x="78" y="269"/>
                </a:cubicBezTo>
                <a:cubicBezTo>
                  <a:pt x="78" y="269"/>
                  <a:pt x="78" y="269"/>
                  <a:pt x="78" y="276"/>
                </a:cubicBezTo>
                <a:close/>
                <a:moveTo>
                  <a:pt x="78" y="269"/>
                </a:moveTo>
                <a:lnTo>
                  <a:pt x="78" y="269"/>
                </a:lnTo>
                <a:close/>
                <a:moveTo>
                  <a:pt x="78" y="269"/>
                </a:moveTo>
                <a:lnTo>
                  <a:pt x="78" y="26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2" name="Google Shape;1862;p27"/>
          <p:cNvSpPr/>
          <p:nvPr/>
        </p:nvSpPr>
        <p:spPr>
          <a:xfrm>
            <a:off x="10133540" y="1004224"/>
            <a:ext cx="553668" cy="553668"/>
          </a:xfrm>
          <a:custGeom>
            <a:rect b="b" l="l" r="r" t="t"/>
            <a:pathLst>
              <a:path extrusionOk="0" h="609" w="609">
                <a:moveTo>
                  <a:pt x="304" y="608"/>
                </a:moveTo>
                <a:lnTo>
                  <a:pt x="304" y="608"/>
                </a:lnTo>
                <a:cubicBezTo>
                  <a:pt x="134" y="608"/>
                  <a:pt x="0" y="474"/>
                  <a:pt x="0" y="304"/>
                </a:cubicBezTo>
                <a:cubicBezTo>
                  <a:pt x="0" y="134"/>
                  <a:pt x="134" y="0"/>
                  <a:pt x="304" y="0"/>
                </a:cubicBezTo>
                <a:cubicBezTo>
                  <a:pt x="473" y="0"/>
                  <a:pt x="608" y="134"/>
                  <a:pt x="608" y="304"/>
                </a:cubicBezTo>
                <a:cubicBezTo>
                  <a:pt x="608" y="474"/>
                  <a:pt x="473" y="608"/>
                  <a:pt x="304" y="608"/>
                </a:cubicBezTo>
                <a:close/>
                <a:moveTo>
                  <a:pt x="304" y="57"/>
                </a:moveTo>
                <a:lnTo>
                  <a:pt x="304" y="57"/>
                </a:lnTo>
                <a:cubicBezTo>
                  <a:pt x="169" y="57"/>
                  <a:pt x="56" y="170"/>
                  <a:pt x="56" y="304"/>
                </a:cubicBezTo>
                <a:cubicBezTo>
                  <a:pt x="56" y="438"/>
                  <a:pt x="169" y="551"/>
                  <a:pt x="304" y="551"/>
                </a:cubicBezTo>
                <a:cubicBezTo>
                  <a:pt x="438" y="551"/>
                  <a:pt x="551" y="438"/>
                  <a:pt x="551" y="304"/>
                </a:cubicBezTo>
                <a:cubicBezTo>
                  <a:pt x="551" y="170"/>
                  <a:pt x="438" y="57"/>
                  <a:pt x="304" y="57"/>
                </a:cubicBezTo>
                <a:close/>
                <a:moveTo>
                  <a:pt x="240" y="361"/>
                </a:moveTo>
                <a:lnTo>
                  <a:pt x="240" y="361"/>
                </a:lnTo>
                <a:cubicBezTo>
                  <a:pt x="155" y="156"/>
                  <a:pt x="155" y="156"/>
                  <a:pt x="155" y="156"/>
                </a:cubicBezTo>
                <a:cubicBezTo>
                  <a:pt x="367" y="240"/>
                  <a:pt x="367" y="240"/>
                  <a:pt x="367" y="240"/>
                </a:cubicBezTo>
                <a:cubicBezTo>
                  <a:pt x="452" y="452"/>
                  <a:pt x="452" y="452"/>
                  <a:pt x="452" y="452"/>
                </a:cubicBezTo>
                <a:lnTo>
                  <a:pt x="240" y="361"/>
                </a:lnTo>
                <a:close/>
                <a:moveTo>
                  <a:pt x="304" y="276"/>
                </a:moveTo>
                <a:lnTo>
                  <a:pt x="304" y="276"/>
                </a:lnTo>
                <a:cubicBezTo>
                  <a:pt x="290" y="276"/>
                  <a:pt x="276" y="290"/>
                  <a:pt x="276" y="304"/>
                </a:cubicBezTo>
                <a:cubicBezTo>
                  <a:pt x="276" y="318"/>
                  <a:pt x="290" y="332"/>
                  <a:pt x="304" y="332"/>
                </a:cubicBezTo>
                <a:cubicBezTo>
                  <a:pt x="318" y="332"/>
                  <a:pt x="332" y="318"/>
                  <a:pt x="332" y="304"/>
                </a:cubicBezTo>
                <a:cubicBezTo>
                  <a:pt x="332" y="290"/>
                  <a:pt x="318" y="276"/>
                  <a:pt x="304" y="27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3" name="Google Shape;1863;p27"/>
          <p:cNvSpPr/>
          <p:nvPr/>
        </p:nvSpPr>
        <p:spPr>
          <a:xfrm>
            <a:off x="9178663" y="1004224"/>
            <a:ext cx="549655" cy="553668"/>
          </a:xfrm>
          <a:custGeom>
            <a:rect b="b" l="l" r="r" t="t"/>
            <a:pathLst>
              <a:path extrusionOk="0" h="609" w="602">
                <a:moveTo>
                  <a:pt x="572" y="332"/>
                </a:moveTo>
                <a:lnTo>
                  <a:pt x="572" y="332"/>
                </a:lnTo>
                <a:cubicBezTo>
                  <a:pt x="544" y="332"/>
                  <a:pt x="544" y="332"/>
                  <a:pt x="544" y="332"/>
                </a:cubicBezTo>
                <a:cubicBezTo>
                  <a:pt x="530" y="445"/>
                  <a:pt x="445" y="537"/>
                  <a:pt x="332" y="544"/>
                </a:cubicBezTo>
                <a:cubicBezTo>
                  <a:pt x="332" y="580"/>
                  <a:pt x="332" y="580"/>
                  <a:pt x="332" y="580"/>
                </a:cubicBezTo>
                <a:cubicBezTo>
                  <a:pt x="332" y="594"/>
                  <a:pt x="318" y="608"/>
                  <a:pt x="304" y="608"/>
                </a:cubicBezTo>
                <a:cubicBezTo>
                  <a:pt x="283" y="608"/>
                  <a:pt x="276" y="594"/>
                  <a:pt x="276" y="580"/>
                </a:cubicBezTo>
                <a:cubicBezTo>
                  <a:pt x="276" y="544"/>
                  <a:pt x="276" y="544"/>
                  <a:pt x="276" y="544"/>
                </a:cubicBezTo>
                <a:cubicBezTo>
                  <a:pt x="162" y="537"/>
                  <a:pt x="71" y="445"/>
                  <a:pt x="56" y="332"/>
                </a:cubicBezTo>
                <a:cubicBezTo>
                  <a:pt x="28" y="332"/>
                  <a:pt x="28" y="332"/>
                  <a:pt x="28" y="332"/>
                </a:cubicBezTo>
                <a:cubicBezTo>
                  <a:pt x="14" y="332"/>
                  <a:pt x="0" y="318"/>
                  <a:pt x="0" y="304"/>
                </a:cubicBezTo>
                <a:cubicBezTo>
                  <a:pt x="0" y="290"/>
                  <a:pt x="14" y="276"/>
                  <a:pt x="28" y="276"/>
                </a:cubicBezTo>
                <a:cubicBezTo>
                  <a:pt x="56" y="276"/>
                  <a:pt x="56" y="276"/>
                  <a:pt x="56" y="276"/>
                </a:cubicBezTo>
                <a:cubicBezTo>
                  <a:pt x="71" y="163"/>
                  <a:pt x="162" y="71"/>
                  <a:pt x="276" y="64"/>
                </a:cubicBezTo>
                <a:cubicBezTo>
                  <a:pt x="276" y="28"/>
                  <a:pt x="276" y="28"/>
                  <a:pt x="276" y="28"/>
                </a:cubicBezTo>
                <a:cubicBezTo>
                  <a:pt x="276" y="14"/>
                  <a:pt x="283" y="0"/>
                  <a:pt x="304" y="0"/>
                </a:cubicBezTo>
                <a:cubicBezTo>
                  <a:pt x="318" y="0"/>
                  <a:pt x="332" y="14"/>
                  <a:pt x="332" y="28"/>
                </a:cubicBezTo>
                <a:cubicBezTo>
                  <a:pt x="332" y="64"/>
                  <a:pt x="332" y="64"/>
                  <a:pt x="332" y="64"/>
                </a:cubicBezTo>
                <a:cubicBezTo>
                  <a:pt x="445" y="71"/>
                  <a:pt x="530" y="163"/>
                  <a:pt x="544" y="276"/>
                </a:cubicBezTo>
                <a:cubicBezTo>
                  <a:pt x="572" y="276"/>
                  <a:pt x="572" y="276"/>
                  <a:pt x="572" y="276"/>
                </a:cubicBezTo>
                <a:cubicBezTo>
                  <a:pt x="594" y="276"/>
                  <a:pt x="601" y="290"/>
                  <a:pt x="601" y="304"/>
                </a:cubicBezTo>
                <a:cubicBezTo>
                  <a:pt x="601" y="318"/>
                  <a:pt x="594" y="332"/>
                  <a:pt x="572" y="332"/>
                </a:cubicBezTo>
                <a:close/>
                <a:moveTo>
                  <a:pt x="431" y="276"/>
                </a:moveTo>
                <a:lnTo>
                  <a:pt x="431" y="276"/>
                </a:lnTo>
                <a:cubicBezTo>
                  <a:pt x="487" y="276"/>
                  <a:pt x="487" y="276"/>
                  <a:pt x="487" y="276"/>
                </a:cubicBezTo>
                <a:cubicBezTo>
                  <a:pt x="473" y="191"/>
                  <a:pt x="410" y="127"/>
                  <a:pt x="332" y="120"/>
                </a:cubicBezTo>
                <a:cubicBezTo>
                  <a:pt x="332" y="170"/>
                  <a:pt x="332" y="170"/>
                  <a:pt x="332" y="170"/>
                </a:cubicBezTo>
                <a:cubicBezTo>
                  <a:pt x="332" y="191"/>
                  <a:pt x="318" y="198"/>
                  <a:pt x="304" y="198"/>
                </a:cubicBezTo>
                <a:cubicBezTo>
                  <a:pt x="283" y="198"/>
                  <a:pt x="276" y="191"/>
                  <a:pt x="276" y="170"/>
                </a:cubicBezTo>
                <a:cubicBezTo>
                  <a:pt x="276" y="120"/>
                  <a:pt x="276" y="120"/>
                  <a:pt x="276" y="120"/>
                </a:cubicBezTo>
                <a:cubicBezTo>
                  <a:pt x="191" y="127"/>
                  <a:pt x="127" y="191"/>
                  <a:pt x="113" y="276"/>
                </a:cubicBezTo>
                <a:cubicBezTo>
                  <a:pt x="169" y="276"/>
                  <a:pt x="169" y="276"/>
                  <a:pt x="169" y="276"/>
                </a:cubicBezTo>
                <a:cubicBezTo>
                  <a:pt x="184" y="276"/>
                  <a:pt x="198" y="290"/>
                  <a:pt x="198" y="304"/>
                </a:cubicBezTo>
                <a:cubicBezTo>
                  <a:pt x="198" y="318"/>
                  <a:pt x="184" y="332"/>
                  <a:pt x="169" y="332"/>
                </a:cubicBezTo>
                <a:cubicBezTo>
                  <a:pt x="113" y="332"/>
                  <a:pt x="113" y="332"/>
                  <a:pt x="113" y="332"/>
                </a:cubicBezTo>
                <a:cubicBezTo>
                  <a:pt x="127" y="417"/>
                  <a:pt x="191" y="481"/>
                  <a:pt x="276" y="488"/>
                </a:cubicBezTo>
                <a:cubicBezTo>
                  <a:pt x="276" y="438"/>
                  <a:pt x="276" y="438"/>
                  <a:pt x="276" y="438"/>
                </a:cubicBezTo>
                <a:cubicBezTo>
                  <a:pt x="276" y="417"/>
                  <a:pt x="283" y="410"/>
                  <a:pt x="304" y="410"/>
                </a:cubicBezTo>
                <a:cubicBezTo>
                  <a:pt x="318" y="410"/>
                  <a:pt x="332" y="417"/>
                  <a:pt x="332" y="438"/>
                </a:cubicBezTo>
                <a:cubicBezTo>
                  <a:pt x="332" y="488"/>
                  <a:pt x="332" y="488"/>
                  <a:pt x="332" y="488"/>
                </a:cubicBezTo>
                <a:cubicBezTo>
                  <a:pt x="410" y="481"/>
                  <a:pt x="473" y="417"/>
                  <a:pt x="487" y="332"/>
                </a:cubicBezTo>
                <a:cubicBezTo>
                  <a:pt x="431" y="332"/>
                  <a:pt x="431" y="332"/>
                  <a:pt x="431" y="332"/>
                </a:cubicBezTo>
                <a:cubicBezTo>
                  <a:pt x="417" y="332"/>
                  <a:pt x="403" y="318"/>
                  <a:pt x="403" y="304"/>
                </a:cubicBezTo>
                <a:cubicBezTo>
                  <a:pt x="403" y="290"/>
                  <a:pt x="417" y="276"/>
                  <a:pt x="431" y="276"/>
                </a:cubicBezTo>
                <a:close/>
                <a:moveTo>
                  <a:pt x="304" y="332"/>
                </a:moveTo>
                <a:lnTo>
                  <a:pt x="304" y="332"/>
                </a:lnTo>
                <a:cubicBezTo>
                  <a:pt x="283" y="332"/>
                  <a:pt x="276" y="318"/>
                  <a:pt x="276" y="304"/>
                </a:cubicBezTo>
                <a:cubicBezTo>
                  <a:pt x="276" y="290"/>
                  <a:pt x="283" y="276"/>
                  <a:pt x="304" y="276"/>
                </a:cubicBezTo>
                <a:cubicBezTo>
                  <a:pt x="318" y="276"/>
                  <a:pt x="332" y="290"/>
                  <a:pt x="332" y="304"/>
                </a:cubicBezTo>
                <a:cubicBezTo>
                  <a:pt x="332" y="318"/>
                  <a:pt x="318" y="332"/>
                  <a:pt x="304" y="33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4" name="Google Shape;1864;p27"/>
          <p:cNvSpPr/>
          <p:nvPr/>
        </p:nvSpPr>
        <p:spPr>
          <a:xfrm>
            <a:off x="8283966" y="1004224"/>
            <a:ext cx="413246" cy="553668"/>
          </a:xfrm>
          <a:custGeom>
            <a:rect b="b" l="l" r="r" t="t"/>
            <a:pathLst>
              <a:path extrusionOk="0" h="609" w="454">
                <a:moveTo>
                  <a:pt x="227" y="608"/>
                </a:moveTo>
                <a:lnTo>
                  <a:pt x="227" y="608"/>
                </a:lnTo>
                <a:cubicBezTo>
                  <a:pt x="227" y="608"/>
                  <a:pt x="0" y="354"/>
                  <a:pt x="0" y="226"/>
                </a:cubicBezTo>
                <a:cubicBezTo>
                  <a:pt x="0" y="106"/>
                  <a:pt x="106" y="0"/>
                  <a:pt x="227" y="0"/>
                </a:cubicBezTo>
                <a:cubicBezTo>
                  <a:pt x="354" y="0"/>
                  <a:pt x="453" y="106"/>
                  <a:pt x="453" y="226"/>
                </a:cubicBezTo>
                <a:cubicBezTo>
                  <a:pt x="453" y="354"/>
                  <a:pt x="227" y="608"/>
                  <a:pt x="227" y="608"/>
                </a:cubicBezTo>
                <a:close/>
                <a:moveTo>
                  <a:pt x="227" y="78"/>
                </a:moveTo>
                <a:lnTo>
                  <a:pt x="227" y="78"/>
                </a:lnTo>
                <a:cubicBezTo>
                  <a:pt x="149" y="78"/>
                  <a:pt x="78" y="149"/>
                  <a:pt x="78" y="226"/>
                </a:cubicBezTo>
                <a:cubicBezTo>
                  <a:pt x="78" y="311"/>
                  <a:pt x="149" y="382"/>
                  <a:pt x="227" y="382"/>
                </a:cubicBezTo>
                <a:cubicBezTo>
                  <a:pt x="311" y="382"/>
                  <a:pt x="382" y="311"/>
                  <a:pt x="382" y="226"/>
                </a:cubicBezTo>
                <a:cubicBezTo>
                  <a:pt x="382" y="149"/>
                  <a:pt x="311" y="78"/>
                  <a:pt x="227" y="78"/>
                </a:cubicBezTo>
                <a:close/>
                <a:moveTo>
                  <a:pt x="304" y="254"/>
                </a:moveTo>
                <a:lnTo>
                  <a:pt x="304" y="254"/>
                </a:lnTo>
                <a:cubicBezTo>
                  <a:pt x="156" y="254"/>
                  <a:pt x="156" y="254"/>
                  <a:pt x="156" y="254"/>
                </a:cubicBezTo>
                <a:cubicBezTo>
                  <a:pt x="135" y="254"/>
                  <a:pt x="128" y="247"/>
                  <a:pt x="128" y="226"/>
                </a:cubicBezTo>
                <a:cubicBezTo>
                  <a:pt x="128" y="212"/>
                  <a:pt x="135" y="198"/>
                  <a:pt x="156" y="198"/>
                </a:cubicBezTo>
                <a:cubicBezTo>
                  <a:pt x="304" y="198"/>
                  <a:pt x="304" y="198"/>
                  <a:pt x="304" y="198"/>
                </a:cubicBezTo>
                <a:cubicBezTo>
                  <a:pt x="319" y="198"/>
                  <a:pt x="333" y="212"/>
                  <a:pt x="333" y="226"/>
                </a:cubicBezTo>
                <a:cubicBezTo>
                  <a:pt x="333" y="247"/>
                  <a:pt x="319" y="254"/>
                  <a:pt x="304" y="25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5" name="Google Shape;1865;p27"/>
          <p:cNvSpPr/>
          <p:nvPr/>
        </p:nvSpPr>
        <p:spPr>
          <a:xfrm>
            <a:off x="7325078" y="1004224"/>
            <a:ext cx="413244" cy="553668"/>
          </a:xfrm>
          <a:custGeom>
            <a:rect b="b" l="l" r="r" t="t"/>
            <a:pathLst>
              <a:path extrusionOk="0" h="609" w="454">
                <a:moveTo>
                  <a:pt x="227" y="608"/>
                </a:moveTo>
                <a:lnTo>
                  <a:pt x="227" y="608"/>
                </a:lnTo>
                <a:cubicBezTo>
                  <a:pt x="227" y="608"/>
                  <a:pt x="0" y="354"/>
                  <a:pt x="0" y="226"/>
                </a:cubicBezTo>
                <a:cubicBezTo>
                  <a:pt x="0" y="106"/>
                  <a:pt x="99" y="0"/>
                  <a:pt x="227" y="0"/>
                </a:cubicBezTo>
                <a:cubicBezTo>
                  <a:pt x="354" y="0"/>
                  <a:pt x="453" y="106"/>
                  <a:pt x="453" y="226"/>
                </a:cubicBezTo>
                <a:cubicBezTo>
                  <a:pt x="453" y="354"/>
                  <a:pt x="227" y="608"/>
                  <a:pt x="227" y="608"/>
                </a:cubicBezTo>
                <a:close/>
                <a:moveTo>
                  <a:pt x="227" y="78"/>
                </a:moveTo>
                <a:lnTo>
                  <a:pt x="227" y="78"/>
                </a:lnTo>
                <a:cubicBezTo>
                  <a:pt x="142" y="78"/>
                  <a:pt x="78" y="149"/>
                  <a:pt x="78" y="226"/>
                </a:cubicBezTo>
                <a:cubicBezTo>
                  <a:pt x="78" y="311"/>
                  <a:pt x="142" y="382"/>
                  <a:pt x="227" y="382"/>
                </a:cubicBezTo>
                <a:cubicBezTo>
                  <a:pt x="311" y="382"/>
                  <a:pt x="375" y="311"/>
                  <a:pt x="375" y="226"/>
                </a:cubicBezTo>
                <a:cubicBezTo>
                  <a:pt x="375" y="149"/>
                  <a:pt x="311" y="78"/>
                  <a:pt x="227" y="78"/>
                </a:cubicBezTo>
                <a:close/>
                <a:moveTo>
                  <a:pt x="304" y="254"/>
                </a:moveTo>
                <a:lnTo>
                  <a:pt x="304" y="254"/>
                </a:lnTo>
                <a:cubicBezTo>
                  <a:pt x="255" y="254"/>
                  <a:pt x="255" y="254"/>
                  <a:pt x="255" y="254"/>
                </a:cubicBezTo>
                <a:cubicBezTo>
                  <a:pt x="255" y="304"/>
                  <a:pt x="255" y="304"/>
                  <a:pt x="255" y="304"/>
                </a:cubicBezTo>
                <a:cubicBezTo>
                  <a:pt x="255" y="318"/>
                  <a:pt x="241" y="332"/>
                  <a:pt x="227" y="332"/>
                </a:cubicBezTo>
                <a:cubicBezTo>
                  <a:pt x="213" y="332"/>
                  <a:pt x="198" y="318"/>
                  <a:pt x="198" y="304"/>
                </a:cubicBezTo>
                <a:cubicBezTo>
                  <a:pt x="198" y="254"/>
                  <a:pt x="198" y="254"/>
                  <a:pt x="198" y="254"/>
                </a:cubicBezTo>
                <a:cubicBezTo>
                  <a:pt x="149" y="254"/>
                  <a:pt x="149" y="254"/>
                  <a:pt x="149" y="254"/>
                </a:cubicBezTo>
                <a:cubicBezTo>
                  <a:pt x="135" y="254"/>
                  <a:pt x="120" y="247"/>
                  <a:pt x="120" y="226"/>
                </a:cubicBezTo>
                <a:cubicBezTo>
                  <a:pt x="120" y="212"/>
                  <a:pt x="135" y="198"/>
                  <a:pt x="149" y="198"/>
                </a:cubicBezTo>
                <a:cubicBezTo>
                  <a:pt x="198" y="198"/>
                  <a:pt x="198" y="198"/>
                  <a:pt x="198" y="198"/>
                </a:cubicBezTo>
                <a:cubicBezTo>
                  <a:pt x="198" y="156"/>
                  <a:pt x="198" y="156"/>
                  <a:pt x="198" y="156"/>
                </a:cubicBezTo>
                <a:cubicBezTo>
                  <a:pt x="198" y="134"/>
                  <a:pt x="213" y="127"/>
                  <a:pt x="227" y="127"/>
                </a:cubicBezTo>
                <a:cubicBezTo>
                  <a:pt x="241" y="127"/>
                  <a:pt x="255" y="134"/>
                  <a:pt x="255" y="156"/>
                </a:cubicBezTo>
                <a:cubicBezTo>
                  <a:pt x="255" y="198"/>
                  <a:pt x="255" y="198"/>
                  <a:pt x="255" y="198"/>
                </a:cubicBezTo>
                <a:cubicBezTo>
                  <a:pt x="304" y="198"/>
                  <a:pt x="304" y="198"/>
                  <a:pt x="304" y="198"/>
                </a:cubicBezTo>
                <a:cubicBezTo>
                  <a:pt x="318" y="198"/>
                  <a:pt x="333" y="212"/>
                  <a:pt x="333" y="226"/>
                </a:cubicBezTo>
                <a:cubicBezTo>
                  <a:pt x="333" y="247"/>
                  <a:pt x="318" y="254"/>
                  <a:pt x="304" y="25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6" name="Google Shape;1866;p27"/>
          <p:cNvSpPr/>
          <p:nvPr/>
        </p:nvSpPr>
        <p:spPr>
          <a:xfrm>
            <a:off x="6366187" y="1004224"/>
            <a:ext cx="413246" cy="553668"/>
          </a:xfrm>
          <a:custGeom>
            <a:rect b="b" l="l" r="r" t="t"/>
            <a:pathLst>
              <a:path extrusionOk="0" h="609" w="454">
                <a:moveTo>
                  <a:pt x="227" y="608"/>
                </a:moveTo>
                <a:lnTo>
                  <a:pt x="227" y="608"/>
                </a:lnTo>
                <a:cubicBezTo>
                  <a:pt x="227" y="608"/>
                  <a:pt x="0" y="354"/>
                  <a:pt x="0" y="226"/>
                </a:cubicBezTo>
                <a:cubicBezTo>
                  <a:pt x="0" y="106"/>
                  <a:pt x="99" y="0"/>
                  <a:pt x="227" y="0"/>
                </a:cubicBezTo>
                <a:cubicBezTo>
                  <a:pt x="347" y="0"/>
                  <a:pt x="453" y="106"/>
                  <a:pt x="453" y="226"/>
                </a:cubicBezTo>
                <a:cubicBezTo>
                  <a:pt x="453" y="354"/>
                  <a:pt x="227" y="608"/>
                  <a:pt x="227" y="608"/>
                </a:cubicBezTo>
                <a:close/>
                <a:moveTo>
                  <a:pt x="227" y="78"/>
                </a:moveTo>
                <a:lnTo>
                  <a:pt x="227" y="78"/>
                </a:lnTo>
                <a:cubicBezTo>
                  <a:pt x="142" y="78"/>
                  <a:pt x="71" y="149"/>
                  <a:pt x="71" y="226"/>
                </a:cubicBezTo>
                <a:cubicBezTo>
                  <a:pt x="71" y="311"/>
                  <a:pt x="142" y="382"/>
                  <a:pt x="227" y="382"/>
                </a:cubicBezTo>
                <a:cubicBezTo>
                  <a:pt x="304" y="382"/>
                  <a:pt x="375" y="311"/>
                  <a:pt x="375" y="226"/>
                </a:cubicBezTo>
                <a:cubicBezTo>
                  <a:pt x="375" y="149"/>
                  <a:pt x="304" y="78"/>
                  <a:pt x="227" y="78"/>
                </a:cubicBezTo>
                <a:close/>
                <a:moveTo>
                  <a:pt x="227" y="304"/>
                </a:moveTo>
                <a:lnTo>
                  <a:pt x="227" y="304"/>
                </a:lnTo>
                <a:cubicBezTo>
                  <a:pt x="184" y="304"/>
                  <a:pt x="149" y="269"/>
                  <a:pt x="149" y="226"/>
                </a:cubicBezTo>
                <a:cubicBezTo>
                  <a:pt x="149" y="184"/>
                  <a:pt x="184" y="156"/>
                  <a:pt x="227" y="156"/>
                </a:cubicBezTo>
                <a:cubicBezTo>
                  <a:pt x="269" y="156"/>
                  <a:pt x="297" y="184"/>
                  <a:pt x="297" y="226"/>
                </a:cubicBezTo>
                <a:cubicBezTo>
                  <a:pt x="297" y="269"/>
                  <a:pt x="269" y="304"/>
                  <a:pt x="227" y="30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7" name="Google Shape;1867;p27"/>
          <p:cNvSpPr/>
          <p:nvPr/>
        </p:nvSpPr>
        <p:spPr>
          <a:xfrm>
            <a:off x="5403286" y="1004224"/>
            <a:ext cx="413246" cy="553668"/>
          </a:xfrm>
          <a:custGeom>
            <a:rect b="b" l="l" r="r" t="t"/>
            <a:pathLst>
              <a:path extrusionOk="0" h="609" w="453">
                <a:moveTo>
                  <a:pt x="226" y="608"/>
                </a:moveTo>
                <a:lnTo>
                  <a:pt x="226" y="608"/>
                </a:lnTo>
                <a:cubicBezTo>
                  <a:pt x="226" y="608"/>
                  <a:pt x="0" y="354"/>
                  <a:pt x="0" y="226"/>
                </a:cubicBezTo>
                <a:cubicBezTo>
                  <a:pt x="0" y="106"/>
                  <a:pt x="106" y="0"/>
                  <a:pt x="226" y="0"/>
                </a:cubicBezTo>
                <a:cubicBezTo>
                  <a:pt x="354" y="0"/>
                  <a:pt x="452" y="106"/>
                  <a:pt x="452" y="226"/>
                </a:cubicBezTo>
                <a:cubicBezTo>
                  <a:pt x="452" y="354"/>
                  <a:pt x="226" y="608"/>
                  <a:pt x="226" y="608"/>
                </a:cubicBezTo>
                <a:close/>
                <a:moveTo>
                  <a:pt x="226" y="78"/>
                </a:moveTo>
                <a:lnTo>
                  <a:pt x="226" y="78"/>
                </a:lnTo>
                <a:cubicBezTo>
                  <a:pt x="149" y="78"/>
                  <a:pt x="78" y="149"/>
                  <a:pt x="78" y="226"/>
                </a:cubicBezTo>
                <a:cubicBezTo>
                  <a:pt x="78" y="311"/>
                  <a:pt x="149" y="382"/>
                  <a:pt x="226" y="382"/>
                </a:cubicBezTo>
                <a:cubicBezTo>
                  <a:pt x="311" y="382"/>
                  <a:pt x="382" y="311"/>
                  <a:pt x="382" y="226"/>
                </a:cubicBezTo>
                <a:cubicBezTo>
                  <a:pt x="382" y="149"/>
                  <a:pt x="311" y="78"/>
                  <a:pt x="226" y="7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8" name="Google Shape;1868;p27"/>
          <p:cNvSpPr/>
          <p:nvPr/>
        </p:nvSpPr>
        <p:spPr>
          <a:xfrm>
            <a:off x="4376191" y="1080455"/>
            <a:ext cx="553668" cy="477437"/>
          </a:xfrm>
          <a:custGeom>
            <a:rect b="b" l="l" r="r" t="t"/>
            <a:pathLst>
              <a:path extrusionOk="0" h="524" w="609">
                <a:moveTo>
                  <a:pt x="467" y="417"/>
                </a:moveTo>
                <a:lnTo>
                  <a:pt x="467" y="417"/>
                </a:lnTo>
                <a:cubicBezTo>
                  <a:pt x="446" y="417"/>
                  <a:pt x="439" y="403"/>
                  <a:pt x="439" y="389"/>
                </a:cubicBezTo>
                <a:cubicBezTo>
                  <a:pt x="439" y="375"/>
                  <a:pt x="446" y="360"/>
                  <a:pt x="467" y="360"/>
                </a:cubicBezTo>
                <a:cubicBezTo>
                  <a:pt x="509" y="360"/>
                  <a:pt x="552" y="325"/>
                  <a:pt x="552" y="276"/>
                </a:cubicBezTo>
                <a:cubicBezTo>
                  <a:pt x="552" y="247"/>
                  <a:pt x="537" y="226"/>
                  <a:pt x="523" y="212"/>
                </a:cubicBezTo>
                <a:cubicBezTo>
                  <a:pt x="516" y="212"/>
                  <a:pt x="516" y="212"/>
                  <a:pt x="516" y="205"/>
                </a:cubicBezTo>
                <a:lnTo>
                  <a:pt x="509" y="205"/>
                </a:lnTo>
                <a:lnTo>
                  <a:pt x="502" y="198"/>
                </a:lnTo>
                <a:lnTo>
                  <a:pt x="495" y="198"/>
                </a:lnTo>
                <a:cubicBezTo>
                  <a:pt x="495" y="198"/>
                  <a:pt x="488" y="198"/>
                  <a:pt x="488" y="191"/>
                </a:cubicBezTo>
                <a:cubicBezTo>
                  <a:pt x="481" y="191"/>
                  <a:pt x="481" y="191"/>
                  <a:pt x="481" y="191"/>
                </a:cubicBezTo>
                <a:cubicBezTo>
                  <a:pt x="481" y="191"/>
                  <a:pt x="481" y="191"/>
                  <a:pt x="474" y="191"/>
                </a:cubicBezTo>
                <a:cubicBezTo>
                  <a:pt x="467" y="191"/>
                  <a:pt x="467" y="191"/>
                  <a:pt x="467" y="191"/>
                </a:cubicBezTo>
                <a:lnTo>
                  <a:pt x="460" y="191"/>
                </a:lnTo>
                <a:cubicBezTo>
                  <a:pt x="460" y="184"/>
                  <a:pt x="460" y="184"/>
                  <a:pt x="460" y="177"/>
                </a:cubicBezTo>
                <a:cubicBezTo>
                  <a:pt x="460" y="169"/>
                  <a:pt x="453" y="169"/>
                  <a:pt x="453" y="162"/>
                </a:cubicBezTo>
                <a:cubicBezTo>
                  <a:pt x="453" y="155"/>
                  <a:pt x="453" y="155"/>
                  <a:pt x="446" y="148"/>
                </a:cubicBezTo>
                <a:cubicBezTo>
                  <a:pt x="446" y="141"/>
                  <a:pt x="446" y="141"/>
                  <a:pt x="439" y="134"/>
                </a:cubicBezTo>
                <a:cubicBezTo>
                  <a:pt x="410" y="92"/>
                  <a:pt x="361" y="56"/>
                  <a:pt x="304" y="56"/>
                </a:cubicBezTo>
                <a:cubicBezTo>
                  <a:pt x="248" y="56"/>
                  <a:pt x="198" y="92"/>
                  <a:pt x="170" y="134"/>
                </a:cubicBezTo>
                <a:cubicBezTo>
                  <a:pt x="163" y="141"/>
                  <a:pt x="163" y="141"/>
                  <a:pt x="163" y="148"/>
                </a:cubicBezTo>
                <a:cubicBezTo>
                  <a:pt x="156" y="155"/>
                  <a:pt x="156" y="155"/>
                  <a:pt x="156" y="162"/>
                </a:cubicBezTo>
                <a:cubicBezTo>
                  <a:pt x="156" y="169"/>
                  <a:pt x="149" y="169"/>
                  <a:pt x="149" y="177"/>
                </a:cubicBezTo>
                <a:cubicBezTo>
                  <a:pt x="149" y="184"/>
                  <a:pt x="149" y="184"/>
                  <a:pt x="149" y="191"/>
                </a:cubicBezTo>
                <a:lnTo>
                  <a:pt x="142" y="191"/>
                </a:lnTo>
                <a:cubicBezTo>
                  <a:pt x="142" y="191"/>
                  <a:pt x="142" y="191"/>
                  <a:pt x="135" y="191"/>
                </a:cubicBezTo>
                <a:cubicBezTo>
                  <a:pt x="128" y="191"/>
                  <a:pt x="128" y="191"/>
                  <a:pt x="128" y="191"/>
                </a:cubicBezTo>
                <a:cubicBezTo>
                  <a:pt x="128" y="191"/>
                  <a:pt x="128" y="191"/>
                  <a:pt x="121" y="191"/>
                </a:cubicBezTo>
                <a:cubicBezTo>
                  <a:pt x="121" y="198"/>
                  <a:pt x="113" y="198"/>
                  <a:pt x="113" y="198"/>
                </a:cubicBezTo>
                <a:lnTo>
                  <a:pt x="106" y="198"/>
                </a:lnTo>
                <a:lnTo>
                  <a:pt x="99" y="205"/>
                </a:lnTo>
                <a:lnTo>
                  <a:pt x="92" y="205"/>
                </a:lnTo>
                <a:cubicBezTo>
                  <a:pt x="92" y="212"/>
                  <a:pt x="92" y="212"/>
                  <a:pt x="85" y="212"/>
                </a:cubicBezTo>
                <a:cubicBezTo>
                  <a:pt x="71" y="226"/>
                  <a:pt x="57" y="247"/>
                  <a:pt x="57" y="276"/>
                </a:cubicBezTo>
                <a:cubicBezTo>
                  <a:pt x="57" y="325"/>
                  <a:pt x="99" y="360"/>
                  <a:pt x="142" y="360"/>
                </a:cubicBezTo>
                <a:cubicBezTo>
                  <a:pt x="163" y="360"/>
                  <a:pt x="170" y="375"/>
                  <a:pt x="170" y="389"/>
                </a:cubicBezTo>
                <a:cubicBezTo>
                  <a:pt x="170" y="403"/>
                  <a:pt x="163" y="417"/>
                  <a:pt x="142" y="417"/>
                </a:cubicBezTo>
                <a:cubicBezTo>
                  <a:pt x="64" y="417"/>
                  <a:pt x="0" y="353"/>
                  <a:pt x="0" y="276"/>
                </a:cubicBezTo>
                <a:cubicBezTo>
                  <a:pt x="0" y="212"/>
                  <a:pt x="43" y="155"/>
                  <a:pt x="99" y="141"/>
                </a:cubicBezTo>
                <a:cubicBezTo>
                  <a:pt x="135" y="56"/>
                  <a:pt x="212" y="0"/>
                  <a:pt x="304" y="0"/>
                </a:cubicBezTo>
                <a:cubicBezTo>
                  <a:pt x="396" y="0"/>
                  <a:pt x="474" y="56"/>
                  <a:pt x="509" y="141"/>
                </a:cubicBezTo>
                <a:cubicBezTo>
                  <a:pt x="566" y="155"/>
                  <a:pt x="608" y="212"/>
                  <a:pt x="608" y="276"/>
                </a:cubicBezTo>
                <a:cubicBezTo>
                  <a:pt x="608" y="353"/>
                  <a:pt x="545" y="417"/>
                  <a:pt x="467" y="417"/>
                </a:cubicBezTo>
                <a:close/>
                <a:moveTo>
                  <a:pt x="198" y="353"/>
                </a:moveTo>
                <a:lnTo>
                  <a:pt x="198" y="353"/>
                </a:lnTo>
                <a:cubicBezTo>
                  <a:pt x="283" y="254"/>
                  <a:pt x="283" y="254"/>
                  <a:pt x="283" y="254"/>
                </a:cubicBezTo>
                <a:cubicBezTo>
                  <a:pt x="290" y="254"/>
                  <a:pt x="297" y="247"/>
                  <a:pt x="304" y="247"/>
                </a:cubicBezTo>
                <a:cubicBezTo>
                  <a:pt x="311" y="247"/>
                  <a:pt x="318" y="254"/>
                  <a:pt x="326" y="254"/>
                </a:cubicBezTo>
                <a:cubicBezTo>
                  <a:pt x="410" y="353"/>
                  <a:pt x="410" y="353"/>
                  <a:pt x="410" y="353"/>
                </a:cubicBezTo>
                <a:cubicBezTo>
                  <a:pt x="417" y="353"/>
                  <a:pt x="417" y="360"/>
                  <a:pt x="417" y="367"/>
                </a:cubicBezTo>
                <a:cubicBezTo>
                  <a:pt x="417" y="389"/>
                  <a:pt x="403" y="396"/>
                  <a:pt x="389" y="396"/>
                </a:cubicBezTo>
                <a:cubicBezTo>
                  <a:pt x="382" y="396"/>
                  <a:pt x="375" y="396"/>
                  <a:pt x="368" y="389"/>
                </a:cubicBezTo>
                <a:cubicBezTo>
                  <a:pt x="333" y="346"/>
                  <a:pt x="333" y="346"/>
                  <a:pt x="333" y="346"/>
                </a:cubicBezTo>
                <a:cubicBezTo>
                  <a:pt x="333" y="495"/>
                  <a:pt x="333" y="495"/>
                  <a:pt x="333" y="495"/>
                </a:cubicBezTo>
                <a:cubicBezTo>
                  <a:pt x="333" y="509"/>
                  <a:pt x="318" y="523"/>
                  <a:pt x="304" y="523"/>
                </a:cubicBezTo>
                <a:cubicBezTo>
                  <a:pt x="290" y="523"/>
                  <a:pt x="276" y="509"/>
                  <a:pt x="276" y="495"/>
                </a:cubicBezTo>
                <a:cubicBezTo>
                  <a:pt x="276" y="346"/>
                  <a:pt x="276" y="346"/>
                  <a:pt x="276" y="346"/>
                </a:cubicBezTo>
                <a:cubicBezTo>
                  <a:pt x="241" y="389"/>
                  <a:pt x="241" y="389"/>
                  <a:pt x="241" y="389"/>
                </a:cubicBezTo>
                <a:cubicBezTo>
                  <a:pt x="234" y="396"/>
                  <a:pt x="226" y="396"/>
                  <a:pt x="219" y="396"/>
                </a:cubicBezTo>
                <a:cubicBezTo>
                  <a:pt x="205" y="396"/>
                  <a:pt x="191" y="389"/>
                  <a:pt x="191" y="367"/>
                </a:cubicBezTo>
                <a:cubicBezTo>
                  <a:pt x="191" y="360"/>
                  <a:pt x="191" y="353"/>
                  <a:pt x="198" y="35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9" name="Google Shape;1869;p27"/>
          <p:cNvSpPr/>
          <p:nvPr/>
        </p:nvSpPr>
        <p:spPr>
          <a:xfrm>
            <a:off x="3417304" y="1080455"/>
            <a:ext cx="549655" cy="477437"/>
          </a:xfrm>
          <a:custGeom>
            <a:rect b="b" l="l" r="r" t="t"/>
            <a:pathLst>
              <a:path extrusionOk="0" h="524" w="602">
                <a:moveTo>
                  <a:pt x="460" y="417"/>
                </a:moveTo>
                <a:lnTo>
                  <a:pt x="460" y="417"/>
                </a:lnTo>
                <a:cubicBezTo>
                  <a:pt x="446" y="417"/>
                  <a:pt x="431" y="403"/>
                  <a:pt x="431" y="389"/>
                </a:cubicBezTo>
                <a:cubicBezTo>
                  <a:pt x="431" y="375"/>
                  <a:pt x="446" y="360"/>
                  <a:pt x="460" y="360"/>
                </a:cubicBezTo>
                <a:cubicBezTo>
                  <a:pt x="509" y="360"/>
                  <a:pt x="544" y="325"/>
                  <a:pt x="544" y="276"/>
                </a:cubicBezTo>
                <a:cubicBezTo>
                  <a:pt x="544" y="247"/>
                  <a:pt x="537" y="226"/>
                  <a:pt x="516" y="212"/>
                </a:cubicBezTo>
                <a:cubicBezTo>
                  <a:pt x="516" y="212"/>
                  <a:pt x="516" y="212"/>
                  <a:pt x="509" y="205"/>
                </a:cubicBezTo>
                <a:cubicBezTo>
                  <a:pt x="502" y="205"/>
                  <a:pt x="502" y="198"/>
                  <a:pt x="502" y="198"/>
                </a:cubicBezTo>
                <a:cubicBezTo>
                  <a:pt x="502" y="198"/>
                  <a:pt x="502" y="198"/>
                  <a:pt x="495" y="198"/>
                </a:cubicBezTo>
                <a:cubicBezTo>
                  <a:pt x="495" y="198"/>
                  <a:pt x="495" y="198"/>
                  <a:pt x="488" y="198"/>
                </a:cubicBezTo>
                <a:cubicBezTo>
                  <a:pt x="488" y="198"/>
                  <a:pt x="488" y="198"/>
                  <a:pt x="488" y="191"/>
                </a:cubicBezTo>
                <a:lnTo>
                  <a:pt x="481" y="191"/>
                </a:lnTo>
                <a:cubicBezTo>
                  <a:pt x="474" y="191"/>
                  <a:pt x="474" y="191"/>
                  <a:pt x="474" y="191"/>
                </a:cubicBezTo>
                <a:cubicBezTo>
                  <a:pt x="467" y="191"/>
                  <a:pt x="467" y="191"/>
                  <a:pt x="460" y="191"/>
                </a:cubicBezTo>
                <a:cubicBezTo>
                  <a:pt x="460" y="184"/>
                  <a:pt x="460" y="184"/>
                  <a:pt x="460" y="177"/>
                </a:cubicBezTo>
                <a:cubicBezTo>
                  <a:pt x="453" y="177"/>
                  <a:pt x="453" y="177"/>
                  <a:pt x="453" y="177"/>
                </a:cubicBezTo>
                <a:cubicBezTo>
                  <a:pt x="453" y="169"/>
                  <a:pt x="453" y="169"/>
                  <a:pt x="453" y="162"/>
                </a:cubicBezTo>
                <a:cubicBezTo>
                  <a:pt x="446" y="155"/>
                  <a:pt x="446" y="155"/>
                  <a:pt x="446" y="148"/>
                </a:cubicBezTo>
                <a:cubicBezTo>
                  <a:pt x="446" y="141"/>
                  <a:pt x="439" y="141"/>
                  <a:pt x="439" y="134"/>
                </a:cubicBezTo>
                <a:cubicBezTo>
                  <a:pt x="410" y="92"/>
                  <a:pt x="361" y="56"/>
                  <a:pt x="304" y="56"/>
                </a:cubicBezTo>
                <a:cubicBezTo>
                  <a:pt x="241" y="56"/>
                  <a:pt x="191" y="92"/>
                  <a:pt x="163" y="134"/>
                </a:cubicBezTo>
                <a:cubicBezTo>
                  <a:pt x="163" y="141"/>
                  <a:pt x="163" y="141"/>
                  <a:pt x="156" y="148"/>
                </a:cubicBezTo>
                <a:cubicBezTo>
                  <a:pt x="156" y="155"/>
                  <a:pt x="156" y="155"/>
                  <a:pt x="156" y="162"/>
                </a:cubicBezTo>
                <a:cubicBezTo>
                  <a:pt x="156" y="162"/>
                  <a:pt x="156" y="162"/>
                  <a:pt x="149" y="162"/>
                </a:cubicBezTo>
                <a:cubicBezTo>
                  <a:pt x="149" y="169"/>
                  <a:pt x="149" y="169"/>
                  <a:pt x="149" y="177"/>
                </a:cubicBezTo>
                <a:cubicBezTo>
                  <a:pt x="149" y="184"/>
                  <a:pt x="142" y="184"/>
                  <a:pt x="142" y="191"/>
                </a:cubicBezTo>
                <a:lnTo>
                  <a:pt x="135" y="191"/>
                </a:lnTo>
                <a:cubicBezTo>
                  <a:pt x="135" y="191"/>
                  <a:pt x="135" y="191"/>
                  <a:pt x="128" y="191"/>
                </a:cubicBezTo>
                <a:cubicBezTo>
                  <a:pt x="120" y="191"/>
                  <a:pt x="120" y="191"/>
                  <a:pt x="120" y="191"/>
                </a:cubicBezTo>
                <a:cubicBezTo>
                  <a:pt x="113" y="198"/>
                  <a:pt x="113" y="198"/>
                  <a:pt x="113" y="198"/>
                </a:cubicBezTo>
                <a:cubicBezTo>
                  <a:pt x="106" y="198"/>
                  <a:pt x="106" y="198"/>
                  <a:pt x="106" y="198"/>
                </a:cubicBezTo>
                <a:cubicBezTo>
                  <a:pt x="99" y="198"/>
                  <a:pt x="99" y="205"/>
                  <a:pt x="99" y="205"/>
                </a:cubicBezTo>
                <a:cubicBezTo>
                  <a:pt x="92" y="205"/>
                  <a:pt x="92" y="205"/>
                  <a:pt x="92" y="205"/>
                </a:cubicBezTo>
                <a:cubicBezTo>
                  <a:pt x="92" y="212"/>
                  <a:pt x="85" y="212"/>
                  <a:pt x="85" y="212"/>
                </a:cubicBezTo>
                <a:cubicBezTo>
                  <a:pt x="71" y="226"/>
                  <a:pt x="57" y="247"/>
                  <a:pt x="57" y="276"/>
                </a:cubicBezTo>
                <a:cubicBezTo>
                  <a:pt x="57" y="325"/>
                  <a:pt x="92" y="360"/>
                  <a:pt x="142" y="360"/>
                </a:cubicBezTo>
                <a:cubicBezTo>
                  <a:pt x="156" y="360"/>
                  <a:pt x="170" y="375"/>
                  <a:pt x="170" y="389"/>
                </a:cubicBezTo>
                <a:cubicBezTo>
                  <a:pt x="170" y="403"/>
                  <a:pt x="156" y="417"/>
                  <a:pt x="142" y="417"/>
                </a:cubicBezTo>
                <a:cubicBezTo>
                  <a:pt x="64" y="417"/>
                  <a:pt x="0" y="353"/>
                  <a:pt x="0" y="276"/>
                </a:cubicBezTo>
                <a:cubicBezTo>
                  <a:pt x="0" y="212"/>
                  <a:pt x="43" y="155"/>
                  <a:pt x="99" y="141"/>
                </a:cubicBezTo>
                <a:cubicBezTo>
                  <a:pt x="135" y="56"/>
                  <a:pt x="212" y="0"/>
                  <a:pt x="304" y="0"/>
                </a:cubicBezTo>
                <a:cubicBezTo>
                  <a:pt x="396" y="0"/>
                  <a:pt x="474" y="56"/>
                  <a:pt x="502" y="141"/>
                </a:cubicBezTo>
                <a:cubicBezTo>
                  <a:pt x="559" y="155"/>
                  <a:pt x="601" y="212"/>
                  <a:pt x="601" y="276"/>
                </a:cubicBezTo>
                <a:cubicBezTo>
                  <a:pt x="601" y="353"/>
                  <a:pt x="537" y="417"/>
                  <a:pt x="460" y="417"/>
                </a:cubicBezTo>
                <a:close/>
                <a:moveTo>
                  <a:pt x="219" y="367"/>
                </a:moveTo>
                <a:lnTo>
                  <a:pt x="219" y="367"/>
                </a:lnTo>
                <a:cubicBezTo>
                  <a:pt x="226" y="367"/>
                  <a:pt x="233" y="375"/>
                  <a:pt x="241" y="382"/>
                </a:cubicBezTo>
                <a:cubicBezTo>
                  <a:pt x="276" y="417"/>
                  <a:pt x="276" y="417"/>
                  <a:pt x="276" y="417"/>
                </a:cubicBezTo>
                <a:cubicBezTo>
                  <a:pt x="276" y="276"/>
                  <a:pt x="276" y="276"/>
                  <a:pt x="276" y="276"/>
                </a:cubicBezTo>
                <a:cubicBezTo>
                  <a:pt x="276" y="262"/>
                  <a:pt x="283" y="247"/>
                  <a:pt x="304" y="247"/>
                </a:cubicBezTo>
                <a:cubicBezTo>
                  <a:pt x="318" y="247"/>
                  <a:pt x="333" y="262"/>
                  <a:pt x="333" y="276"/>
                </a:cubicBezTo>
                <a:cubicBezTo>
                  <a:pt x="333" y="417"/>
                  <a:pt x="333" y="417"/>
                  <a:pt x="333" y="417"/>
                </a:cubicBezTo>
                <a:cubicBezTo>
                  <a:pt x="368" y="382"/>
                  <a:pt x="368" y="382"/>
                  <a:pt x="368" y="382"/>
                </a:cubicBezTo>
                <a:cubicBezTo>
                  <a:pt x="368" y="375"/>
                  <a:pt x="375" y="367"/>
                  <a:pt x="389" y="367"/>
                </a:cubicBezTo>
                <a:cubicBezTo>
                  <a:pt x="403" y="367"/>
                  <a:pt x="417" y="382"/>
                  <a:pt x="417" y="396"/>
                </a:cubicBezTo>
                <a:cubicBezTo>
                  <a:pt x="417" y="403"/>
                  <a:pt x="410" y="410"/>
                  <a:pt x="410" y="417"/>
                </a:cubicBezTo>
                <a:cubicBezTo>
                  <a:pt x="325" y="509"/>
                  <a:pt x="325" y="509"/>
                  <a:pt x="325" y="509"/>
                </a:cubicBezTo>
                <a:cubicBezTo>
                  <a:pt x="318" y="516"/>
                  <a:pt x="311" y="523"/>
                  <a:pt x="304" y="523"/>
                </a:cubicBezTo>
                <a:cubicBezTo>
                  <a:pt x="290" y="523"/>
                  <a:pt x="283" y="516"/>
                  <a:pt x="283" y="509"/>
                </a:cubicBezTo>
                <a:cubicBezTo>
                  <a:pt x="198" y="417"/>
                  <a:pt x="198" y="417"/>
                  <a:pt x="198" y="417"/>
                </a:cubicBezTo>
                <a:cubicBezTo>
                  <a:pt x="191" y="410"/>
                  <a:pt x="191" y="403"/>
                  <a:pt x="191" y="396"/>
                </a:cubicBezTo>
                <a:cubicBezTo>
                  <a:pt x="191" y="382"/>
                  <a:pt x="198" y="367"/>
                  <a:pt x="219" y="36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0" name="Google Shape;1870;p27"/>
          <p:cNvSpPr/>
          <p:nvPr/>
        </p:nvSpPr>
        <p:spPr>
          <a:xfrm>
            <a:off x="2458413" y="1080455"/>
            <a:ext cx="549657" cy="449354"/>
          </a:xfrm>
          <a:custGeom>
            <a:rect b="b" l="l" r="r" t="t"/>
            <a:pathLst>
              <a:path extrusionOk="0" h="496" w="602">
                <a:moveTo>
                  <a:pt x="460" y="417"/>
                </a:moveTo>
                <a:lnTo>
                  <a:pt x="460" y="417"/>
                </a:lnTo>
                <a:cubicBezTo>
                  <a:pt x="446" y="417"/>
                  <a:pt x="431" y="403"/>
                  <a:pt x="431" y="389"/>
                </a:cubicBezTo>
                <a:cubicBezTo>
                  <a:pt x="431" y="375"/>
                  <a:pt x="446" y="360"/>
                  <a:pt x="460" y="360"/>
                </a:cubicBezTo>
                <a:cubicBezTo>
                  <a:pt x="509" y="360"/>
                  <a:pt x="544" y="325"/>
                  <a:pt x="544" y="276"/>
                </a:cubicBezTo>
                <a:cubicBezTo>
                  <a:pt x="544" y="247"/>
                  <a:pt x="530" y="226"/>
                  <a:pt x="516" y="212"/>
                </a:cubicBezTo>
                <a:cubicBezTo>
                  <a:pt x="516" y="212"/>
                  <a:pt x="509" y="212"/>
                  <a:pt x="509" y="205"/>
                </a:cubicBezTo>
                <a:cubicBezTo>
                  <a:pt x="509" y="205"/>
                  <a:pt x="509" y="205"/>
                  <a:pt x="502" y="205"/>
                </a:cubicBezTo>
                <a:cubicBezTo>
                  <a:pt x="502" y="205"/>
                  <a:pt x="502" y="198"/>
                  <a:pt x="495" y="198"/>
                </a:cubicBezTo>
                <a:cubicBezTo>
                  <a:pt x="495" y="198"/>
                  <a:pt x="495" y="198"/>
                  <a:pt x="488" y="198"/>
                </a:cubicBezTo>
                <a:cubicBezTo>
                  <a:pt x="488" y="198"/>
                  <a:pt x="488" y="198"/>
                  <a:pt x="481" y="191"/>
                </a:cubicBezTo>
                <a:cubicBezTo>
                  <a:pt x="481" y="191"/>
                  <a:pt x="481" y="191"/>
                  <a:pt x="474" y="191"/>
                </a:cubicBezTo>
                <a:cubicBezTo>
                  <a:pt x="467" y="191"/>
                  <a:pt x="467" y="191"/>
                  <a:pt x="467" y="191"/>
                </a:cubicBezTo>
                <a:lnTo>
                  <a:pt x="460" y="191"/>
                </a:lnTo>
                <a:cubicBezTo>
                  <a:pt x="460" y="184"/>
                  <a:pt x="453" y="184"/>
                  <a:pt x="453" y="177"/>
                </a:cubicBezTo>
                <a:cubicBezTo>
                  <a:pt x="453" y="169"/>
                  <a:pt x="453" y="169"/>
                  <a:pt x="453" y="162"/>
                </a:cubicBezTo>
                <a:cubicBezTo>
                  <a:pt x="446" y="162"/>
                  <a:pt x="446" y="162"/>
                  <a:pt x="446" y="162"/>
                </a:cubicBezTo>
                <a:cubicBezTo>
                  <a:pt x="446" y="155"/>
                  <a:pt x="446" y="155"/>
                  <a:pt x="446" y="148"/>
                </a:cubicBezTo>
                <a:cubicBezTo>
                  <a:pt x="438" y="141"/>
                  <a:pt x="438" y="141"/>
                  <a:pt x="438" y="134"/>
                </a:cubicBezTo>
                <a:cubicBezTo>
                  <a:pt x="410" y="92"/>
                  <a:pt x="361" y="56"/>
                  <a:pt x="297" y="56"/>
                </a:cubicBezTo>
                <a:cubicBezTo>
                  <a:pt x="240" y="56"/>
                  <a:pt x="191" y="92"/>
                  <a:pt x="163" y="134"/>
                </a:cubicBezTo>
                <a:cubicBezTo>
                  <a:pt x="163" y="141"/>
                  <a:pt x="156" y="141"/>
                  <a:pt x="156" y="148"/>
                </a:cubicBezTo>
                <a:cubicBezTo>
                  <a:pt x="156" y="155"/>
                  <a:pt x="156" y="155"/>
                  <a:pt x="149" y="162"/>
                </a:cubicBezTo>
                <a:cubicBezTo>
                  <a:pt x="149" y="169"/>
                  <a:pt x="149" y="169"/>
                  <a:pt x="149" y="177"/>
                </a:cubicBezTo>
                <a:cubicBezTo>
                  <a:pt x="149" y="177"/>
                  <a:pt x="149" y="177"/>
                  <a:pt x="142" y="177"/>
                </a:cubicBezTo>
                <a:cubicBezTo>
                  <a:pt x="142" y="184"/>
                  <a:pt x="142" y="184"/>
                  <a:pt x="142" y="191"/>
                </a:cubicBezTo>
                <a:cubicBezTo>
                  <a:pt x="135" y="191"/>
                  <a:pt x="135" y="191"/>
                  <a:pt x="127" y="191"/>
                </a:cubicBezTo>
                <a:cubicBezTo>
                  <a:pt x="127" y="191"/>
                  <a:pt x="127" y="191"/>
                  <a:pt x="120" y="191"/>
                </a:cubicBezTo>
                <a:lnTo>
                  <a:pt x="113" y="191"/>
                </a:lnTo>
                <a:cubicBezTo>
                  <a:pt x="113" y="198"/>
                  <a:pt x="113" y="198"/>
                  <a:pt x="113" y="198"/>
                </a:cubicBezTo>
                <a:cubicBezTo>
                  <a:pt x="106" y="198"/>
                  <a:pt x="106" y="198"/>
                  <a:pt x="106" y="198"/>
                </a:cubicBezTo>
                <a:cubicBezTo>
                  <a:pt x="99" y="198"/>
                  <a:pt x="99" y="198"/>
                  <a:pt x="99" y="198"/>
                </a:cubicBezTo>
                <a:cubicBezTo>
                  <a:pt x="99" y="198"/>
                  <a:pt x="99" y="205"/>
                  <a:pt x="92" y="205"/>
                </a:cubicBezTo>
                <a:cubicBezTo>
                  <a:pt x="85" y="212"/>
                  <a:pt x="85" y="212"/>
                  <a:pt x="85" y="212"/>
                </a:cubicBezTo>
                <a:cubicBezTo>
                  <a:pt x="64" y="226"/>
                  <a:pt x="57" y="247"/>
                  <a:pt x="57" y="276"/>
                </a:cubicBezTo>
                <a:cubicBezTo>
                  <a:pt x="57" y="325"/>
                  <a:pt x="92" y="360"/>
                  <a:pt x="142" y="360"/>
                </a:cubicBezTo>
                <a:cubicBezTo>
                  <a:pt x="156" y="360"/>
                  <a:pt x="170" y="375"/>
                  <a:pt x="170" y="389"/>
                </a:cubicBezTo>
                <a:cubicBezTo>
                  <a:pt x="170" y="403"/>
                  <a:pt x="156" y="417"/>
                  <a:pt x="142" y="417"/>
                </a:cubicBezTo>
                <a:cubicBezTo>
                  <a:pt x="64" y="417"/>
                  <a:pt x="0" y="353"/>
                  <a:pt x="0" y="276"/>
                </a:cubicBezTo>
                <a:cubicBezTo>
                  <a:pt x="0" y="212"/>
                  <a:pt x="43" y="155"/>
                  <a:pt x="99" y="141"/>
                </a:cubicBezTo>
                <a:cubicBezTo>
                  <a:pt x="127" y="56"/>
                  <a:pt x="205" y="0"/>
                  <a:pt x="297" y="0"/>
                </a:cubicBezTo>
                <a:cubicBezTo>
                  <a:pt x="389" y="0"/>
                  <a:pt x="467" y="56"/>
                  <a:pt x="502" y="141"/>
                </a:cubicBezTo>
                <a:cubicBezTo>
                  <a:pt x="559" y="155"/>
                  <a:pt x="601" y="212"/>
                  <a:pt x="601" y="276"/>
                </a:cubicBezTo>
                <a:cubicBezTo>
                  <a:pt x="601" y="353"/>
                  <a:pt x="537" y="417"/>
                  <a:pt x="460" y="417"/>
                </a:cubicBezTo>
                <a:close/>
                <a:moveTo>
                  <a:pt x="226" y="283"/>
                </a:moveTo>
                <a:lnTo>
                  <a:pt x="226" y="283"/>
                </a:lnTo>
                <a:cubicBezTo>
                  <a:pt x="233" y="283"/>
                  <a:pt x="240" y="290"/>
                  <a:pt x="240" y="297"/>
                </a:cubicBezTo>
                <a:cubicBezTo>
                  <a:pt x="297" y="346"/>
                  <a:pt x="297" y="346"/>
                  <a:pt x="297" y="346"/>
                </a:cubicBezTo>
                <a:cubicBezTo>
                  <a:pt x="354" y="297"/>
                  <a:pt x="354" y="297"/>
                  <a:pt x="354" y="297"/>
                </a:cubicBezTo>
                <a:cubicBezTo>
                  <a:pt x="361" y="290"/>
                  <a:pt x="368" y="283"/>
                  <a:pt x="375" y="283"/>
                </a:cubicBezTo>
                <a:cubicBezTo>
                  <a:pt x="389" y="283"/>
                  <a:pt x="403" y="297"/>
                  <a:pt x="403" y="311"/>
                </a:cubicBezTo>
                <a:cubicBezTo>
                  <a:pt x="403" y="318"/>
                  <a:pt x="403" y="325"/>
                  <a:pt x="396" y="332"/>
                </a:cubicBezTo>
                <a:cubicBezTo>
                  <a:pt x="340" y="389"/>
                  <a:pt x="340" y="389"/>
                  <a:pt x="340" y="389"/>
                </a:cubicBezTo>
                <a:cubicBezTo>
                  <a:pt x="396" y="445"/>
                  <a:pt x="396" y="445"/>
                  <a:pt x="396" y="445"/>
                </a:cubicBezTo>
                <a:cubicBezTo>
                  <a:pt x="403" y="452"/>
                  <a:pt x="403" y="459"/>
                  <a:pt x="403" y="466"/>
                </a:cubicBezTo>
                <a:cubicBezTo>
                  <a:pt x="403" y="480"/>
                  <a:pt x="389" y="495"/>
                  <a:pt x="375" y="495"/>
                </a:cubicBezTo>
                <a:cubicBezTo>
                  <a:pt x="368" y="495"/>
                  <a:pt x="361" y="488"/>
                  <a:pt x="354" y="480"/>
                </a:cubicBezTo>
                <a:cubicBezTo>
                  <a:pt x="297" y="431"/>
                  <a:pt x="297" y="431"/>
                  <a:pt x="297" y="431"/>
                </a:cubicBezTo>
                <a:cubicBezTo>
                  <a:pt x="240" y="480"/>
                  <a:pt x="240" y="480"/>
                  <a:pt x="240" y="480"/>
                </a:cubicBezTo>
                <a:cubicBezTo>
                  <a:pt x="240" y="488"/>
                  <a:pt x="233" y="495"/>
                  <a:pt x="226" y="495"/>
                </a:cubicBezTo>
                <a:cubicBezTo>
                  <a:pt x="205" y="495"/>
                  <a:pt x="198" y="480"/>
                  <a:pt x="198" y="466"/>
                </a:cubicBezTo>
                <a:cubicBezTo>
                  <a:pt x="198" y="459"/>
                  <a:pt x="198" y="452"/>
                  <a:pt x="205" y="445"/>
                </a:cubicBezTo>
                <a:cubicBezTo>
                  <a:pt x="262" y="389"/>
                  <a:pt x="262" y="389"/>
                  <a:pt x="262" y="389"/>
                </a:cubicBezTo>
                <a:cubicBezTo>
                  <a:pt x="205" y="332"/>
                  <a:pt x="205" y="332"/>
                  <a:pt x="205" y="332"/>
                </a:cubicBezTo>
                <a:cubicBezTo>
                  <a:pt x="198" y="325"/>
                  <a:pt x="198" y="318"/>
                  <a:pt x="198" y="311"/>
                </a:cubicBezTo>
                <a:cubicBezTo>
                  <a:pt x="198" y="297"/>
                  <a:pt x="205" y="283"/>
                  <a:pt x="226" y="28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1" name="Google Shape;1871;p27"/>
          <p:cNvSpPr/>
          <p:nvPr/>
        </p:nvSpPr>
        <p:spPr>
          <a:xfrm>
            <a:off x="1495512" y="1080455"/>
            <a:ext cx="553668" cy="449354"/>
          </a:xfrm>
          <a:custGeom>
            <a:rect b="b" l="l" r="r" t="t"/>
            <a:pathLst>
              <a:path extrusionOk="0" h="496" w="609">
                <a:moveTo>
                  <a:pt x="467" y="417"/>
                </a:moveTo>
                <a:lnTo>
                  <a:pt x="467" y="417"/>
                </a:lnTo>
                <a:cubicBezTo>
                  <a:pt x="445" y="417"/>
                  <a:pt x="438" y="403"/>
                  <a:pt x="438" y="389"/>
                </a:cubicBezTo>
                <a:cubicBezTo>
                  <a:pt x="438" y="375"/>
                  <a:pt x="445" y="360"/>
                  <a:pt x="467" y="360"/>
                </a:cubicBezTo>
                <a:cubicBezTo>
                  <a:pt x="509" y="360"/>
                  <a:pt x="551" y="325"/>
                  <a:pt x="551" y="276"/>
                </a:cubicBezTo>
                <a:cubicBezTo>
                  <a:pt x="551" y="247"/>
                  <a:pt x="537" y="226"/>
                  <a:pt x="523" y="212"/>
                </a:cubicBezTo>
                <a:cubicBezTo>
                  <a:pt x="516" y="212"/>
                  <a:pt x="516" y="212"/>
                  <a:pt x="516" y="205"/>
                </a:cubicBezTo>
                <a:lnTo>
                  <a:pt x="509" y="205"/>
                </a:lnTo>
                <a:lnTo>
                  <a:pt x="502" y="198"/>
                </a:lnTo>
                <a:lnTo>
                  <a:pt x="495" y="198"/>
                </a:lnTo>
                <a:cubicBezTo>
                  <a:pt x="495" y="198"/>
                  <a:pt x="488" y="198"/>
                  <a:pt x="488" y="191"/>
                </a:cubicBezTo>
                <a:cubicBezTo>
                  <a:pt x="481" y="191"/>
                  <a:pt x="481" y="191"/>
                  <a:pt x="481" y="191"/>
                </a:cubicBezTo>
                <a:cubicBezTo>
                  <a:pt x="481" y="191"/>
                  <a:pt x="481" y="191"/>
                  <a:pt x="474" y="191"/>
                </a:cubicBezTo>
                <a:cubicBezTo>
                  <a:pt x="467" y="191"/>
                  <a:pt x="467" y="191"/>
                  <a:pt x="467" y="191"/>
                </a:cubicBezTo>
                <a:lnTo>
                  <a:pt x="459" y="191"/>
                </a:lnTo>
                <a:cubicBezTo>
                  <a:pt x="459" y="184"/>
                  <a:pt x="459" y="184"/>
                  <a:pt x="459" y="177"/>
                </a:cubicBezTo>
                <a:cubicBezTo>
                  <a:pt x="459" y="169"/>
                  <a:pt x="452" y="169"/>
                  <a:pt x="452" y="162"/>
                </a:cubicBezTo>
                <a:cubicBezTo>
                  <a:pt x="452" y="155"/>
                  <a:pt x="452" y="155"/>
                  <a:pt x="445" y="148"/>
                </a:cubicBezTo>
                <a:cubicBezTo>
                  <a:pt x="445" y="141"/>
                  <a:pt x="445" y="141"/>
                  <a:pt x="438" y="134"/>
                </a:cubicBezTo>
                <a:cubicBezTo>
                  <a:pt x="410" y="92"/>
                  <a:pt x="361" y="56"/>
                  <a:pt x="304" y="56"/>
                </a:cubicBezTo>
                <a:cubicBezTo>
                  <a:pt x="247" y="56"/>
                  <a:pt x="198" y="92"/>
                  <a:pt x="170" y="134"/>
                </a:cubicBezTo>
                <a:cubicBezTo>
                  <a:pt x="163" y="141"/>
                  <a:pt x="163" y="141"/>
                  <a:pt x="163" y="148"/>
                </a:cubicBezTo>
                <a:cubicBezTo>
                  <a:pt x="156" y="155"/>
                  <a:pt x="156" y="155"/>
                  <a:pt x="156" y="162"/>
                </a:cubicBezTo>
                <a:cubicBezTo>
                  <a:pt x="156" y="169"/>
                  <a:pt x="149" y="169"/>
                  <a:pt x="149" y="177"/>
                </a:cubicBezTo>
                <a:cubicBezTo>
                  <a:pt x="149" y="184"/>
                  <a:pt x="149" y="184"/>
                  <a:pt x="149" y="191"/>
                </a:cubicBezTo>
                <a:lnTo>
                  <a:pt x="141" y="191"/>
                </a:lnTo>
                <a:cubicBezTo>
                  <a:pt x="141" y="191"/>
                  <a:pt x="141" y="191"/>
                  <a:pt x="134" y="191"/>
                </a:cubicBezTo>
                <a:cubicBezTo>
                  <a:pt x="127" y="191"/>
                  <a:pt x="127" y="191"/>
                  <a:pt x="127" y="191"/>
                </a:cubicBezTo>
                <a:cubicBezTo>
                  <a:pt x="127" y="191"/>
                  <a:pt x="127" y="191"/>
                  <a:pt x="120" y="191"/>
                </a:cubicBezTo>
                <a:cubicBezTo>
                  <a:pt x="120" y="198"/>
                  <a:pt x="113" y="198"/>
                  <a:pt x="113" y="198"/>
                </a:cubicBezTo>
                <a:lnTo>
                  <a:pt x="106" y="198"/>
                </a:lnTo>
                <a:lnTo>
                  <a:pt x="99" y="205"/>
                </a:lnTo>
                <a:lnTo>
                  <a:pt x="92" y="205"/>
                </a:lnTo>
                <a:cubicBezTo>
                  <a:pt x="92" y="212"/>
                  <a:pt x="92" y="212"/>
                  <a:pt x="85" y="212"/>
                </a:cubicBezTo>
                <a:cubicBezTo>
                  <a:pt x="71" y="226"/>
                  <a:pt x="57" y="247"/>
                  <a:pt x="57" y="276"/>
                </a:cubicBezTo>
                <a:cubicBezTo>
                  <a:pt x="57" y="325"/>
                  <a:pt x="99" y="360"/>
                  <a:pt x="141" y="360"/>
                </a:cubicBezTo>
                <a:cubicBezTo>
                  <a:pt x="163" y="360"/>
                  <a:pt x="170" y="375"/>
                  <a:pt x="170" y="389"/>
                </a:cubicBezTo>
                <a:cubicBezTo>
                  <a:pt x="170" y="403"/>
                  <a:pt x="163" y="417"/>
                  <a:pt x="141" y="417"/>
                </a:cubicBezTo>
                <a:cubicBezTo>
                  <a:pt x="64" y="417"/>
                  <a:pt x="0" y="353"/>
                  <a:pt x="0" y="276"/>
                </a:cubicBezTo>
                <a:cubicBezTo>
                  <a:pt x="0" y="212"/>
                  <a:pt x="43" y="155"/>
                  <a:pt x="99" y="141"/>
                </a:cubicBezTo>
                <a:cubicBezTo>
                  <a:pt x="134" y="56"/>
                  <a:pt x="212" y="0"/>
                  <a:pt x="304" y="0"/>
                </a:cubicBezTo>
                <a:cubicBezTo>
                  <a:pt x="396" y="0"/>
                  <a:pt x="474" y="56"/>
                  <a:pt x="509" y="141"/>
                </a:cubicBezTo>
                <a:cubicBezTo>
                  <a:pt x="565" y="155"/>
                  <a:pt x="608" y="212"/>
                  <a:pt x="608" y="276"/>
                </a:cubicBezTo>
                <a:cubicBezTo>
                  <a:pt x="608" y="353"/>
                  <a:pt x="544" y="417"/>
                  <a:pt x="467" y="417"/>
                </a:cubicBezTo>
                <a:close/>
                <a:moveTo>
                  <a:pt x="226" y="360"/>
                </a:moveTo>
                <a:lnTo>
                  <a:pt x="226" y="360"/>
                </a:lnTo>
                <a:cubicBezTo>
                  <a:pt x="233" y="360"/>
                  <a:pt x="240" y="360"/>
                  <a:pt x="247" y="367"/>
                </a:cubicBezTo>
                <a:cubicBezTo>
                  <a:pt x="297" y="417"/>
                  <a:pt x="297" y="417"/>
                  <a:pt x="297" y="417"/>
                </a:cubicBezTo>
                <a:cubicBezTo>
                  <a:pt x="382" y="297"/>
                  <a:pt x="382" y="297"/>
                  <a:pt x="382" y="297"/>
                </a:cubicBezTo>
                <a:cubicBezTo>
                  <a:pt x="389" y="290"/>
                  <a:pt x="396" y="283"/>
                  <a:pt x="410" y="283"/>
                </a:cubicBezTo>
                <a:cubicBezTo>
                  <a:pt x="424" y="283"/>
                  <a:pt x="438" y="297"/>
                  <a:pt x="438" y="311"/>
                </a:cubicBezTo>
                <a:cubicBezTo>
                  <a:pt x="438" y="318"/>
                  <a:pt x="431" y="325"/>
                  <a:pt x="431" y="332"/>
                </a:cubicBezTo>
                <a:cubicBezTo>
                  <a:pt x="325" y="480"/>
                  <a:pt x="325" y="480"/>
                  <a:pt x="325" y="480"/>
                </a:cubicBezTo>
                <a:cubicBezTo>
                  <a:pt x="325" y="488"/>
                  <a:pt x="311" y="495"/>
                  <a:pt x="304" y="495"/>
                </a:cubicBezTo>
                <a:cubicBezTo>
                  <a:pt x="297" y="495"/>
                  <a:pt x="290" y="488"/>
                  <a:pt x="283" y="480"/>
                </a:cubicBezTo>
                <a:cubicBezTo>
                  <a:pt x="212" y="410"/>
                  <a:pt x="212" y="410"/>
                  <a:pt x="212" y="410"/>
                </a:cubicBezTo>
                <a:cubicBezTo>
                  <a:pt x="205" y="403"/>
                  <a:pt x="198" y="396"/>
                  <a:pt x="198" y="389"/>
                </a:cubicBezTo>
                <a:cubicBezTo>
                  <a:pt x="198" y="375"/>
                  <a:pt x="212" y="360"/>
                  <a:pt x="226" y="36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2" name="Google Shape;1872;p27"/>
          <p:cNvSpPr/>
          <p:nvPr/>
        </p:nvSpPr>
        <p:spPr>
          <a:xfrm>
            <a:off x="536624" y="1080455"/>
            <a:ext cx="549655" cy="381147"/>
          </a:xfrm>
          <a:custGeom>
            <a:rect b="b" l="l" r="r" t="t"/>
            <a:pathLst>
              <a:path extrusionOk="0" h="418" w="602">
                <a:moveTo>
                  <a:pt x="459" y="417"/>
                </a:moveTo>
                <a:lnTo>
                  <a:pt x="459" y="417"/>
                </a:lnTo>
                <a:cubicBezTo>
                  <a:pt x="141" y="417"/>
                  <a:pt x="141" y="417"/>
                  <a:pt x="141" y="417"/>
                </a:cubicBezTo>
                <a:cubicBezTo>
                  <a:pt x="64" y="417"/>
                  <a:pt x="0" y="353"/>
                  <a:pt x="0" y="276"/>
                </a:cubicBezTo>
                <a:cubicBezTo>
                  <a:pt x="0" y="212"/>
                  <a:pt x="42" y="155"/>
                  <a:pt x="99" y="141"/>
                </a:cubicBezTo>
                <a:cubicBezTo>
                  <a:pt x="134" y="56"/>
                  <a:pt x="212" y="0"/>
                  <a:pt x="304" y="0"/>
                </a:cubicBezTo>
                <a:cubicBezTo>
                  <a:pt x="396" y="0"/>
                  <a:pt x="474" y="56"/>
                  <a:pt x="502" y="141"/>
                </a:cubicBezTo>
                <a:cubicBezTo>
                  <a:pt x="558" y="155"/>
                  <a:pt x="601" y="212"/>
                  <a:pt x="601" y="276"/>
                </a:cubicBezTo>
                <a:cubicBezTo>
                  <a:pt x="601" y="353"/>
                  <a:pt x="537" y="417"/>
                  <a:pt x="459" y="417"/>
                </a:cubicBezTo>
                <a:close/>
                <a:moveTo>
                  <a:pt x="516" y="212"/>
                </a:moveTo>
                <a:lnTo>
                  <a:pt x="516" y="212"/>
                </a:lnTo>
                <a:cubicBezTo>
                  <a:pt x="516" y="212"/>
                  <a:pt x="516" y="212"/>
                  <a:pt x="509" y="205"/>
                </a:cubicBezTo>
                <a:cubicBezTo>
                  <a:pt x="502" y="205"/>
                  <a:pt x="502" y="198"/>
                  <a:pt x="502" y="198"/>
                </a:cubicBezTo>
                <a:cubicBezTo>
                  <a:pt x="502" y="198"/>
                  <a:pt x="502" y="198"/>
                  <a:pt x="495" y="198"/>
                </a:cubicBezTo>
                <a:cubicBezTo>
                  <a:pt x="495" y="198"/>
                  <a:pt x="495" y="198"/>
                  <a:pt x="488" y="198"/>
                </a:cubicBezTo>
                <a:cubicBezTo>
                  <a:pt x="488" y="198"/>
                  <a:pt x="488" y="198"/>
                  <a:pt x="488" y="191"/>
                </a:cubicBezTo>
                <a:lnTo>
                  <a:pt x="481" y="191"/>
                </a:lnTo>
                <a:cubicBezTo>
                  <a:pt x="474" y="191"/>
                  <a:pt x="474" y="191"/>
                  <a:pt x="474" y="191"/>
                </a:cubicBezTo>
                <a:cubicBezTo>
                  <a:pt x="467" y="191"/>
                  <a:pt x="467" y="191"/>
                  <a:pt x="459" y="191"/>
                </a:cubicBezTo>
                <a:cubicBezTo>
                  <a:pt x="459" y="184"/>
                  <a:pt x="459" y="184"/>
                  <a:pt x="459" y="177"/>
                </a:cubicBezTo>
                <a:cubicBezTo>
                  <a:pt x="452" y="177"/>
                  <a:pt x="452" y="177"/>
                  <a:pt x="452" y="177"/>
                </a:cubicBezTo>
                <a:cubicBezTo>
                  <a:pt x="452" y="169"/>
                  <a:pt x="452" y="169"/>
                  <a:pt x="452" y="162"/>
                </a:cubicBezTo>
                <a:cubicBezTo>
                  <a:pt x="445" y="155"/>
                  <a:pt x="445" y="155"/>
                  <a:pt x="445" y="148"/>
                </a:cubicBezTo>
                <a:cubicBezTo>
                  <a:pt x="445" y="141"/>
                  <a:pt x="438" y="141"/>
                  <a:pt x="438" y="134"/>
                </a:cubicBezTo>
                <a:cubicBezTo>
                  <a:pt x="410" y="92"/>
                  <a:pt x="361" y="56"/>
                  <a:pt x="304" y="56"/>
                </a:cubicBezTo>
                <a:cubicBezTo>
                  <a:pt x="240" y="56"/>
                  <a:pt x="191" y="92"/>
                  <a:pt x="163" y="134"/>
                </a:cubicBezTo>
                <a:cubicBezTo>
                  <a:pt x="163" y="141"/>
                  <a:pt x="163" y="141"/>
                  <a:pt x="156" y="148"/>
                </a:cubicBezTo>
                <a:cubicBezTo>
                  <a:pt x="156" y="155"/>
                  <a:pt x="156" y="155"/>
                  <a:pt x="156" y="162"/>
                </a:cubicBezTo>
                <a:cubicBezTo>
                  <a:pt x="156" y="162"/>
                  <a:pt x="156" y="162"/>
                  <a:pt x="148" y="162"/>
                </a:cubicBezTo>
                <a:cubicBezTo>
                  <a:pt x="148" y="169"/>
                  <a:pt x="148" y="169"/>
                  <a:pt x="148" y="177"/>
                </a:cubicBezTo>
                <a:cubicBezTo>
                  <a:pt x="148" y="184"/>
                  <a:pt x="141" y="184"/>
                  <a:pt x="141" y="191"/>
                </a:cubicBezTo>
                <a:lnTo>
                  <a:pt x="134" y="191"/>
                </a:lnTo>
                <a:cubicBezTo>
                  <a:pt x="134" y="191"/>
                  <a:pt x="134" y="191"/>
                  <a:pt x="127" y="191"/>
                </a:cubicBezTo>
                <a:cubicBezTo>
                  <a:pt x="120" y="191"/>
                  <a:pt x="120" y="191"/>
                  <a:pt x="120" y="191"/>
                </a:cubicBezTo>
                <a:cubicBezTo>
                  <a:pt x="113" y="198"/>
                  <a:pt x="113" y="198"/>
                  <a:pt x="113" y="198"/>
                </a:cubicBezTo>
                <a:cubicBezTo>
                  <a:pt x="106" y="198"/>
                  <a:pt x="106" y="198"/>
                  <a:pt x="106" y="198"/>
                </a:cubicBezTo>
                <a:cubicBezTo>
                  <a:pt x="99" y="198"/>
                  <a:pt x="99" y="205"/>
                  <a:pt x="99" y="205"/>
                </a:cubicBezTo>
                <a:cubicBezTo>
                  <a:pt x="92" y="205"/>
                  <a:pt x="92" y="205"/>
                  <a:pt x="92" y="205"/>
                </a:cubicBezTo>
                <a:cubicBezTo>
                  <a:pt x="92" y="212"/>
                  <a:pt x="85" y="212"/>
                  <a:pt x="85" y="212"/>
                </a:cubicBezTo>
                <a:cubicBezTo>
                  <a:pt x="71" y="226"/>
                  <a:pt x="57" y="247"/>
                  <a:pt x="57" y="276"/>
                </a:cubicBezTo>
                <a:cubicBezTo>
                  <a:pt x="57" y="325"/>
                  <a:pt x="92" y="360"/>
                  <a:pt x="141" y="360"/>
                </a:cubicBezTo>
                <a:cubicBezTo>
                  <a:pt x="459" y="360"/>
                  <a:pt x="459" y="360"/>
                  <a:pt x="459" y="360"/>
                </a:cubicBezTo>
                <a:cubicBezTo>
                  <a:pt x="509" y="360"/>
                  <a:pt x="544" y="325"/>
                  <a:pt x="544" y="276"/>
                </a:cubicBezTo>
                <a:cubicBezTo>
                  <a:pt x="544" y="247"/>
                  <a:pt x="537" y="226"/>
                  <a:pt x="516" y="21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3" name="Google Shape;187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77" name="Shape 1877"/>
        <p:cNvGrpSpPr/>
        <p:nvPr/>
      </p:nvGrpSpPr>
      <p:grpSpPr>
        <a:xfrm>
          <a:off x="0" y="0"/>
          <a:ext cx="0" cy="0"/>
          <a:chOff x="0" y="0"/>
          <a:chExt cx="0" cy="0"/>
        </a:xfrm>
      </p:grpSpPr>
      <p:sp>
        <p:nvSpPr>
          <p:cNvPr id="1878" name="Google Shape;1878;p28"/>
          <p:cNvSpPr/>
          <p:nvPr/>
        </p:nvSpPr>
        <p:spPr>
          <a:xfrm>
            <a:off x="11070948" y="5376138"/>
            <a:ext cx="565703" cy="176532"/>
          </a:xfrm>
          <a:custGeom>
            <a:rect b="b" l="l" r="r" t="t"/>
            <a:pathLst>
              <a:path extrusionOk="0" h="192" w="623">
                <a:moveTo>
                  <a:pt x="615" y="42"/>
                </a:moveTo>
                <a:lnTo>
                  <a:pt x="615" y="42"/>
                </a:lnTo>
                <a:cubicBezTo>
                  <a:pt x="601" y="42"/>
                  <a:pt x="587" y="84"/>
                  <a:pt x="544" y="84"/>
                </a:cubicBezTo>
                <a:cubicBezTo>
                  <a:pt x="495" y="84"/>
                  <a:pt x="473" y="0"/>
                  <a:pt x="396" y="0"/>
                </a:cubicBezTo>
                <a:cubicBezTo>
                  <a:pt x="339" y="0"/>
                  <a:pt x="318" y="49"/>
                  <a:pt x="311" y="49"/>
                </a:cubicBezTo>
                <a:cubicBezTo>
                  <a:pt x="311" y="49"/>
                  <a:pt x="290" y="0"/>
                  <a:pt x="226" y="0"/>
                </a:cubicBezTo>
                <a:cubicBezTo>
                  <a:pt x="148" y="0"/>
                  <a:pt x="127" y="84"/>
                  <a:pt x="78" y="84"/>
                </a:cubicBezTo>
                <a:cubicBezTo>
                  <a:pt x="42" y="84"/>
                  <a:pt x="21" y="42"/>
                  <a:pt x="14" y="42"/>
                </a:cubicBezTo>
                <a:cubicBezTo>
                  <a:pt x="0" y="49"/>
                  <a:pt x="35" y="191"/>
                  <a:pt x="169" y="191"/>
                </a:cubicBezTo>
                <a:cubicBezTo>
                  <a:pt x="254" y="191"/>
                  <a:pt x="304" y="120"/>
                  <a:pt x="311" y="120"/>
                </a:cubicBezTo>
                <a:cubicBezTo>
                  <a:pt x="318" y="120"/>
                  <a:pt x="375" y="191"/>
                  <a:pt x="459" y="191"/>
                </a:cubicBezTo>
                <a:cubicBezTo>
                  <a:pt x="594" y="191"/>
                  <a:pt x="622" y="49"/>
                  <a:pt x="615" y="42"/>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9" name="Google Shape;1879;p28"/>
          <p:cNvSpPr/>
          <p:nvPr/>
        </p:nvSpPr>
        <p:spPr>
          <a:xfrm>
            <a:off x="10116071" y="5299907"/>
            <a:ext cx="553668" cy="328991"/>
          </a:xfrm>
          <a:custGeom>
            <a:rect b="b" l="l" r="r" t="t"/>
            <a:pathLst>
              <a:path extrusionOk="0" h="361" w="609">
                <a:moveTo>
                  <a:pt x="579" y="205"/>
                </a:moveTo>
                <a:lnTo>
                  <a:pt x="579" y="205"/>
                </a:lnTo>
                <a:cubicBezTo>
                  <a:pt x="198" y="205"/>
                  <a:pt x="198" y="205"/>
                  <a:pt x="198" y="205"/>
                </a:cubicBezTo>
                <a:cubicBezTo>
                  <a:pt x="184" y="205"/>
                  <a:pt x="169" y="198"/>
                  <a:pt x="169" y="176"/>
                </a:cubicBezTo>
                <a:cubicBezTo>
                  <a:pt x="169" y="162"/>
                  <a:pt x="184" y="148"/>
                  <a:pt x="198" y="148"/>
                </a:cubicBezTo>
                <a:cubicBezTo>
                  <a:pt x="579" y="148"/>
                  <a:pt x="579" y="148"/>
                  <a:pt x="579" y="148"/>
                </a:cubicBezTo>
                <a:cubicBezTo>
                  <a:pt x="594" y="148"/>
                  <a:pt x="608" y="162"/>
                  <a:pt x="608" y="176"/>
                </a:cubicBezTo>
                <a:cubicBezTo>
                  <a:pt x="608" y="198"/>
                  <a:pt x="594" y="205"/>
                  <a:pt x="579" y="205"/>
                </a:cubicBezTo>
                <a:close/>
                <a:moveTo>
                  <a:pt x="579" y="56"/>
                </a:moveTo>
                <a:lnTo>
                  <a:pt x="579" y="56"/>
                </a:lnTo>
                <a:cubicBezTo>
                  <a:pt x="198" y="56"/>
                  <a:pt x="198" y="56"/>
                  <a:pt x="198" y="56"/>
                </a:cubicBezTo>
                <a:cubicBezTo>
                  <a:pt x="184" y="56"/>
                  <a:pt x="169" y="42"/>
                  <a:pt x="169" y="28"/>
                </a:cubicBezTo>
                <a:cubicBezTo>
                  <a:pt x="169" y="14"/>
                  <a:pt x="184" y="0"/>
                  <a:pt x="198" y="0"/>
                </a:cubicBezTo>
                <a:cubicBezTo>
                  <a:pt x="579" y="0"/>
                  <a:pt x="579" y="0"/>
                  <a:pt x="579" y="0"/>
                </a:cubicBezTo>
                <a:cubicBezTo>
                  <a:pt x="594" y="0"/>
                  <a:pt x="608" y="14"/>
                  <a:pt x="608" y="28"/>
                </a:cubicBezTo>
                <a:cubicBezTo>
                  <a:pt x="608" y="42"/>
                  <a:pt x="594" y="56"/>
                  <a:pt x="579" y="56"/>
                </a:cubicBezTo>
                <a:close/>
                <a:moveTo>
                  <a:pt x="85" y="360"/>
                </a:moveTo>
                <a:lnTo>
                  <a:pt x="85" y="360"/>
                </a:lnTo>
                <a:cubicBezTo>
                  <a:pt x="28" y="360"/>
                  <a:pt x="28" y="360"/>
                  <a:pt x="28" y="360"/>
                </a:cubicBezTo>
                <a:cubicBezTo>
                  <a:pt x="14" y="360"/>
                  <a:pt x="0" y="346"/>
                  <a:pt x="0" y="332"/>
                </a:cubicBezTo>
                <a:cubicBezTo>
                  <a:pt x="0" y="311"/>
                  <a:pt x="14" y="304"/>
                  <a:pt x="28" y="304"/>
                </a:cubicBezTo>
                <a:cubicBezTo>
                  <a:pt x="85" y="304"/>
                  <a:pt x="85" y="304"/>
                  <a:pt x="85" y="304"/>
                </a:cubicBezTo>
                <a:cubicBezTo>
                  <a:pt x="106" y="304"/>
                  <a:pt x="113" y="311"/>
                  <a:pt x="113" y="332"/>
                </a:cubicBezTo>
                <a:cubicBezTo>
                  <a:pt x="113" y="346"/>
                  <a:pt x="106" y="360"/>
                  <a:pt x="85" y="360"/>
                </a:cubicBezTo>
                <a:close/>
                <a:moveTo>
                  <a:pt x="85" y="205"/>
                </a:moveTo>
                <a:lnTo>
                  <a:pt x="85" y="205"/>
                </a:lnTo>
                <a:cubicBezTo>
                  <a:pt x="28" y="205"/>
                  <a:pt x="28" y="205"/>
                  <a:pt x="28" y="205"/>
                </a:cubicBezTo>
                <a:cubicBezTo>
                  <a:pt x="14" y="205"/>
                  <a:pt x="0" y="198"/>
                  <a:pt x="0" y="176"/>
                </a:cubicBezTo>
                <a:cubicBezTo>
                  <a:pt x="0" y="162"/>
                  <a:pt x="14" y="148"/>
                  <a:pt x="28" y="148"/>
                </a:cubicBezTo>
                <a:cubicBezTo>
                  <a:pt x="85" y="148"/>
                  <a:pt x="85" y="148"/>
                  <a:pt x="85" y="148"/>
                </a:cubicBezTo>
                <a:cubicBezTo>
                  <a:pt x="106" y="148"/>
                  <a:pt x="113" y="162"/>
                  <a:pt x="113" y="176"/>
                </a:cubicBezTo>
                <a:cubicBezTo>
                  <a:pt x="113" y="198"/>
                  <a:pt x="106" y="205"/>
                  <a:pt x="85" y="205"/>
                </a:cubicBezTo>
                <a:close/>
                <a:moveTo>
                  <a:pt x="85" y="56"/>
                </a:moveTo>
                <a:lnTo>
                  <a:pt x="85" y="56"/>
                </a:lnTo>
                <a:cubicBezTo>
                  <a:pt x="28" y="56"/>
                  <a:pt x="28" y="56"/>
                  <a:pt x="28" y="56"/>
                </a:cubicBezTo>
                <a:cubicBezTo>
                  <a:pt x="14" y="56"/>
                  <a:pt x="0" y="42"/>
                  <a:pt x="0" y="28"/>
                </a:cubicBezTo>
                <a:cubicBezTo>
                  <a:pt x="0" y="14"/>
                  <a:pt x="14" y="0"/>
                  <a:pt x="28" y="0"/>
                </a:cubicBezTo>
                <a:cubicBezTo>
                  <a:pt x="85" y="0"/>
                  <a:pt x="85" y="0"/>
                  <a:pt x="85" y="0"/>
                </a:cubicBezTo>
                <a:cubicBezTo>
                  <a:pt x="106" y="0"/>
                  <a:pt x="113" y="14"/>
                  <a:pt x="113" y="28"/>
                </a:cubicBezTo>
                <a:cubicBezTo>
                  <a:pt x="113" y="42"/>
                  <a:pt x="106" y="56"/>
                  <a:pt x="85" y="56"/>
                </a:cubicBezTo>
                <a:close/>
                <a:moveTo>
                  <a:pt x="198" y="360"/>
                </a:moveTo>
                <a:lnTo>
                  <a:pt x="198" y="360"/>
                </a:lnTo>
                <a:cubicBezTo>
                  <a:pt x="184" y="360"/>
                  <a:pt x="169" y="346"/>
                  <a:pt x="169" y="332"/>
                </a:cubicBezTo>
                <a:cubicBezTo>
                  <a:pt x="169" y="311"/>
                  <a:pt x="184" y="304"/>
                  <a:pt x="198" y="304"/>
                </a:cubicBezTo>
                <a:cubicBezTo>
                  <a:pt x="579" y="304"/>
                  <a:pt x="579" y="304"/>
                  <a:pt x="579" y="304"/>
                </a:cubicBezTo>
                <a:cubicBezTo>
                  <a:pt x="594" y="304"/>
                  <a:pt x="608" y="311"/>
                  <a:pt x="608" y="332"/>
                </a:cubicBezTo>
                <a:cubicBezTo>
                  <a:pt x="608" y="346"/>
                  <a:pt x="594" y="360"/>
                  <a:pt x="579" y="360"/>
                </a:cubicBezTo>
                <a:cubicBezTo>
                  <a:pt x="198" y="360"/>
                  <a:pt x="198" y="360"/>
                  <a:pt x="198" y="36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0" name="Google Shape;1880;p28"/>
          <p:cNvSpPr/>
          <p:nvPr/>
        </p:nvSpPr>
        <p:spPr>
          <a:xfrm>
            <a:off x="9161194" y="5299907"/>
            <a:ext cx="549655" cy="328991"/>
          </a:xfrm>
          <a:custGeom>
            <a:rect b="b" l="l" r="r" t="t"/>
            <a:pathLst>
              <a:path extrusionOk="0" h="361" w="602">
                <a:moveTo>
                  <a:pt x="572" y="205"/>
                </a:moveTo>
                <a:lnTo>
                  <a:pt x="572" y="205"/>
                </a:lnTo>
                <a:cubicBezTo>
                  <a:pt x="28" y="205"/>
                  <a:pt x="28" y="205"/>
                  <a:pt x="28" y="205"/>
                </a:cubicBezTo>
                <a:cubicBezTo>
                  <a:pt x="14" y="205"/>
                  <a:pt x="0" y="198"/>
                  <a:pt x="0" y="176"/>
                </a:cubicBezTo>
                <a:cubicBezTo>
                  <a:pt x="0" y="162"/>
                  <a:pt x="14" y="148"/>
                  <a:pt x="28" y="148"/>
                </a:cubicBezTo>
                <a:cubicBezTo>
                  <a:pt x="572" y="148"/>
                  <a:pt x="572" y="148"/>
                  <a:pt x="572" y="148"/>
                </a:cubicBezTo>
                <a:cubicBezTo>
                  <a:pt x="594" y="148"/>
                  <a:pt x="601" y="162"/>
                  <a:pt x="601" y="176"/>
                </a:cubicBezTo>
                <a:cubicBezTo>
                  <a:pt x="601" y="198"/>
                  <a:pt x="594" y="205"/>
                  <a:pt x="572" y="205"/>
                </a:cubicBezTo>
                <a:close/>
                <a:moveTo>
                  <a:pt x="572" y="56"/>
                </a:moveTo>
                <a:lnTo>
                  <a:pt x="572" y="56"/>
                </a:lnTo>
                <a:cubicBezTo>
                  <a:pt x="28" y="56"/>
                  <a:pt x="28" y="56"/>
                  <a:pt x="28" y="56"/>
                </a:cubicBezTo>
                <a:cubicBezTo>
                  <a:pt x="14" y="56"/>
                  <a:pt x="0" y="42"/>
                  <a:pt x="0" y="28"/>
                </a:cubicBezTo>
                <a:cubicBezTo>
                  <a:pt x="0" y="14"/>
                  <a:pt x="14" y="0"/>
                  <a:pt x="28" y="0"/>
                </a:cubicBezTo>
                <a:cubicBezTo>
                  <a:pt x="572" y="0"/>
                  <a:pt x="572" y="0"/>
                  <a:pt x="572" y="0"/>
                </a:cubicBezTo>
                <a:cubicBezTo>
                  <a:pt x="594" y="0"/>
                  <a:pt x="601" y="14"/>
                  <a:pt x="601" y="28"/>
                </a:cubicBezTo>
                <a:cubicBezTo>
                  <a:pt x="601" y="42"/>
                  <a:pt x="594" y="56"/>
                  <a:pt x="572" y="56"/>
                </a:cubicBezTo>
                <a:close/>
                <a:moveTo>
                  <a:pt x="28" y="304"/>
                </a:moveTo>
                <a:lnTo>
                  <a:pt x="28" y="304"/>
                </a:lnTo>
                <a:cubicBezTo>
                  <a:pt x="572" y="304"/>
                  <a:pt x="572" y="304"/>
                  <a:pt x="572" y="304"/>
                </a:cubicBezTo>
                <a:cubicBezTo>
                  <a:pt x="594" y="304"/>
                  <a:pt x="601" y="311"/>
                  <a:pt x="601" y="332"/>
                </a:cubicBezTo>
                <a:cubicBezTo>
                  <a:pt x="601" y="346"/>
                  <a:pt x="594" y="360"/>
                  <a:pt x="572" y="360"/>
                </a:cubicBezTo>
                <a:cubicBezTo>
                  <a:pt x="28" y="360"/>
                  <a:pt x="28" y="360"/>
                  <a:pt x="28" y="360"/>
                </a:cubicBezTo>
                <a:cubicBezTo>
                  <a:pt x="14" y="360"/>
                  <a:pt x="0" y="346"/>
                  <a:pt x="0" y="332"/>
                </a:cubicBezTo>
                <a:cubicBezTo>
                  <a:pt x="0" y="311"/>
                  <a:pt x="14" y="304"/>
                  <a:pt x="28" y="30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1" name="Google Shape;1881;p28"/>
          <p:cNvSpPr/>
          <p:nvPr/>
        </p:nvSpPr>
        <p:spPr>
          <a:xfrm>
            <a:off x="8258472" y="5408235"/>
            <a:ext cx="433306" cy="104314"/>
          </a:xfrm>
          <a:custGeom>
            <a:rect b="b" l="l" r="r" t="t"/>
            <a:pathLst>
              <a:path extrusionOk="0" h="114" w="475">
                <a:moveTo>
                  <a:pt x="417" y="113"/>
                </a:moveTo>
                <a:lnTo>
                  <a:pt x="417" y="113"/>
                </a:lnTo>
                <a:cubicBezTo>
                  <a:pt x="382" y="113"/>
                  <a:pt x="361" y="92"/>
                  <a:pt x="361" y="56"/>
                </a:cubicBezTo>
                <a:cubicBezTo>
                  <a:pt x="361" y="28"/>
                  <a:pt x="382" y="0"/>
                  <a:pt x="417" y="0"/>
                </a:cubicBezTo>
                <a:cubicBezTo>
                  <a:pt x="446" y="0"/>
                  <a:pt x="474" y="28"/>
                  <a:pt x="474" y="56"/>
                </a:cubicBezTo>
                <a:cubicBezTo>
                  <a:pt x="474" y="92"/>
                  <a:pt x="446" y="113"/>
                  <a:pt x="417" y="113"/>
                </a:cubicBezTo>
                <a:close/>
                <a:moveTo>
                  <a:pt x="234" y="113"/>
                </a:moveTo>
                <a:lnTo>
                  <a:pt x="234" y="113"/>
                </a:lnTo>
                <a:cubicBezTo>
                  <a:pt x="205" y="113"/>
                  <a:pt x="177" y="92"/>
                  <a:pt x="177" y="56"/>
                </a:cubicBezTo>
                <a:cubicBezTo>
                  <a:pt x="177" y="28"/>
                  <a:pt x="205" y="0"/>
                  <a:pt x="234" y="0"/>
                </a:cubicBezTo>
                <a:cubicBezTo>
                  <a:pt x="269" y="0"/>
                  <a:pt x="290" y="28"/>
                  <a:pt x="290" y="56"/>
                </a:cubicBezTo>
                <a:cubicBezTo>
                  <a:pt x="290" y="92"/>
                  <a:pt x="269" y="113"/>
                  <a:pt x="234" y="113"/>
                </a:cubicBezTo>
                <a:close/>
                <a:moveTo>
                  <a:pt x="57" y="113"/>
                </a:moveTo>
                <a:lnTo>
                  <a:pt x="57" y="113"/>
                </a:lnTo>
                <a:cubicBezTo>
                  <a:pt x="29" y="113"/>
                  <a:pt x="0" y="92"/>
                  <a:pt x="0" y="56"/>
                </a:cubicBezTo>
                <a:cubicBezTo>
                  <a:pt x="0" y="28"/>
                  <a:pt x="29" y="0"/>
                  <a:pt x="57" y="0"/>
                </a:cubicBezTo>
                <a:cubicBezTo>
                  <a:pt x="85" y="0"/>
                  <a:pt x="113" y="28"/>
                  <a:pt x="113" y="56"/>
                </a:cubicBezTo>
                <a:cubicBezTo>
                  <a:pt x="113" y="92"/>
                  <a:pt x="85" y="113"/>
                  <a:pt x="57" y="11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2" name="Google Shape;1882;p28"/>
          <p:cNvSpPr/>
          <p:nvPr/>
        </p:nvSpPr>
        <p:spPr>
          <a:xfrm>
            <a:off x="7411923" y="5279848"/>
            <a:ext cx="208629" cy="361088"/>
          </a:xfrm>
          <a:custGeom>
            <a:rect b="b" l="l" r="r" t="t"/>
            <a:pathLst>
              <a:path extrusionOk="0" h="396" w="228">
                <a:moveTo>
                  <a:pt x="7" y="49"/>
                </a:moveTo>
                <a:lnTo>
                  <a:pt x="7" y="49"/>
                </a:lnTo>
                <a:cubicBezTo>
                  <a:pt x="156" y="197"/>
                  <a:pt x="156" y="197"/>
                  <a:pt x="156" y="197"/>
                </a:cubicBezTo>
                <a:cubicBezTo>
                  <a:pt x="7" y="353"/>
                  <a:pt x="7" y="353"/>
                  <a:pt x="7" y="353"/>
                </a:cubicBezTo>
                <a:cubicBezTo>
                  <a:pt x="0" y="353"/>
                  <a:pt x="0" y="360"/>
                  <a:pt x="0" y="367"/>
                </a:cubicBezTo>
                <a:cubicBezTo>
                  <a:pt x="0" y="388"/>
                  <a:pt x="15" y="395"/>
                  <a:pt x="29" y="395"/>
                </a:cubicBezTo>
                <a:cubicBezTo>
                  <a:pt x="36" y="395"/>
                  <a:pt x="43" y="395"/>
                  <a:pt x="50" y="388"/>
                </a:cubicBezTo>
                <a:cubicBezTo>
                  <a:pt x="220" y="219"/>
                  <a:pt x="220" y="219"/>
                  <a:pt x="220" y="219"/>
                </a:cubicBezTo>
                <a:cubicBezTo>
                  <a:pt x="227" y="212"/>
                  <a:pt x="227" y="205"/>
                  <a:pt x="227" y="197"/>
                </a:cubicBezTo>
                <a:cubicBezTo>
                  <a:pt x="227" y="190"/>
                  <a:pt x="227" y="183"/>
                  <a:pt x="220" y="176"/>
                </a:cubicBezTo>
                <a:cubicBezTo>
                  <a:pt x="50" y="7"/>
                  <a:pt x="50" y="7"/>
                  <a:pt x="50" y="7"/>
                </a:cubicBezTo>
                <a:cubicBezTo>
                  <a:pt x="43" y="7"/>
                  <a:pt x="36" y="0"/>
                  <a:pt x="29" y="0"/>
                </a:cubicBezTo>
                <a:cubicBezTo>
                  <a:pt x="15" y="0"/>
                  <a:pt x="0" y="14"/>
                  <a:pt x="0" y="28"/>
                </a:cubicBezTo>
                <a:cubicBezTo>
                  <a:pt x="0" y="42"/>
                  <a:pt x="7" y="49"/>
                  <a:pt x="7" y="4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3" name="Google Shape;1883;p28"/>
          <p:cNvSpPr/>
          <p:nvPr/>
        </p:nvSpPr>
        <p:spPr>
          <a:xfrm>
            <a:off x="6453033" y="5279848"/>
            <a:ext cx="208629" cy="361088"/>
          </a:xfrm>
          <a:custGeom>
            <a:rect b="b" l="l" r="r" t="t"/>
            <a:pathLst>
              <a:path extrusionOk="0" h="396" w="228">
                <a:moveTo>
                  <a:pt x="212" y="49"/>
                </a:moveTo>
                <a:lnTo>
                  <a:pt x="212" y="49"/>
                </a:lnTo>
                <a:cubicBezTo>
                  <a:pt x="64" y="197"/>
                  <a:pt x="64" y="197"/>
                  <a:pt x="64" y="197"/>
                </a:cubicBezTo>
                <a:cubicBezTo>
                  <a:pt x="220" y="353"/>
                  <a:pt x="220" y="353"/>
                  <a:pt x="220" y="353"/>
                </a:cubicBezTo>
                <a:cubicBezTo>
                  <a:pt x="220" y="353"/>
                  <a:pt x="227" y="360"/>
                  <a:pt x="227" y="367"/>
                </a:cubicBezTo>
                <a:cubicBezTo>
                  <a:pt x="227" y="388"/>
                  <a:pt x="212" y="395"/>
                  <a:pt x="198" y="395"/>
                </a:cubicBezTo>
                <a:cubicBezTo>
                  <a:pt x="191" y="395"/>
                  <a:pt x="184" y="395"/>
                  <a:pt x="177" y="388"/>
                </a:cubicBezTo>
                <a:cubicBezTo>
                  <a:pt x="7" y="219"/>
                  <a:pt x="7" y="219"/>
                  <a:pt x="7" y="219"/>
                </a:cubicBezTo>
                <a:cubicBezTo>
                  <a:pt x="0" y="212"/>
                  <a:pt x="0" y="205"/>
                  <a:pt x="0" y="197"/>
                </a:cubicBezTo>
                <a:cubicBezTo>
                  <a:pt x="0" y="190"/>
                  <a:pt x="0" y="183"/>
                  <a:pt x="7" y="176"/>
                </a:cubicBezTo>
                <a:cubicBezTo>
                  <a:pt x="177" y="7"/>
                  <a:pt x="177" y="7"/>
                  <a:pt x="177" y="7"/>
                </a:cubicBezTo>
                <a:cubicBezTo>
                  <a:pt x="184" y="7"/>
                  <a:pt x="191" y="0"/>
                  <a:pt x="198" y="0"/>
                </a:cubicBezTo>
                <a:cubicBezTo>
                  <a:pt x="212" y="0"/>
                  <a:pt x="227" y="14"/>
                  <a:pt x="227" y="28"/>
                </a:cubicBezTo>
                <a:cubicBezTo>
                  <a:pt x="227" y="42"/>
                  <a:pt x="220" y="49"/>
                  <a:pt x="212" y="49"/>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4" name="Google Shape;1884;p28"/>
          <p:cNvSpPr/>
          <p:nvPr/>
        </p:nvSpPr>
        <p:spPr>
          <a:xfrm>
            <a:off x="5409890" y="5356076"/>
            <a:ext cx="361088" cy="208629"/>
          </a:xfrm>
          <a:custGeom>
            <a:rect b="b" l="l" r="r" t="t"/>
            <a:pathLst>
              <a:path extrusionOk="0" h="228" w="397">
                <a:moveTo>
                  <a:pt x="50" y="220"/>
                </a:moveTo>
                <a:lnTo>
                  <a:pt x="50" y="220"/>
                </a:lnTo>
                <a:cubicBezTo>
                  <a:pt x="198" y="71"/>
                  <a:pt x="198" y="71"/>
                  <a:pt x="198" y="71"/>
                </a:cubicBezTo>
                <a:cubicBezTo>
                  <a:pt x="354" y="220"/>
                  <a:pt x="354" y="220"/>
                  <a:pt x="354" y="220"/>
                </a:cubicBezTo>
                <a:cubicBezTo>
                  <a:pt x="354" y="227"/>
                  <a:pt x="361" y="227"/>
                  <a:pt x="368" y="227"/>
                </a:cubicBezTo>
                <a:cubicBezTo>
                  <a:pt x="389" y="227"/>
                  <a:pt x="396" y="220"/>
                  <a:pt x="396" y="198"/>
                </a:cubicBezTo>
                <a:cubicBezTo>
                  <a:pt x="396" y="191"/>
                  <a:pt x="396" y="184"/>
                  <a:pt x="389" y="184"/>
                </a:cubicBezTo>
                <a:cubicBezTo>
                  <a:pt x="220" y="15"/>
                  <a:pt x="220" y="15"/>
                  <a:pt x="220" y="15"/>
                </a:cubicBezTo>
                <a:cubicBezTo>
                  <a:pt x="213" y="8"/>
                  <a:pt x="205" y="0"/>
                  <a:pt x="198" y="0"/>
                </a:cubicBezTo>
                <a:cubicBezTo>
                  <a:pt x="191" y="0"/>
                  <a:pt x="184" y="8"/>
                  <a:pt x="177" y="15"/>
                </a:cubicBezTo>
                <a:cubicBezTo>
                  <a:pt x="8" y="184"/>
                  <a:pt x="8" y="184"/>
                  <a:pt x="8" y="184"/>
                </a:cubicBezTo>
                <a:cubicBezTo>
                  <a:pt x="8" y="184"/>
                  <a:pt x="0" y="191"/>
                  <a:pt x="0" y="198"/>
                </a:cubicBezTo>
                <a:cubicBezTo>
                  <a:pt x="0" y="220"/>
                  <a:pt x="15" y="227"/>
                  <a:pt x="29" y="227"/>
                </a:cubicBezTo>
                <a:cubicBezTo>
                  <a:pt x="43" y="227"/>
                  <a:pt x="50" y="227"/>
                  <a:pt x="50" y="220"/>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5" name="Google Shape;1885;p28"/>
          <p:cNvSpPr/>
          <p:nvPr/>
        </p:nvSpPr>
        <p:spPr>
          <a:xfrm>
            <a:off x="4455013" y="5356076"/>
            <a:ext cx="361088" cy="208629"/>
          </a:xfrm>
          <a:custGeom>
            <a:rect b="b" l="l" r="r" t="t"/>
            <a:pathLst>
              <a:path extrusionOk="0" h="228" w="397">
                <a:moveTo>
                  <a:pt x="50" y="15"/>
                </a:moveTo>
                <a:lnTo>
                  <a:pt x="50" y="15"/>
                </a:lnTo>
                <a:cubicBezTo>
                  <a:pt x="198" y="163"/>
                  <a:pt x="198" y="163"/>
                  <a:pt x="198" y="163"/>
                </a:cubicBezTo>
                <a:cubicBezTo>
                  <a:pt x="347" y="8"/>
                  <a:pt x="347" y="8"/>
                  <a:pt x="347" y="8"/>
                </a:cubicBezTo>
                <a:cubicBezTo>
                  <a:pt x="354" y="8"/>
                  <a:pt x="361" y="0"/>
                  <a:pt x="368" y="0"/>
                </a:cubicBezTo>
                <a:cubicBezTo>
                  <a:pt x="382" y="0"/>
                  <a:pt x="396" y="15"/>
                  <a:pt x="396" y="29"/>
                </a:cubicBezTo>
                <a:cubicBezTo>
                  <a:pt x="396" y="36"/>
                  <a:pt x="396" y="43"/>
                  <a:pt x="389" y="50"/>
                </a:cubicBezTo>
                <a:cubicBezTo>
                  <a:pt x="220" y="220"/>
                  <a:pt x="220" y="220"/>
                  <a:pt x="220" y="220"/>
                </a:cubicBezTo>
                <a:cubicBezTo>
                  <a:pt x="212" y="227"/>
                  <a:pt x="205" y="227"/>
                  <a:pt x="198" y="227"/>
                </a:cubicBezTo>
                <a:cubicBezTo>
                  <a:pt x="191" y="227"/>
                  <a:pt x="184" y="227"/>
                  <a:pt x="177" y="220"/>
                </a:cubicBezTo>
                <a:cubicBezTo>
                  <a:pt x="7" y="50"/>
                  <a:pt x="7" y="50"/>
                  <a:pt x="7" y="50"/>
                </a:cubicBezTo>
                <a:cubicBezTo>
                  <a:pt x="0" y="43"/>
                  <a:pt x="0" y="36"/>
                  <a:pt x="0" y="29"/>
                </a:cubicBezTo>
                <a:cubicBezTo>
                  <a:pt x="0" y="15"/>
                  <a:pt x="15" y="0"/>
                  <a:pt x="29" y="0"/>
                </a:cubicBezTo>
                <a:cubicBezTo>
                  <a:pt x="36" y="0"/>
                  <a:pt x="43" y="8"/>
                  <a:pt x="50" y="15"/>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6" name="Google Shape;1886;p28"/>
          <p:cNvSpPr/>
          <p:nvPr/>
        </p:nvSpPr>
        <p:spPr>
          <a:xfrm>
            <a:off x="3528221" y="5319969"/>
            <a:ext cx="288870" cy="288870"/>
          </a:xfrm>
          <a:custGeom>
            <a:rect b="b" l="l" r="r" t="t"/>
            <a:pathLst>
              <a:path extrusionOk="0" h="319" w="319">
                <a:moveTo>
                  <a:pt x="311" y="42"/>
                </a:moveTo>
                <a:lnTo>
                  <a:pt x="311" y="42"/>
                </a:lnTo>
                <a:cubicBezTo>
                  <a:pt x="198" y="155"/>
                  <a:pt x="198" y="155"/>
                  <a:pt x="198" y="155"/>
                </a:cubicBezTo>
                <a:cubicBezTo>
                  <a:pt x="311" y="269"/>
                  <a:pt x="311" y="269"/>
                  <a:pt x="311" y="269"/>
                </a:cubicBezTo>
                <a:cubicBezTo>
                  <a:pt x="318" y="276"/>
                  <a:pt x="318" y="283"/>
                  <a:pt x="318" y="290"/>
                </a:cubicBezTo>
                <a:cubicBezTo>
                  <a:pt x="318" y="304"/>
                  <a:pt x="311" y="318"/>
                  <a:pt x="289" y="318"/>
                </a:cubicBezTo>
                <a:cubicBezTo>
                  <a:pt x="282" y="318"/>
                  <a:pt x="275" y="318"/>
                  <a:pt x="275" y="311"/>
                </a:cubicBezTo>
                <a:cubicBezTo>
                  <a:pt x="162" y="198"/>
                  <a:pt x="162" y="198"/>
                  <a:pt x="162" y="198"/>
                </a:cubicBezTo>
                <a:cubicBezTo>
                  <a:pt x="49" y="311"/>
                  <a:pt x="49" y="311"/>
                  <a:pt x="49" y="311"/>
                </a:cubicBezTo>
                <a:cubicBezTo>
                  <a:pt x="42" y="318"/>
                  <a:pt x="35" y="318"/>
                  <a:pt x="28" y="318"/>
                </a:cubicBezTo>
                <a:cubicBezTo>
                  <a:pt x="14" y="318"/>
                  <a:pt x="0" y="304"/>
                  <a:pt x="0" y="290"/>
                </a:cubicBezTo>
                <a:cubicBezTo>
                  <a:pt x="0" y="283"/>
                  <a:pt x="0" y="276"/>
                  <a:pt x="7" y="269"/>
                </a:cubicBezTo>
                <a:cubicBezTo>
                  <a:pt x="120" y="155"/>
                  <a:pt x="120" y="155"/>
                  <a:pt x="120" y="155"/>
                </a:cubicBezTo>
                <a:cubicBezTo>
                  <a:pt x="7" y="42"/>
                  <a:pt x="7" y="42"/>
                  <a:pt x="7" y="42"/>
                </a:cubicBezTo>
                <a:cubicBezTo>
                  <a:pt x="0" y="42"/>
                  <a:pt x="0" y="35"/>
                  <a:pt x="0" y="28"/>
                </a:cubicBezTo>
                <a:cubicBezTo>
                  <a:pt x="0" y="7"/>
                  <a:pt x="14" y="0"/>
                  <a:pt x="28" y="0"/>
                </a:cubicBezTo>
                <a:cubicBezTo>
                  <a:pt x="35" y="0"/>
                  <a:pt x="42" y="0"/>
                  <a:pt x="49" y="7"/>
                </a:cubicBezTo>
                <a:cubicBezTo>
                  <a:pt x="162" y="120"/>
                  <a:pt x="162" y="120"/>
                  <a:pt x="162" y="120"/>
                </a:cubicBezTo>
                <a:cubicBezTo>
                  <a:pt x="275" y="7"/>
                  <a:pt x="275" y="7"/>
                  <a:pt x="275" y="7"/>
                </a:cubicBezTo>
                <a:cubicBezTo>
                  <a:pt x="275" y="0"/>
                  <a:pt x="282" y="0"/>
                  <a:pt x="289" y="0"/>
                </a:cubicBezTo>
                <a:cubicBezTo>
                  <a:pt x="311" y="0"/>
                  <a:pt x="318" y="7"/>
                  <a:pt x="318" y="28"/>
                </a:cubicBezTo>
                <a:cubicBezTo>
                  <a:pt x="318" y="35"/>
                  <a:pt x="318" y="42"/>
                  <a:pt x="311" y="42"/>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7" name="Google Shape;1887;p28"/>
          <p:cNvSpPr/>
          <p:nvPr/>
        </p:nvSpPr>
        <p:spPr>
          <a:xfrm>
            <a:off x="2529210" y="5344041"/>
            <a:ext cx="361088" cy="244736"/>
          </a:xfrm>
          <a:custGeom>
            <a:rect b="b" l="l" r="r" t="t"/>
            <a:pathLst>
              <a:path extrusionOk="0" h="270" w="397">
                <a:moveTo>
                  <a:pt x="389" y="43"/>
                </a:moveTo>
                <a:lnTo>
                  <a:pt x="389" y="43"/>
                </a:lnTo>
                <a:cubicBezTo>
                  <a:pt x="170" y="262"/>
                  <a:pt x="170" y="262"/>
                  <a:pt x="170" y="262"/>
                </a:cubicBezTo>
                <a:cubicBezTo>
                  <a:pt x="170" y="269"/>
                  <a:pt x="163" y="269"/>
                  <a:pt x="156" y="269"/>
                </a:cubicBezTo>
                <a:cubicBezTo>
                  <a:pt x="149" y="269"/>
                  <a:pt x="141" y="269"/>
                  <a:pt x="134" y="262"/>
                </a:cubicBezTo>
                <a:cubicBezTo>
                  <a:pt x="14" y="142"/>
                  <a:pt x="14" y="142"/>
                  <a:pt x="14" y="142"/>
                </a:cubicBezTo>
                <a:cubicBezTo>
                  <a:pt x="7" y="135"/>
                  <a:pt x="0" y="127"/>
                  <a:pt x="0" y="120"/>
                </a:cubicBezTo>
                <a:cubicBezTo>
                  <a:pt x="0" y="106"/>
                  <a:pt x="14" y="92"/>
                  <a:pt x="28" y="92"/>
                </a:cubicBezTo>
                <a:cubicBezTo>
                  <a:pt x="36" y="92"/>
                  <a:pt x="43" y="92"/>
                  <a:pt x="50" y="99"/>
                </a:cubicBezTo>
                <a:cubicBezTo>
                  <a:pt x="156" y="205"/>
                  <a:pt x="156" y="205"/>
                  <a:pt x="156" y="205"/>
                </a:cubicBezTo>
                <a:cubicBezTo>
                  <a:pt x="354" y="7"/>
                  <a:pt x="354" y="7"/>
                  <a:pt x="354" y="7"/>
                </a:cubicBezTo>
                <a:cubicBezTo>
                  <a:pt x="354" y="0"/>
                  <a:pt x="361" y="0"/>
                  <a:pt x="368" y="0"/>
                </a:cubicBezTo>
                <a:cubicBezTo>
                  <a:pt x="389" y="0"/>
                  <a:pt x="396" y="7"/>
                  <a:pt x="396" y="29"/>
                </a:cubicBezTo>
                <a:cubicBezTo>
                  <a:pt x="396" y="36"/>
                  <a:pt x="396" y="43"/>
                  <a:pt x="389" y="43"/>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8" name="Google Shape;1888;p28"/>
          <p:cNvSpPr/>
          <p:nvPr/>
        </p:nvSpPr>
        <p:spPr>
          <a:xfrm>
            <a:off x="1554274" y="5432307"/>
            <a:ext cx="401209" cy="52156"/>
          </a:xfrm>
          <a:custGeom>
            <a:rect b="b" l="l" r="r" t="t"/>
            <a:pathLst>
              <a:path extrusionOk="0" h="58" w="439">
                <a:moveTo>
                  <a:pt x="410" y="57"/>
                </a:moveTo>
                <a:lnTo>
                  <a:pt x="410" y="57"/>
                </a:lnTo>
                <a:cubicBezTo>
                  <a:pt x="247" y="57"/>
                  <a:pt x="247" y="57"/>
                  <a:pt x="247" y="57"/>
                </a:cubicBezTo>
                <a:cubicBezTo>
                  <a:pt x="191" y="57"/>
                  <a:pt x="191" y="57"/>
                  <a:pt x="191" y="57"/>
                </a:cubicBezTo>
                <a:cubicBezTo>
                  <a:pt x="28" y="57"/>
                  <a:pt x="28" y="57"/>
                  <a:pt x="28" y="57"/>
                </a:cubicBezTo>
                <a:cubicBezTo>
                  <a:pt x="14" y="57"/>
                  <a:pt x="0" y="50"/>
                  <a:pt x="0" y="28"/>
                </a:cubicBezTo>
                <a:cubicBezTo>
                  <a:pt x="0" y="14"/>
                  <a:pt x="14" y="0"/>
                  <a:pt x="28" y="0"/>
                </a:cubicBezTo>
                <a:cubicBezTo>
                  <a:pt x="191" y="0"/>
                  <a:pt x="191" y="0"/>
                  <a:pt x="191" y="0"/>
                </a:cubicBezTo>
                <a:cubicBezTo>
                  <a:pt x="247" y="0"/>
                  <a:pt x="247" y="0"/>
                  <a:pt x="247" y="0"/>
                </a:cubicBezTo>
                <a:cubicBezTo>
                  <a:pt x="410" y="0"/>
                  <a:pt x="410" y="0"/>
                  <a:pt x="410" y="0"/>
                </a:cubicBezTo>
                <a:cubicBezTo>
                  <a:pt x="424" y="0"/>
                  <a:pt x="438" y="14"/>
                  <a:pt x="438" y="28"/>
                </a:cubicBezTo>
                <a:cubicBezTo>
                  <a:pt x="438" y="50"/>
                  <a:pt x="424" y="57"/>
                  <a:pt x="410" y="57"/>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9" name="Google Shape;1889;p28"/>
          <p:cNvSpPr/>
          <p:nvPr/>
        </p:nvSpPr>
        <p:spPr>
          <a:xfrm>
            <a:off x="595383" y="5267810"/>
            <a:ext cx="393185" cy="393185"/>
          </a:xfrm>
          <a:custGeom>
            <a:rect b="b" l="l" r="r" t="t"/>
            <a:pathLst>
              <a:path extrusionOk="0" h="432" w="432">
                <a:moveTo>
                  <a:pt x="403" y="240"/>
                </a:moveTo>
                <a:lnTo>
                  <a:pt x="403" y="240"/>
                </a:lnTo>
                <a:cubicBezTo>
                  <a:pt x="247" y="240"/>
                  <a:pt x="247" y="240"/>
                  <a:pt x="247" y="240"/>
                </a:cubicBezTo>
                <a:cubicBezTo>
                  <a:pt x="247" y="402"/>
                  <a:pt x="247" y="402"/>
                  <a:pt x="247" y="402"/>
                </a:cubicBezTo>
                <a:cubicBezTo>
                  <a:pt x="247" y="417"/>
                  <a:pt x="233" y="431"/>
                  <a:pt x="219" y="431"/>
                </a:cubicBezTo>
                <a:cubicBezTo>
                  <a:pt x="198" y="431"/>
                  <a:pt x="191" y="417"/>
                  <a:pt x="191" y="402"/>
                </a:cubicBezTo>
                <a:cubicBezTo>
                  <a:pt x="191" y="240"/>
                  <a:pt x="191" y="240"/>
                  <a:pt x="191" y="240"/>
                </a:cubicBezTo>
                <a:cubicBezTo>
                  <a:pt x="28" y="240"/>
                  <a:pt x="28" y="240"/>
                  <a:pt x="28" y="240"/>
                </a:cubicBezTo>
                <a:cubicBezTo>
                  <a:pt x="14" y="240"/>
                  <a:pt x="0" y="233"/>
                  <a:pt x="0" y="211"/>
                </a:cubicBezTo>
                <a:cubicBezTo>
                  <a:pt x="0" y="197"/>
                  <a:pt x="14" y="183"/>
                  <a:pt x="28" y="183"/>
                </a:cubicBezTo>
                <a:cubicBezTo>
                  <a:pt x="191" y="183"/>
                  <a:pt x="191" y="183"/>
                  <a:pt x="191" y="183"/>
                </a:cubicBezTo>
                <a:cubicBezTo>
                  <a:pt x="191" y="28"/>
                  <a:pt x="191" y="28"/>
                  <a:pt x="191" y="28"/>
                </a:cubicBezTo>
                <a:cubicBezTo>
                  <a:pt x="191" y="7"/>
                  <a:pt x="198" y="0"/>
                  <a:pt x="219" y="0"/>
                </a:cubicBezTo>
                <a:cubicBezTo>
                  <a:pt x="233" y="0"/>
                  <a:pt x="247" y="7"/>
                  <a:pt x="247" y="28"/>
                </a:cubicBezTo>
                <a:cubicBezTo>
                  <a:pt x="247" y="183"/>
                  <a:pt x="247" y="183"/>
                  <a:pt x="247" y="183"/>
                </a:cubicBezTo>
                <a:cubicBezTo>
                  <a:pt x="403" y="183"/>
                  <a:pt x="403" y="183"/>
                  <a:pt x="403" y="183"/>
                </a:cubicBezTo>
                <a:cubicBezTo>
                  <a:pt x="424" y="183"/>
                  <a:pt x="431" y="197"/>
                  <a:pt x="431" y="211"/>
                </a:cubicBezTo>
                <a:cubicBezTo>
                  <a:pt x="431" y="233"/>
                  <a:pt x="424" y="240"/>
                  <a:pt x="403" y="240"/>
                </a:cubicBez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0" name="Google Shape;1890;p28"/>
          <p:cNvSpPr/>
          <p:nvPr/>
        </p:nvSpPr>
        <p:spPr>
          <a:xfrm>
            <a:off x="11251491" y="4224667"/>
            <a:ext cx="204618" cy="465402"/>
          </a:xfrm>
          <a:custGeom>
            <a:rect b="b" l="l" r="r" t="t"/>
            <a:pathLst>
              <a:path extrusionOk="0" h="510" w="227">
                <a:moveTo>
                  <a:pt x="113" y="396"/>
                </a:moveTo>
                <a:lnTo>
                  <a:pt x="113" y="396"/>
                </a:lnTo>
                <a:cubicBezTo>
                  <a:pt x="0" y="509"/>
                  <a:pt x="0" y="509"/>
                  <a:pt x="0" y="509"/>
                </a:cubicBezTo>
                <a:cubicBezTo>
                  <a:pt x="0" y="368"/>
                  <a:pt x="0" y="368"/>
                  <a:pt x="0" y="368"/>
                </a:cubicBezTo>
                <a:cubicBezTo>
                  <a:pt x="0" y="276"/>
                  <a:pt x="0" y="276"/>
                  <a:pt x="0" y="276"/>
                </a:cubicBezTo>
                <a:cubicBezTo>
                  <a:pt x="0" y="170"/>
                  <a:pt x="0" y="170"/>
                  <a:pt x="0" y="170"/>
                </a:cubicBezTo>
                <a:cubicBezTo>
                  <a:pt x="0" y="128"/>
                  <a:pt x="0" y="128"/>
                  <a:pt x="0" y="128"/>
                </a:cubicBezTo>
                <a:cubicBezTo>
                  <a:pt x="0" y="29"/>
                  <a:pt x="0" y="29"/>
                  <a:pt x="0" y="29"/>
                </a:cubicBezTo>
                <a:cubicBezTo>
                  <a:pt x="0" y="15"/>
                  <a:pt x="14" y="0"/>
                  <a:pt x="28" y="0"/>
                </a:cubicBezTo>
                <a:cubicBezTo>
                  <a:pt x="198" y="0"/>
                  <a:pt x="198" y="0"/>
                  <a:pt x="198" y="0"/>
                </a:cubicBezTo>
                <a:cubicBezTo>
                  <a:pt x="219" y="0"/>
                  <a:pt x="226" y="15"/>
                  <a:pt x="226" y="29"/>
                </a:cubicBezTo>
                <a:cubicBezTo>
                  <a:pt x="226" y="128"/>
                  <a:pt x="226" y="128"/>
                  <a:pt x="226" y="128"/>
                </a:cubicBezTo>
                <a:cubicBezTo>
                  <a:pt x="226" y="170"/>
                  <a:pt x="226" y="170"/>
                  <a:pt x="226" y="170"/>
                </a:cubicBezTo>
                <a:cubicBezTo>
                  <a:pt x="226" y="276"/>
                  <a:pt x="226" y="276"/>
                  <a:pt x="226" y="276"/>
                </a:cubicBezTo>
                <a:cubicBezTo>
                  <a:pt x="226" y="368"/>
                  <a:pt x="226" y="368"/>
                  <a:pt x="226" y="368"/>
                </a:cubicBezTo>
                <a:cubicBezTo>
                  <a:pt x="226" y="509"/>
                  <a:pt x="226" y="509"/>
                  <a:pt x="226" y="509"/>
                </a:cubicBezTo>
                <a:lnTo>
                  <a:pt x="113" y="396"/>
                </a:lnTo>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1" name="Google Shape;1891;p28"/>
          <p:cNvSpPr/>
          <p:nvPr/>
        </p:nvSpPr>
        <p:spPr>
          <a:xfrm>
            <a:off x="10116071" y="4224667"/>
            <a:ext cx="553668" cy="553668"/>
          </a:xfrm>
          <a:custGeom>
            <a:rect b="b" l="l" r="r" t="t"/>
            <a:pathLst>
              <a:path extrusionOk="0" h="609" w="609">
                <a:moveTo>
                  <a:pt x="587" y="488"/>
                </a:moveTo>
                <a:lnTo>
                  <a:pt x="587" y="488"/>
                </a:lnTo>
                <a:cubicBezTo>
                  <a:pt x="318" y="601"/>
                  <a:pt x="318" y="601"/>
                  <a:pt x="318" y="601"/>
                </a:cubicBezTo>
                <a:cubicBezTo>
                  <a:pt x="311" y="608"/>
                  <a:pt x="311" y="608"/>
                  <a:pt x="304" y="608"/>
                </a:cubicBezTo>
                <a:cubicBezTo>
                  <a:pt x="297" y="608"/>
                  <a:pt x="297" y="608"/>
                  <a:pt x="290" y="601"/>
                </a:cubicBezTo>
                <a:cubicBezTo>
                  <a:pt x="21" y="488"/>
                  <a:pt x="21" y="488"/>
                  <a:pt x="21" y="488"/>
                </a:cubicBezTo>
                <a:cubicBezTo>
                  <a:pt x="7" y="488"/>
                  <a:pt x="0" y="474"/>
                  <a:pt x="0" y="467"/>
                </a:cubicBezTo>
                <a:cubicBezTo>
                  <a:pt x="0" y="29"/>
                  <a:pt x="0" y="29"/>
                  <a:pt x="0" y="29"/>
                </a:cubicBezTo>
                <a:cubicBezTo>
                  <a:pt x="0" y="15"/>
                  <a:pt x="14" y="0"/>
                  <a:pt x="28" y="0"/>
                </a:cubicBezTo>
                <a:cubicBezTo>
                  <a:pt x="35" y="0"/>
                  <a:pt x="35" y="0"/>
                  <a:pt x="42" y="8"/>
                </a:cubicBezTo>
                <a:cubicBezTo>
                  <a:pt x="304" y="114"/>
                  <a:pt x="304" y="114"/>
                  <a:pt x="304" y="114"/>
                </a:cubicBezTo>
                <a:cubicBezTo>
                  <a:pt x="565" y="8"/>
                  <a:pt x="565" y="8"/>
                  <a:pt x="565" y="8"/>
                </a:cubicBezTo>
                <a:cubicBezTo>
                  <a:pt x="572" y="0"/>
                  <a:pt x="572" y="0"/>
                  <a:pt x="579" y="0"/>
                </a:cubicBezTo>
                <a:cubicBezTo>
                  <a:pt x="594" y="0"/>
                  <a:pt x="608" y="15"/>
                  <a:pt x="608" y="29"/>
                </a:cubicBezTo>
                <a:cubicBezTo>
                  <a:pt x="608" y="467"/>
                  <a:pt x="608" y="467"/>
                  <a:pt x="608" y="467"/>
                </a:cubicBezTo>
                <a:cubicBezTo>
                  <a:pt x="608" y="474"/>
                  <a:pt x="601" y="488"/>
                  <a:pt x="587" y="488"/>
                </a:cubicBezTo>
                <a:close/>
                <a:moveTo>
                  <a:pt x="276" y="163"/>
                </a:moveTo>
                <a:lnTo>
                  <a:pt x="276" y="163"/>
                </a:lnTo>
                <a:cubicBezTo>
                  <a:pt x="56" y="71"/>
                  <a:pt x="56" y="71"/>
                  <a:pt x="56" y="71"/>
                </a:cubicBezTo>
                <a:cubicBezTo>
                  <a:pt x="56" y="446"/>
                  <a:pt x="56" y="446"/>
                  <a:pt x="56" y="446"/>
                </a:cubicBezTo>
                <a:cubicBezTo>
                  <a:pt x="276" y="538"/>
                  <a:pt x="276" y="538"/>
                  <a:pt x="276" y="538"/>
                </a:cubicBezTo>
                <a:lnTo>
                  <a:pt x="276" y="163"/>
                </a:lnTo>
                <a:close/>
                <a:moveTo>
                  <a:pt x="551" y="71"/>
                </a:moveTo>
                <a:lnTo>
                  <a:pt x="551" y="71"/>
                </a:lnTo>
                <a:cubicBezTo>
                  <a:pt x="332" y="163"/>
                  <a:pt x="332" y="163"/>
                  <a:pt x="332" y="163"/>
                </a:cubicBezTo>
                <a:cubicBezTo>
                  <a:pt x="332" y="538"/>
                  <a:pt x="332" y="538"/>
                  <a:pt x="332" y="538"/>
                </a:cubicBezTo>
                <a:cubicBezTo>
                  <a:pt x="551" y="446"/>
                  <a:pt x="551" y="446"/>
                  <a:pt x="551" y="446"/>
                </a:cubicBezTo>
                <a:lnTo>
                  <a:pt x="551" y="71"/>
                </a:lnTo>
                <a:close/>
                <a:moveTo>
                  <a:pt x="375" y="206"/>
                </a:moveTo>
                <a:lnTo>
                  <a:pt x="375" y="206"/>
                </a:lnTo>
                <a:cubicBezTo>
                  <a:pt x="480" y="156"/>
                  <a:pt x="480" y="156"/>
                  <a:pt x="480" y="156"/>
                </a:cubicBezTo>
                <a:cubicBezTo>
                  <a:pt x="488" y="156"/>
                  <a:pt x="488" y="156"/>
                  <a:pt x="495" y="156"/>
                </a:cubicBezTo>
                <a:cubicBezTo>
                  <a:pt x="509" y="156"/>
                  <a:pt x="523" y="163"/>
                  <a:pt x="523" y="184"/>
                </a:cubicBezTo>
                <a:cubicBezTo>
                  <a:pt x="523" y="191"/>
                  <a:pt x="516" y="206"/>
                  <a:pt x="502" y="206"/>
                </a:cubicBezTo>
                <a:cubicBezTo>
                  <a:pt x="403" y="255"/>
                  <a:pt x="403" y="255"/>
                  <a:pt x="403" y="255"/>
                </a:cubicBezTo>
                <a:cubicBezTo>
                  <a:pt x="396" y="255"/>
                  <a:pt x="396" y="255"/>
                  <a:pt x="389" y="255"/>
                </a:cubicBezTo>
                <a:cubicBezTo>
                  <a:pt x="375" y="255"/>
                  <a:pt x="360" y="248"/>
                  <a:pt x="360" y="227"/>
                </a:cubicBezTo>
                <a:cubicBezTo>
                  <a:pt x="360" y="220"/>
                  <a:pt x="367" y="206"/>
                  <a:pt x="375" y="206"/>
                </a:cubicBezTo>
                <a:close/>
                <a:moveTo>
                  <a:pt x="375" y="304"/>
                </a:moveTo>
                <a:lnTo>
                  <a:pt x="375" y="304"/>
                </a:lnTo>
                <a:cubicBezTo>
                  <a:pt x="480" y="262"/>
                  <a:pt x="480" y="262"/>
                  <a:pt x="480" y="262"/>
                </a:cubicBezTo>
                <a:cubicBezTo>
                  <a:pt x="488" y="255"/>
                  <a:pt x="488" y="255"/>
                  <a:pt x="495" y="255"/>
                </a:cubicBezTo>
                <a:cubicBezTo>
                  <a:pt x="509" y="255"/>
                  <a:pt x="523" y="269"/>
                  <a:pt x="523" y="283"/>
                </a:cubicBezTo>
                <a:cubicBezTo>
                  <a:pt x="523" y="297"/>
                  <a:pt x="516" y="304"/>
                  <a:pt x="502" y="311"/>
                </a:cubicBezTo>
                <a:cubicBezTo>
                  <a:pt x="403" y="361"/>
                  <a:pt x="403" y="361"/>
                  <a:pt x="403" y="361"/>
                </a:cubicBezTo>
                <a:cubicBezTo>
                  <a:pt x="396" y="361"/>
                  <a:pt x="396" y="361"/>
                  <a:pt x="389" y="361"/>
                </a:cubicBezTo>
                <a:cubicBezTo>
                  <a:pt x="375" y="361"/>
                  <a:pt x="360" y="347"/>
                  <a:pt x="360" y="333"/>
                </a:cubicBezTo>
                <a:cubicBezTo>
                  <a:pt x="360" y="319"/>
                  <a:pt x="367" y="311"/>
                  <a:pt x="375" y="304"/>
                </a:cubicBezTo>
                <a:close/>
                <a:moveTo>
                  <a:pt x="375" y="410"/>
                </a:moveTo>
                <a:lnTo>
                  <a:pt x="375" y="410"/>
                </a:lnTo>
                <a:cubicBezTo>
                  <a:pt x="480" y="361"/>
                  <a:pt x="480" y="361"/>
                  <a:pt x="480" y="361"/>
                </a:cubicBezTo>
                <a:cubicBezTo>
                  <a:pt x="488" y="361"/>
                  <a:pt x="488" y="361"/>
                  <a:pt x="495" y="361"/>
                </a:cubicBezTo>
                <a:cubicBezTo>
                  <a:pt x="509" y="361"/>
                  <a:pt x="523" y="375"/>
                  <a:pt x="523" y="389"/>
                </a:cubicBezTo>
                <a:cubicBezTo>
                  <a:pt x="523" y="403"/>
                  <a:pt x="516" y="410"/>
                  <a:pt x="502" y="417"/>
                </a:cubicBezTo>
                <a:cubicBezTo>
                  <a:pt x="403" y="460"/>
                  <a:pt x="403" y="460"/>
                  <a:pt x="403" y="460"/>
                </a:cubicBezTo>
                <a:cubicBezTo>
                  <a:pt x="396" y="467"/>
                  <a:pt x="396" y="467"/>
                  <a:pt x="389" y="467"/>
                </a:cubicBezTo>
                <a:cubicBezTo>
                  <a:pt x="375" y="467"/>
                  <a:pt x="360" y="453"/>
                  <a:pt x="360" y="439"/>
                </a:cubicBezTo>
                <a:cubicBezTo>
                  <a:pt x="360" y="425"/>
                  <a:pt x="367" y="417"/>
                  <a:pt x="375" y="410"/>
                </a:cubicBezTo>
                <a:close/>
                <a:moveTo>
                  <a:pt x="113" y="156"/>
                </a:moveTo>
                <a:lnTo>
                  <a:pt x="113" y="156"/>
                </a:lnTo>
                <a:cubicBezTo>
                  <a:pt x="120" y="156"/>
                  <a:pt x="120" y="156"/>
                  <a:pt x="127" y="156"/>
                </a:cubicBezTo>
                <a:cubicBezTo>
                  <a:pt x="233" y="206"/>
                  <a:pt x="233" y="206"/>
                  <a:pt x="233" y="206"/>
                </a:cubicBezTo>
                <a:cubicBezTo>
                  <a:pt x="240" y="206"/>
                  <a:pt x="247" y="220"/>
                  <a:pt x="247" y="227"/>
                </a:cubicBezTo>
                <a:cubicBezTo>
                  <a:pt x="247" y="248"/>
                  <a:pt x="233" y="255"/>
                  <a:pt x="219" y="255"/>
                </a:cubicBezTo>
                <a:cubicBezTo>
                  <a:pt x="212" y="255"/>
                  <a:pt x="212" y="255"/>
                  <a:pt x="205" y="255"/>
                </a:cubicBezTo>
                <a:cubicBezTo>
                  <a:pt x="106" y="206"/>
                  <a:pt x="106" y="206"/>
                  <a:pt x="106" y="206"/>
                </a:cubicBezTo>
                <a:cubicBezTo>
                  <a:pt x="92" y="206"/>
                  <a:pt x="85" y="191"/>
                  <a:pt x="85" y="184"/>
                </a:cubicBezTo>
                <a:cubicBezTo>
                  <a:pt x="85" y="163"/>
                  <a:pt x="99" y="156"/>
                  <a:pt x="113" y="156"/>
                </a:cubicBezTo>
                <a:close/>
                <a:moveTo>
                  <a:pt x="113" y="255"/>
                </a:moveTo>
                <a:lnTo>
                  <a:pt x="113" y="255"/>
                </a:lnTo>
                <a:cubicBezTo>
                  <a:pt x="120" y="255"/>
                  <a:pt x="120" y="255"/>
                  <a:pt x="127" y="262"/>
                </a:cubicBezTo>
                <a:cubicBezTo>
                  <a:pt x="233" y="304"/>
                  <a:pt x="233" y="304"/>
                  <a:pt x="233" y="304"/>
                </a:cubicBezTo>
                <a:cubicBezTo>
                  <a:pt x="240" y="311"/>
                  <a:pt x="247" y="319"/>
                  <a:pt x="247" y="333"/>
                </a:cubicBezTo>
                <a:cubicBezTo>
                  <a:pt x="247" y="347"/>
                  <a:pt x="233" y="361"/>
                  <a:pt x="219" y="361"/>
                </a:cubicBezTo>
                <a:cubicBezTo>
                  <a:pt x="212" y="361"/>
                  <a:pt x="212" y="361"/>
                  <a:pt x="205" y="361"/>
                </a:cubicBezTo>
                <a:cubicBezTo>
                  <a:pt x="106" y="311"/>
                  <a:pt x="106" y="311"/>
                  <a:pt x="106" y="311"/>
                </a:cubicBezTo>
                <a:cubicBezTo>
                  <a:pt x="92" y="304"/>
                  <a:pt x="85" y="297"/>
                  <a:pt x="85" y="283"/>
                </a:cubicBezTo>
                <a:cubicBezTo>
                  <a:pt x="85" y="269"/>
                  <a:pt x="99" y="255"/>
                  <a:pt x="113" y="255"/>
                </a:cubicBezTo>
                <a:close/>
                <a:moveTo>
                  <a:pt x="113" y="361"/>
                </a:moveTo>
                <a:lnTo>
                  <a:pt x="113" y="361"/>
                </a:lnTo>
                <a:cubicBezTo>
                  <a:pt x="120" y="361"/>
                  <a:pt x="120" y="361"/>
                  <a:pt x="127" y="361"/>
                </a:cubicBezTo>
                <a:cubicBezTo>
                  <a:pt x="233" y="410"/>
                  <a:pt x="233" y="410"/>
                  <a:pt x="233" y="410"/>
                </a:cubicBezTo>
                <a:cubicBezTo>
                  <a:pt x="240" y="417"/>
                  <a:pt x="247" y="425"/>
                  <a:pt x="247" y="439"/>
                </a:cubicBezTo>
                <a:cubicBezTo>
                  <a:pt x="247" y="453"/>
                  <a:pt x="233" y="467"/>
                  <a:pt x="219" y="467"/>
                </a:cubicBezTo>
                <a:cubicBezTo>
                  <a:pt x="212" y="467"/>
                  <a:pt x="212" y="467"/>
                  <a:pt x="205" y="460"/>
                </a:cubicBezTo>
                <a:cubicBezTo>
                  <a:pt x="106" y="417"/>
                  <a:pt x="106" y="417"/>
                  <a:pt x="106" y="417"/>
                </a:cubicBezTo>
                <a:cubicBezTo>
                  <a:pt x="92" y="410"/>
                  <a:pt x="85" y="403"/>
                  <a:pt x="85" y="389"/>
                </a:cubicBezTo>
                <a:cubicBezTo>
                  <a:pt x="85" y="375"/>
                  <a:pt x="99" y="361"/>
                  <a:pt x="113" y="36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2" name="Google Shape;1892;p28"/>
          <p:cNvSpPr/>
          <p:nvPr/>
        </p:nvSpPr>
        <p:spPr>
          <a:xfrm>
            <a:off x="9161194" y="4224667"/>
            <a:ext cx="549655" cy="553668"/>
          </a:xfrm>
          <a:custGeom>
            <a:rect b="b" l="l" r="r" t="t"/>
            <a:pathLst>
              <a:path extrusionOk="0" h="609" w="602">
                <a:moveTo>
                  <a:pt x="586" y="488"/>
                </a:moveTo>
                <a:lnTo>
                  <a:pt x="586" y="488"/>
                </a:lnTo>
                <a:cubicBezTo>
                  <a:pt x="311" y="601"/>
                  <a:pt x="311" y="601"/>
                  <a:pt x="311" y="601"/>
                </a:cubicBezTo>
                <a:cubicBezTo>
                  <a:pt x="311" y="608"/>
                  <a:pt x="304" y="608"/>
                  <a:pt x="304" y="608"/>
                </a:cubicBezTo>
                <a:cubicBezTo>
                  <a:pt x="297" y="608"/>
                  <a:pt x="297" y="608"/>
                  <a:pt x="290" y="601"/>
                </a:cubicBezTo>
                <a:cubicBezTo>
                  <a:pt x="14" y="488"/>
                  <a:pt x="14" y="488"/>
                  <a:pt x="14" y="488"/>
                </a:cubicBezTo>
                <a:cubicBezTo>
                  <a:pt x="7" y="488"/>
                  <a:pt x="0" y="474"/>
                  <a:pt x="0" y="467"/>
                </a:cubicBezTo>
                <a:cubicBezTo>
                  <a:pt x="0" y="29"/>
                  <a:pt x="0" y="29"/>
                  <a:pt x="0" y="29"/>
                </a:cubicBezTo>
                <a:cubicBezTo>
                  <a:pt x="0" y="15"/>
                  <a:pt x="14" y="0"/>
                  <a:pt x="28" y="0"/>
                </a:cubicBezTo>
                <a:cubicBezTo>
                  <a:pt x="35" y="0"/>
                  <a:pt x="35" y="0"/>
                  <a:pt x="42" y="8"/>
                </a:cubicBezTo>
                <a:cubicBezTo>
                  <a:pt x="304" y="114"/>
                  <a:pt x="304" y="114"/>
                  <a:pt x="304" y="114"/>
                </a:cubicBezTo>
                <a:cubicBezTo>
                  <a:pt x="565" y="8"/>
                  <a:pt x="565" y="8"/>
                  <a:pt x="565" y="8"/>
                </a:cubicBezTo>
                <a:cubicBezTo>
                  <a:pt x="565" y="0"/>
                  <a:pt x="572" y="0"/>
                  <a:pt x="572" y="0"/>
                </a:cubicBezTo>
                <a:cubicBezTo>
                  <a:pt x="594" y="0"/>
                  <a:pt x="601" y="15"/>
                  <a:pt x="601" y="29"/>
                </a:cubicBezTo>
                <a:cubicBezTo>
                  <a:pt x="601" y="467"/>
                  <a:pt x="601" y="467"/>
                  <a:pt x="601" y="467"/>
                </a:cubicBezTo>
                <a:cubicBezTo>
                  <a:pt x="601" y="474"/>
                  <a:pt x="594" y="488"/>
                  <a:pt x="586" y="488"/>
                </a:cubicBezTo>
                <a:close/>
                <a:moveTo>
                  <a:pt x="276" y="538"/>
                </a:moveTo>
                <a:lnTo>
                  <a:pt x="276" y="538"/>
                </a:lnTo>
                <a:cubicBezTo>
                  <a:pt x="276" y="163"/>
                  <a:pt x="276" y="163"/>
                  <a:pt x="276" y="163"/>
                </a:cubicBezTo>
                <a:cubicBezTo>
                  <a:pt x="56" y="71"/>
                  <a:pt x="56" y="71"/>
                  <a:pt x="56" y="71"/>
                </a:cubicBezTo>
                <a:cubicBezTo>
                  <a:pt x="56" y="446"/>
                  <a:pt x="56" y="446"/>
                  <a:pt x="56" y="446"/>
                </a:cubicBezTo>
                <a:lnTo>
                  <a:pt x="276" y="538"/>
                </a:lnTo>
                <a:close/>
                <a:moveTo>
                  <a:pt x="544" y="71"/>
                </a:moveTo>
                <a:lnTo>
                  <a:pt x="544" y="71"/>
                </a:lnTo>
                <a:cubicBezTo>
                  <a:pt x="332" y="163"/>
                  <a:pt x="332" y="163"/>
                  <a:pt x="332" y="163"/>
                </a:cubicBezTo>
                <a:cubicBezTo>
                  <a:pt x="332" y="538"/>
                  <a:pt x="332" y="538"/>
                  <a:pt x="332" y="538"/>
                </a:cubicBezTo>
                <a:cubicBezTo>
                  <a:pt x="544" y="446"/>
                  <a:pt x="544" y="446"/>
                  <a:pt x="544" y="446"/>
                </a:cubicBezTo>
                <a:lnTo>
                  <a:pt x="544" y="7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3" name="Google Shape;1893;p28"/>
          <p:cNvSpPr/>
          <p:nvPr/>
        </p:nvSpPr>
        <p:spPr>
          <a:xfrm>
            <a:off x="8258472" y="4252753"/>
            <a:ext cx="433306" cy="501510"/>
          </a:xfrm>
          <a:custGeom>
            <a:rect b="b" l="l" r="r" t="t"/>
            <a:pathLst>
              <a:path extrusionOk="0" h="552" w="475">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4" name="Google Shape;1894;p28"/>
          <p:cNvSpPr/>
          <p:nvPr/>
        </p:nvSpPr>
        <p:spPr>
          <a:xfrm>
            <a:off x="7327668" y="4244729"/>
            <a:ext cx="461391" cy="533606"/>
          </a:xfrm>
          <a:custGeom>
            <a:rect b="b" l="l" r="r" t="t"/>
            <a:pathLst>
              <a:path extrusionOk="0" h="587" w="509">
                <a:moveTo>
                  <a:pt x="480" y="452"/>
                </a:moveTo>
                <a:lnTo>
                  <a:pt x="480" y="452"/>
                </a:lnTo>
                <a:cubicBezTo>
                  <a:pt x="473" y="452"/>
                  <a:pt x="466" y="452"/>
                  <a:pt x="459" y="445"/>
                </a:cubicBezTo>
                <a:cubicBezTo>
                  <a:pt x="438" y="424"/>
                  <a:pt x="438" y="424"/>
                  <a:pt x="438" y="424"/>
                </a:cubicBezTo>
                <a:cubicBezTo>
                  <a:pt x="438" y="558"/>
                  <a:pt x="438" y="558"/>
                  <a:pt x="438" y="558"/>
                </a:cubicBezTo>
                <a:cubicBezTo>
                  <a:pt x="438" y="572"/>
                  <a:pt x="431" y="586"/>
                  <a:pt x="409" y="586"/>
                </a:cubicBezTo>
                <a:cubicBezTo>
                  <a:pt x="395" y="586"/>
                  <a:pt x="381" y="572"/>
                  <a:pt x="381" y="558"/>
                </a:cubicBezTo>
                <a:cubicBezTo>
                  <a:pt x="381" y="424"/>
                  <a:pt x="381" y="424"/>
                  <a:pt x="381" y="424"/>
                </a:cubicBezTo>
                <a:cubicBezTo>
                  <a:pt x="367" y="445"/>
                  <a:pt x="367" y="445"/>
                  <a:pt x="367" y="445"/>
                </a:cubicBezTo>
                <a:cubicBezTo>
                  <a:pt x="360" y="452"/>
                  <a:pt x="353" y="452"/>
                  <a:pt x="346" y="452"/>
                </a:cubicBezTo>
                <a:cubicBezTo>
                  <a:pt x="332" y="452"/>
                  <a:pt x="318" y="438"/>
                  <a:pt x="318" y="424"/>
                </a:cubicBezTo>
                <a:cubicBezTo>
                  <a:pt x="318" y="417"/>
                  <a:pt x="318" y="410"/>
                  <a:pt x="325" y="403"/>
                </a:cubicBezTo>
                <a:cubicBezTo>
                  <a:pt x="395" y="339"/>
                  <a:pt x="395" y="339"/>
                  <a:pt x="395" y="339"/>
                </a:cubicBezTo>
                <a:cubicBezTo>
                  <a:pt x="395" y="332"/>
                  <a:pt x="402" y="332"/>
                  <a:pt x="409" y="332"/>
                </a:cubicBezTo>
                <a:cubicBezTo>
                  <a:pt x="417" y="332"/>
                  <a:pt x="424" y="332"/>
                  <a:pt x="431" y="339"/>
                </a:cubicBezTo>
                <a:cubicBezTo>
                  <a:pt x="494" y="403"/>
                  <a:pt x="494" y="403"/>
                  <a:pt x="494" y="403"/>
                </a:cubicBezTo>
                <a:cubicBezTo>
                  <a:pt x="501" y="410"/>
                  <a:pt x="508" y="417"/>
                  <a:pt x="508" y="424"/>
                </a:cubicBezTo>
                <a:cubicBezTo>
                  <a:pt x="508" y="438"/>
                  <a:pt x="494" y="452"/>
                  <a:pt x="480" y="452"/>
                </a:cubicBezTo>
                <a:close/>
                <a:moveTo>
                  <a:pt x="304" y="381"/>
                </a:moveTo>
                <a:lnTo>
                  <a:pt x="304" y="381"/>
                </a:lnTo>
                <a:cubicBezTo>
                  <a:pt x="296" y="395"/>
                  <a:pt x="289" y="410"/>
                  <a:pt x="289" y="424"/>
                </a:cubicBezTo>
                <a:cubicBezTo>
                  <a:pt x="289" y="452"/>
                  <a:pt x="318" y="480"/>
                  <a:pt x="346" y="480"/>
                </a:cubicBezTo>
                <a:lnTo>
                  <a:pt x="353" y="480"/>
                </a:lnTo>
                <a:cubicBezTo>
                  <a:pt x="353" y="544"/>
                  <a:pt x="353" y="544"/>
                  <a:pt x="353" y="544"/>
                </a:cubicBezTo>
                <a:cubicBezTo>
                  <a:pt x="28" y="544"/>
                  <a:pt x="28" y="544"/>
                  <a:pt x="28" y="544"/>
                </a:cubicBezTo>
                <a:cubicBezTo>
                  <a:pt x="7" y="544"/>
                  <a:pt x="0" y="537"/>
                  <a:pt x="0" y="516"/>
                </a:cubicBezTo>
                <a:cubicBezTo>
                  <a:pt x="0" y="28"/>
                  <a:pt x="0" y="28"/>
                  <a:pt x="0" y="28"/>
                </a:cubicBezTo>
                <a:cubicBezTo>
                  <a:pt x="0" y="14"/>
                  <a:pt x="7" y="0"/>
                  <a:pt x="28" y="0"/>
                </a:cubicBezTo>
                <a:cubicBezTo>
                  <a:pt x="91" y="0"/>
                  <a:pt x="91" y="0"/>
                  <a:pt x="91" y="0"/>
                </a:cubicBezTo>
                <a:cubicBezTo>
                  <a:pt x="176" y="0"/>
                  <a:pt x="176" y="0"/>
                  <a:pt x="176" y="0"/>
                </a:cubicBezTo>
                <a:cubicBezTo>
                  <a:pt x="176" y="106"/>
                  <a:pt x="176" y="106"/>
                  <a:pt x="176" y="106"/>
                </a:cubicBezTo>
                <a:cubicBezTo>
                  <a:pt x="176" y="162"/>
                  <a:pt x="176" y="162"/>
                  <a:pt x="176" y="162"/>
                </a:cubicBezTo>
                <a:cubicBezTo>
                  <a:pt x="176" y="191"/>
                  <a:pt x="205" y="219"/>
                  <a:pt x="233" y="219"/>
                </a:cubicBezTo>
                <a:cubicBezTo>
                  <a:pt x="289" y="219"/>
                  <a:pt x="289" y="219"/>
                  <a:pt x="289" y="219"/>
                </a:cubicBezTo>
                <a:cubicBezTo>
                  <a:pt x="409" y="219"/>
                  <a:pt x="409" y="219"/>
                  <a:pt x="409" y="219"/>
                </a:cubicBezTo>
                <a:cubicBezTo>
                  <a:pt x="409" y="304"/>
                  <a:pt x="409" y="304"/>
                  <a:pt x="409" y="304"/>
                </a:cubicBezTo>
                <a:cubicBezTo>
                  <a:pt x="395" y="304"/>
                  <a:pt x="381" y="311"/>
                  <a:pt x="374" y="318"/>
                </a:cubicBezTo>
                <a:lnTo>
                  <a:pt x="304" y="381"/>
                </a:lnTo>
                <a:close/>
                <a:moveTo>
                  <a:pt x="233" y="191"/>
                </a:moveTo>
                <a:lnTo>
                  <a:pt x="233" y="191"/>
                </a:lnTo>
                <a:cubicBezTo>
                  <a:pt x="219" y="191"/>
                  <a:pt x="205" y="176"/>
                  <a:pt x="205" y="162"/>
                </a:cubicBezTo>
                <a:cubicBezTo>
                  <a:pt x="205" y="106"/>
                  <a:pt x="205" y="106"/>
                  <a:pt x="205" y="106"/>
                </a:cubicBezTo>
                <a:cubicBezTo>
                  <a:pt x="205" y="0"/>
                  <a:pt x="205" y="0"/>
                  <a:pt x="205" y="0"/>
                </a:cubicBezTo>
                <a:cubicBezTo>
                  <a:pt x="409" y="191"/>
                  <a:pt x="409" y="191"/>
                  <a:pt x="409" y="191"/>
                </a:cubicBezTo>
                <a:cubicBezTo>
                  <a:pt x="289" y="191"/>
                  <a:pt x="289" y="191"/>
                  <a:pt x="289" y="191"/>
                </a:cubicBezTo>
                <a:lnTo>
                  <a:pt x="233" y="19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5" name="Google Shape;1895;p28"/>
          <p:cNvSpPr/>
          <p:nvPr/>
        </p:nvSpPr>
        <p:spPr>
          <a:xfrm>
            <a:off x="6360756" y="4244729"/>
            <a:ext cx="465402" cy="533606"/>
          </a:xfrm>
          <a:custGeom>
            <a:rect b="b" l="l" r="r" t="t"/>
            <a:pathLst>
              <a:path extrusionOk="0" h="587" w="510">
                <a:moveTo>
                  <a:pt x="502" y="509"/>
                </a:moveTo>
                <a:lnTo>
                  <a:pt x="502" y="509"/>
                </a:lnTo>
                <a:cubicBezTo>
                  <a:pt x="439" y="572"/>
                  <a:pt x="439" y="572"/>
                  <a:pt x="439" y="572"/>
                </a:cubicBezTo>
                <a:cubicBezTo>
                  <a:pt x="432" y="579"/>
                  <a:pt x="424" y="586"/>
                  <a:pt x="417" y="586"/>
                </a:cubicBezTo>
                <a:cubicBezTo>
                  <a:pt x="410" y="586"/>
                  <a:pt x="403" y="579"/>
                  <a:pt x="396" y="572"/>
                </a:cubicBezTo>
                <a:cubicBezTo>
                  <a:pt x="333" y="509"/>
                  <a:pt x="333" y="509"/>
                  <a:pt x="333" y="509"/>
                </a:cubicBezTo>
                <a:cubicBezTo>
                  <a:pt x="326" y="502"/>
                  <a:pt x="326" y="495"/>
                  <a:pt x="326" y="487"/>
                </a:cubicBezTo>
                <a:cubicBezTo>
                  <a:pt x="326" y="473"/>
                  <a:pt x="333" y="459"/>
                  <a:pt x="354" y="459"/>
                </a:cubicBezTo>
                <a:cubicBezTo>
                  <a:pt x="361" y="459"/>
                  <a:pt x="368" y="466"/>
                  <a:pt x="368" y="473"/>
                </a:cubicBezTo>
                <a:cubicBezTo>
                  <a:pt x="389" y="487"/>
                  <a:pt x="389" y="487"/>
                  <a:pt x="389" y="487"/>
                </a:cubicBezTo>
                <a:cubicBezTo>
                  <a:pt x="389" y="360"/>
                  <a:pt x="389" y="360"/>
                  <a:pt x="389" y="360"/>
                </a:cubicBezTo>
                <a:cubicBezTo>
                  <a:pt x="389" y="339"/>
                  <a:pt x="403" y="332"/>
                  <a:pt x="417" y="332"/>
                </a:cubicBezTo>
                <a:cubicBezTo>
                  <a:pt x="432" y="332"/>
                  <a:pt x="446" y="339"/>
                  <a:pt x="446" y="360"/>
                </a:cubicBezTo>
                <a:cubicBezTo>
                  <a:pt x="446" y="487"/>
                  <a:pt x="446" y="487"/>
                  <a:pt x="446" y="487"/>
                </a:cubicBezTo>
                <a:cubicBezTo>
                  <a:pt x="467" y="473"/>
                  <a:pt x="467" y="473"/>
                  <a:pt x="467" y="473"/>
                </a:cubicBezTo>
                <a:cubicBezTo>
                  <a:pt x="467" y="466"/>
                  <a:pt x="474" y="459"/>
                  <a:pt x="481" y="459"/>
                </a:cubicBezTo>
                <a:cubicBezTo>
                  <a:pt x="502" y="459"/>
                  <a:pt x="509" y="473"/>
                  <a:pt x="509" y="487"/>
                </a:cubicBezTo>
                <a:cubicBezTo>
                  <a:pt x="509" y="495"/>
                  <a:pt x="509" y="502"/>
                  <a:pt x="502" y="509"/>
                </a:cubicBezTo>
                <a:close/>
                <a:moveTo>
                  <a:pt x="361" y="360"/>
                </a:moveTo>
                <a:lnTo>
                  <a:pt x="361" y="360"/>
                </a:lnTo>
                <a:cubicBezTo>
                  <a:pt x="361" y="431"/>
                  <a:pt x="361" y="431"/>
                  <a:pt x="361" y="431"/>
                </a:cubicBezTo>
                <a:lnTo>
                  <a:pt x="354" y="431"/>
                </a:lnTo>
                <a:cubicBezTo>
                  <a:pt x="319" y="431"/>
                  <a:pt x="297" y="459"/>
                  <a:pt x="297" y="487"/>
                </a:cubicBezTo>
                <a:cubicBezTo>
                  <a:pt x="297" y="509"/>
                  <a:pt x="304" y="523"/>
                  <a:pt x="311" y="530"/>
                </a:cubicBezTo>
                <a:cubicBezTo>
                  <a:pt x="326" y="544"/>
                  <a:pt x="326" y="544"/>
                  <a:pt x="326" y="544"/>
                </a:cubicBezTo>
                <a:cubicBezTo>
                  <a:pt x="29" y="544"/>
                  <a:pt x="29" y="544"/>
                  <a:pt x="29" y="544"/>
                </a:cubicBezTo>
                <a:cubicBezTo>
                  <a:pt x="15" y="544"/>
                  <a:pt x="0" y="537"/>
                  <a:pt x="0" y="516"/>
                </a:cubicBezTo>
                <a:cubicBezTo>
                  <a:pt x="0" y="28"/>
                  <a:pt x="0" y="28"/>
                  <a:pt x="0" y="28"/>
                </a:cubicBezTo>
                <a:cubicBezTo>
                  <a:pt x="0" y="14"/>
                  <a:pt x="15" y="0"/>
                  <a:pt x="29" y="0"/>
                </a:cubicBezTo>
                <a:cubicBezTo>
                  <a:pt x="99" y="0"/>
                  <a:pt x="99" y="0"/>
                  <a:pt x="99" y="0"/>
                </a:cubicBezTo>
                <a:cubicBezTo>
                  <a:pt x="184" y="0"/>
                  <a:pt x="184" y="0"/>
                  <a:pt x="184" y="0"/>
                </a:cubicBezTo>
                <a:cubicBezTo>
                  <a:pt x="184" y="106"/>
                  <a:pt x="184" y="106"/>
                  <a:pt x="184" y="106"/>
                </a:cubicBezTo>
                <a:cubicBezTo>
                  <a:pt x="184" y="162"/>
                  <a:pt x="184" y="162"/>
                  <a:pt x="184" y="162"/>
                </a:cubicBezTo>
                <a:cubicBezTo>
                  <a:pt x="184" y="191"/>
                  <a:pt x="206" y="219"/>
                  <a:pt x="241" y="219"/>
                </a:cubicBezTo>
                <a:cubicBezTo>
                  <a:pt x="297" y="219"/>
                  <a:pt x="297" y="219"/>
                  <a:pt x="297" y="219"/>
                </a:cubicBezTo>
                <a:cubicBezTo>
                  <a:pt x="417" y="219"/>
                  <a:pt x="417" y="219"/>
                  <a:pt x="417" y="219"/>
                </a:cubicBezTo>
                <a:cubicBezTo>
                  <a:pt x="417" y="304"/>
                  <a:pt x="417" y="304"/>
                  <a:pt x="417" y="304"/>
                </a:cubicBezTo>
                <a:cubicBezTo>
                  <a:pt x="389" y="304"/>
                  <a:pt x="361" y="325"/>
                  <a:pt x="361" y="360"/>
                </a:cubicBezTo>
                <a:close/>
                <a:moveTo>
                  <a:pt x="241" y="191"/>
                </a:moveTo>
                <a:lnTo>
                  <a:pt x="241" y="191"/>
                </a:lnTo>
                <a:cubicBezTo>
                  <a:pt x="220" y="191"/>
                  <a:pt x="213" y="176"/>
                  <a:pt x="213" y="162"/>
                </a:cubicBezTo>
                <a:cubicBezTo>
                  <a:pt x="213" y="106"/>
                  <a:pt x="213" y="106"/>
                  <a:pt x="213" y="106"/>
                </a:cubicBezTo>
                <a:cubicBezTo>
                  <a:pt x="213" y="0"/>
                  <a:pt x="213" y="0"/>
                  <a:pt x="213" y="0"/>
                </a:cubicBezTo>
                <a:cubicBezTo>
                  <a:pt x="417" y="191"/>
                  <a:pt x="417" y="191"/>
                  <a:pt x="417" y="191"/>
                </a:cubicBezTo>
                <a:cubicBezTo>
                  <a:pt x="297" y="191"/>
                  <a:pt x="297" y="191"/>
                  <a:pt x="297" y="191"/>
                </a:cubicBezTo>
                <a:lnTo>
                  <a:pt x="241" y="19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6" name="Google Shape;1896;p28"/>
          <p:cNvSpPr/>
          <p:nvPr/>
        </p:nvSpPr>
        <p:spPr>
          <a:xfrm>
            <a:off x="5405879" y="4244729"/>
            <a:ext cx="465402" cy="521571"/>
          </a:xfrm>
          <a:custGeom>
            <a:rect b="b" l="l" r="r" t="t"/>
            <a:pathLst>
              <a:path extrusionOk="0" h="573" w="510">
                <a:moveTo>
                  <a:pt x="502" y="452"/>
                </a:moveTo>
                <a:lnTo>
                  <a:pt x="502" y="452"/>
                </a:lnTo>
                <a:cubicBezTo>
                  <a:pt x="467" y="487"/>
                  <a:pt x="467" y="487"/>
                  <a:pt x="467" y="487"/>
                </a:cubicBezTo>
                <a:cubicBezTo>
                  <a:pt x="502" y="530"/>
                  <a:pt x="502" y="530"/>
                  <a:pt x="502" y="530"/>
                </a:cubicBezTo>
                <a:cubicBezTo>
                  <a:pt x="509" y="530"/>
                  <a:pt x="509" y="537"/>
                  <a:pt x="509" y="544"/>
                </a:cubicBezTo>
                <a:cubicBezTo>
                  <a:pt x="509" y="565"/>
                  <a:pt x="495" y="572"/>
                  <a:pt x="481" y="572"/>
                </a:cubicBezTo>
                <a:cubicBezTo>
                  <a:pt x="474" y="572"/>
                  <a:pt x="467" y="572"/>
                  <a:pt x="460" y="565"/>
                </a:cubicBezTo>
                <a:cubicBezTo>
                  <a:pt x="424" y="530"/>
                  <a:pt x="424" y="530"/>
                  <a:pt x="424" y="530"/>
                </a:cubicBezTo>
                <a:cubicBezTo>
                  <a:pt x="389" y="565"/>
                  <a:pt x="389" y="565"/>
                  <a:pt x="389" y="565"/>
                </a:cubicBezTo>
                <a:cubicBezTo>
                  <a:pt x="382" y="572"/>
                  <a:pt x="375" y="572"/>
                  <a:pt x="368" y="572"/>
                </a:cubicBezTo>
                <a:cubicBezTo>
                  <a:pt x="354" y="572"/>
                  <a:pt x="340" y="565"/>
                  <a:pt x="340" y="544"/>
                </a:cubicBezTo>
                <a:cubicBezTo>
                  <a:pt x="340" y="537"/>
                  <a:pt x="340" y="530"/>
                  <a:pt x="347" y="530"/>
                </a:cubicBezTo>
                <a:cubicBezTo>
                  <a:pt x="382" y="487"/>
                  <a:pt x="382" y="487"/>
                  <a:pt x="382" y="487"/>
                </a:cubicBezTo>
                <a:cubicBezTo>
                  <a:pt x="347" y="452"/>
                  <a:pt x="347" y="452"/>
                  <a:pt x="347" y="452"/>
                </a:cubicBezTo>
                <a:cubicBezTo>
                  <a:pt x="340" y="445"/>
                  <a:pt x="340" y="438"/>
                  <a:pt x="340" y="431"/>
                </a:cubicBezTo>
                <a:cubicBezTo>
                  <a:pt x="340" y="417"/>
                  <a:pt x="354" y="403"/>
                  <a:pt x="368" y="403"/>
                </a:cubicBezTo>
                <a:cubicBezTo>
                  <a:pt x="375" y="403"/>
                  <a:pt x="382" y="410"/>
                  <a:pt x="389" y="417"/>
                </a:cubicBezTo>
                <a:cubicBezTo>
                  <a:pt x="424" y="452"/>
                  <a:pt x="424" y="452"/>
                  <a:pt x="424" y="452"/>
                </a:cubicBezTo>
                <a:cubicBezTo>
                  <a:pt x="460" y="417"/>
                  <a:pt x="460" y="417"/>
                  <a:pt x="460" y="417"/>
                </a:cubicBezTo>
                <a:cubicBezTo>
                  <a:pt x="467" y="410"/>
                  <a:pt x="474" y="403"/>
                  <a:pt x="481" y="403"/>
                </a:cubicBezTo>
                <a:cubicBezTo>
                  <a:pt x="495" y="403"/>
                  <a:pt x="509" y="417"/>
                  <a:pt x="509" y="431"/>
                </a:cubicBezTo>
                <a:cubicBezTo>
                  <a:pt x="509" y="438"/>
                  <a:pt x="509" y="445"/>
                  <a:pt x="502" y="452"/>
                </a:cubicBezTo>
                <a:close/>
                <a:moveTo>
                  <a:pt x="417" y="403"/>
                </a:moveTo>
                <a:lnTo>
                  <a:pt x="417" y="403"/>
                </a:lnTo>
                <a:cubicBezTo>
                  <a:pt x="410" y="395"/>
                  <a:pt x="410" y="395"/>
                  <a:pt x="410" y="395"/>
                </a:cubicBezTo>
                <a:cubicBezTo>
                  <a:pt x="396" y="381"/>
                  <a:pt x="382" y="374"/>
                  <a:pt x="368" y="374"/>
                </a:cubicBezTo>
                <a:cubicBezTo>
                  <a:pt x="340" y="374"/>
                  <a:pt x="311" y="403"/>
                  <a:pt x="311" y="431"/>
                </a:cubicBezTo>
                <a:cubicBezTo>
                  <a:pt x="311" y="452"/>
                  <a:pt x="318" y="466"/>
                  <a:pt x="326" y="473"/>
                </a:cubicBezTo>
                <a:cubicBezTo>
                  <a:pt x="347" y="487"/>
                  <a:pt x="347" y="487"/>
                  <a:pt x="347" y="487"/>
                </a:cubicBezTo>
                <a:cubicBezTo>
                  <a:pt x="326" y="509"/>
                  <a:pt x="326" y="509"/>
                  <a:pt x="326" y="509"/>
                </a:cubicBezTo>
                <a:cubicBezTo>
                  <a:pt x="318" y="516"/>
                  <a:pt x="311" y="530"/>
                  <a:pt x="311" y="544"/>
                </a:cubicBezTo>
                <a:cubicBezTo>
                  <a:pt x="290" y="544"/>
                  <a:pt x="290" y="544"/>
                  <a:pt x="290" y="544"/>
                </a:cubicBezTo>
                <a:cubicBezTo>
                  <a:pt x="29" y="544"/>
                  <a:pt x="29" y="544"/>
                  <a:pt x="29" y="544"/>
                </a:cubicBezTo>
                <a:cubicBezTo>
                  <a:pt x="15" y="544"/>
                  <a:pt x="0" y="537"/>
                  <a:pt x="0" y="516"/>
                </a:cubicBezTo>
                <a:cubicBezTo>
                  <a:pt x="0" y="28"/>
                  <a:pt x="0" y="28"/>
                  <a:pt x="0" y="28"/>
                </a:cubicBezTo>
                <a:cubicBezTo>
                  <a:pt x="0" y="14"/>
                  <a:pt x="15" y="0"/>
                  <a:pt x="29" y="0"/>
                </a:cubicBezTo>
                <a:cubicBezTo>
                  <a:pt x="92" y="0"/>
                  <a:pt x="92" y="0"/>
                  <a:pt x="92" y="0"/>
                </a:cubicBezTo>
                <a:cubicBezTo>
                  <a:pt x="177" y="0"/>
                  <a:pt x="177" y="0"/>
                  <a:pt x="177" y="0"/>
                </a:cubicBezTo>
                <a:cubicBezTo>
                  <a:pt x="177" y="106"/>
                  <a:pt x="177" y="106"/>
                  <a:pt x="177" y="106"/>
                </a:cubicBezTo>
                <a:cubicBezTo>
                  <a:pt x="177" y="162"/>
                  <a:pt x="177" y="162"/>
                  <a:pt x="177" y="162"/>
                </a:cubicBezTo>
                <a:cubicBezTo>
                  <a:pt x="177" y="191"/>
                  <a:pt x="205" y="219"/>
                  <a:pt x="234" y="219"/>
                </a:cubicBezTo>
                <a:cubicBezTo>
                  <a:pt x="290" y="219"/>
                  <a:pt x="290" y="219"/>
                  <a:pt x="290" y="219"/>
                </a:cubicBezTo>
                <a:cubicBezTo>
                  <a:pt x="417" y="219"/>
                  <a:pt x="417" y="219"/>
                  <a:pt x="417" y="219"/>
                </a:cubicBezTo>
                <a:cubicBezTo>
                  <a:pt x="417" y="374"/>
                  <a:pt x="417" y="374"/>
                  <a:pt x="417" y="374"/>
                </a:cubicBezTo>
                <a:lnTo>
                  <a:pt x="417" y="403"/>
                </a:lnTo>
                <a:close/>
                <a:moveTo>
                  <a:pt x="234" y="191"/>
                </a:moveTo>
                <a:lnTo>
                  <a:pt x="234" y="191"/>
                </a:lnTo>
                <a:cubicBezTo>
                  <a:pt x="220" y="191"/>
                  <a:pt x="205" y="176"/>
                  <a:pt x="205" y="162"/>
                </a:cubicBezTo>
                <a:cubicBezTo>
                  <a:pt x="205" y="106"/>
                  <a:pt x="205" y="106"/>
                  <a:pt x="205" y="106"/>
                </a:cubicBezTo>
                <a:cubicBezTo>
                  <a:pt x="205" y="0"/>
                  <a:pt x="205" y="0"/>
                  <a:pt x="205" y="0"/>
                </a:cubicBezTo>
                <a:cubicBezTo>
                  <a:pt x="417" y="191"/>
                  <a:pt x="417" y="191"/>
                  <a:pt x="417" y="191"/>
                </a:cubicBezTo>
                <a:cubicBezTo>
                  <a:pt x="290" y="191"/>
                  <a:pt x="290" y="191"/>
                  <a:pt x="290" y="191"/>
                </a:cubicBezTo>
                <a:lnTo>
                  <a:pt x="234" y="19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7" name="Google Shape;1897;p28"/>
          <p:cNvSpPr/>
          <p:nvPr/>
        </p:nvSpPr>
        <p:spPr>
          <a:xfrm>
            <a:off x="4446988" y="4244729"/>
            <a:ext cx="465402" cy="509534"/>
          </a:xfrm>
          <a:custGeom>
            <a:rect b="b" l="l" r="r" t="t"/>
            <a:pathLst>
              <a:path extrusionOk="0" h="559" w="510">
                <a:moveTo>
                  <a:pt x="495" y="473"/>
                </a:moveTo>
                <a:lnTo>
                  <a:pt x="495" y="473"/>
                </a:lnTo>
                <a:cubicBezTo>
                  <a:pt x="424" y="544"/>
                  <a:pt x="424" y="544"/>
                  <a:pt x="424" y="544"/>
                </a:cubicBezTo>
                <a:cubicBezTo>
                  <a:pt x="417" y="551"/>
                  <a:pt x="410" y="558"/>
                  <a:pt x="403" y="558"/>
                </a:cubicBezTo>
                <a:cubicBezTo>
                  <a:pt x="396" y="558"/>
                  <a:pt x="389" y="551"/>
                  <a:pt x="382" y="544"/>
                </a:cubicBezTo>
                <a:cubicBezTo>
                  <a:pt x="347" y="509"/>
                  <a:pt x="347" y="509"/>
                  <a:pt x="347" y="509"/>
                </a:cubicBezTo>
                <a:cubicBezTo>
                  <a:pt x="340" y="502"/>
                  <a:pt x="340" y="495"/>
                  <a:pt x="340" y="487"/>
                </a:cubicBezTo>
                <a:cubicBezTo>
                  <a:pt x="340" y="473"/>
                  <a:pt x="347" y="459"/>
                  <a:pt x="368" y="459"/>
                </a:cubicBezTo>
                <a:cubicBezTo>
                  <a:pt x="375" y="459"/>
                  <a:pt x="382" y="466"/>
                  <a:pt x="382" y="473"/>
                </a:cubicBezTo>
                <a:cubicBezTo>
                  <a:pt x="403" y="487"/>
                  <a:pt x="403" y="487"/>
                  <a:pt x="403" y="487"/>
                </a:cubicBezTo>
                <a:cubicBezTo>
                  <a:pt x="460" y="431"/>
                  <a:pt x="460" y="431"/>
                  <a:pt x="460" y="431"/>
                </a:cubicBezTo>
                <a:cubicBezTo>
                  <a:pt x="467" y="424"/>
                  <a:pt x="474" y="424"/>
                  <a:pt x="481" y="424"/>
                </a:cubicBezTo>
                <a:cubicBezTo>
                  <a:pt x="495" y="424"/>
                  <a:pt x="509" y="438"/>
                  <a:pt x="509" y="452"/>
                </a:cubicBezTo>
                <a:cubicBezTo>
                  <a:pt x="509" y="459"/>
                  <a:pt x="502" y="466"/>
                  <a:pt x="495" y="473"/>
                </a:cubicBezTo>
                <a:close/>
                <a:moveTo>
                  <a:pt x="410" y="438"/>
                </a:moveTo>
                <a:lnTo>
                  <a:pt x="410" y="438"/>
                </a:lnTo>
                <a:cubicBezTo>
                  <a:pt x="403" y="445"/>
                  <a:pt x="403" y="445"/>
                  <a:pt x="403" y="445"/>
                </a:cubicBezTo>
                <a:cubicBezTo>
                  <a:pt x="396" y="438"/>
                  <a:pt x="382" y="431"/>
                  <a:pt x="368" y="431"/>
                </a:cubicBezTo>
                <a:cubicBezTo>
                  <a:pt x="333" y="431"/>
                  <a:pt x="311" y="459"/>
                  <a:pt x="311" y="487"/>
                </a:cubicBezTo>
                <a:cubicBezTo>
                  <a:pt x="311" y="509"/>
                  <a:pt x="318" y="523"/>
                  <a:pt x="325" y="530"/>
                </a:cubicBezTo>
                <a:cubicBezTo>
                  <a:pt x="340" y="544"/>
                  <a:pt x="340" y="544"/>
                  <a:pt x="340" y="544"/>
                </a:cubicBezTo>
                <a:cubicBezTo>
                  <a:pt x="241" y="544"/>
                  <a:pt x="241" y="544"/>
                  <a:pt x="241" y="544"/>
                </a:cubicBezTo>
                <a:cubicBezTo>
                  <a:pt x="29" y="544"/>
                  <a:pt x="29" y="544"/>
                  <a:pt x="29" y="544"/>
                </a:cubicBezTo>
                <a:cubicBezTo>
                  <a:pt x="7" y="544"/>
                  <a:pt x="0" y="537"/>
                  <a:pt x="0" y="516"/>
                </a:cubicBezTo>
                <a:cubicBezTo>
                  <a:pt x="0" y="28"/>
                  <a:pt x="0" y="28"/>
                  <a:pt x="0" y="28"/>
                </a:cubicBezTo>
                <a:cubicBezTo>
                  <a:pt x="0" y="14"/>
                  <a:pt x="7" y="0"/>
                  <a:pt x="29" y="0"/>
                </a:cubicBezTo>
                <a:cubicBezTo>
                  <a:pt x="92" y="0"/>
                  <a:pt x="92" y="0"/>
                  <a:pt x="92" y="0"/>
                </a:cubicBezTo>
                <a:cubicBezTo>
                  <a:pt x="177" y="0"/>
                  <a:pt x="177" y="0"/>
                  <a:pt x="177" y="0"/>
                </a:cubicBezTo>
                <a:cubicBezTo>
                  <a:pt x="177" y="106"/>
                  <a:pt x="177" y="106"/>
                  <a:pt x="177" y="106"/>
                </a:cubicBezTo>
                <a:cubicBezTo>
                  <a:pt x="177" y="162"/>
                  <a:pt x="177" y="162"/>
                  <a:pt x="177" y="162"/>
                </a:cubicBezTo>
                <a:cubicBezTo>
                  <a:pt x="177" y="191"/>
                  <a:pt x="205" y="219"/>
                  <a:pt x="234" y="219"/>
                </a:cubicBezTo>
                <a:cubicBezTo>
                  <a:pt x="290" y="219"/>
                  <a:pt x="290" y="219"/>
                  <a:pt x="290" y="219"/>
                </a:cubicBezTo>
                <a:cubicBezTo>
                  <a:pt x="410" y="219"/>
                  <a:pt x="410" y="219"/>
                  <a:pt x="410" y="219"/>
                </a:cubicBezTo>
                <a:cubicBezTo>
                  <a:pt x="410" y="388"/>
                  <a:pt x="410" y="388"/>
                  <a:pt x="410" y="388"/>
                </a:cubicBezTo>
                <a:lnTo>
                  <a:pt x="410" y="438"/>
                </a:lnTo>
                <a:close/>
                <a:moveTo>
                  <a:pt x="234" y="191"/>
                </a:moveTo>
                <a:lnTo>
                  <a:pt x="234" y="191"/>
                </a:lnTo>
                <a:cubicBezTo>
                  <a:pt x="219" y="191"/>
                  <a:pt x="205" y="176"/>
                  <a:pt x="205" y="162"/>
                </a:cubicBezTo>
                <a:cubicBezTo>
                  <a:pt x="205" y="106"/>
                  <a:pt x="205" y="106"/>
                  <a:pt x="205" y="106"/>
                </a:cubicBezTo>
                <a:cubicBezTo>
                  <a:pt x="205" y="0"/>
                  <a:pt x="205" y="0"/>
                  <a:pt x="205" y="0"/>
                </a:cubicBezTo>
                <a:cubicBezTo>
                  <a:pt x="410" y="191"/>
                  <a:pt x="410" y="191"/>
                  <a:pt x="410" y="191"/>
                </a:cubicBezTo>
                <a:cubicBezTo>
                  <a:pt x="290" y="191"/>
                  <a:pt x="290" y="191"/>
                  <a:pt x="290" y="191"/>
                </a:cubicBezTo>
                <a:lnTo>
                  <a:pt x="234" y="19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8" name="Google Shape;1898;p28"/>
          <p:cNvSpPr/>
          <p:nvPr/>
        </p:nvSpPr>
        <p:spPr>
          <a:xfrm>
            <a:off x="3484087" y="4244729"/>
            <a:ext cx="457378" cy="497499"/>
          </a:xfrm>
          <a:custGeom>
            <a:rect b="b" l="l" r="r" t="t"/>
            <a:pathLst>
              <a:path extrusionOk="0" h="545" w="503">
                <a:moveTo>
                  <a:pt x="474" y="516"/>
                </a:moveTo>
                <a:lnTo>
                  <a:pt x="474" y="516"/>
                </a:lnTo>
                <a:cubicBezTo>
                  <a:pt x="445" y="516"/>
                  <a:pt x="445" y="516"/>
                  <a:pt x="445" y="516"/>
                </a:cubicBezTo>
                <a:cubicBezTo>
                  <a:pt x="389" y="516"/>
                  <a:pt x="389" y="516"/>
                  <a:pt x="389" y="516"/>
                </a:cubicBezTo>
                <a:cubicBezTo>
                  <a:pt x="361" y="516"/>
                  <a:pt x="361" y="516"/>
                  <a:pt x="361" y="516"/>
                </a:cubicBezTo>
                <a:cubicBezTo>
                  <a:pt x="347" y="516"/>
                  <a:pt x="332" y="509"/>
                  <a:pt x="332" y="487"/>
                </a:cubicBezTo>
                <a:cubicBezTo>
                  <a:pt x="332" y="473"/>
                  <a:pt x="347" y="459"/>
                  <a:pt x="361" y="459"/>
                </a:cubicBezTo>
                <a:cubicBezTo>
                  <a:pt x="382" y="459"/>
                  <a:pt x="382" y="459"/>
                  <a:pt x="382" y="459"/>
                </a:cubicBezTo>
                <a:cubicBezTo>
                  <a:pt x="389" y="459"/>
                  <a:pt x="389" y="459"/>
                  <a:pt x="389" y="459"/>
                </a:cubicBezTo>
                <a:cubicBezTo>
                  <a:pt x="445" y="459"/>
                  <a:pt x="445" y="459"/>
                  <a:pt x="445" y="459"/>
                </a:cubicBezTo>
                <a:cubicBezTo>
                  <a:pt x="474" y="459"/>
                  <a:pt x="474" y="459"/>
                  <a:pt x="474" y="459"/>
                </a:cubicBezTo>
                <a:cubicBezTo>
                  <a:pt x="488" y="459"/>
                  <a:pt x="502" y="473"/>
                  <a:pt x="502" y="487"/>
                </a:cubicBezTo>
                <a:cubicBezTo>
                  <a:pt x="502" y="509"/>
                  <a:pt x="488" y="516"/>
                  <a:pt x="474" y="516"/>
                </a:cubicBezTo>
                <a:close/>
                <a:moveTo>
                  <a:pt x="417" y="374"/>
                </a:moveTo>
                <a:lnTo>
                  <a:pt x="417" y="374"/>
                </a:lnTo>
                <a:cubicBezTo>
                  <a:pt x="417" y="431"/>
                  <a:pt x="417" y="431"/>
                  <a:pt x="417" y="431"/>
                </a:cubicBezTo>
                <a:cubicBezTo>
                  <a:pt x="361" y="431"/>
                  <a:pt x="361" y="431"/>
                  <a:pt x="361" y="431"/>
                </a:cubicBezTo>
                <a:cubicBezTo>
                  <a:pt x="332" y="431"/>
                  <a:pt x="304" y="459"/>
                  <a:pt x="304" y="487"/>
                </a:cubicBezTo>
                <a:cubicBezTo>
                  <a:pt x="304" y="523"/>
                  <a:pt x="332" y="544"/>
                  <a:pt x="361" y="544"/>
                </a:cubicBezTo>
                <a:cubicBezTo>
                  <a:pt x="28" y="544"/>
                  <a:pt x="28" y="544"/>
                  <a:pt x="28" y="544"/>
                </a:cubicBezTo>
                <a:cubicBezTo>
                  <a:pt x="14" y="544"/>
                  <a:pt x="0" y="537"/>
                  <a:pt x="0" y="516"/>
                </a:cubicBezTo>
                <a:cubicBezTo>
                  <a:pt x="0" y="28"/>
                  <a:pt x="0" y="28"/>
                  <a:pt x="0" y="28"/>
                </a:cubicBezTo>
                <a:cubicBezTo>
                  <a:pt x="0" y="14"/>
                  <a:pt x="14" y="0"/>
                  <a:pt x="28" y="0"/>
                </a:cubicBezTo>
                <a:cubicBezTo>
                  <a:pt x="99" y="0"/>
                  <a:pt x="99" y="0"/>
                  <a:pt x="99" y="0"/>
                </a:cubicBezTo>
                <a:cubicBezTo>
                  <a:pt x="184" y="0"/>
                  <a:pt x="184" y="0"/>
                  <a:pt x="184" y="0"/>
                </a:cubicBezTo>
                <a:cubicBezTo>
                  <a:pt x="184" y="106"/>
                  <a:pt x="184" y="106"/>
                  <a:pt x="184" y="106"/>
                </a:cubicBezTo>
                <a:cubicBezTo>
                  <a:pt x="184" y="162"/>
                  <a:pt x="184" y="162"/>
                  <a:pt x="184" y="162"/>
                </a:cubicBezTo>
                <a:cubicBezTo>
                  <a:pt x="184" y="191"/>
                  <a:pt x="205" y="219"/>
                  <a:pt x="241" y="219"/>
                </a:cubicBezTo>
                <a:cubicBezTo>
                  <a:pt x="297" y="219"/>
                  <a:pt x="297" y="219"/>
                  <a:pt x="297" y="219"/>
                </a:cubicBezTo>
                <a:cubicBezTo>
                  <a:pt x="417" y="219"/>
                  <a:pt x="417" y="219"/>
                  <a:pt x="417" y="219"/>
                </a:cubicBezTo>
                <a:cubicBezTo>
                  <a:pt x="417" y="374"/>
                  <a:pt x="417" y="374"/>
                  <a:pt x="417" y="374"/>
                </a:cubicBezTo>
                <a:close/>
                <a:moveTo>
                  <a:pt x="241" y="191"/>
                </a:moveTo>
                <a:lnTo>
                  <a:pt x="241" y="191"/>
                </a:lnTo>
                <a:cubicBezTo>
                  <a:pt x="219" y="191"/>
                  <a:pt x="212" y="176"/>
                  <a:pt x="212" y="162"/>
                </a:cubicBezTo>
                <a:cubicBezTo>
                  <a:pt x="212" y="106"/>
                  <a:pt x="212" y="106"/>
                  <a:pt x="212" y="106"/>
                </a:cubicBezTo>
                <a:cubicBezTo>
                  <a:pt x="212" y="0"/>
                  <a:pt x="212" y="0"/>
                  <a:pt x="212" y="0"/>
                </a:cubicBezTo>
                <a:cubicBezTo>
                  <a:pt x="417" y="191"/>
                  <a:pt x="417" y="191"/>
                  <a:pt x="417" y="191"/>
                </a:cubicBezTo>
                <a:cubicBezTo>
                  <a:pt x="297" y="191"/>
                  <a:pt x="297" y="191"/>
                  <a:pt x="297" y="191"/>
                </a:cubicBezTo>
                <a:lnTo>
                  <a:pt x="241" y="19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9" name="Google Shape;1899;p28"/>
          <p:cNvSpPr/>
          <p:nvPr/>
        </p:nvSpPr>
        <p:spPr>
          <a:xfrm>
            <a:off x="2525199" y="4244729"/>
            <a:ext cx="457378" cy="521571"/>
          </a:xfrm>
          <a:custGeom>
            <a:rect b="b" l="l" r="r" t="t"/>
            <a:pathLst>
              <a:path extrusionOk="0" h="573" w="503">
                <a:moveTo>
                  <a:pt x="474" y="516"/>
                </a:moveTo>
                <a:lnTo>
                  <a:pt x="474" y="516"/>
                </a:lnTo>
                <a:cubicBezTo>
                  <a:pt x="445" y="516"/>
                  <a:pt x="445" y="516"/>
                  <a:pt x="445" y="516"/>
                </a:cubicBezTo>
                <a:cubicBezTo>
                  <a:pt x="445" y="544"/>
                  <a:pt x="445" y="544"/>
                  <a:pt x="445" y="544"/>
                </a:cubicBezTo>
                <a:cubicBezTo>
                  <a:pt x="445" y="565"/>
                  <a:pt x="431" y="572"/>
                  <a:pt x="417" y="572"/>
                </a:cubicBezTo>
                <a:cubicBezTo>
                  <a:pt x="396" y="572"/>
                  <a:pt x="389" y="565"/>
                  <a:pt x="389" y="544"/>
                </a:cubicBezTo>
                <a:cubicBezTo>
                  <a:pt x="389" y="516"/>
                  <a:pt x="389" y="516"/>
                  <a:pt x="389" y="516"/>
                </a:cubicBezTo>
                <a:cubicBezTo>
                  <a:pt x="361" y="516"/>
                  <a:pt x="361" y="516"/>
                  <a:pt x="361" y="516"/>
                </a:cubicBezTo>
                <a:cubicBezTo>
                  <a:pt x="339" y="516"/>
                  <a:pt x="332" y="509"/>
                  <a:pt x="332" y="487"/>
                </a:cubicBezTo>
                <a:cubicBezTo>
                  <a:pt x="332" y="473"/>
                  <a:pt x="339" y="459"/>
                  <a:pt x="361" y="459"/>
                </a:cubicBezTo>
                <a:cubicBezTo>
                  <a:pt x="389" y="459"/>
                  <a:pt x="389" y="459"/>
                  <a:pt x="389" y="459"/>
                </a:cubicBezTo>
                <a:cubicBezTo>
                  <a:pt x="389" y="431"/>
                  <a:pt x="389" y="431"/>
                  <a:pt x="389" y="431"/>
                </a:cubicBezTo>
                <a:cubicBezTo>
                  <a:pt x="389" y="417"/>
                  <a:pt x="396" y="403"/>
                  <a:pt x="417" y="403"/>
                </a:cubicBezTo>
                <a:cubicBezTo>
                  <a:pt x="431" y="403"/>
                  <a:pt x="445" y="417"/>
                  <a:pt x="445" y="431"/>
                </a:cubicBezTo>
                <a:cubicBezTo>
                  <a:pt x="445" y="459"/>
                  <a:pt x="445" y="459"/>
                  <a:pt x="445" y="459"/>
                </a:cubicBezTo>
                <a:cubicBezTo>
                  <a:pt x="474" y="459"/>
                  <a:pt x="474" y="459"/>
                  <a:pt x="474" y="459"/>
                </a:cubicBezTo>
                <a:cubicBezTo>
                  <a:pt x="488" y="459"/>
                  <a:pt x="502" y="473"/>
                  <a:pt x="502" y="487"/>
                </a:cubicBezTo>
                <a:cubicBezTo>
                  <a:pt x="502" y="509"/>
                  <a:pt x="488" y="516"/>
                  <a:pt x="474" y="516"/>
                </a:cubicBezTo>
                <a:close/>
                <a:moveTo>
                  <a:pt x="361" y="431"/>
                </a:moveTo>
                <a:lnTo>
                  <a:pt x="361" y="431"/>
                </a:lnTo>
                <a:cubicBezTo>
                  <a:pt x="325" y="431"/>
                  <a:pt x="304" y="459"/>
                  <a:pt x="304" y="487"/>
                </a:cubicBezTo>
                <a:cubicBezTo>
                  <a:pt x="304" y="523"/>
                  <a:pt x="325" y="544"/>
                  <a:pt x="361" y="544"/>
                </a:cubicBezTo>
                <a:cubicBezTo>
                  <a:pt x="28" y="544"/>
                  <a:pt x="28" y="544"/>
                  <a:pt x="28" y="544"/>
                </a:cubicBezTo>
                <a:cubicBezTo>
                  <a:pt x="14" y="544"/>
                  <a:pt x="0" y="537"/>
                  <a:pt x="0" y="516"/>
                </a:cubicBezTo>
                <a:cubicBezTo>
                  <a:pt x="0" y="28"/>
                  <a:pt x="0" y="28"/>
                  <a:pt x="0" y="28"/>
                </a:cubicBezTo>
                <a:cubicBezTo>
                  <a:pt x="0" y="14"/>
                  <a:pt x="14" y="0"/>
                  <a:pt x="28" y="0"/>
                </a:cubicBezTo>
                <a:cubicBezTo>
                  <a:pt x="92" y="0"/>
                  <a:pt x="92" y="0"/>
                  <a:pt x="92" y="0"/>
                </a:cubicBezTo>
                <a:cubicBezTo>
                  <a:pt x="177" y="0"/>
                  <a:pt x="177" y="0"/>
                  <a:pt x="177" y="0"/>
                </a:cubicBezTo>
                <a:cubicBezTo>
                  <a:pt x="177" y="106"/>
                  <a:pt x="177" y="106"/>
                  <a:pt x="177" y="106"/>
                </a:cubicBezTo>
                <a:cubicBezTo>
                  <a:pt x="177" y="162"/>
                  <a:pt x="177" y="162"/>
                  <a:pt x="177" y="162"/>
                </a:cubicBezTo>
                <a:cubicBezTo>
                  <a:pt x="177" y="191"/>
                  <a:pt x="205" y="219"/>
                  <a:pt x="233" y="219"/>
                </a:cubicBezTo>
                <a:cubicBezTo>
                  <a:pt x="290" y="219"/>
                  <a:pt x="290" y="219"/>
                  <a:pt x="290" y="219"/>
                </a:cubicBezTo>
                <a:cubicBezTo>
                  <a:pt x="417" y="219"/>
                  <a:pt x="417" y="219"/>
                  <a:pt x="417" y="219"/>
                </a:cubicBezTo>
                <a:cubicBezTo>
                  <a:pt x="417" y="374"/>
                  <a:pt x="417" y="374"/>
                  <a:pt x="417" y="374"/>
                </a:cubicBezTo>
                <a:cubicBezTo>
                  <a:pt x="382" y="374"/>
                  <a:pt x="361" y="403"/>
                  <a:pt x="361" y="431"/>
                </a:cubicBezTo>
                <a:close/>
                <a:moveTo>
                  <a:pt x="233" y="191"/>
                </a:moveTo>
                <a:lnTo>
                  <a:pt x="233" y="191"/>
                </a:lnTo>
                <a:cubicBezTo>
                  <a:pt x="219" y="191"/>
                  <a:pt x="205" y="176"/>
                  <a:pt x="205" y="162"/>
                </a:cubicBezTo>
                <a:cubicBezTo>
                  <a:pt x="205" y="106"/>
                  <a:pt x="205" y="106"/>
                  <a:pt x="205" y="106"/>
                </a:cubicBezTo>
                <a:cubicBezTo>
                  <a:pt x="205" y="0"/>
                  <a:pt x="205" y="0"/>
                  <a:pt x="205" y="0"/>
                </a:cubicBezTo>
                <a:cubicBezTo>
                  <a:pt x="417" y="191"/>
                  <a:pt x="417" y="191"/>
                  <a:pt x="417" y="191"/>
                </a:cubicBezTo>
                <a:cubicBezTo>
                  <a:pt x="290" y="191"/>
                  <a:pt x="290" y="191"/>
                  <a:pt x="290" y="191"/>
                </a:cubicBezTo>
                <a:lnTo>
                  <a:pt x="233" y="19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0" name="Google Shape;1900;p28"/>
          <p:cNvSpPr/>
          <p:nvPr/>
        </p:nvSpPr>
        <p:spPr>
          <a:xfrm>
            <a:off x="1542236" y="4224667"/>
            <a:ext cx="425281" cy="553668"/>
          </a:xfrm>
          <a:custGeom>
            <a:rect b="b" l="l" r="r" t="t"/>
            <a:pathLst>
              <a:path extrusionOk="0" h="609" w="467">
                <a:moveTo>
                  <a:pt x="438" y="552"/>
                </a:moveTo>
                <a:lnTo>
                  <a:pt x="438" y="552"/>
                </a:lnTo>
                <a:cubicBezTo>
                  <a:pt x="85" y="552"/>
                  <a:pt x="85" y="552"/>
                  <a:pt x="85" y="552"/>
                </a:cubicBezTo>
                <a:cubicBezTo>
                  <a:pt x="63" y="552"/>
                  <a:pt x="56" y="538"/>
                  <a:pt x="56" y="524"/>
                </a:cubicBezTo>
                <a:cubicBezTo>
                  <a:pt x="56" y="29"/>
                  <a:pt x="56" y="29"/>
                  <a:pt x="56" y="29"/>
                </a:cubicBezTo>
                <a:cubicBezTo>
                  <a:pt x="56" y="15"/>
                  <a:pt x="63" y="0"/>
                  <a:pt x="85" y="0"/>
                </a:cubicBezTo>
                <a:cubicBezTo>
                  <a:pt x="233" y="0"/>
                  <a:pt x="233" y="0"/>
                  <a:pt x="233" y="0"/>
                </a:cubicBezTo>
                <a:cubicBezTo>
                  <a:pt x="233" y="107"/>
                  <a:pt x="233" y="107"/>
                  <a:pt x="233" y="107"/>
                </a:cubicBezTo>
                <a:cubicBezTo>
                  <a:pt x="233" y="163"/>
                  <a:pt x="233" y="163"/>
                  <a:pt x="233" y="163"/>
                </a:cubicBezTo>
                <a:cubicBezTo>
                  <a:pt x="233" y="191"/>
                  <a:pt x="261" y="220"/>
                  <a:pt x="290" y="220"/>
                </a:cubicBezTo>
                <a:cubicBezTo>
                  <a:pt x="346" y="220"/>
                  <a:pt x="346" y="220"/>
                  <a:pt x="346" y="220"/>
                </a:cubicBezTo>
                <a:cubicBezTo>
                  <a:pt x="466" y="220"/>
                  <a:pt x="466" y="220"/>
                  <a:pt x="466" y="220"/>
                </a:cubicBezTo>
                <a:cubicBezTo>
                  <a:pt x="466" y="446"/>
                  <a:pt x="466" y="446"/>
                  <a:pt x="466" y="446"/>
                </a:cubicBezTo>
                <a:cubicBezTo>
                  <a:pt x="466" y="524"/>
                  <a:pt x="466" y="524"/>
                  <a:pt x="466" y="524"/>
                </a:cubicBezTo>
                <a:cubicBezTo>
                  <a:pt x="466" y="538"/>
                  <a:pt x="459" y="552"/>
                  <a:pt x="438" y="552"/>
                </a:cubicBezTo>
                <a:close/>
                <a:moveTo>
                  <a:pt x="290" y="191"/>
                </a:moveTo>
                <a:lnTo>
                  <a:pt x="290" y="191"/>
                </a:lnTo>
                <a:cubicBezTo>
                  <a:pt x="275" y="191"/>
                  <a:pt x="261" y="177"/>
                  <a:pt x="261" y="163"/>
                </a:cubicBezTo>
                <a:cubicBezTo>
                  <a:pt x="261" y="107"/>
                  <a:pt x="261" y="107"/>
                  <a:pt x="261" y="107"/>
                </a:cubicBezTo>
                <a:cubicBezTo>
                  <a:pt x="261" y="0"/>
                  <a:pt x="261" y="0"/>
                  <a:pt x="261" y="0"/>
                </a:cubicBezTo>
                <a:cubicBezTo>
                  <a:pt x="466" y="191"/>
                  <a:pt x="466" y="191"/>
                  <a:pt x="466" y="191"/>
                </a:cubicBezTo>
                <a:cubicBezTo>
                  <a:pt x="346" y="191"/>
                  <a:pt x="346" y="191"/>
                  <a:pt x="346" y="191"/>
                </a:cubicBezTo>
                <a:lnTo>
                  <a:pt x="290" y="191"/>
                </a:lnTo>
                <a:close/>
                <a:moveTo>
                  <a:pt x="106" y="580"/>
                </a:moveTo>
                <a:lnTo>
                  <a:pt x="106" y="580"/>
                </a:lnTo>
                <a:cubicBezTo>
                  <a:pt x="127" y="580"/>
                  <a:pt x="127" y="580"/>
                  <a:pt x="127" y="580"/>
                </a:cubicBezTo>
                <a:cubicBezTo>
                  <a:pt x="311" y="580"/>
                  <a:pt x="311" y="580"/>
                  <a:pt x="311" y="580"/>
                </a:cubicBezTo>
                <a:cubicBezTo>
                  <a:pt x="353" y="580"/>
                  <a:pt x="353" y="580"/>
                  <a:pt x="353" y="580"/>
                </a:cubicBezTo>
                <a:cubicBezTo>
                  <a:pt x="410" y="580"/>
                  <a:pt x="410" y="580"/>
                  <a:pt x="410" y="580"/>
                </a:cubicBezTo>
                <a:cubicBezTo>
                  <a:pt x="410" y="594"/>
                  <a:pt x="403" y="608"/>
                  <a:pt x="381" y="608"/>
                </a:cubicBezTo>
                <a:cubicBezTo>
                  <a:pt x="56" y="608"/>
                  <a:pt x="56" y="608"/>
                  <a:pt x="56" y="608"/>
                </a:cubicBezTo>
                <a:cubicBezTo>
                  <a:pt x="21" y="608"/>
                  <a:pt x="0" y="580"/>
                  <a:pt x="0" y="552"/>
                </a:cubicBezTo>
                <a:cubicBezTo>
                  <a:pt x="0" y="85"/>
                  <a:pt x="0" y="85"/>
                  <a:pt x="0" y="85"/>
                </a:cubicBezTo>
                <a:cubicBezTo>
                  <a:pt x="0" y="71"/>
                  <a:pt x="7" y="57"/>
                  <a:pt x="28" y="57"/>
                </a:cubicBezTo>
                <a:cubicBezTo>
                  <a:pt x="28" y="142"/>
                  <a:pt x="28" y="142"/>
                  <a:pt x="28" y="142"/>
                </a:cubicBezTo>
                <a:cubicBezTo>
                  <a:pt x="28" y="474"/>
                  <a:pt x="28" y="474"/>
                  <a:pt x="28" y="474"/>
                </a:cubicBezTo>
                <a:cubicBezTo>
                  <a:pt x="28" y="524"/>
                  <a:pt x="28" y="524"/>
                  <a:pt x="28" y="524"/>
                </a:cubicBezTo>
                <a:cubicBezTo>
                  <a:pt x="28" y="552"/>
                  <a:pt x="49" y="580"/>
                  <a:pt x="85" y="580"/>
                </a:cubicBezTo>
                <a:lnTo>
                  <a:pt x="106" y="58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1" name="Google Shape;1901;p28"/>
          <p:cNvSpPr/>
          <p:nvPr/>
        </p:nvSpPr>
        <p:spPr>
          <a:xfrm>
            <a:off x="603408" y="4244729"/>
            <a:ext cx="381150" cy="497499"/>
          </a:xfrm>
          <a:custGeom>
            <a:rect b="b" l="l" r="r" t="t"/>
            <a:pathLst>
              <a:path extrusionOk="0" h="545" w="418">
                <a:moveTo>
                  <a:pt x="389" y="544"/>
                </a:moveTo>
                <a:lnTo>
                  <a:pt x="389" y="544"/>
                </a:lnTo>
                <a:cubicBezTo>
                  <a:pt x="28" y="544"/>
                  <a:pt x="28" y="544"/>
                  <a:pt x="28" y="544"/>
                </a:cubicBezTo>
                <a:cubicBezTo>
                  <a:pt x="14" y="544"/>
                  <a:pt x="0" y="537"/>
                  <a:pt x="0" y="516"/>
                </a:cubicBezTo>
                <a:cubicBezTo>
                  <a:pt x="0" y="28"/>
                  <a:pt x="0" y="28"/>
                  <a:pt x="0" y="28"/>
                </a:cubicBezTo>
                <a:cubicBezTo>
                  <a:pt x="0" y="14"/>
                  <a:pt x="14" y="0"/>
                  <a:pt x="28" y="0"/>
                </a:cubicBezTo>
                <a:cubicBezTo>
                  <a:pt x="184" y="0"/>
                  <a:pt x="184" y="0"/>
                  <a:pt x="184" y="0"/>
                </a:cubicBezTo>
                <a:cubicBezTo>
                  <a:pt x="184" y="106"/>
                  <a:pt x="184" y="106"/>
                  <a:pt x="184" y="106"/>
                </a:cubicBezTo>
                <a:cubicBezTo>
                  <a:pt x="184" y="162"/>
                  <a:pt x="184" y="162"/>
                  <a:pt x="184" y="162"/>
                </a:cubicBezTo>
                <a:cubicBezTo>
                  <a:pt x="184" y="191"/>
                  <a:pt x="205" y="219"/>
                  <a:pt x="240" y="219"/>
                </a:cubicBezTo>
                <a:cubicBezTo>
                  <a:pt x="297" y="219"/>
                  <a:pt x="297" y="219"/>
                  <a:pt x="297" y="219"/>
                </a:cubicBezTo>
                <a:cubicBezTo>
                  <a:pt x="417" y="219"/>
                  <a:pt x="417" y="219"/>
                  <a:pt x="417" y="219"/>
                </a:cubicBezTo>
                <a:cubicBezTo>
                  <a:pt x="417" y="445"/>
                  <a:pt x="417" y="445"/>
                  <a:pt x="417" y="445"/>
                </a:cubicBezTo>
                <a:cubicBezTo>
                  <a:pt x="417" y="516"/>
                  <a:pt x="417" y="516"/>
                  <a:pt x="417" y="516"/>
                </a:cubicBezTo>
                <a:cubicBezTo>
                  <a:pt x="417" y="537"/>
                  <a:pt x="403" y="544"/>
                  <a:pt x="389" y="544"/>
                </a:cubicBezTo>
                <a:close/>
                <a:moveTo>
                  <a:pt x="240" y="191"/>
                </a:moveTo>
                <a:lnTo>
                  <a:pt x="240" y="191"/>
                </a:lnTo>
                <a:cubicBezTo>
                  <a:pt x="219" y="191"/>
                  <a:pt x="212" y="176"/>
                  <a:pt x="212" y="162"/>
                </a:cubicBezTo>
                <a:cubicBezTo>
                  <a:pt x="212" y="106"/>
                  <a:pt x="212" y="106"/>
                  <a:pt x="212" y="106"/>
                </a:cubicBezTo>
                <a:cubicBezTo>
                  <a:pt x="212" y="0"/>
                  <a:pt x="212" y="0"/>
                  <a:pt x="212" y="0"/>
                </a:cubicBezTo>
                <a:cubicBezTo>
                  <a:pt x="417" y="191"/>
                  <a:pt x="417" y="191"/>
                  <a:pt x="417" y="191"/>
                </a:cubicBezTo>
                <a:cubicBezTo>
                  <a:pt x="297" y="191"/>
                  <a:pt x="297" y="191"/>
                  <a:pt x="297" y="191"/>
                </a:cubicBezTo>
                <a:lnTo>
                  <a:pt x="240" y="19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2" name="Google Shape;1902;p28"/>
          <p:cNvSpPr/>
          <p:nvPr/>
        </p:nvSpPr>
        <p:spPr>
          <a:xfrm>
            <a:off x="11082983" y="3325960"/>
            <a:ext cx="549657" cy="489475"/>
          </a:xfrm>
          <a:custGeom>
            <a:rect b="b" l="l" r="r" t="t"/>
            <a:pathLst>
              <a:path extrusionOk="0" h="538" w="602">
                <a:moveTo>
                  <a:pt x="573" y="339"/>
                </a:moveTo>
                <a:lnTo>
                  <a:pt x="573" y="339"/>
                </a:lnTo>
                <a:cubicBezTo>
                  <a:pt x="558" y="339"/>
                  <a:pt x="544" y="346"/>
                  <a:pt x="530" y="360"/>
                </a:cubicBezTo>
                <a:cubicBezTo>
                  <a:pt x="516" y="375"/>
                  <a:pt x="516" y="375"/>
                  <a:pt x="516" y="375"/>
                </a:cubicBezTo>
                <a:cubicBezTo>
                  <a:pt x="502" y="360"/>
                  <a:pt x="502" y="360"/>
                  <a:pt x="502" y="360"/>
                </a:cubicBezTo>
                <a:cubicBezTo>
                  <a:pt x="488" y="346"/>
                  <a:pt x="474" y="339"/>
                  <a:pt x="459" y="339"/>
                </a:cubicBezTo>
                <a:cubicBezTo>
                  <a:pt x="431" y="339"/>
                  <a:pt x="403" y="367"/>
                  <a:pt x="403" y="396"/>
                </a:cubicBezTo>
                <a:cubicBezTo>
                  <a:pt x="403" y="417"/>
                  <a:pt x="410" y="431"/>
                  <a:pt x="417" y="438"/>
                </a:cubicBezTo>
                <a:cubicBezTo>
                  <a:pt x="438" y="452"/>
                  <a:pt x="438" y="452"/>
                  <a:pt x="438" y="452"/>
                </a:cubicBezTo>
                <a:cubicBezTo>
                  <a:pt x="417" y="474"/>
                  <a:pt x="417" y="474"/>
                  <a:pt x="417" y="474"/>
                </a:cubicBezTo>
                <a:cubicBezTo>
                  <a:pt x="410" y="474"/>
                  <a:pt x="410" y="474"/>
                  <a:pt x="410" y="474"/>
                </a:cubicBezTo>
                <a:cubicBezTo>
                  <a:pt x="28" y="474"/>
                  <a:pt x="28" y="474"/>
                  <a:pt x="28" y="474"/>
                </a:cubicBezTo>
                <a:cubicBezTo>
                  <a:pt x="7" y="474"/>
                  <a:pt x="0" y="459"/>
                  <a:pt x="0" y="445"/>
                </a:cubicBezTo>
                <a:cubicBezTo>
                  <a:pt x="0" y="410"/>
                  <a:pt x="0" y="410"/>
                  <a:pt x="0" y="410"/>
                </a:cubicBezTo>
                <a:cubicBezTo>
                  <a:pt x="0" y="360"/>
                  <a:pt x="0" y="360"/>
                  <a:pt x="0" y="360"/>
                </a:cubicBezTo>
                <a:cubicBezTo>
                  <a:pt x="0" y="325"/>
                  <a:pt x="0" y="325"/>
                  <a:pt x="0" y="325"/>
                </a:cubicBezTo>
                <a:cubicBezTo>
                  <a:pt x="0" y="276"/>
                  <a:pt x="0" y="276"/>
                  <a:pt x="0" y="276"/>
                </a:cubicBezTo>
                <a:cubicBezTo>
                  <a:pt x="0" y="240"/>
                  <a:pt x="0" y="240"/>
                  <a:pt x="0" y="240"/>
                </a:cubicBezTo>
                <a:cubicBezTo>
                  <a:pt x="0" y="141"/>
                  <a:pt x="0" y="141"/>
                  <a:pt x="0" y="141"/>
                </a:cubicBezTo>
                <a:cubicBezTo>
                  <a:pt x="601" y="141"/>
                  <a:pt x="601" y="141"/>
                  <a:pt x="601" y="141"/>
                </a:cubicBezTo>
                <a:cubicBezTo>
                  <a:pt x="601" y="240"/>
                  <a:pt x="601" y="240"/>
                  <a:pt x="601" y="240"/>
                </a:cubicBezTo>
                <a:cubicBezTo>
                  <a:pt x="601" y="276"/>
                  <a:pt x="601" y="276"/>
                  <a:pt x="601" y="276"/>
                </a:cubicBezTo>
                <a:cubicBezTo>
                  <a:pt x="601" y="325"/>
                  <a:pt x="601" y="325"/>
                  <a:pt x="601" y="325"/>
                </a:cubicBezTo>
                <a:cubicBezTo>
                  <a:pt x="601" y="346"/>
                  <a:pt x="601" y="346"/>
                  <a:pt x="601" y="346"/>
                </a:cubicBezTo>
                <a:cubicBezTo>
                  <a:pt x="594" y="346"/>
                  <a:pt x="580" y="339"/>
                  <a:pt x="573" y="339"/>
                </a:cubicBezTo>
                <a:close/>
                <a:moveTo>
                  <a:pt x="0" y="85"/>
                </a:moveTo>
                <a:lnTo>
                  <a:pt x="0" y="85"/>
                </a:lnTo>
                <a:cubicBezTo>
                  <a:pt x="0" y="71"/>
                  <a:pt x="0" y="71"/>
                  <a:pt x="0" y="71"/>
                </a:cubicBezTo>
                <a:cubicBezTo>
                  <a:pt x="0" y="28"/>
                  <a:pt x="0" y="28"/>
                  <a:pt x="0" y="28"/>
                </a:cubicBezTo>
                <a:cubicBezTo>
                  <a:pt x="0" y="14"/>
                  <a:pt x="7" y="0"/>
                  <a:pt x="28" y="0"/>
                </a:cubicBezTo>
                <a:cubicBezTo>
                  <a:pt x="64" y="0"/>
                  <a:pt x="64" y="0"/>
                  <a:pt x="64" y="0"/>
                </a:cubicBezTo>
                <a:cubicBezTo>
                  <a:pt x="85" y="0"/>
                  <a:pt x="85" y="0"/>
                  <a:pt x="85" y="0"/>
                </a:cubicBezTo>
                <a:cubicBezTo>
                  <a:pt x="113" y="0"/>
                  <a:pt x="113" y="0"/>
                  <a:pt x="113" y="0"/>
                </a:cubicBezTo>
                <a:cubicBezTo>
                  <a:pt x="170" y="0"/>
                  <a:pt x="170" y="0"/>
                  <a:pt x="170" y="0"/>
                </a:cubicBezTo>
                <a:cubicBezTo>
                  <a:pt x="226" y="56"/>
                  <a:pt x="226" y="56"/>
                  <a:pt x="226" y="56"/>
                </a:cubicBezTo>
                <a:cubicBezTo>
                  <a:pt x="573" y="56"/>
                  <a:pt x="573" y="56"/>
                  <a:pt x="573" y="56"/>
                </a:cubicBezTo>
                <a:cubicBezTo>
                  <a:pt x="587" y="56"/>
                  <a:pt x="601" y="71"/>
                  <a:pt x="601" y="85"/>
                </a:cubicBezTo>
                <a:cubicBezTo>
                  <a:pt x="601" y="113"/>
                  <a:pt x="601" y="113"/>
                  <a:pt x="601" y="113"/>
                </a:cubicBezTo>
                <a:cubicBezTo>
                  <a:pt x="0" y="113"/>
                  <a:pt x="0" y="113"/>
                  <a:pt x="0" y="113"/>
                </a:cubicBezTo>
                <a:lnTo>
                  <a:pt x="0" y="85"/>
                </a:lnTo>
                <a:close/>
                <a:moveTo>
                  <a:pt x="438" y="495"/>
                </a:moveTo>
                <a:lnTo>
                  <a:pt x="438" y="495"/>
                </a:lnTo>
                <a:cubicBezTo>
                  <a:pt x="474" y="452"/>
                  <a:pt x="474" y="452"/>
                  <a:pt x="474" y="452"/>
                </a:cubicBezTo>
                <a:cubicBezTo>
                  <a:pt x="438" y="417"/>
                  <a:pt x="438" y="417"/>
                  <a:pt x="438" y="417"/>
                </a:cubicBezTo>
                <a:cubicBezTo>
                  <a:pt x="431" y="410"/>
                  <a:pt x="431" y="403"/>
                  <a:pt x="431" y="396"/>
                </a:cubicBezTo>
                <a:cubicBezTo>
                  <a:pt x="431" y="382"/>
                  <a:pt x="445" y="367"/>
                  <a:pt x="459" y="367"/>
                </a:cubicBezTo>
                <a:cubicBezTo>
                  <a:pt x="466" y="367"/>
                  <a:pt x="474" y="375"/>
                  <a:pt x="481" y="382"/>
                </a:cubicBezTo>
                <a:cubicBezTo>
                  <a:pt x="516" y="417"/>
                  <a:pt x="516" y="417"/>
                  <a:pt x="516" y="417"/>
                </a:cubicBezTo>
                <a:cubicBezTo>
                  <a:pt x="551" y="382"/>
                  <a:pt x="551" y="382"/>
                  <a:pt x="551" y="382"/>
                </a:cubicBezTo>
                <a:cubicBezTo>
                  <a:pt x="558" y="375"/>
                  <a:pt x="565" y="367"/>
                  <a:pt x="573" y="367"/>
                </a:cubicBezTo>
                <a:cubicBezTo>
                  <a:pt x="587" y="367"/>
                  <a:pt x="601" y="382"/>
                  <a:pt x="601" y="396"/>
                </a:cubicBezTo>
                <a:cubicBezTo>
                  <a:pt x="601" y="403"/>
                  <a:pt x="601" y="410"/>
                  <a:pt x="594" y="417"/>
                </a:cubicBezTo>
                <a:cubicBezTo>
                  <a:pt x="558" y="452"/>
                  <a:pt x="558" y="452"/>
                  <a:pt x="558" y="452"/>
                </a:cubicBezTo>
                <a:cubicBezTo>
                  <a:pt x="594" y="495"/>
                  <a:pt x="594" y="495"/>
                  <a:pt x="594" y="495"/>
                </a:cubicBezTo>
                <a:cubicBezTo>
                  <a:pt x="601" y="495"/>
                  <a:pt x="601" y="502"/>
                  <a:pt x="601" y="509"/>
                </a:cubicBezTo>
                <a:cubicBezTo>
                  <a:pt x="601" y="530"/>
                  <a:pt x="587" y="537"/>
                  <a:pt x="573" y="537"/>
                </a:cubicBezTo>
                <a:cubicBezTo>
                  <a:pt x="565" y="537"/>
                  <a:pt x="558" y="537"/>
                  <a:pt x="551" y="530"/>
                </a:cubicBezTo>
                <a:cubicBezTo>
                  <a:pt x="516" y="495"/>
                  <a:pt x="516" y="495"/>
                  <a:pt x="516" y="495"/>
                </a:cubicBezTo>
                <a:cubicBezTo>
                  <a:pt x="481" y="530"/>
                  <a:pt x="481" y="530"/>
                  <a:pt x="481" y="530"/>
                </a:cubicBezTo>
                <a:cubicBezTo>
                  <a:pt x="474" y="537"/>
                  <a:pt x="466" y="537"/>
                  <a:pt x="459" y="537"/>
                </a:cubicBezTo>
                <a:cubicBezTo>
                  <a:pt x="445" y="537"/>
                  <a:pt x="431" y="530"/>
                  <a:pt x="431" y="509"/>
                </a:cubicBezTo>
                <a:cubicBezTo>
                  <a:pt x="431" y="502"/>
                  <a:pt x="431" y="495"/>
                  <a:pt x="438" y="49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3" name="Google Shape;1903;p28"/>
          <p:cNvSpPr/>
          <p:nvPr/>
        </p:nvSpPr>
        <p:spPr>
          <a:xfrm>
            <a:off x="10116071" y="3325960"/>
            <a:ext cx="553668" cy="477440"/>
          </a:xfrm>
          <a:custGeom>
            <a:rect b="b" l="l" r="r" t="t"/>
            <a:pathLst>
              <a:path extrusionOk="0" h="524" w="609">
                <a:moveTo>
                  <a:pt x="579" y="360"/>
                </a:moveTo>
                <a:lnTo>
                  <a:pt x="579" y="360"/>
                </a:lnTo>
                <a:cubicBezTo>
                  <a:pt x="558" y="360"/>
                  <a:pt x="544" y="367"/>
                  <a:pt x="537" y="375"/>
                </a:cubicBezTo>
                <a:cubicBezTo>
                  <a:pt x="502" y="410"/>
                  <a:pt x="502" y="410"/>
                  <a:pt x="502" y="410"/>
                </a:cubicBezTo>
                <a:cubicBezTo>
                  <a:pt x="495" y="403"/>
                  <a:pt x="480" y="396"/>
                  <a:pt x="466" y="396"/>
                </a:cubicBezTo>
                <a:cubicBezTo>
                  <a:pt x="431" y="396"/>
                  <a:pt x="410" y="424"/>
                  <a:pt x="410" y="452"/>
                </a:cubicBezTo>
                <a:cubicBezTo>
                  <a:pt x="410" y="459"/>
                  <a:pt x="410" y="467"/>
                  <a:pt x="410" y="474"/>
                </a:cubicBezTo>
                <a:cubicBezTo>
                  <a:pt x="28" y="474"/>
                  <a:pt x="28" y="474"/>
                  <a:pt x="28" y="474"/>
                </a:cubicBezTo>
                <a:cubicBezTo>
                  <a:pt x="14" y="474"/>
                  <a:pt x="0" y="459"/>
                  <a:pt x="0" y="445"/>
                </a:cubicBezTo>
                <a:cubicBezTo>
                  <a:pt x="0" y="410"/>
                  <a:pt x="0" y="410"/>
                  <a:pt x="0" y="410"/>
                </a:cubicBezTo>
                <a:cubicBezTo>
                  <a:pt x="0" y="360"/>
                  <a:pt x="0" y="360"/>
                  <a:pt x="0" y="360"/>
                </a:cubicBezTo>
                <a:cubicBezTo>
                  <a:pt x="0" y="325"/>
                  <a:pt x="0" y="325"/>
                  <a:pt x="0" y="325"/>
                </a:cubicBezTo>
                <a:cubicBezTo>
                  <a:pt x="0" y="276"/>
                  <a:pt x="0" y="276"/>
                  <a:pt x="0" y="276"/>
                </a:cubicBezTo>
                <a:cubicBezTo>
                  <a:pt x="0" y="240"/>
                  <a:pt x="0" y="240"/>
                  <a:pt x="0" y="240"/>
                </a:cubicBezTo>
                <a:cubicBezTo>
                  <a:pt x="0" y="141"/>
                  <a:pt x="0" y="141"/>
                  <a:pt x="0" y="141"/>
                </a:cubicBezTo>
                <a:cubicBezTo>
                  <a:pt x="608" y="141"/>
                  <a:pt x="608" y="141"/>
                  <a:pt x="608" y="141"/>
                </a:cubicBezTo>
                <a:cubicBezTo>
                  <a:pt x="608" y="240"/>
                  <a:pt x="608" y="240"/>
                  <a:pt x="608" y="240"/>
                </a:cubicBezTo>
                <a:cubicBezTo>
                  <a:pt x="608" y="276"/>
                  <a:pt x="608" y="276"/>
                  <a:pt x="608" y="276"/>
                </a:cubicBezTo>
                <a:cubicBezTo>
                  <a:pt x="608" y="325"/>
                  <a:pt x="608" y="325"/>
                  <a:pt x="608" y="325"/>
                </a:cubicBezTo>
                <a:cubicBezTo>
                  <a:pt x="608" y="360"/>
                  <a:pt x="608" y="360"/>
                  <a:pt x="608" y="360"/>
                </a:cubicBezTo>
                <a:cubicBezTo>
                  <a:pt x="608" y="367"/>
                  <a:pt x="608" y="367"/>
                  <a:pt x="608" y="367"/>
                </a:cubicBezTo>
                <a:cubicBezTo>
                  <a:pt x="594" y="360"/>
                  <a:pt x="587" y="360"/>
                  <a:pt x="579" y="360"/>
                </a:cubicBezTo>
                <a:close/>
                <a:moveTo>
                  <a:pt x="0" y="85"/>
                </a:moveTo>
                <a:lnTo>
                  <a:pt x="0" y="85"/>
                </a:lnTo>
                <a:cubicBezTo>
                  <a:pt x="0" y="71"/>
                  <a:pt x="0" y="71"/>
                  <a:pt x="0" y="71"/>
                </a:cubicBezTo>
                <a:cubicBezTo>
                  <a:pt x="0" y="28"/>
                  <a:pt x="0" y="28"/>
                  <a:pt x="0" y="28"/>
                </a:cubicBezTo>
                <a:cubicBezTo>
                  <a:pt x="0" y="14"/>
                  <a:pt x="14" y="0"/>
                  <a:pt x="28" y="0"/>
                </a:cubicBezTo>
                <a:cubicBezTo>
                  <a:pt x="71" y="0"/>
                  <a:pt x="71" y="0"/>
                  <a:pt x="71" y="0"/>
                </a:cubicBezTo>
                <a:cubicBezTo>
                  <a:pt x="85" y="0"/>
                  <a:pt x="85" y="0"/>
                  <a:pt x="85" y="0"/>
                </a:cubicBezTo>
                <a:cubicBezTo>
                  <a:pt x="113" y="0"/>
                  <a:pt x="113" y="0"/>
                  <a:pt x="113" y="0"/>
                </a:cubicBezTo>
                <a:cubicBezTo>
                  <a:pt x="169" y="0"/>
                  <a:pt x="169" y="0"/>
                  <a:pt x="169" y="0"/>
                </a:cubicBezTo>
                <a:cubicBezTo>
                  <a:pt x="226" y="56"/>
                  <a:pt x="226" y="56"/>
                  <a:pt x="226" y="56"/>
                </a:cubicBezTo>
                <a:cubicBezTo>
                  <a:pt x="579" y="56"/>
                  <a:pt x="579" y="56"/>
                  <a:pt x="579" y="56"/>
                </a:cubicBezTo>
                <a:cubicBezTo>
                  <a:pt x="594" y="56"/>
                  <a:pt x="608" y="71"/>
                  <a:pt x="608" y="85"/>
                </a:cubicBezTo>
                <a:cubicBezTo>
                  <a:pt x="608" y="113"/>
                  <a:pt x="608" y="113"/>
                  <a:pt x="608" y="113"/>
                </a:cubicBezTo>
                <a:cubicBezTo>
                  <a:pt x="0" y="113"/>
                  <a:pt x="0" y="113"/>
                  <a:pt x="0" y="113"/>
                </a:cubicBezTo>
                <a:lnTo>
                  <a:pt x="0" y="85"/>
                </a:lnTo>
                <a:close/>
                <a:moveTo>
                  <a:pt x="466" y="424"/>
                </a:moveTo>
                <a:lnTo>
                  <a:pt x="466" y="424"/>
                </a:lnTo>
                <a:cubicBezTo>
                  <a:pt x="473" y="424"/>
                  <a:pt x="480" y="431"/>
                  <a:pt x="480" y="438"/>
                </a:cubicBezTo>
                <a:cubicBezTo>
                  <a:pt x="502" y="452"/>
                  <a:pt x="502" y="452"/>
                  <a:pt x="502" y="452"/>
                </a:cubicBezTo>
                <a:cubicBezTo>
                  <a:pt x="558" y="396"/>
                  <a:pt x="558" y="396"/>
                  <a:pt x="558" y="396"/>
                </a:cubicBezTo>
                <a:cubicBezTo>
                  <a:pt x="565" y="389"/>
                  <a:pt x="572" y="389"/>
                  <a:pt x="579" y="389"/>
                </a:cubicBezTo>
                <a:cubicBezTo>
                  <a:pt x="594" y="389"/>
                  <a:pt x="608" y="403"/>
                  <a:pt x="608" y="417"/>
                </a:cubicBezTo>
                <a:cubicBezTo>
                  <a:pt x="608" y="424"/>
                  <a:pt x="601" y="431"/>
                  <a:pt x="594" y="438"/>
                </a:cubicBezTo>
                <a:cubicBezTo>
                  <a:pt x="523" y="509"/>
                  <a:pt x="523" y="509"/>
                  <a:pt x="523" y="509"/>
                </a:cubicBezTo>
                <a:cubicBezTo>
                  <a:pt x="516" y="516"/>
                  <a:pt x="509" y="523"/>
                  <a:pt x="502" y="523"/>
                </a:cubicBezTo>
                <a:cubicBezTo>
                  <a:pt x="495" y="523"/>
                  <a:pt x="488" y="516"/>
                  <a:pt x="480" y="509"/>
                </a:cubicBezTo>
                <a:cubicBezTo>
                  <a:pt x="445" y="474"/>
                  <a:pt x="445" y="474"/>
                  <a:pt x="445" y="474"/>
                </a:cubicBezTo>
                <a:cubicBezTo>
                  <a:pt x="438" y="467"/>
                  <a:pt x="438" y="459"/>
                  <a:pt x="438" y="452"/>
                </a:cubicBezTo>
                <a:cubicBezTo>
                  <a:pt x="438" y="438"/>
                  <a:pt x="445" y="424"/>
                  <a:pt x="466" y="42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4" name="Google Shape;1904;p28"/>
          <p:cNvSpPr/>
          <p:nvPr/>
        </p:nvSpPr>
        <p:spPr>
          <a:xfrm>
            <a:off x="9161194" y="3325960"/>
            <a:ext cx="549655" cy="437319"/>
          </a:xfrm>
          <a:custGeom>
            <a:rect b="b" l="l" r="r" t="t"/>
            <a:pathLst>
              <a:path extrusionOk="0" h="482" w="602">
                <a:moveTo>
                  <a:pt x="565" y="396"/>
                </a:moveTo>
                <a:lnTo>
                  <a:pt x="565" y="396"/>
                </a:lnTo>
                <a:cubicBezTo>
                  <a:pt x="452" y="396"/>
                  <a:pt x="452" y="396"/>
                  <a:pt x="452" y="396"/>
                </a:cubicBezTo>
                <a:cubicBezTo>
                  <a:pt x="424" y="396"/>
                  <a:pt x="396" y="424"/>
                  <a:pt x="396" y="452"/>
                </a:cubicBezTo>
                <a:cubicBezTo>
                  <a:pt x="396" y="459"/>
                  <a:pt x="396" y="467"/>
                  <a:pt x="396" y="474"/>
                </a:cubicBezTo>
                <a:cubicBezTo>
                  <a:pt x="28" y="474"/>
                  <a:pt x="28" y="474"/>
                  <a:pt x="28" y="474"/>
                </a:cubicBezTo>
                <a:cubicBezTo>
                  <a:pt x="14" y="474"/>
                  <a:pt x="0" y="459"/>
                  <a:pt x="0" y="445"/>
                </a:cubicBezTo>
                <a:cubicBezTo>
                  <a:pt x="0" y="410"/>
                  <a:pt x="0" y="410"/>
                  <a:pt x="0" y="410"/>
                </a:cubicBezTo>
                <a:cubicBezTo>
                  <a:pt x="0" y="360"/>
                  <a:pt x="0" y="360"/>
                  <a:pt x="0" y="360"/>
                </a:cubicBezTo>
                <a:cubicBezTo>
                  <a:pt x="0" y="325"/>
                  <a:pt x="0" y="325"/>
                  <a:pt x="0" y="325"/>
                </a:cubicBezTo>
                <a:cubicBezTo>
                  <a:pt x="0" y="276"/>
                  <a:pt x="0" y="276"/>
                  <a:pt x="0" y="276"/>
                </a:cubicBezTo>
                <a:cubicBezTo>
                  <a:pt x="0" y="240"/>
                  <a:pt x="0" y="240"/>
                  <a:pt x="0" y="240"/>
                </a:cubicBezTo>
                <a:cubicBezTo>
                  <a:pt x="0" y="141"/>
                  <a:pt x="0" y="141"/>
                  <a:pt x="0" y="141"/>
                </a:cubicBezTo>
                <a:cubicBezTo>
                  <a:pt x="601" y="141"/>
                  <a:pt x="601" y="141"/>
                  <a:pt x="601" y="141"/>
                </a:cubicBezTo>
                <a:cubicBezTo>
                  <a:pt x="601" y="240"/>
                  <a:pt x="601" y="240"/>
                  <a:pt x="601" y="240"/>
                </a:cubicBezTo>
                <a:cubicBezTo>
                  <a:pt x="601" y="276"/>
                  <a:pt x="601" y="276"/>
                  <a:pt x="601" y="276"/>
                </a:cubicBezTo>
                <a:cubicBezTo>
                  <a:pt x="601" y="325"/>
                  <a:pt x="601" y="325"/>
                  <a:pt x="601" y="325"/>
                </a:cubicBezTo>
                <a:cubicBezTo>
                  <a:pt x="601" y="360"/>
                  <a:pt x="601" y="360"/>
                  <a:pt x="601" y="360"/>
                </a:cubicBezTo>
                <a:cubicBezTo>
                  <a:pt x="601" y="410"/>
                  <a:pt x="601" y="410"/>
                  <a:pt x="601" y="410"/>
                </a:cubicBezTo>
                <a:cubicBezTo>
                  <a:pt x="594" y="403"/>
                  <a:pt x="579" y="396"/>
                  <a:pt x="565" y="396"/>
                </a:cubicBezTo>
                <a:close/>
                <a:moveTo>
                  <a:pt x="0" y="85"/>
                </a:moveTo>
                <a:lnTo>
                  <a:pt x="0" y="85"/>
                </a:lnTo>
                <a:cubicBezTo>
                  <a:pt x="0" y="71"/>
                  <a:pt x="0" y="71"/>
                  <a:pt x="0" y="71"/>
                </a:cubicBezTo>
                <a:cubicBezTo>
                  <a:pt x="0" y="28"/>
                  <a:pt x="0" y="28"/>
                  <a:pt x="0" y="28"/>
                </a:cubicBezTo>
                <a:cubicBezTo>
                  <a:pt x="0" y="14"/>
                  <a:pt x="14" y="0"/>
                  <a:pt x="28" y="0"/>
                </a:cubicBezTo>
                <a:cubicBezTo>
                  <a:pt x="63" y="0"/>
                  <a:pt x="63" y="0"/>
                  <a:pt x="63" y="0"/>
                </a:cubicBezTo>
                <a:cubicBezTo>
                  <a:pt x="85" y="0"/>
                  <a:pt x="85" y="0"/>
                  <a:pt x="85" y="0"/>
                </a:cubicBezTo>
                <a:cubicBezTo>
                  <a:pt x="113" y="0"/>
                  <a:pt x="113" y="0"/>
                  <a:pt x="113" y="0"/>
                </a:cubicBezTo>
                <a:cubicBezTo>
                  <a:pt x="169" y="0"/>
                  <a:pt x="169" y="0"/>
                  <a:pt x="169" y="0"/>
                </a:cubicBezTo>
                <a:cubicBezTo>
                  <a:pt x="226" y="56"/>
                  <a:pt x="226" y="56"/>
                  <a:pt x="226" y="56"/>
                </a:cubicBezTo>
                <a:cubicBezTo>
                  <a:pt x="572" y="56"/>
                  <a:pt x="572" y="56"/>
                  <a:pt x="572" y="56"/>
                </a:cubicBezTo>
                <a:cubicBezTo>
                  <a:pt x="594" y="56"/>
                  <a:pt x="601" y="71"/>
                  <a:pt x="601" y="85"/>
                </a:cubicBezTo>
                <a:cubicBezTo>
                  <a:pt x="601" y="113"/>
                  <a:pt x="601" y="113"/>
                  <a:pt x="601" y="113"/>
                </a:cubicBezTo>
                <a:cubicBezTo>
                  <a:pt x="0" y="113"/>
                  <a:pt x="0" y="113"/>
                  <a:pt x="0" y="113"/>
                </a:cubicBezTo>
                <a:lnTo>
                  <a:pt x="0" y="85"/>
                </a:lnTo>
                <a:close/>
                <a:moveTo>
                  <a:pt x="452" y="424"/>
                </a:moveTo>
                <a:lnTo>
                  <a:pt x="452" y="424"/>
                </a:lnTo>
                <a:cubicBezTo>
                  <a:pt x="565" y="424"/>
                  <a:pt x="565" y="424"/>
                  <a:pt x="565" y="424"/>
                </a:cubicBezTo>
                <a:cubicBezTo>
                  <a:pt x="579" y="424"/>
                  <a:pt x="594" y="438"/>
                  <a:pt x="594" y="452"/>
                </a:cubicBezTo>
                <a:cubicBezTo>
                  <a:pt x="594" y="474"/>
                  <a:pt x="579" y="481"/>
                  <a:pt x="565" y="481"/>
                </a:cubicBezTo>
                <a:cubicBezTo>
                  <a:pt x="452" y="481"/>
                  <a:pt x="452" y="481"/>
                  <a:pt x="452" y="481"/>
                </a:cubicBezTo>
                <a:cubicBezTo>
                  <a:pt x="438" y="481"/>
                  <a:pt x="424" y="474"/>
                  <a:pt x="424" y="452"/>
                </a:cubicBezTo>
                <a:cubicBezTo>
                  <a:pt x="424" y="438"/>
                  <a:pt x="438" y="424"/>
                  <a:pt x="452" y="42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5" name="Google Shape;1905;p28"/>
          <p:cNvSpPr/>
          <p:nvPr/>
        </p:nvSpPr>
        <p:spPr>
          <a:xfrm>
            <a:off x="8202303" y="3325960"/>
            <a:ext cx="545644" cy="489475"/>
          </a:xfrm>
          <a:custGeom>
            <a:rect b="b" l="l" r="r" t="t"/>
            <a:pathLst>
              <a:path extrusionOk="0" h="538" w="601">
                <a:moveTo>
                  <a:pt x="565" y="396"/>
                </a:moveTo>
                <a:lnTo>
                  <a:pt x="565" y="396"/>
                </a:lnTo>
                <a:cubicBezTo>
                  <a:pt x="565" y="367"/>
                  <a:pt x="537" y="339"/>
                  <a:pt x="509" y="339"/>
                </a:cubicBezTo>
                <a:cubicBezTo>
                  <a:pt x="473" y="339"/>
                  <a:pt x="452" y="367"/>
                  <a:pt x="452" y="396"/>
                </a:cubicBezTo>
                <a:cubicBezTo>
                  <a:pt x="417" y="396"/>
                  <a:pt x="396" y="424"/>
                  <a:pt x="396" y="452"/>
                </a:cubicBezTo>
                <a:cubicBezTo>
                  <a:pt x="396" y="459"/>
                  <a:pt x="396" y="467"/>
                  <a:pt x="396" y="474"/>
                </a:cubicBezTo>
                <a:cubicBezTo>
                  <a:pt x="28" y="474"/>
                  <a:pt x="28" y="474"/>
                  <a:pt x="28" y="474"/>
                </a:cubicBezTo>
                <a:cubicBezTo>
                  <a:pt x="7" y="474"/>
                  <a:pt x="0" y="459"/>
                  <a:pt x="0" y="445"/>
                </a:cubicBezTo>
                <a:cubicBezTo>
                  <a:pt x="0" y="410"/>
                  <a:pt x="0" y="410"/>
                  <a:pt x="0" y="410"/>
                </a:cubicBezTo>
                <a:cubicBezTo>
                  <a:pt x="0" y="360"/>
                  <a:pt x="0" y="360"/>
                  <a:pt x="0" y="360"/>
                </a:cubicBezTo>
                <a:cubicBezTo>
                  <a:pt x="0" y="325"/>
                  <a:pt x="0" y="325"/>
                  <a:pt x="0" y="325"/>
                </a:cubicBezTo>
                <a:cubicBezTo>
                  <a:pt x="0" y="276"/>
                  <a:pt x="0" y="276"/>
                  <a:pt x="0" y="276"/>
                </a:cubicBezTo>
                <a:cubicBezTo>
                  <a:pt x="0" y="240"/>
                  <a:pt x="0" y="240"/>
                  <a:pt x="0" y="240"/>
                </a:cubicBezTo>
                <a:cubicBezTo>
                  <a:pt x="0" y="141"/>
                  <a:pt x="0" y="141"/>
                  <a:pt x="0" y="141"/>
                </a:cubicBezTo>
                <a:cubicBezTo>
                  <a:pt x="600" y="141"/>
                  <a:pt x="600" y="141"/>
                  <a:pt x="600" y="141"/>
                </a:cubicBezTo>
                <a:cubicBezTo>
                  <a:pt x="600" y="240"/>
                  <a:pt x="600" y="240"/>
                  <a:pt x="600" y="240"/>
                </a:cubicBezTo>
                <a:cubicBezTo>
                  <a:pt x="600" y="276"/>
                  <a:pt x="600" y="276"/>
                  <a:pt x="600" y="276"/>
                </a:cubicBezTo>
                <a:cubicBezTo>
                  <a:pt x="600" y="325"/>
                  <a:pt x="600" y="325"/>
                  <a:pt x="600" y="325"/>
                </a:cubicBezTo>
                <a:cubicBezTo>
                  <a:pt x="600" y="360"/>
                  <a:pt x="600" y="360"/>
                  <a:pt x="600" y="360"/>
                </a:cubicBezTo>
                <a:cubicBezTo>
                  <a:pt x="600" y="410"/>
                  <a:pt x="600" y="410"/>
                  <a:pt x="600" y="410"/>
                </a:cubicBezTo>
                <a:cubicBezTo>
                  <a:pt x="593" y="403"/>
                  <a:pt x="579" y="396"/>
                  <a:pt x="565" y="396"/>
                </a:cubicBezTo>
                <a:close/>
                <a:moveTo>
                  <a:pt x="0" y="85"/>
                </a:moveTo>
                <a:lnTo>
                  <a:pt x="0" y="85"/>
                </a:lnTo>
                <a:cubicBezTo>
                  <a:pt x="0" y="71"/>
                  <a:pt x="0" y="71"/>
                  <a:pt x="0" y="71"/>
                </a:cubicBezTo>
                <a:cubicBezTo>
                  <a:pt x="0" y="28"/>
                  <a:pt x="0" y="28"/>
                  <a:pt x="0" y="28"/>
                </a:cubicBezTo>
                <a:cubicBezTo>
                  <a:pt x="0" y="14"/>
                  <a:pt x="7" y="0"/>
                  <a:pt x="28" y="0"/>
                </a:cubicBezTo>
                <a:cubicBezTo>
                  <a:pt x="63" y="0"/>
                  <a:pt x="63" y="0"/>
                  <a:pt x="63" y="0"/>
                </a:cubicBezTo>
                <a:cubicBezTo>
                  <a:pt x="85" y="0"/>
                  <a:pt x="85" y="0"/>
                  <a:pt x="85" y="0"/>
                </a:cubicBezTo>
                <a:cubicBezTo>
                  <a:pt x="113" y="0"/>
                  <a:pt x="113" y="0"/>
                  <a:pt x="113" y="0"/>
                </a:cubicBezTo>
                <a:cubicBezTo>
                  <a:pt x="169" y="0"/>
                  <a:pt x="169" y="0"/>
                  <a:pt x="169" y="0"/>
                </a:cubicBezTo>
                <a:cubicBezTo>
                  <a:pt x="226" y="56"/>
                  <a:pt x="226" y="56"/>
                  <a:pt x="226" y="56"/>
                </a:cubicBezTo>
                <a:cubicBezTo>
                  <a:pt x="572" y="56"/>
                  <a:pt x="572" y="56"/>
                  <a:pt x="572" y="56"/>
                </a:cubicBezTo>
                <a:cubicBezTo>
                  <a:pt x="586" y="56"/>
                  <a:pt x="600" y="71"/>
                  <a:pt x="600" y="85"/>
                </a:cubicBezTo>
                <a:cubicBezTo>
                  <a:pt x="600" y="113"/>
                  <a:pt x="600" y="113"/>
                  <a:pt x="600" y="113"/>
                </a:cubicBezTo>
                <a:cubicBezTo>
                  <a:pt x="0" y="113"/>
                  <a:pt x="0" y="113"/>
                  <a:pt x="0" y="113"/>
                </a:cubicBezTo>
                <a:lnTo>
                  <a:pt x="0" y="85"/>
                </a:lnTo>
                <a:close/>
                <a:moveTo>
                  <a:pt x="452" y="424"/>
                </a:moveTo>
                <a:lnTo>
                  <a:pt x="452" y="424"/>
                </a:lnTo>
                <a:cubicBezTo>
                  <a:pt x="480" y="424"/>
                  <a:pt x="480" y="424"/>
                  <a:pt x="480" y="424"/>
                </a:cubicBezTo>
                <a:cubicBezTo>
                  <a:pt x="480" y="396"/>
                  <a:pt x="480" y="396"/>
                  <a:pt x="480" y="396"/>
                </a:cubicBezTo>
                <a:cubicBezTo>
                  <a:pt x="480" y="382"/>
                  <a:pt x="487" y="367"/>
                  <a:pt x="509" y="367"/>
                </a:cubicBezTo>
                <a:cubicBezTo>
                  <a:pt x="523" y="367"/>
                  <a:pt x="537" y="382"/>
                  <a:pt x="537" y="396"/>
                </a:cubicBezTo>
                <a:cubicBezTo>
                  <a:pt x="537" y="424"/>
                  <a:pt x="537" y="424"/>
                  <a:pt x="537" y="424"/>
                </a:cubicBezTo>
                <a:cubicBezTo>
                  <a:pt x="565" y="424"/>
                  <a:pt x="565" y="424"/>
                  <a:pt x="565" y="424"/>
                </a:cubicBezTo>
                <a:cubicBezTo>
                  <a:pt x="579" y="424"/>
                  <a:pt x="593" y="438"/>
                  <a:pt x="593" y="452"/>
                </a:cubicBezTo>
                <a:cubicBezTo>
                  <a:pt x="593" y="474"/>
                  <a:pt x="579" y="481"/>
                  <a:pt x="565" y="481"/>
                </a:cubicBezTo>
                <a:cubicBezTo>
                  <a:pt x="537" y="481"/>
                  <a:pt x="537" y="481"/>
                  <a:pt x="537" y="481"/>
                </a:cubicBezTo>
                <a:cubicBezTo>
                  <a:pt x="537" y="509"/>
                  <a:pt x="537" y="509"/>
                  <a:pt x="537" y="509"/>
                </a:cubicBezTo>
                <a:cubicBezTo>
                  <a:pt x="537" y="530"/>
                  <a:pt x="523" y="537"/>
                  <a:pt x="509" y="537"/>
                </a:cubicBezTo>
                <a:cubicBezTo>
                  <a:pt x="487" y="537"/>
                  <a:pt x="480" y="530"/>
                  <a:pt x="480" y="509"/>
                </a:cubicBezTo>
                <a:cubicBezTo>
                  <a:pt x="480" y="481"/>
                  <a:pt x="480" y="481"/>
                  <a:pt x="480" y="481"/>
                </a:cubicBezTo>
                <a:cubicBezTo>
                  <a:pt x="452" y="481"/>
                  <a:pt x="452" y="481"/>
                  <a:pt x="452" y="481"/>
                </a:cubicBezTo>
                <a:cubicBezTo>
                  <a:pt x="431" y="481"/>
                  <a:pt x="424" y="474"/>
                  <a:pt x="424" y="452"/>
                </a:cubicBezTo>
                <a:cubicBezTo>
                  <a:pt x="424" y="438"/>
                  <a:pt x="431" y="424"/>
                  <a:pt x="452" y="42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6" name="Google Shape;1906;p28"/>
          <p:cNvSpPr/>
          <p:nvPr/>
        </p:nvSpPr>
        <p:spPr>
          <a:xfrm>
            <a:off x="7239402" y="3325960"/>
            <a:ext cx="553668" cy="433306"/>
          </a:xfrm>
          <a:custGeom>
            <a:rect b="b" l="l" r="r" t="t"/>
            <a:pathLst>
              <a:path extrusionOk="0" h="475" w="608">
                <a:moveTo>
                  <a:pt x="579" y="474"/>
                </a:moveTo>
                <a:lnTo>
                  <a:pt x="579" y="474"/>
                </a:lnTo>
                <a:cubicBezTo>
                  <a:pt x="28" y="474"/>
                  <a:pt x="28" y="474"/>
                  <a:pt x="28" y="474"/>
                </a:cubicBezTo>
                <a:cubicBezTo>
                  <a:pt x="14" y="474"/>
                  <a:pt x="0" y="459"/>
                  <a:pt x="0" y="445"/>
                </a:cubicBezTo>
                <a:cubicBezTo>
                  <a:pt x="0" y="410"/>
                  <a:pt x="0" y="410"/>
                  <a:pt x="0" y="410"/>
                </a:cubicBezTo>
                <a:cubicBezTo>
                  <a:pt x="0" y="360"/>
                  <a:pt x="0" y="360"/>
                  <a:pt x="0" y="360"/>
                </a:cubicBezTo>
                <a:cubicBezTo>
                  <a:pt x="0" y="325"/>
                  <a:pt x="0" y="325"/>
                  <a:pt x="0" y="325"/>
                </a:cubicBezTo>
                <a:cubicBezTo>
                  <a:pt x="0" y="276"/>
                  <a:pt x="0" y="276"/>
                  <a:pt x="0" y="276"/>
                </a:cubicBezTo>
                <a:cubicBezTo>
                  <a:pt x="0" y="240"/>
                  <a:pt x="0" y="240"/>
                  <a:pt x="0" y="240"/>
                </a:cubicBezTo>
                <a:cubicBezTo>
                  <a:pt x="0" y="141"/>
                  <a:pt x="0" y="141"/>
                  <a:pt x="0" y="141"/>
                </a:cubicBezTo>
                <a:cubicBezTo>
                  <a:pt x="607" y="141"/>
                  <a:pt x="607" y="141"/>
                  <a:pt x="607" y="141"/>
                </a:cubicBezTo>
                <a:cubicBezTo>
                  <a:pt x="607" y="240"/>
                  <a:pt x="607" y="240"/>
                  <a:pt x="607" y="240"/>
                </a:cubicBezTo>
                <a:cubicBezTo>
                  <a:pt x="607" y="276"/>
                  <a:pt x="607" y="276"/>
                  <a:pt x="607" y="276"/>
                </a:cubicBezTo>
                <a:cubicBezTo>
                  <a:pt x="607" y="325"/>
                  <a:pt x="607" y="325"/>
                  <a:pt x="607" y="325"/>
                </a:cubicBezTo>
                <a:cubicBezTo>
                  <a:pt x="607" y="360"/>
                  <a:pt x="607" y="360"/>
                  <a:pt x="607" y="360"/>
                </a:cubicBezTo>
                <a:cubicBezTo>
                  <a:pt x="607" y="410"/>
                  <a:pt x="607" y="410"/>
                  <a:pt x="607" y="410"/>
                </a:cubicBezTo>
                <a:cubicBezTo>
                  <a:pt x="607" y="445"/>
                  <a:pt x="607" y="445"/>
                  <a:pt x="607" y="445"/>
                </a:cubicBezTo>
                <a:cubicBezTo>
                  <a:pt x="607" y="459"/>
                  <a:pt x="593" y="474"/>
                  <a:pt x="579" y="474"/>
                </a:cubicBezTo>
                <a:close/>
                <a:moveTo>
                  <a:pt x="0" y="85"/>
                </a:moveTo>
                <a:lnTo>
                  <a:pt x="0" y="85"/>
                </a:lnTo>
                <a:cubicBezTo>
                  <a:pt x="0" y="71"/>
                  <a:pt x="0" y="71"/>
                  <a:pt x="0" y="71"/>
                </a:cubicBezTo>
                <a:cubicBezTo>
                  <a:pt x="0" y="28"/>
                  <a:pt x="0" y="28"/>
                  <a:pt x="0" y="28"/>
                </a:cubicBezTo>
                <a:cubicBezTo>
                  <a:pt x="0" y="14"/>
                  <a:pt x="14" y="0"/>
                  <a:pt x="28" y="0"/>
                </a:cubicBezTo>
                <a:cubicBezTo>
                  <a:pt x="70" y="0"/>
                  <a:pt x="70" y="0"/>
                  <a:pt x="70" y="0"/>
                </a:cubicBezTo>
                <a:cubicBezTo>
                  <a:pt x="84" y="0"/>
                  <a:pt x="84" y="0"/>
                  <a:pt x="84" y="0"/>
                </a:cubicBezTo>
                <a:cubicBezTo>
                  <a:pt x="113" y="0"/>
                  <a:pt x="113" y="0"/>
                  <a:pt x="113" y="0"/>
                </a:cubicBezTo>
                <a:cubicBezTo>
                  <a:pt x="169" y="0"/>
                  <a:pt x="169" y="0"/>
                  <a:pt x="169" y="0"/>
                </a:cubicBezTo>
                <a:cubicBezTo>
                  <a:pt x="226" y="56"/>
                  <a:pt x="226" y="56"/>
                  <a:pt x="226" y="56"/>
                </a:cubicBezTo>
                <a:cubicBezTo>
                  <a:pt x="579" y="56"/>
                  <a:pt x="579" y="56"/>
                  <a:pt x="579" y="56"/>
                </a:cubicBezTo>
                <a:cubicBezTo>
                  <a:pt x="593" y="56"/>
                  <a:pt x="607" y="71"/>
                  <a:pt x="607" y="85"/>
                </a:cubicBezTo>
                <a:cubicBezTo>
                  <a:pt x="607" y="113"/>
                  <a:pt x="607" y="113"/>
                  <a:pt x="607" y="113"/>
                </a:cubicBezTo>
                <a:cubicBezTo>
                  <a:pt x="0" y="113"/>
                  <a:pt x="0" y="113"/>
                  <a:pt x="0" y="113"/>
                </a:cubicBezTo>
                <a:lnTo>
                  <a:pt x="0" y="8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7" name="Google Shape;1907;p28"/>
          <p:cNvSpPr/>
          <p:nvPr/>
        </p:nvSpPr>
        <p:spPr>
          <a:xfrm>
            <a:off x="6280514" y="3265780"/>
            <a:ext cx="545644" cy="549655"/>
          </a:xfrm>
          <a:custGeom>
            <a:rect b="b" l="l" r="r" t="t"/>
            <a:pathLst>
              <a:path extrusionOk="0" h="602" w="601">
                <a:moveTo>
                  <a:pt x="304" y="601"/>
                </a:moveTo>
                <a:lnTo>
                  <a:pt x="304" y="601"/>
                </a:lnTo>
                <a:cubicBezTo>
                  <a:pt x="134" y="601"/>
                  <a:pt x="0" y="467"/>
                  <a:pt x="0" y="304"/>
                </a:cubicBezTo>
                <a:cubicBezTo>
                  <a:pt x="0" y="135"/>
                  <a:pt x="134" y="0"/>
                  <a:pt x="304" y="0"/>
                </a:cubicBezTo>
                <a:cubicBezTo>
                  <a:pt x="466" y="0"/>
                  <a:pt x="600" y="135"/>
                  <a:pt x="600" y="304"/>
                </a:cubicBezTo>
                <a:cubicBezTo>
                  <a:pt x="600" y="467"/>
                  <a:pt x="466" y="601"/>
                  <a:pt x="304" y="601"/>
                </a:cubicBezTo>
                <a:close/>
                <a:moveTo>
                  <a:pt x="304" y="57"/>
                </a:moveTo>
                <a:lnTo>
                  <a:pt x="304" y="57"/>
                </a:lnTo>
                <a:cubicBezTo>
                  <a:pt x="169" y="57"/>
                  <a:pt x="56" y="170"/>
                  <a:pt x="56" y="304"/>
                </a:cubicBezTo>
                <a:cubicBezTo>
                  <a:pt x="56" y="439"/>
                  <a:pt x="169" y="545"/>
                  <a:pt x="304" y="545"/>
                </a:cubicBezTo>
                <a:cubicBezTo>
                  <a:pt x="438" y="545"/>
                  <a:pt x="544" y="439"/>
                  <a:pt x="544" y="304"/>
                </a:cubicBezTo>
                <a:cubicBezTo>
                  <a:pt x="544" y="170"/>
                  <a:pt x="438" y="57"/>
                  <a:pt x="304" y="57"/>
                </a:cubicBezTo>
                <a:close/>
                <a:moveTo>
                  <a:pt x="395" y="368"/>
                </a:moveTo>
                <a:lnTo>
                  <a:pt x="395" y="368"/>
                </a:lnTo>
                <a:cubicBezTo>
                  <a:pt x="395" y="382"/>
                  <a:pt x="381" y="396"/>
                  <a:pt x="367" y="396"/>
                </a:cubicBezTo>
                <a:cubicBezTo>
                  <a:pt x="353" y="396"/>
                  <a:pt x="339" y="382"/>
                  <a:pt x="339" y="368"/>
                </a:cubicBezTo>
                <a:cubicBezTo>
                  <a:pt x="339" y="326"/>
                  <a:pt x="339" y="326"/>
                  <a:pt x="339" y="326"/>
                </a:cubicBezTo>
                <a:cubicBezTo>
                  <a:pt x="254" y="389"/>
                  <a:pt x="254" y="389"/>
                  <a:pt x="254" y="389"/>
                </a:cubicBezTo>
                <a:cubicBezTo>
                  <a:pt x="247" y="396"/>
                  <a:pt x="240" y="396"/>
                  <a:pt x="233" y="396"/>
                </a:cubicBezTo>
                <a:cubicBezTo>
                  <a:pt x="219" y="396"/>
                  <a:pt x="204" y="382"/>
                  <a:pt x="204" y="368"/>
                </a:cubicBezTo>
                <a:cubicBezTo>
                  <a:pt x="204" y="234"/>
                  <a:pt x="204" y="234"/>
                  <a:pt x="204" y="234"/>
                </a:cubicBezTo>
                <a:cubicBezTo>
                  <a:pt x="204" y="220"/>
                  <a:pt x="219" y="205"/>
                  <a:pt x="233" y="205"/>
                </a:cubicBezTo>
                <a:cubicBezTo>
                  <a:pt x="240" y="205"/>
                  <a:pt x="247" y="213"/>
                  <a:pt x="254" y="213"/>
                </a:cubicBezTo>
                <a:cubicBezTo>
                  <a:pt x="339" y="276"/>
                  <a:pt x="339" y="276"/>
                  <a:pt x="339" y="276"/>
                </a:cubicBezTo>
                <a:cubicBezTo>
                  <a:pt x="339" y="234"/>
                  <a:pt x="339" y="234"/>
                  <a:pt x="339" y="234"/>
                </a:cubicBezTo>
                <a:cubicBezTo>
                  <a:pt x="339" y="220"/>
                  <a:pt x="353" y="205"/>
                  <a:pt x="367" y="205"/>
                </a:cubicBezTo>
                <a:cubicBezTo>
                  <a:pt x="381" y="205"/>
                  <a:pt x="395" y="220"/>
                  <a:pt x="395" y="234"/>
                </a:cubicBezTo>
                <a:cubicBezTo>
                  <a:pt x="395" y="368"/>
                  <a:pt x="395" y="368"/>
                  <a:pt x="395" y="36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8" name="Google Shape;1908;p28"/>
          <p:cNvSpPr/>
          <p:nvPr/>
        </p:nvSpPr>
        <p:spPr>
          <a:xfrm>
            <a:off x="5321624" y="3265780"/>
            <a:ext cx="545644" cy="549655"/>
          </a:xfrm>
          <a:custGeom>
            <a:rect b="b" l="l" r="r" t="t"/>
            <a:pathLst>
              <a:path extrusionOk="0" h="602" w="601">
                <a:moveTo>
                  <a:pt x="296" y="601"/>
                </a:moveTo>
                <a:lnTo>
                  <a:pt x="296" y="601"/>
                </a:lnTo>
                <a:cubicBezTo>
                  <a:pt x="134" y="601"/>
                  <a:pt x="0" y="467"/>
                  <a:pt x="0" y="304"/>
                </a:cubicBezTo>
                <a:cubicBezTo>
                  <a:pt x="0" y="135"/>
                  <a:pt x="134" y="0"/>
                  <a:pt x="296" y="0"/>
                </a:cubicBezTo>
                <a:cubicBezTo>
                  <a:pt x="466" y="0"/>
                  <a:pt x="600" y="135"/>
                  <a:pt x="600" y="304"/>
                </a:cubicBezTo>
                <a:cubicBezTo>
                  <a:pt x="600" y="467"/>
                  <a:pt x="466" y="601"/>
                  <a:pt x="296" y="601"/>
                </a:cubicBezTo>
                <a:close/>
                <a:moveTo>
                  <a:pt x="296" y="57"/>
                </a:moveTo>
                <a:lnTo>
                  <a:pt x="296" y="57"/>
                </a:lnTo>
                <a:cubicBezTo>
                  <a:pt x="162" y="57"/>
                  <a:pt x="56" y="170"/>
                  <a:pt x="56" y="304"/>
                </a:cubicBezTo>
                <a:cubicBezTo>
                  <a:pt x="56" y="439"/>
                  <a:pt x="162" y="545"/>
                  <a:pt x="296" y="545"/>
                </a:cubicBezTo>
                <a:cubicBezTo>
                  <a:pt x="431" y="545"/>
                  <a:pt x="544" y="439"/>
                  <a:pt x="544" y="304"/>
                </a:cubicBezTo>
                <a:cubicBezTo>
                  <a:pt x="544" y="170"/>
                  <a:pt x="431" y="57"/>
                  <a:pt x="296" y="57"/>
                </a:cubicBezTo>
                <a:close/>
                <a:moveTo>
                  <a:pt x="395" y="368"/>
                </a:moveTo>
                <a:lnTo>
                  <a:pt x="395" y="368"/>
                </a:lnTo>
                <a:cubicBezTo>
                  <a:pt x="395" y="382"/>
                  <a:pt x="381" y="396"/>
                  <a:pt x="367" y="396"/>
                </a:cubicBezTo>
                <a:cubicBezTo>
                  <a:pt x="360" y="396"/>
                  <a:pt x="353" y="396"/>
                  <a:pt x="346" y="389"/>
                </a:cubicBezTo>
                <a:cubicBezTo>
                  <a:pt x="261" y="326"/>
                  <a:pt x="261" y="326"/>
                  <a:pt x="261" y="326"/>
                </a:cubicBezTo>
                <a:cubicBezTo>
                  <a:pt x="261" y="368"/>
                  <a:pt x="261" y="368"/>
                  <a:pt x="261" y="368"/>
                </a:cubicBezTo>
                <a:cubicBezTo>
                  <a:pt x="261" y="382"/>
                  <a:pt x="247" y="396"/>
                  <a:pt x="233" y="396"/>
                </a:cubicBezTo>
                <a:cubicBezTo>
                  <a:pt x="219" y="396"/>
                  <a:pt x="204" y="382"/>
                  <a:pt x="204" y="368"/>
                </a:cubicBezTo>
                <a:cubicBezTo>
                  <a:pt x="204" y="234"/>
                  <a:pt x="204" y="234"/>
                  <a:pt x="204" y="234"/>
                </a:cubicBezTo>
                <a:cubicBezTo>
                  <a:pt x="204" y="220"/>
                  <a:pt x="219" y="205"/>
                  <a:pt x="233" y="205"/>
                </a:cubicBezTo>
                <a:cubicBezTo>
                  <a:pt x="247" y="205"/>
                  <a:pt x="261" y="220"/>
                  <a:pt x="261" y="234"/>
                </a:cubicBezTo>
                <a:cubicBezTo>
                  <a:pt x="261" y="276"/>
                  <a:pt x="261" y="276"/>
                  <a:pt x="261" y="276"/>
                </a:cubicBezTo>
                <a:cubicBezTo>
                  <a:pt x="346" y="213"/>
                  <a:pt x="346" y="213"/>
                  <a:pt x="346" y="213"/>
                </a:cubicBezTo>
                <a:cubicBezTo>
                  <a:pt x="353" y="213"/>
                  <a:pt x="360" y="205"/>
                  <a:pt x="367" y="205"/>
                </a:cubicBezTo>
                <a:cubicBezTo>
                  <a:pt x="381" y="205"/>
                  <a:pt x="395" y="220"/>
                  <a:pt x="395" y="234"/>
                </a:cubicBezTo>
                <a:cubicBezTo>
                  <a:pt x="395" y="368"/>
                  <a:pt x="395" y="368"/>
                  <a:pt x="395" y="36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9" name="Google Shape;1909;p28"/>
          <p:cNvSpPr/>
          <p:nvPr/>
        </p:nvSpPr>
        <p:spPr>
          <a:xfrm>
            <a:off x="4358722" y="3265780"/>
            <a:ext cx="553668" cy="549655"/>
          </a:xfrm>
          <a:custGeom>
            <a:rect b="b" l="l" r="r" t="t"/>
            <a:pathLst>
              <a:path extrusionOk="0" h="602" w="609">
                <a:moveTo>
                  <a:pt x="304" y="601"/>
                </a:moveTo>
                <a:lnTo>
                  <a:pt x="304" y="601"/>
                </a:lnTo>
                <a:cubicBezTo>
                  <a:pt x="135" y="601"/>
                  <a:pt x="0" y="467"/>
                  <a:pt x="0" y="304"/>
                </a:cubicBezTo>
                <a:cubicBezTo>
                  <a:pt x="0" y="135"/>
                  <a:pt x="135" y="0"/>
                  <a:pt x="304" y="0"/>
                </a:cubicBezTo>
                <a:cubicBezTo>
                  <a:pt x="474" y="0"/>
                  <a:pt x="608" y="135"/>
                  <a:pt x="608" y="304"/>
                </a:cubicBezTo>
                <a:cubicBezTo>
                  <a:pt x="608" y="467"/>
                  <a:pt x="474" y="601"/>
                  <a:pt x="304" y="601"/>
                </a:cubicBezTo>
                <a:close/>
                <a:moveTo>
                  <a:pt x="304" y="57"/>
                </a:moveTo>
                <a:lnTo>
                  <a:pt x="304" y="57"/>
                </a:lnTo>
                <a:cubicBezTo>
                  <a:pt x="170" y="57"/>
                  <a:pt x="57" y="170"/>
                  <a:pt x="57" y="304"/>
                </a:cubicBezTo>
                <a:cubicBezTo>
                  <a:pt x="57" y="439"/>
                  <a:pt x="170" y="545"/>
                  <a:pt x="304" y="545"/>
                </a:cubicBezTo>
                <a:cubicBezTo>
                  <a:pt x="439" y="545"/>
                  <a:pt x="552" y="439"/>
                  <a:pt x="552" y="304"/>
                </a:cubicBezTo>
                <a:cubicBezTo>
                  <a:pt x="552" y="170"/>
                  <a:pt x="439" y="57"/>
                  <a:pt x="304" y="57"/>
                </a:cubicBezTo>
                <a:close/>
                <a:moveTo>
                  <a:pt x="432" y="326"/>
                </a:moveTo>
                <a:lnTo>
                  <a:pt x="432" y="326"/>
                </a:lnTo>
                <a:cubicBezTo>
                  <a:pt x="340" y="389"/>
                  <a:pt x="340" y="389"/>
                  <a:pt x="340" y="389"/>
                </a:cubicBezTo>
                <a:cubicBezTo>
                  <a:pt x="333" y="396"/>
                  <a:pt x="333" y="396"/>
                  <a:pt x="326" y="396"/>
                </a:cubicBezTo>
                <a:cubicBezTo>
                  <a:pt x="304" y="396"/>
                  <a:pt x="297" y="382"/>
                  <a:pt x="297" y="368"/>
                </a:cubicBezTo>
                <a:cubicBezTo>
                  <a:pt x="297" y="333"/>
                  <a:pt x="297" y="333"/>
                  <a:pt x="297" y="333"/>
                </a:cubicBezTo>
                <a:cubicBezTo>
                  <a:pt x="205" y="389"/>
                  <a:pt x="205" y="389"/>
                  <a:pt x="205" y="389"/>
                </a:cubicBezTo>
                <a:cubicBezTo>
                  <a:pt x="205" y="396"/>
                  <a:pt x="198" y="396"/>
                  <a:pt x="191" y="396"/>
                </a:cubicBezTo>
                <a:cubicBezTo>
                  <a:pt x="177" y="396"/>
                  <a:pt x="163" y="382"/>
                  <a:pt x="163" y="368"/>
                </a:cubicBezTo>
                <a:cubicBezTo>
                  <a:pt x="163" y="234"/>
                  <a:pt x="163" y="234"/>
                  <a:pt x="163" y="234"/>
                </a:cubicBezTo>
                <a:cubicBezTo>
                  <a:pt x="163" y="220"/>
                  <a:pt x="177" y="205"/>
                  <a:pt x="191" y="205"/>
                </a:cubicBezTo>
                <a:cubicBezTo>
                  <a:pt x="198" y="205"/>
                  <a:pt x="205" y="213"/>
                  <a:pt x="205" y="213"/>
                </a:cubicBezTo>
                <a:cubicBezTo>
                  <a:pt x="297" y="276"/>
                  <a:pt x="297" y="276"/>
                  <a:pt x="297" y="276"/>
                </a:cubicBezTo>
                <a:cubicBezTo>
                  <a:pt x="297" y="234"/>
                  <a:pt x="297" y="234"/>
                  <a:pt x="297" y="234"/>
                </a:cubicBezTo>
                <a:cubicBezTo>
                  <a:pt x="297" y="220"/>
                  <a:pt x="304" y="205"/>
                  <a:pt x="326" y="205"/>
                </a:cubicBezTo>
                <a:cubicBezTo>
                  <a:pt x="333" y="205"/>
                  <a:pt x="333" y="213"/>
                  <a:pt x="340" y="213"/>
                </a:cubicBezTo>
                <a:cubicBezTo>
                  <a:pt x="432" y="276"/>
                  <a:pt x="432" y="276"/>
                  <a:pt x="432" y="276"/>
                </a:cubicBezTo>
                <a:cubicBezTo>
                  <a:pt x="439" y="283"/>
                  <a:pt x="446" y="290"/>
                  <a:pt x="446" y="304"/>
                </a:cubicBezTo>
                <a:cubicBezTo>
                  <a:pt x="446" y="311"/>
                  <a:pt x="439" y="318"/>
                  <a:pt x="432" y="32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0" name="Google Shape;1910;p28"/>
          <p:cNvSpPr/>
          <p:nvPr/>
        </p:nvSpPr>
        <p:spPr>
          <a:xfrm>
            <a:off x="3399835" y="3265780"/>
            <a:ext cx="549655" cy="549655"/>
          </a:xfrm>
          <a:custGeom>
            <a:rect b="b" l="l" r="r" t="t"/>
            <a:pathLst>
              <a:path extrusionOk="0" h="602" w="602">
                <a:moveTo>
                  <a:pt x="304" y="601"/>
                </a:moveTo>
                <a:lnTo>
                  <a:pt x="304" y="601"/>
                </a:lnTo>
                <a:cubicBezTo>
                  <a:pt x="467" y="601"/>
                  <a:pt x="601" y="467"/>
                  <a:pt x="601" y="304"/>
                </a:cubicBezTo>
                <a:cubicBezTo>
                  <a:pt x="601" y="135"/>
                  <a:pt x="467" y="0"/>
                  <a:pt x="304" y="0"/>
                </a:cubicBezTo>
                <a:cubicBezTo>
                  <a:pt x="135" y="0"/>
                  <a:pt x="0" y="135"/>
                  <a:pt x="0" y="304"/>
                </a:cubicBezTo>
                <a:cubicBezTo>
                  <a:pt x="0" y="467"/>
                  <a:pt x="135" y="601"/>
                  <a:pt x="304" y="601"/>
                </a:cubicBezTo>
                <a:close/>
                <a:moveTo>
                  <a:pt x="304" y="57"/>
                </a:moveTo>
                <a:lnTo>
                  <a:pt x="304" y="57"/>
                </a:lnTo>
                <a:cubicBezTo>
                  <a:pt x="439" y="57"/>
                  <a:pt x="544" y="170"/>
                  <a:pt x="544" y="304"/>
                </a:cubicBezTo>
                <a:cubicBezTo>
                  <a:pt x="544" y="439"/>
                  <a:pt x="439" y="545"/>
                  <a:pt x="304" y="545"/>
                </a:cubicBezTo>
                <a:cubicBezTo>
                  <a:pt x="170" y="545"/>
                  <a:pt x="57" y="439"/>
                  <a:pt x="57" y="304"/>
                </a:cubicBezTo>
                <a:cubicBezTo>
                  <a:pt x="57" y="170"/>
                  <a:pt x="170" y="57"/>
                  <a:pt x="304" y="57"/>
                </a:cubicBezTo>
                <a:close/>
                <a:moveTo>
                  <a:pt x="177" y="326"/>
                </a:moveTo>
                <a:lnTo>
                  <a:pt x="177" y="326"/>
                </a:lnTo>
                <a:cubicBezTo>
                  <a:pt x="269" y="389"/>
                  <a:pt x="269" y="389"/>
                  <a:pt x="269" y="389"/>
                </a:cubicBezTo>
                <a:cubicBezTo>
                  <a:pt x="269" y="396"/>
                  <a:pt x="276" y="396"/>
                  <a:pt x="283" y="396"/>
                </a:cubicBezTo>
                <a:cubicBezTo>
                  <a:pt x="297" y="396"/>
                  <a:pt x="311" y="382"/>
                  <a:pt x="311" y="368"/>
                </a:cubicBezTo>
                <a:cubicBezTo>
                  <a:pt x="311" y="333"/>
                  <a:pt x="311" y="333"/>
                  <a:pt x="311" y="333"/>
                </a:cubicBezTo>
                <a:cubicBezTo>
                  <a:pt x="396" y="389"/>
                  <a:pt x="396" y="389"/>
                  <a:pt x="396" y="389"/>
                </a:cubicBezTo>
                <a:cubicBezTo>
                  <a:pt x="403" y="396"/>
                  <a:pt x="410" y="396"/>
                  <a:pt x="417" y="396"/>
                </a:cubicBezTo>
                <a:cubicBezTo>
                  <a:pt x="431" y="396"/>
                  <a:pt x="446" y="382"/>
                  <a:pt x="446" y="368"/>
                </a:cubicBezTo>
                <a:cubicBezTo>
                  <a:pt x="446" y="234"/>
                  <a:pt x="446" y="234"/>
                  <a:pt x="446" y="234"/>
                </a:cubicBezTo>
                <a:cubicBezTo>
                  <a:pt x="446" y="220"/>
                  <a:pt x="431" y="205"/>
                  <a:pt x="417" y="205"/>
                </a:cubicBezTo>
                <a:cubicBezTo>
                  <a:pt x="410" y="205"/>
                  <a:pt x="403" y="213"/>
                  <a:pt x="396" y="213"/>
                </a:cubicBezTo>
                <a:cubicBezTo>
                  <a:pt x="311" y="276"/>
                  <a:pt x="311" y="276"/>
                  <a:pt x="311" y="276"/>
                </a:cubicBezTo>
                <a:cubicBezTo>
                  <a:pt x="311" y="234"/>
                  <a:pt x="311" y="234"/>
                  <a:pt x="311" y="234"/>
                </a:cubicBezTo>
                <a:cubicBezTo>
                  <a:pt x="311" y="220"/>
                  <a:pt x="297" y="205"/>
                  <a:pt x="283" y="205"/>
                </a:cubicBezTo>
                <a:cubicBezTo>
                  <a:pt x="276" y="205"/>
                  <a:pt x="269" y="213"/>
                  <a:pt x="269" y="213"/>
                </a:cubicBezTo>
                <a:cubicBezTo>
                  <a:pt x="177" y="276"/>
                  <a:pt x="177" y="276"/>
                  <a:pt x="177" y="276"/>
                </a:cubicBezTo>
                <a:cubicBezTo>
                  <a:pt x="163" y="283"/>
                  <a:pt x="163" y="290"/>
                  <a:pt x="163" y="304"/>
                </a:cubicBezTo>
                <a:cubicBezTo>
                  <a:pt x="163" y="311"/>
                  <a:pt x="163" y="318"/>
                  <a:pt x="177" y="32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1" name="Google Shape;1911;p28"/>
          <p:cNvSpPr/>
          <p:nvPr/>
        </p:nvSpPr>
        <p:spPr>
          <a:xfrm>
            <a:off x="2440944" y="3265780"/>
            <a:ext cx="549657" cy="549655"/>
          </a:xfrm>
          <a:custGeom>
            <a:rect b="b" l="l" r="r" t="t"/>
            <a:pathLst>
              <a:path extrusionOk="0" h="602" w="602">
                <a:moveTo>
                  <a:pt x="297" y="601"/>
                </a:moveTo>
                <a:lnTo>
                  <a:pt x="297" y="601"/>
                </a:lnTo>
                <a:cubicBezTo>
                  <a:pt x="135" y="601"/>
                  <a:pt x="0" y="467"/>
                  <a:pt x="0" y="304"/>
                </a:cubicBezTo>
                <a:cubicBezTo>
                  <a:pt x="0" y="135"/>
                  <a:pt x="135" y="0"/>
                  <a:pt x="297" y="0"/>
                </a:cubicBezTo>
                <a:cubicBezTo>
                  <a:pt x="467" y="0"/>
                  <a:pt x="601" y="135"/>
                  <a:pt x="601" y="304"/>
                </a:cubicBezTo>
                <a:cubicBezTo>
                  <a:pt x="601" y="467"/>
                  <a:pt x="467" y="601"/>
                  <a:pt x="297" y="601"/>
                </a:cubicBezTo>
                <a:close/>
                <a:moveTo>
                  <a:pt x="297" y="57"/>
                </a:moveTo>
                <a:lnTo>
                  <a:pt x="297" y="57"/>
                </a:lnTo>
                <a:cubicBezTo>
                  <a:pt x="163" y="57"/>
                  <a:pt x="57" y="170"/>
                  <a:pt x="57" y="304"/>
                </a:cubicBezTo>
                <a:cubicBezTo>
                  <a:pt x="57" y="439"/>
                  <a:pt x="163" y="545"/>
                  <a:pt x="297" y="545"/>
                </a:cubicBezTo>
                <a:cubicBezTo>
                  <a:pt x="431" y="545"/>
                  <a:pt x="544" y="439"/>
                  <a:pt x="544" y="304"/>
                </a:cubicBezTo>
                <a:cubicBezTo>
                  <a:pt x="544" y="170"/>
                  <a:pt x="431" y="57"/>
                  <a:pt x="297" y="57"/>
                </a:cubicBezTo>
                <a:close/>
                <a:moveTo>
                  <a:pt x="382" y="375"/>
                </a:moveTo>
                <a:lnTo>
                  <a:pt x="382" y="375"/>
                </a:lnTo>
                <a:cubicBezTo>
                  <a:pt x="382" y="396"/>
                  <a:pt x="375" y="403"/>
                  <a:pt x="354" y="403"/>
                </a:cubicBezTo>
                <a:cubicBezTo>
                  <a:pt x="340" y="403"/>
                  <a:pt x="325" y="396"/>
                  <a:pt x="325" y="375"/>
                </a:cubicBezTo>
                <a:cubicBezTo>
                  <a:pt x="325" y="227"/>
                  <a:pt x="325" y="227"/>
                  <a:pt x="325" y="227"/>
                </a:cubicBezTo>
                <a:cubicBezTo>
                  <a:pt x="325" y="213"/>
                  <a:pt x="340" y="198"/>
                  <a:pt x="354" y="198"/>
                </a:cubicBezTo>
                <a:cubicBezTo>
                  <a:pt x="375" y="198"/>
                  <a:pt x="382" y="213"/>
                  <a:pt x="382" y="227"/>
                </a:cubicBezTo>
                <a:cubicBezTo>
                  <a:pt x="382" y="375"/>
                  <a:pt x="382" y="375"/>
                  <a:pt x="382" y="375"/>
                </a:cubicBezTo>
                <a:close/>
                <a:moveTo>
                  <a:pt x="269" y="375"/>
                </a:moveTo>
                <a:lnTo>
                  <a:pt x="269" y="375"/>
                </a:lnTo>
                <a:cubicBezTo>
                  <a:pt x="269" y="396"/>
                  <a:pt x="262" y="403"/>
                  <a:pt x="240" y="403"/>
                </a:cubicBezTo>
                <a:cubicBezTo>
                  <a:pt x="226" y="403"/>
                  <a:pt x="212" y="396"/>
                  <a:pt x="212" y="375"/>
                </a:cubicBezTo>
                <a:cubicBezTo>
                  <a:pt x="212" y="227"/>
                  <a:pt x="212" y="227"/>
                  <a:pt x="212" y="227"/>
                </a:cubicBezTo>
                <a:cubicBezTo>
                  <a:pt x="212" y="213"/>
                  <a:pt x="226" y="198"/>
                  <a:pt x="240" y="198"/>
                </a:cubicBezTo>
                <a:cubicBezTo>
                  <a:pt x="262" y="198"/>
                  <a:pt x="269" y="213"/>
                  <a:pt x="269" y="227"/>
                </a:cubicBezTo>
                <a:cubicBezTo>
                  <a:pt x="269" y="375"/>
                  <a:pt x="269" y="375"/>
                  <a:pt x="269" y="37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2" name="Google Shape;1912;p28"/>
          <p:cNvSpPr/>
          <p:nvPr/>
        </p:nvSpPr>
        <p:spPr>
          <a:xfrm>
            <a:off x="1478043" y="3265780"/>
            <a:ext cx="553668" cy="549655"/>
          </a:xfrm>
          <a:custGeom>
            <a:rect b="b" l="l" r="r" t="t"/>
            <a:pathLst>
              <a:path extrusionOk="0" h="602" w="609">
                <a:moveTo>
                  <a:pt x="304" y="601"/>
                </a:moveTo>
                <a:lnTo>
                  <a:pt x="304" y="601"/>
                </a:lnTo>
                <a:cubicBezTo>
                  <a:pt x="134" y="601"/>
                  <a:pt x="0" y="467"/>
                  <a:pt x="0" y="304"/>
                </a:cubicBezTo>
                <a:cubicBezTo>
                  <a:pt x="0" y="135"/>
                  <a:pt x="134" y="0"/>
                  <a:pt x="304" y="0"/>
                </a:cubicBezTo>
                <a:cubicBezTo>
                  <a:pt x="474" y="0"/>
                  <a:pt x="608" y="135"/>
                  <a:pt x="608" y="304"/>
                </a:cubicBezTo>
                <a:cubicBezTo>
                  <a:pt x="608" y="467"/>
                  <a:pt x="474" y="601"/>
                  <a:pt x="304" y="601"/>
                </a:cubicBezTo>
                <a:close/>
                <a:moveTo>
                  <a:pt x="304" y="57"/>
                </a:moveTo>
                <a:lnTo>
                  <a:pt x="304" y="57"/>
                </a:lnTo>
                <a:cubicBezTo>
                  <a:pt x="170" y="57"/>
                  <a:pt x="57" y="170"/>
                  <a:pt x="57" y="304"/>
                </a:cubicBezTo>
                <a:cubicBezTo>
                  <a:pt x="57" y="439"/>
                  <a:pt x="170" y="545"/>
                  <a:pt x="304" y="545"/>
                </a:cubicBezTo>
                <a:cubicBezTo>
                  <a:pt x="438" y="545"/>
                  <a:pt x="551" y="439"/>
                  <a:pt x="551" y="304"/>
                </a:cubicBezTo>
                <a:cubicBezTo>
                  <a:pt x="551" y="170"/>
                  <a:pt x="438" y="57"/>
                  <a:pt x="304" y="57"/>
                </a:cubicBezTo>
                <a:close/>
                <a:moveTo>
                  <a:pt x="382" y="403"/>
                </a:moveTo>
                <a:lnTo>
                  <a:pt x="382" y="403"/>
                </a:lnTo>
                <a:cubicBezTo>
                  <a:pt x="226" y="403"/>
                  <a:pt x="226" y="403"/>
                  <a:pt x="226" y="403"/>
                </a:cubicBezTo>
                <a:cubicBezTo>
                  <a:pt x="212" y="403"/>
                  <a:pt x="198" y="396"/>
                  <a:pt x="198" y="375"/>
                </a:cubicBezTo>
                <a:cubicBezTo>
                  <a:pt x="198" y="227"/>
                  <a:pt x="198" y="227"/>
                  <a:pt x="198" y="227"/>
                </a:cubicBezTo>
                <a:cubicBezTo>
                  <a:pt x="198" y="213"/>
                  <a:pt x="212" y="198"/>
                  <a:pt x="226" y="198"/>
                </a:cubicBezTo>
                <a:cubicBezTo>
                  <a:pt x="382" y="198"/>
                  <a:pt x="382" y="198"/>
                  <a:pt x="382" y="198"/>
                </a:cubicBezTo>
                <a:cubicBezTo>
                  <a:pt x="396" y="198"/>
                  <a:pt x="410" y="213"/>
                  <a:pt x="410" y="227"/>
                </a:cubicBezTo>
                <a:cubicBezTo>
                  <a:pt x="410" y="375"/>
                  <a:pt x="410" y="375"/>
                  <a:pt x="410" y="375"/>
                </a:cubicBezTo>
                <a:cubicBezTo>
                  <a:pt x="410" y="396"/>
                  <a:pt x="396" y="403"/>
                  <a:pt x="382" y="40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3" name="Google Shape;1913;p28"/>
          <p:cNvSpPr/>
          <p:nvPr/>
        </p:nvSpPr>
        <p:spPr>
          <a:xfrm>
            <a:off x="519155" y="3265780"/>
            <a:ext cx="549655" cy="549655"/>
          </a:xfrm>
          <a:custGeom>
            <a:rect b="b" l="l" r="r" t="t"/>
            <a:pathLst>
              <a:path extrusionOk="0" h="602" w="602">
                <a:moveTo>
                  <a:pt x="304" y="601"/>
                </a:moveTo>
                <a:lnTo>
                  <a:pt x="304" y="601"/>
                </a:lnTo>
                <a:cubicBezTo>
                  <a:pt x="134" y="601"/>
                  <a:pt x="0" y="467"/>
                  <a:pt x="0" y="304"/>
                </a:cubicBezTo>
                <a:cubicBezTo>
                  <a:pt x="0" y="135"/>
                  <a:pt x="134" y="0"/>
                  <a:pt x="304" y="0"/>
                </a:cubicBezTo>
                <a:cubicBezTo>
                  <a:pt x="467" y="0"/>
                  <a:pt x="601" y="135"/>
                  <a:pt x="601" y="304"/>
                </a:cubicBezTo>
                <a:cubicBezTo>
                  <a:pt x="601" y="467"/>
                  <a:pt x="467" y="601"/>
                  <a:pt x="304" y="601"/>
                </a:cubicBezTo>
                <a:close/>
                <a:moveTo>
                  <a:pt x="304" y="57"/>
                </a:moveTo>
                <a:lnTo>
                  <a:pt x="304" y="57"/>
                </a:lnTo>
                <a:cubicBezTo>
                  <a:pt x="170" y="57"/>
                  <a:pt x="57" y="170"/>
                  <a:pt x="57" y="304"/>
                </a:cubicBezTo>
                <a:cubicBezTo>
                  <a:pt x="57" y="439"/>
                  <a:pt x="170" y="545"/>
                  <a:pt x="304" y="545"/>
                </a:cubicBezTo>
                <a:cubicBezTo>
                  <a:pt x="438" y="545"/>
                  <a:pt x="544" y="439"/>
                  <a:pt x="544" y="304"/>
                </a:cubicBezTo>
                <a:cubicBezTo>
                  <a:pt x="544" y="170"/>
                  <a:pt x="438" y="57"/>
                  <a:pt x="304" y="57"/>
                </a:cubicBezTo>
                <a:close/>
                <a:moveTo>
                  <a:pt x="389" y="326"/>
                </a:moveTo>
                <a:lnTo>
                  <a:pt x="389" y="326"/>
                </a:lnTo>
                <a:cubicBezTo>
                  <a:pt x="240" y="417"/>
                  <a:pt x="240" y="417"/>
                  <a:pt x="240" y="417"/>
                </a:cubicBezTo>
                <a:lnTo>
                  <a:pt x="240" y="424"/>
                </a:lnTo>
                <a:cubicBezTo>
                  <a:pt x="233" y="424"/>
                  <a:pt x="233" y="424"/>
                  <a:pt x="233" y="424"/>
                </a:cubicBezTo>
                <a:cubicBezTo>
                  <a:pt x="226" y="424"/>
                  <a:pt x="226" y="424"/>
                  <a:pt x="226" y="424"/>
                </a:cubicBezTo>
                <a:cubicBezTo>
                  <a:pt x="212" y="424"/>
                  <a:pt x="198" y="410"/>
                  <a:pt x="198" y="396"/>
                </a:cubicBezTo>
                <a:cubicBezTo>
                  <a:pt x="198" y="205"/>
                  <a:pt x="198" y="205"/>
                  <a:pt x="198" y="205"/>
                </a:cubicBezTo>
                <a:cubicBezTo>
                  <a:pt x="198" y="191"/>
                  <a:pt x="212" y="177"/>
                  <a:pt x="226" y="177"/>
                </a:cubicBezTo>
                <a:cubicBezTo>
                  <a:pt x="233" y="177"/>
                  <a:pt x="240" y="184"/>
                  <a:pt x="240" y="184"/>
                </a:cubicBezTo>
                <a:cubicBezTo>
                  <a:pt x="389" y="276"/>
                  <a:pt x="389" y="276"/>
                  <a:pt x="389" y="276"/>
                </a:cubicBezTo>
                <a:cubicBezTo>
                  <a:pt x="403" y="283"/>
                  <a:pt x="403" y="290"/>
                  <a:pt x="403" y="304"/>
                </a:cubicBezTo>
                <a:cubicBezTo>
                  <a:pt x="403" y="311"/>
                  <a:pt x="403" y="318"/>
                  <a:pt x="389" y="32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4" name="Google Shape;1914;p28"/>
          <p:cNvSpPr/>
          <p:nvPr/>
        </p:nvSpPr>
        <p:spPr>
          <a:xfrm>
            <a:off x="11082983" y="2310902"/>
            <a:ext cx="549657" cy="549655"/>
          </a:xfrm>
          <a:custGeom>
            <a:rect b="b" l="l" r="r" t="t"/>
            <a:pathLst>
              <a:path extrusionOk="0" h="602" w="602">
                <a:moveTo>
                  <a:pt x="297" y="601"/>
                </a:moveTo>
                <a:lnTo>
                  <a:pt x="297" y="601"/>
                </a:lnTo>
                <a:cubicBezTo>
                  <a:pt x="134" y="601"/>
                  <a:pt x="0" y="467"/>
                  <a:pt x="0" y="297"/>
                </a:cubicBezTo>
                <a:cubicBezTo>
                  <a:pt x="0" y="135"/>
                  <a:pt x="134" y="0"/>
                  <a:pt x="297" y="0"/>
                </a:cubicBezTo>
                <a:cubicBezTo>
                  <a:pt x="466" y="0"/>
                  <a:pt x="601" y="135"/>
                  <a:pt x="601" y="297"/>
                </a:cubicBezTo>
                <a:cubicBezTo>
                  <a:pt x="601" y="467"/>
                  <a:pt x="466" y="601"/>
                  <a:pt x="297" y="601"/>
                </a:cubicBezTo>
                <a:close/>
                <a:moveTo>
                  <a:pt x="297" y="57"/>
                </a:moveTo>
                <a:lnTo>
                  <a:pt x="297" y="57"/>
                </a:lnTo>
                <a:cubicBezTo>
                  <a:pt x="163" y="57"/>
                  <a:pt x="57" y="163"/>
                  <a:pt x="57" y="297"/>
                </a:cubicBezTo>
                <a:cubicBezTo>
                  <a:pt x="57" y="431"/>
                  <a:pt x="163" y="544"/>
                  <a:pt x="297" y="544"/>
                </a:cubicBezTo>
                <a:cubicBezTo>
                  <a:pt x="431" y="544"/>
                  <a:pt x="544" y="431"/>
                  <a:pt x="544" y="297"/>
                </a:cubicBezTo>
                <a:cubicBezTo>
                  <a:pt x="544" y="163"/>
                  <a:pt x="431" y="57"/>
                  <a:pt x="297" y="5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5" name="Google Shape;1915;p28"/>
          <p:cNvSpPr/>
          <p:nvPr/>
        </p:nvSpPr>
        <p:spPr>
          <a:xfrm>
            <a:off x="10116071" y="2310902"/>
            <a:ext cx="553668" cy="549655"/>
          </a:xfrm>
          <a:custGeom>
            <a:rect b="b" l="l" r="r" t="t"/>
            <a:pathLst>
              <a:path extrusionOk="0" h="602" w="609">
                <a:moveTo>
                  <a:pt x="579" y="601"/>
                </a:moveTo>
                <a:lnTo>
                  <a:pt x="579" y="601"/>
                </a:lnTo>
                <a:cubicBezTo>
                  <a:pt x="28" y="601"/>
                  <a:pt x="28" y="601"/>
                  <a:pt x="28" y="601"/>
                </a:cubicBezTo>
                <a:cubicBezTo>
                  <a:pt x="14" y="601"/>
                  <a:pt x="0" y="587"/>
                  <a:pt x="0" y="573"/>
                </a:cubicBezTo>
                <a:cubicBezTo>
                  <a:pt x="0" y="29"/>
                  <a:pt x="0" y="29"/>
                  <a:pt x="0" y="29"/>
                </a:cubicBezTo>
                <a:cubicBezTo>
                  <a:pt x="0" y="7"/>
                  <a:pt x="14" y="0"/>
                  <a:pt x="28" y="0"/>
                </a:cubicBezTo>
                <a:cubicBezTo>
                  <a:pt x="579" y="0"/>
                  <a:pt x="579" y="0"/>
                  <a:pt x="579" y="0"/>
                </a:cubicBezTo>
                <a:cubicBezTo>
                  <a:pt x="594" y="0"/>
                  <a:pt x="608" y="7"/>
                  <a:pt x="608" y="29"/>
                </a:cubicBezTo>
                <a:cubicBezTo>
                  <a:pt x="608" y="573"/>
                  <a:pt x="608" y="573"/>
                  <a:pt x="608" y="573"/>
                </a:cubicBezTo>
                <a:cubicBezTo>
                  <a:pt x="608" y="587"/>
                  <a:pt x="594" y="601"/>
                  <a:pt x="579" y="601"/>
                </a:cubicBezTo>
                <a:close/>
                <a:moveTo>
                  <a:pt x="551" y="57"/>
                </a:moveTo>
                <a:lnTo>
                  <a:pt x="551" y="57"/>
                </a:lnTo>
                <a:cubicBezTo>
                  <a:pt x="56" y="57"/>
                  <a:pt x="56" y="57"/>
                  <a:pt x="56" y="57"/>
                </a:cubicBezTo>
                <a:cubicBezTo>
                  <a:pt x="56" y="544"/>
                  <a:pt x="56" y="544"/>
                  <a:pt x="56" y="544"/>
                </a:cubicBezTo>
                <a:cubicBezTo>
                  <a:pt x="551" y="544"/>
                  <a:pt x="551" y="544"/>
                  <a:pt x="551" y="544"/>
                </a:cubicBezTo>
                <a:lnTo>
                  <a:pt x="551" y="5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6" name="Google Shape;1916;p28"/>
          <p:cNvSpPr/>
          <p:nvPr/>
        </p:nvSpPr>
        <p:spPr>
          <a:xfrm>
            <a:off x="9165204" y="2322937"/>
            <a:ext cx="533609" cy="517561"/>
          </a:xfrm>
          <a:custGeom>
            <a:rect b="b" l="l" r="r" t="t"/>
            <a:pathLst>
              <a:path extrusionOk="0" h="567" w="588">
                <a:moveTo>
                  <a:pt x="558" y="474"/>
                </a:moveTo>
                <a:lnTo>
                  <a:pt x="558" y="474"/>
                </a:lnTo>
                <a:cubicBezTo>
                  <a:pt x="417" y="474"/>
                  <a:pt x="417" y="474"/>
                  <a:pt x="417" y="474"/>
                </a:cubicBezTo>
                <a:cubicBezTo>
                  <a:pt x="382" y="474"/>
                  <a:pt x="382" y="474"/>
                  <a:pt x="382" y="474"/>
                </a:cubicBezTo>
                <a:cubicBezTo>
                  <a:pt x="382" y="523"/>
                  <a:pt x="382" y="523"/>
                  <a:pt x="382" y="523"/>
                </a:cubicBezTo>
                <a:cubicBezTo>
                  <a:pt x="417" y="559"/>
                  <a:pt x="417" y="559"/>
                  <a:pt x="417" y="559"/>
                </a:cubicBezTo>
                <a:cubicBezTo>
                  <a:pt x="417" y="566"/>
                  <a:pt x="417" y="566"/>
                  <a:pt x="417" y="566"/>
                </a:cubicBezTo>
                <a:cubicBezTo>
                  <a:pt x="169" y="566"/>
                  <a:pt x="169" y="566"/>
                  <a:pt x="169" y="566"/>
                </a:cubicBezTo>
                <a:cubicBezTo>
                  <a:pt x="169" y="559"/>
                  <a:pt x="169" y="559"/>
                  <a:pt x="169" y="559"/>
                </a:cubicBezTo>
                <a:cubicBezTo>
                  <a:pt x="212" y="523"/>
                  <a:pt x="212" y="523"/>
                  <a:pt x="212" y="523"/>
                </a:cubicBezTo>
                <a:cubicBezTo>
                  <a:pt x="212" y="474"/>
                  <a:pt x="212" y="474"/>
                  <a:pt x="212" y="474"/>
                </a:cubicBezTo>
                <a:cubicBezTo>
                  <a:pt x="169" y="474"/>
                  <a:pt x="169" y="474"/>
                  <a:pt x="169" y="474"/>
                </a:cubicBezTo>
                <a:cubicBezTo>
                  <a:pt x="28" y="474"/>
                  <a:pt x="28" y="474"/>
                  <a:pt x="28" y="474"/>
                </a:cubicBezTo>
                <a:cubicBezTo>
                  <a:pt x="14" y="474"/>
                  <a:pt x="0" y="460"/>
                  <a:pt x="0" y="446"/>
                </a:cubicBezTo>
                <a:cubicBezTo>
                  <a:pt x="0" y="71"/>
                  <a:pt x="0" y="71"/>
                  <a:pt x="0" y="71"/>
                </a:cubicBezTo>
                <a:cubicBezTo>
                  <a:pt x="0" y="50"/>
                  <a:pt x="14" y="43"/>
                  <a:pt x="28" y="43"/>
                </a:cubicBezTo>
                <a:cubicBezTo>
                  <a:pt x="205" y="43"/>
                  <a:pt x="205" y="43"/>
                  <a:pt x="205" y="43"/>
                </a:cubicBezTo>
                <a:cubicBezTo>
                  <a:pt x="169" y="78"/>
                  <a:pt x="169" y="78"/>
                  <a:pt x="169" y="78"/>
                </a:cubicBezTo>
                <a:cubicBezTo>
                  <a:pt x="42" y="78"/>
                  <a:pt x="42" y="78"/>
                  <a:pt x="42" y="78"/>
                </a:cubicBezTo>
                <a:cubicBezTo>
                  <a:pt x="42" y="396"/>
                  <a:pt x="42" y="396"/>
                  <a:pt x="42" y="396"/>
                </a:cubicBezTo>
                <a:cubicBezTo>
                  <a:pt x="551" y="396"/>
                  <a:pt x="551" y="396"/>
                  <a:pt x="551" y="396"/>
                </a:cubicBezTo>
                <a:cubicBezTo>
                  <a:pt x="551" y="78"/>
                  <a:pt x="551" y="78"/>
                  <a:pt x="551" y="78"/>
                </a:cubicBezTo>
                <a:cubicBezTo>
                  <a:pt x="424" y="78"/>
                  <a:pt x="424" y="78"/>
                  <a:pt x="424" y="78"/>
                </a:cubicBezTo>
                <a:cubicBezTo>
                  <a:pt x="382" y="43"/>
                  <a:pt x="382" y="43"/>
                  <a:pt x="382" y="43"/>
                </a:cubicBezTo>
                <a:cubicBezTo>
                  <a:pt x="558" y="43"/>
                  <a:pt x="558" y="43"/>
                  <a:pt x="558" y="43"/>
                </a:cubicBezTo>
                <a:cubicBezTo>
                  <a:pt x="572" y="43"/>
                  <a:pt x="587" y="50"/>
                  <a:pt x="587" y="71"/>
                </a:cubicBezTo>
                <a:cubicBezTo>
                  <a:pt x="587" y="446"/>
                  <a:pt x="587" y="446"/>
                  <a:pt x="587" y="446"/>
                </a:cubicBezTo>
                <a:cubicBezTo>
                  <a:pt x="587" y="460"/>
                  <a:pt x="572" y="474"/>
                  <a:pt x="558" y="474"/>
                </a:cubicBezTo>
                <a:close/>
                <a:moveTo>
                  <a:pt x="360" y="128"/>
                </a:moveTo>
                <a:lnTo>
                  <a:pt x="360" y="128"/>
                </a:lnTo>
                <a:cubicBezTo>
                  <a:pt x="353" y="128"/>
                  <a:pt x="346" y="121"/>
                  <a:pt x="339" y="113"/>
                </a:cubicBezTo>
                <a:cubicBezTo>
                  <a:pt x="325" y="99"/>
                  <a:pt x="325" y="99"/>
                  <a:pt x="325" y="99"/>
                </a:cubicBezTo>
                <a:cubicBezTo>
                  <a:pt x="325" y="226"/>
                  <a:pt x="325" y="226"/>
                  <a:pt x="325" y="226"/>
                </a:cubicBezTo>
                <a:cubicBezTo>
                  <a:pt x="325" y="248"/>
                  <a:pt x="311" y="255"/>
                  <a:pt x="297" y="255"/>
                </a:cubicBezTo>
                <a:cubicBezTo>
                  <a:pt x="276" y="255"/>
                  <a:pt x="269" y="248"/>
                  <a:pt x="269" y="226"/>
                </a:cubicBezTo>
                <a:cubicBezTo>
                  <a:pt x="269" y="99"/>
                  <a:pt x="269" y="99"/>
                  <a:pt x="269" y="99"/>
                </a:cubicBezTo>
                <a:cubicBezTo>
                  <a:pt x="247" y="113"/>
                  <a:pt x="247" y="113"/>
                  <a:pt x="247" y="113"/>
                </a:cubicBezTo>
                <a:cubicBezTo>
                  <a:pt x="240" y="121"/>
                  <a:pt x="233" y="128"/>
                  <a:pt x="226" y="128"/>
                </a:cubicBezTo>
                <a:cubicBezTo>
                  <a:pt x="212" y="128"/>
                  <a:pt x="198" y="113"/>
                  <a:pt x="198" y="99"/>
                </a:cubicBezTo>
                <a:cubicBezTo>
                  <a:pt x="198" y="92"/>
                  <a:pt x="205" y="85"/>
                  <a:pt x="212" y="78"/>
                </a:cubicBezTo>
                <a:cubicBezTo>
                  <a:pt x="276" y="15"/>
                  <a:pt x="276" y="15"/>
                  <a:pt x="276" y="15"/>
                </a:cubicBezTo>
                <a:cubicBezTo>
                  <a:pt x="283" y="8"/>
                  <a:pt x="290" y="0"/>
                  <a:pt x="297" y="0"/>
                </a:cubicBezTo>
                <a:cubicBezTo>
                  <a:pt x="304" y="0"/>
                  <a:pt x="311" y="8"/>
                  <a:pt x="311" y="15"/>
                </a:cubicBezTo>
                <a:cubicBezTo>
                  <a:pt x="382" y="78"/>
                  <a:pt x="382" y="78"/>
                  <a:pt x="382" y="78"/>
                </a:cubicBezTo>
                <a:cubicBezTo>
                  <a:pt x="389" y="85"/>
                  <a:pt x="389" y="92"/>
                  <a:pt x="389" y="99"/>
                </a:cubicBezTo>
                <a:cubicBezTo>
                  <a:pt x="389" y="113"/>
                  <a:pt x="375" y="128"/>
                  <a:pt x="360" y="12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7" name="Google Shape;1917;p28"/>
          <p:cNvSpPr/>
          <p:nvPr/>
        </p:nvSpPr>
        <p:spPr>
          <a:xfrm>
            <a:off x="8206317" y="2322937"/>
            <a:ext cx="533607" cy="517561"/>
          </a:xfrm>
          <a:custGeom>
            <a:rect b="b" l="l" r="r" t="t"/>
            <a:pathLst>
              <a:path extrusionOk="0" h="567" w="587">
                <a:moveTo>
                  <a:pt x="558" y="474"/>
                </a:moveTo>
                <a:lnTo>
                  <a:pt x="558" y="474"/>
                </a:lnTo>
                <a:cubicBezTo>
                  <a:pt x="417" y="474"/>
                  <a:pt x="417" y="474"/>
                  <a:pt x="417" y="474"/>
                </a:cubicBezTo>
                <a:cubicBezTo>
                  <a:pt x="374" y="474"/>
                  <a:pt x="374" y="474"/>
                  <a:pt x="374" y="474"/>
                </a:cubicBezTo>
                <a:cubicBezTo>
                  <a:pt x="374" y="523"/>
                  <a:pt x="374" y="523"/>
                  <a:pt x="374" y="523"/>
                </a:cubicBezTo>
                <a:cubicBezTo>
                  <a:pt x="417" y="559"/>
                  <a:pt x="417" y="559"/>
                  <a:pt x="417" y="559"/>
                </a:cubicBezTo>
                <a:cubicBezTo>
                  <a:pt x="417" y="566"/>
                  <a:pt x="417" y="566"/>
                  <a:pt x="417" y="566"/>
                </a:cubicBezTo>
                <a:cubicBezTo>
                  <a:pt x="169" y="566"/>
                  <a:pt x="169" y="566"/>
                  <a:pt x="169" y="566"/>
                </a:cubicBezTo>
                <a:cubicBezTo>
                  <a:pt x="169" y="559"/>
                  <a:pt x="169" y="559"/>
                  <a:pt x="169" y="559"/>
                </a:cubicBezTo>
                <a:cubicBezTo>
                  <a:pt x="205" y="523"/>
                  <a:pt x="205" y="523"/>
                  <a:pt x="205" y="523"/>
                </a:cubicBezTo>
                <a:cubicBezTo>
                  <a:pt x="205" y="474"/>
                  <a:pt x="205" y="474"/>
                  <a:pt x="205" y="474"/>
                </a:cubicBezTo>
                <a:cubicBezTo>
                  <a:pt x="169" y="474"/>
                  <a:pt x="169" y="474"/>
                  <a:pt x="169" y="474"/>
                </a:cubicBezTo>
                <a:cubicBezTo>
                  <a:pt x="28" y="474"/>
                  <a:pt x="28" y="474"/>
                  <a:pt x="28" y="474"/>
                </a:cubicBezTo>
                <a:cubicBezTo>
                  <a:pt x="14" y="474"/>
                  <a:pt x="0" y="460"/>
                  <a:pt x="0" y="446"/>
                </a:cubicBezTo>
                <a:cubicBezTo>
                  <a:pt x="0" y="71"/>
                  <a:pt x="0" y="71"/>
                  <a:pt x="0" y="71"/>
                </a:cubicBezTo>
                <a:cubicBezTo>
                  <a:pt x="0" y="50"/>
                  <a:pt x="14" y="43"/>
                  <a:pt x="28" y="43"/>
                </a:cubicBezTo>
                <a:cubicBezTo>
                  <a:pt x="233" y="43"/>
                  <a:pt x="233" y="43"/>
                  <a:pt x="233" y="43"/>
                </a:cubicBezTo>
                <a:cubicBezTo>
                  <a:pt x="233" y="78"/>
                  <a:pt x="233" y="78"/>
                  <a:pt x="233" y="78"/>
                </a:cubicBezTo>
                <a:cubicBezTo>
                  <a:pt x="35" y="78"/>
                  <a:pt x="35" y="78"/>
                  <a:pt x="35" y="78"/>
                </a:cubicBezTo>
                <a:cubicBezTo>
                  <a:pt x="35" y="396"/>
                  <a:pt x="35" y="396"/>
                  <a:pt x="35" y="396"/>
                </a:cubicBezTo>
                <a:cubicBezTo>
                  <a:pt x="544" y="396"/>
                  <a:pt x="544" y="396"/>
                  <a:pt x="544" y="396"/>
                </a:cubicBezTo>
                <a:cubicBezTo>
                  <a:pt x="544" y="78"/>
                  <a:pt x="544" y="78"/>
                  <a:pt x="544" y="78"/>
                </a:cubicBezTo>
                <a:cubicBezTo>
                  <a:pt x="346" y="78"/>
                  <a:pt x="346" y="78"/>
                  <a:pt x="346" y="78"/>
                </a:cubicBezTo>
                <a:cubicBezTo>
                  <a:pt x="346" y="43"/>
                  <a:pt x="346" y="43"/>
                  <a:pt x="346" y="43"/>
                </a:cubicBezTo>
                <a:cubicBezTo>
                  <a:pt x="558" y="43"/>
                  <a:pt x="558" y="43"/>
                  <a:pt x="558" y="43"/>
                </a:cubicBezTo>
                <a:cubicBezTo>
                  <a:pt x="572" y="43"/>
                  <a:pt x="586" y="50"/>
                  <a:pt x="586" y="71"/>
                </a:cubicBezTo>
                <a:cubicBezTo>
                  <a:pt x="586" y="446"/>
                  <a:pt x="586" y="446"/>
                  <a:pt x="586" y="446"/>
                </a:cubicBezTo>
                <a:cubicBezTo>
                  <a:pt x="586" y="460"/>
                  <a:pt x="572" y="474"/>
                  <a:pt x="558" y="474"/>
                </a:cubicBezTo>
                <a:close/>
                <a:moveTo>
                  <a:pt x="389" y="163"/>
                </a:moveTo>
                <a:lnTo>
                  <a:pt x="389" y="163"/>
                </a:lnTo>
                <a:cubicBezTo>
                  <a:pt x="389" y="170"/>
                  <a:pt x="382" y="177"/>
                  <a:pt x="374" y="184"/>
                </a:cubicBezTo>
                <a:cubicBezTo>
                  <a:pt x="311" y="248"/>
                  <a:pt x="311" y="248"/>
                  <a:pt x="311" y="248"/>
                </a:cubicBezTo>
                <a:cubicBezTo>
                  <a:pt x="304" y="255"/>
                  <a:pt x="297" y="255"/>
                  <a:pt x="290" y="255"/>
                </a:cubicBezTo>
                <a:cubicBezTo>
                  <a:pt x="283" y="255"/>
                  <a:pt x="276" y="255"/>
                  <a:pt x="276" y="248"/>
                </a:cubicBezTo>
                <a:cubicBezTo>
                  <a:pt x="205" y="184"/>
                  <a:pt x="205" y="184"/>
                  <a:pt x="205" y="184"/>
                </a:cubicBezTo>
                <a:cubicBezTo>
                  <a:pt x="198" y="177"/>
                  <a:pt x="198" y="170"/>
                  <a:pt x="198" y="163"/>
                </a:cubicBezTo>
                <a:cubicBezTo>
                  <a:pt x="198" y="149"/>
                  <a:pt x="212" y="135"/>
                  <a:pt x="226" y="135"/>
                </a:cubicBezTo>
                <a:cubicBezTo>
                  <a:pt x="233" y="135"/>
                  <a:pt x="240" y="135"/>
                  <a:pt x="247" y="142"/>
                </a:cubicBezTo>
                <a:cubicBezTo>
                  <a:pt x="261" y="163"/>
                  <a:pt x="261" y="163"/>
                  <a:pt x="261" y="163"/>
                </a:cubicBezTo>
                <a:cubicBezTo>
                  <a:pt x="261" y="29"/>
                  <a:pt x="261" y="29"/>
                  <a:pt x="261" y="29"/>
                </a:cubicBezTo>
                <a:cubicBezTo>
                  <a:pt x="261" y="15"/>
                  <a:pt x="276" y="0"/>
                  <a:pt x="290" y="0"/>
                </a:cubicBezTo>
                <a:cubicBezTo>
                  <a:pt x="311" y="0"/>
                  <a:pt x="318" y="15"/>
                  <a:pt x="318" y="29"/>
                </a:cubicBezTo>
                <a:cubicBezTo>
                  <a:pt x="318" y="163"/>
                  <a:pt x="318" y="163"/>
                  <a:pt x="318" y="163"/>
                </a:cubicBezTo>
                <a:cubicBezTo>
                  <a:pt x="339" y="142"/>
                  <a:pt x="339" y="142"/>
                  <a:pt x="339" y="142"/>
                </a:cubicBezTo>
                <a:cubicBezTo>
                  <a:pt x="346" y="135"/>
                  <a:pt x="353" y="135"/>
                  <a:pt x="360" y="135"/>
                </a:cubicBezTo>
                <a:cubicBezTo>
                  <a:pt x="374" y="135"/>
                  <a:pt x="389" y="149"/>
                  <a:pt x="389" y="16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8" name="Google Shape;1918;p28"/>
          <p:cNvSpPr/>
          <p:nvPr/>
        </p:nvSpPr>
        <p:spPr>
          <a:xfrm>
            <a:off x="7251440" y="2359048"/>
            <a:ext cx="529596" cy="477437"/>
          </a:xfrm>
          <a:custGeom>
            <a:rect b="b" l="l" r="r" t="t"/>
            <a:pathLst>
              <a:path extrusionOk="0" h="524" w="580">
                <a:moveTo>
                  <a:pt x="551" y="431"/>
                </a:moveTo>
                <a:lnTo>
                  <a:pt x="551" y="431"/>
                </a:lnTo>
                <a:cubicBezTo>
                  <a:pt x="410" y="431"/>
                  <a:pt x="410" y="431"/>
                  <a:pt x="410" y="431"/>
                </a:cubicBezTo>
                <a:cubicBezTo>
                  <a:pt x="374" y="431"/>
                  <a:pt x="374" y="431"/>
                  <a:pt x="374" y="431"/>
                </a:cubicBezTo>
                <a:cubicBezTo>
                  <a:pt x="374" y="480"/>
                  <a:pt x="374" y="480"/>
                  <a:pt x="374" y="480"/>
                </a:cubicBezTo>
                <a:cubicBezTo>
                  <a:pt x="410" y="516"/>
                  <a:pt x="410" y="516"/>
                  <a:pt x="410" y="516"/>
                </a:cubicBezTo>
                <a:cubicBezTo>
                  <a:pt x="410" y="523"/>
                  <a:pt x="410" y="523"/>
                  <a:pt x="410" y="523"/>
                </a:cubicBezTo>
                <a:cubicBezTo>
                  <a:pt x="169" y="523"/>
                  <a:pt x="169" y="523"/>
                  <a:pt x="169" y="523"/>
                </a:cubicBezTo>
                <a:cubicBezTo>
                  <a:pt x="169" y="516"/>
                  <a:pt x="169" y="516"/>
                  <a:pt x="169" y="516"/>
                </a:cubicBezTo>
                <a:cubicBezTo>
                  <a:pt x="205" y="480"/>
                  <a:pt x="205" y="480"/>
                  <a:pt x="205" y="480"/>
                </a:cubicBezTo>
                <a:cubicBezTo>
                  <a:pt x="205" y="431"/>
                  <a:pt x="205" y="431"/>
                  <a:pt x="205" y="431"/>
                </a:cubicBezTo>
                <a:cubicBezTo>
                  <a:pt x="169" y="431"/>
                  <a:pt x="169" y="431"/>
                  <a:pt x="169" y="431"/>
                </a:cubicBezTo>
                <a:cubicBezTo>
                  <a:pt x="28" y="431"/>
                  <a:pt x="28" y="431"/>
                  <a:pt x="28" y="431"/>
                </a:cubicBezTo>
                <a:cubicBezTo>
                  <a:pt x="7" y="431"/>
                  <a:pt x="0" y="417"/>
                  <a:pt x="0" y="403"/>
                </a:cubicBezTo>
                <a:cubicBezTo>
                  <a:pt x="0" y="28"/>
                  <a:pt x="0" y="28"/>
                  <a:pt x="0" y="28"/>
                </a:cubicBezTo>
                <a:cubicBezTo>
                  <a:pt x="0" y="7"/>
                  <a:pt x="7" y="0"/>
                  <a:pt x="28" y="0"/>
                </a:cubicBezTo>
                <a:cubicBezTo>
                  <a:pt x="551" y="0"/>
                  <a:pt x="551" y="0"/>
                  <a:pt x="551" y="0"/>
                </a:cubicBezTo>
                <a:cubicBezTo>
                  <a:pt x="572" y="0"/>
                  <a:pt x="579" y="7"/>
                  <a:pt x="579" y="28"/>
                </a:cubicBezTo>
                <a:cubicBezTo>
                  <a:pt x="579" y="403"/>
                  <a:pt x="579" y="403"/>
                  <a:pt x="579" y="403"/>
                </a:cubicBezTo>
                <a:cubicBezTo>
                  <a:pt x="579" y="417"/>
                  <a:pt x="572" y="431"/>
                  <a:pt x="551" y="431"/>
                </a:cubicBezTo>
                <a:close/>
                <a:moveTo>
                  <a:pt x="544" y="35"/>
                </a:moveTo>
                <a:lnTo>
                  <a:pt x="544" y="35"/>
                </a:lnTo>
                <a:cubicBezTo>
                  <a:pt x="35" y="35"/>
                  <a:pt x="35" y="35"/>
                  <a:pt x="35" y="35"/>
                </a:cubicBezTo>
                <a:cubicBezTo>
                  <a:pt x="35" y="353"/>
                  <a:pt x="35" y="353"/>
                  <a:pt x="35" y="353"/>
                </a:cubicBezTo>
                <a:cubicBezTo>
                  <a:pt x="544" y="353"/>
                  <a:pt x="544" y="353"/>
                  <a:pt x="544" y="353"/>
                </a:cubicBezTo>
                <a:lnTo>
                  <a:pt x="544" y="35"/>
                </a:lnTo>
                <a:close/>
                <a:moveTo>
                  <a:pt x="233" y="113"/>
                </a:moveTo>
                <a:lnTo>
                  <a:pt x="233" y="113"/>
                </a:lnTo>
                <a:cubicBezTo>
                  <a:pt x="240" y="113"/>
                  <a:pt x="247" y="113"/>
                  <a:pt x="254" y="120"/>
                </a:cubicBezTo>
                <a:cubicBezTo>
                  <a:pt x="290" y="155"/>
                  <a:pt x="290" y="155"/>
                  <a:pt x="290" y="155"/>
                </a:cubicBezTo>
                <a:cubicBezTo>
                  <a:pt x="325" y="120"/>
                  <a:pt x="325" y="120"/>
                  <a:pt x="325" y="120"/>
                </a:cubicBezTo>
                <a:cubicBezTo>
                  <a:pt x="332" y="113"/>
                  <a:pt x="339" y="113"/>
                  <a:pt x="346" y="113"/>
                </a:cubicBezTo>
                <a:cubicBezTo>
                  <a:pt x="360" y="113"/>
                  <a:pt x="374" y="120"/>
                  <a:pt x="374" y="141"/>
                </a:cubicBezTo>
                <a:cubicBezTo>
                  <a:pt x="374" y="148"/>
                  <a:pt x="374" y="155"/>
                  <a:pt x="367" y="155"/>
                </a:cubicBezTo>
                <a:cubicBezTo>
                  <a:pt x="332" y="198"/>
                  <a:pt x="332" y="198"/>
                  <a:pt x="332" y="198"/>
                </a:cubicBezTo>
                <a:cubicBezTo>
                  <a:pt x="367" y="233"/>
                  <a:pt x="367" y="233"/>
                  <a:pt x="367" y="233"/>
                </a:cubicBezTo>
                <a:cubicBezTo>
                  <a:pt x="374" y="240"/>
                  <a:pt x="374" y="247"/>
                  <a:pt x="374" y="254"/>
                </a:cubicBezTo>
                <a:cubicBezTo>
                  <a:pt x="374" y="268"/>
                  <a:pt x="360" y="283"/>
                  <a:pt x="346" y="283"/>
                </a:cubicBezTo>
                <a:cubicBezTo>
                  <a:pt x="339" y="283"/>
                  <a:pt x="332" y="276"/>
                  <a:pt x="325" y="268"/>
                </a:cubicBezTo>
                <a:cubicBezTo>
                  <a:pt x="290" y="233"/>
                  <a:pt x="290" y="233"/>
                  <a:pt x="290" y="233"/>
                </a:cubicBezTo>
                <a:cubicBezTo>
                  <a:pt x="254" y="268"/>
                  <a:pt x="254" y="268"/>
                  <a:pt x="254" y="268"/>
                </a:cubicBezTo>
                <a:cubicBezTo>
                  <a:pt x="247" y="276"/>
                  <a:pt x="240" y="283"/>
                  <a:pt x="233" y="283"/>
                </a:cubicBezTo>
                <a:cubicBezTo>
                  <a:pt x="219" y="283"/>
                  <a:pt x="205" y="268"/>
                  <a:pt x="205" y="254"/>
                </a:cubicBezTo>
                <a:cubicBezTo>
                  <a:pt x="205" y="247"/>
                  <a:pt x="205" y="240"/>
                  <a:pt x="212" y="233"/>
                </a:cubicBezTo>
                <a:cubicBezTo>
                  <a:pt x="247" y="198"/>
                  <a:pt x="247" y="198"/>
                  <a:pt x="247" y="198"/>
                </a:cubicBezTo>
                <a:cubicBezTo>
                  <a:pt x="212" y="155"/>
                  <a:pt x="212" y="155"/>
                  <a:pt x="212" y="155"/>
                </a:cubicBezTo>
                <a:cubicBezTo>
                  <a:pt x="205" y="155"/>
                  <a:pt x="205" y="148"/>
                  <a:pt x="205" y="141"/>
                </a:cubicBezTo>
                <a:cubicBezTo>
                  <a:pt x="205" y="120"/>
                  <a:pt x="219" y="113"/>
                  <a:pt x="233" y="11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9" name="Google Shape;1919;p28"/>
          <p:cNvSpPr/>
          <p:nvPr/>
        </p:nvSpPr>
        <p:spPr>
          <a:xfrm>
            <a:off x="6284525" y="2359048"/>
            <a:ext cx="533609" cy="477437"/>
          </a:xfrm>
          <a:custGeom>
            <a:rect b="b" l="l" r="r" t="t"/>
            <a:pathLst>
              <a:path extrusionOk="0" h="524" w="587">
                <a:moveTo>
                  <a:pt x="558" y="431"/>
                </a:moveTo>
                <a:lnTo>
                  <a:pt x="558" y="431"/>
                </a:lnTo>
                <a:cubicBezTo>
                  <a:pt x="417" y="431"/>
                  <a:pt x="417" y="431"/>
                  <a:pt x="417" y="431"/>
                </a:cubicBezTo>
                <a:cubicBezTo>
                  <a:pt x="381" y="431"/>
                  <a:pt x="381" y="431"/>
                  <a:pt x="381" y="431"/>
                </a:cubicBezTo>
                <a:cubicBezTo>
                  <a:pt x="381" y="480"/>
                  <a:pt x="381" y="480"/>
                  <a:pt x="381" y="480"/>
                </a:cubicBezTo>
                <a:cubicBezTo>
                  <a:pt x="417" y="516"/>
                  <a:pt x="417" y="516"/>
                  <a:pt x="417" y="516"/>
                </a:cubicBezTo>
                <a:cubicBezTo>
                  <a:pt x="417" y="523"/>
                  <a:pt x="417" y="523"/>
                  <a:pt x="417" y="523"/>
                </a:cubicBezTo>
                <a:cubicBezTo>
                  <a:pt x="169" y="523"/>
                  <a:pt x="169" y="523"/>
                  <a:pt x="169" y="523"/>
                </a:cubicBezTo>
                <a:cubicBezTo>
                  <a:pt x="169" y="516"/>
                  <a:pt x="169" y="516"/>
                  <a:pt x="169" y="516"/>
                </a:cubicBezTo>
                <a:cubicBezTo>
                  <a:pt x="212" y="480"/>
                  <a:pt x="212" y="480"/>
                  <a:pt x="212" y="480"/>
                </a:cubicBezTo>
                <a:cubicBezTo>
                  <a:pt x="212" y="431"/>
                  <a:pt x="212" y="431"/>
                  <a:pt x="212" y="431"/>
                </a:cubicBezTo>
                <a:cubicBezTo>
                  <a:pt x="169" y="431"/>
                  <a:pt x="169" y="431"/>
                  <a:pt x="169" y="431"/>
                </a:cubicBezTo>
                <a:cubicBezTo>
                  <a:pt x="28" y="431"/>
                  <a:pt x="28" y="431"/>
                  <a:pt x="28" y="431"/>
                </a:cubicBezTo>
                <a:cubicBezTo>
                  <a:pt x="14" y="431"/>
                  <a:pt x="0" y="417"/>
                  <a:pt x="0" y="403"/>
                </a:cubicBezTo>
                <a:cubicBezTo>
                  <a:pt x="0" y="28"/>
                  <a:pt x="0" y="28"/>
                  <a:pt x="0" y="28"/>
                </a:cubicBezTo>
                <a:cubicBezTo>
                  <a:pt x="0" y="7"/>
                  <a:pt x="14" y="0"/>
                  <a:pt x="28" y="0"/>
                </a:cubicBezTo>
                <a:cubicBezTo>
                  <a:pt x="558" y="0"/>
                  <a:pt x="558" y="0"/>
                  <a:pt x="558" y="0"/>
                </a:cubicBezTo>
                <a:cubicBezTo>
                  <a:pt x="572" y="0"/>
                  <a:pt x="586" y="7"/>
                  <a:pt x="586" y="28"/>
                </a:cubicBezTo>
                <a:cubicBezTo>
                  <a:pt x="586" y="403"/>
                  <a:pt x="586" y="403"/>
                  <a:pt x="586" y="403"/>
                </a:cubicBezTo>
                <a:cubicBezTo>
                  <a:pt x="586" y="417"/>
                  <a:pt x="572" y="431"/>
                  <a:pt x="558" y="431"/>
                </a:cubicBezTo>
                <a:close/>
                <a:moveTo>
                  <a:pt x="551" y="35"/>
                </a:moveTo>
                <a:lnTo>
                  <a:pt x="551" y="35"/>
                </a:lnTo>
                <a:cubicBezTo>
                  <a:pt x="42" y="35"/>
                  <a:pt x="42" y="35"/>
                  <a:pt x="42" y="35"/>
                </a:cubicBezTo>
                <a:cubicBezTo>
                  <a:pt x="42" y="353"/>
                  <a:pt x="42" y="353"/>
                  <a:pt x="42" y="353"/>
                </a:cubicBezTo>
                <a:cubicBezTo>
                  <a:pt x="551" y="353"/>
                  <a:pt x="551" y="353"/>
                  <a:pt x="551" y="353"/>
                </a:cubicBezTo>
                <a:lnTo>
                  <a:pt x="551" y="35"/>
                </a:lnTo>
                <a:close/>
                <a:moveTo>
                  <a:pt x="240" y="169"/>
                </a:moveTo>
                <a:lnTo>
                  <a:pt x="240" y="169"/>
                </a:lnTo>
                <a:cubicBezTo>
                  <a:pt x="247" y="169"/>
                  <a:pt x="254" y="169"/>
                  <a:pt x="254" y="176"/>
                </a:cubicBezTo>
                <a:cubicBezTo>
                  <a:pt x="275" y="191"/>
                  <a:pt x="275" y="191"/>
                  <a:pt x="275" y="191"/>
                </a:cubicBezTo>
                <a:cubicBezTo>
                  <a:pt x="332" y="141"/>
                  <a:pt x="332" y="141"/>
                  <a:pt x="332" y="141"/>
                </a:cubicBezTo>
                <a:cubicBezTo>
                  <a:pt x="339" y="134"/>
                  <a:pt x="346" y="127"/>
                  <a:pt x="353" y="127"/>
                </a:cubicBezTo>
                <a:cubicBezTo>
                  <a:pt x="367" y="127"/>
                  <a:pt x="381" y="141"/>
                  <a:pt x="381" y="155"/>
                </a:cubicBezTo>
                <a:cubicBezTo>
                  <a:pt x="381" y="162"/>
                  <a:pt x="374" y="169"/>
                  <a:pt x="367" y="176"/>
                </a:cubicBezTo>
                <a:cubicBezTo>
                  <a:pt x="297" y="254"/>
                  <a:pt x="297" y="254"/>
                  <a:pt x="297" y="254"/>
                </a:cubicBezTo>
                <a:cubicBezTo>
                  <a:pt x="290" y="261"/>
                  <a:pt x="282" y="261"/>
                  <a:pt x="275" y="261"/>
                </a:cubicBezTo>
                <a:cubicBezTo>
                  <a:pt x="268" y="261"/>
                  <a:pt x="261" y="261"/>
                  <a:pt x="254" y="254"/>
                </a:cubicBezTo>
                <a:cubicBezTo>
                  <a:pt x="219" y="212"/>
                  <a:pt x="219" y="212"/>
                  <a:pt x="219" y="212"/>
                </a:cubicBezTo>
                <a:cubicBezTo>
                  <a:pt x="212" y="212"/>
                  <a:pt x="212" y="205"/>
                  <a:pt x="212" y="198"/>
                </a:cubicBezTo>
                <a:cubicBezTo>
                  <a:pt x="212" y="176"/>
                  <a:pt x="219" y="169"/>
                  <a:pt x="240" y="16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0" name="Google Shape;1920;p28"/>
          <p:cNvSpPr/>
          <p:nvPr/>
        </p:nvSpPr>
        <p:spPr>
          <a:xfrm>
            <a:off x="5329648" y="2359048"/>
            <a:ext cx="533609" cy="477437"/>
          </a:xfrm>
          <a:custGeom>
            <a:rect b="b" l="l" r="r" t="t"/>
            <a:pathLst>
              <a:path extrusionOk="0" h="524" w="587">
                <a:moveTo>
                  <a:pt x="558" y="431"/>
                </a:moveTo>
                <a:lnTo>
                  <a:pt x="558" y="431"/>
                </a:lnTo>
                <a:cubicBezTo>
                  <a:pt x="417" y="431"/>
                  <a:pt x="417" y="431"/>
                  <a:pt x="417" y="431"/>
                </a:cubicBezTo>
                <a:cubicBezTo>
                  <a:pt x="374" y="431"/>
                  <a:pt x="374" y="431"/>
                  <a:pt x="374" y="431"/>
                </a:cubicBezTo>
                <a:cubicBezTo>
                  <a:pt x="374" y="480"/>
                  <a:pt x="374" y="480"/>
                  <a:pt x="374" y="480"/>
                </a:cubicBezTo>
                <a:cubicBezTo>
                  <a:pt x="417" y="516"/>
                  <a:pt x="417" y="516"/>
                  <a:pt x="417" y="516"/>
                </a:cubicBezTo>
                <a:cubicBezTo>
                  <a:pt x="417" y="523"/>
                  <a:pt x="417" y="523"/>
                  <a:pt x="417" y="523"/>
                </a:cubicBezTo>
                <a:cubicBezTo>
                  <a:pt x="169" y="523"/>
                  <a:pt x="169" y="523"/>
                  <a:pt x="169" y="523"/>
                </a:cubicBezTo>
                <a:cubicBezTo>
                  <a:pt x="169" y="516"/>
                  <a:pt x="169" y="516"/>
                  <a:pt x="169" y="516"/>
                </a:cubicBezTo>
                <a:cubicBezTo>
                  <a:pt x="204" y="480"/>
                  <a:pt x="204" y="480"/>
                  <a:pt x="204" y="480"/>
                </a:cubicBezTo>
                <a:cubicBezTo>
                  <a:pt x="204" y="431"/>
                  <a:pt x="204" y="431"/>
                  <a:pt x="204" y="431"/>
                </a:cubicBezTo>
                <a:cubicBezTo>
                  <a:pt x="169" y="431"/>
                  <a:pt x="169" y="431"/>
                  <a:pt x="169" y="431"/>
                </a:cubicBezTo>
                <a:cubicBezTo>
                  <a:pt x="28" y="431"/>
                  <a:pt x="28" y="431"/>
                  <a:pt x="28" y="431"/>
                </a:cubicBezTo>
                <a:cubicBezTo>
                  <a:pt x="14" y="431"/>
                  <a:pt x="0" y="417"/>
                  <a:pt x="0" y="403"/>
                </a:cubicBezTo>
                <a:cubicBezTo>
                  <a:pt x="0" y="28"/>
                  <a:pt x="0" y="28"/>
                  <a:pt x="0" y="28"/>
                </a:cubicBezTo>
                <a:cubicBezTo>
                  <a:pt x="0" y="7"/>
                  <a:pt x="14" y="0"/>
                  <a:pt x="28" y="0"/>
                </a:cubicBezTo>
                <a:cubicBezTo>
                  <a:pt x="558" y="0"/>
                  <a:pt x="558" y="0"/>
                  <a:pt x="558" y="0"/>
                </a:cubicBezTo>
                <a:cubicBezTo>
                  <a:pt x="572" y="0"/>
                  <a:pt x="586" y="7"/>
                  <a:pt x="586" y="28"/>
                </a:cubicBezTo>
                <a:cubicBezTo>
                  <a:pt x="586" y="403"/>
                  <a:pt x="586" y="403"/>
                  <a:pt x="586" y="403"/>
                </a:cubicBezTo>
                <a:cubicBezTo>
                  <a:pt x="586" y="417"/>
                  <a:pt x="572" y="431"/>
                  <a:pt x="558" y="431"/>
                </a:cubicBezTo>
                <a:close/>
                <a:moveTo>
                  <a:pt x="544" y="35"/>
                </a:moveTo>
                <a:lnTo>
                  <a:pt x="544" y="35"/>
                </a:lnTo>
                <a:cubicBezTo>
                  <a:pt x="35" y="35"/>
                  <a:pt x="35" y="35"/>
                  <a:pt x="35" y="35"/>
                </a:cubicBezTo>
                <a:cubicBezTo>
                  <a:pt x="35" y="353"/>
                  <a:pt x="35" y="353"/>
                  <a:pt x="35" y="353"/>
                </a:cubicBezTo>
                <a:cubicBezTo>
                  <a:pt x="544" y="353"/>
                  <a:pt x="544" y="353"/>
                  <a:pt x="544" y="353"/>
                </a:cubicBezTo>
                <a:lnTo>
                  <a:pt x="544" y="35"/>
                </a:lnTo>
                <a:close/>
                <a:moveTo>
                  <a:pt x="233" y="169"/>
                </a:moveTo>
                <a:lnTo>
                  <a:pt x="233" y="169"/>
                </a:lnTo>
                <a:cubicBezTo>
                  <a:pt x="346" y="169"/>
                  <a:pt x="346" y="169"/>
                  <a:pt x="346" y="169"/>
                </a:cubicBezTo>
                <a:cubicBezTo>
                  <a:pt x="367" y="169"/>
                  <a:pt x="374" y="176"/>
                  <a:pt x="374" y="198"/>
                </a:cubicBezTo>
                <a:cubicBezTo>
                  <a:pt x="374" y="212"/>
                  <a:pt x="367" y="226"/>
                  <a:pt x="346" y="226"/>
                </a:cubicBezTo>
                <a:cubicBezTo>
                  <a:pt x="233" y="226"/>
                  <a:pt x="233" y="226"/>
                  <a:pt x="233" y="226"/>
                </a:cubicBezTo>
                <a:cubicBezTo>
                  <a:pt x="219" y="226"/>
                  <a:pt x="204" y="212"/>
                  <a:pt x="204" y="198"/>
                </a:cubicBezTo>
                <a:cubicBezTo>
                  <a:pt x="204" y="176"/>
                  <a:pt x="219" y="169"/>
                  <a:pt x="233" y="16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1" name="Google Shape;1921;p28"/>
          <p:cNvSpPr/>
          <p:nvPr/>
        </p:nvSpPr>
        <p:spPr>
          <a:xfrm>
            <a:off x="4370760" y="2359048"/>
            <a:ext cx="529596" cy="477437"/>
          </a:xfrm>
          <a:custGeom>
            <a:rect b="b" l="l" r="r" t="t"/>
            <a:pathLst>
              <a:path extrusionOk="0" h="524" w="580">
                <a:moveTo>
                  <a:pt x="551" y="431"/>
                </a:moveTo>
                <a:lnTo>
                  <a:pt x="551" y="431"/>
                </a:lnTo>
                <a:cubicBezTo>
                  <a:pt x="409" y="431"/>
                  <a:pt x="409" y="431"/>
                  <a:pt x="409" y="431"/>
                </a:cubicBezTo>
                <a:cubicBezTo>
                  <a:pt x="374" y="431"/>
                  <a:pt x="374" y="431"/>
                  <a:pt x="374" y="431"/>
                </a:cubicBezTo>
                <a:cubicBezTo>
                  <a:pt x="374" y="480"/>
                  <a:pt x="374" y="480"/>
                  <a:pt x="374" y="480"/>
                </a:cubicBezTo>
                <a:cubicBezTo>
                  <a:pt x="409" y="516"/>
                  <a:pt x="409" y="516"/>
                  <a:pt x="409" y="516"/>
                </a:cubicBezTo>
                <a:cubicBezTo>
                  <a:pt x="409" y="523"/>
                  <a:pt x="409" y="523"/>
                  <a:pt x="409" y="523"/>
                </a:cubicBezTo>
                <a:cubicBezTo>
                  <a:pt x="169" y="523"/>
                  <a:pt x="169" y="523"/>
                  <a:pt x="169" y="523"/>
                </a:cubicBezTo>
                <a:cubicBezTo>
                  <a:pt x="169" y="516"/>
                  <a:pt x="169" y="516"/>
                  <a:pt x="169" y="516"/>
                </a:cubicBezTo>
                <a:cubicBezTo>
                  <a:pt x="204" y="480"/>
                  <a:pt x="204" y="480"/>
                  <a:pt x="204" y="480"/>
                </a:cubicBezTo>
                <a:cubicBezTo>
                  <a:pt x="204" y="431"/>
                  <a:pt x="204" y="431"/>
                  <a:pt x="204" y="431"/>
                </a:cubicBezTo>
                <a:cubicBezTo>
                  <a:pt x="169" y="431"/>
                  <a:pt x="169" y="431"/>
                  <a:pt x="169" y="431"/>
                </a:cubicBezTo>
                <a:cubicBezTo>
                  <a:pt x="28" y="431"/>
                  <a:pt x="28" y="431"/>
                  <a:pt x="28" y="431"/>
                </a:cubicBezTo>
                <a:cubicBezTo>
                  <a:pt x="7" y="431"/>
                  <a:pt x="0" y="417"/>
                  <a:pt x="0" y="403"/>
                </a:cubicBezTo>
                <a:cubicBezTo>
                  <a:pt x="0" y="28"/>
                  <a:pt x="0" y="28"/>
                  <a:pt x="0" y="28"/>
                </a:cubicBezTo>
                <a:cubicBezTo>
                  <a:pt x="0" y="7"/>
                  <a:pt x="7" y="0"/>
                  <a:pt x="28" y="0"/>
                </a:cubicBezTo>
                <a:cubicBezTo>
                  <a:pt x="551" y="0"/>
                  <a:pt x="551" y="0"/>
                  <a:pt x="551" y="0"/>
                </a:cubicBezTo>
                <a:cubicBezTo>
                  <a:pt x="572" y="0"/>
                  <a:pt x="579" y="7"/>
                  <a:pt x="579" y="28"/>
                </a:cubicBezTo>
                <a:cubicBezTo>
                  <a:pt x="579" y="403"/>
                  <a:pt x="579" y="403"/>
                  <a:pt x="579" y="403"/>
                </a:cubicBezTo>
                <a:cubicBezTo>
                  <a:pt x="579" y="417"/>
                  <a:pt x="572" y="431"/>
                  <a:pt x="551" y="431"/>
                </a:cubicBezTo>
                <a:close/>
                <a:moveTo>
                  <a:pt x="544" y="35"/>
                </a:moveTo>
                <a:lnTo>
                  <a:pt x="544" y="35"/>
                </a:lnTo>
                <a:cubicBezTo>
                  <a:pt x="35" y="35"/>
                  <a:pt x="35" y="35"/>
                  <a:pt x="35" y="35"/>
                </a:cubicBezTo>
                <a:cubicBezTo>
                  <a:pt x="35" y="353"/>
                  <a:pt x="35" y="353"/>
                  <a:pt x="35" y="353"/>
                </a:cubicBezTo>
                <a:cubicBezTo>
                  <a:pt x="544" y="353"/>
                  <a:pt x="544" y="353"/>
                  <a:pt x="544" y="353"/>
                </a:cubicBezTo>
                <a:lnTo>
                  <a:pt x="544" y="35"/>
                </a:lnTo>
                <a:close/>
                <a:moveTo>
                  <a:pt x="233" y="169"/>
                </a:moveTo>
                <a:lnTo>
                  <a:pt x="233" y="169"/>
                </a:lnTo>
                <a:cubicBezTo>
                  <a:pt x="261" y="169"/>
                  <a:pt x="261" y="169"/>
                  <a:pt x="261" y="169"/>
                </a:cubicBezTo>
                <a:cubicBezTo>
                  <a:pt x="261" y="141"/>
                  <a:pt x="261" y="141"/>
                  <a:pt x="261" y="141"/>
                </a:cubicBezTo>
                <a:cubicBezTo>
                  <a:pt x="261" y="120"/>
                  <a:pt x="275" y="113"/>
                  <a:pt x="289" y="113"/>
                </a:cubicBezTo>
                <a:cubicBezTo>
                  <a:pt x="303" y="113"/>
                  <a:pt x="318" y="120"/>
                  <a:pt x="318" y="141"/>
                </a:cubicBezTo>
                <a:cubicBezTo>
                  <a:pt x="318" y="169"/>
                  <a:pt x="318" y="169"/>
                  <a:pt x="318" y="169"/>
                </a:cubicBezTo>
                <a:cubicBezTo>
                  <a:pt x="346" y="169"/>
                  <a:pt x="346" y="169"/>
                  <a:pt x="346" y="169"/>
                </a:cubicBezTo>
                <a:cubicBezTo>
                  <a:pt x="360" y="169"/>
                  <a:pt x="374" y="176"/>
                  <a:pt x="374" y="198"/>
                </a:cubicBezTo>
                <a:cubicBezTo>
                  <a:pt x="374" y="212"/>
                  <a:pt x="360" y="226"/>
                  <a:pt x="346" y="226"/>
                </a:cubicBezTo>
                <a:cubicBezTo>
                  <a:pt x="318" y="226"/>
                  <a:pt x="318" y="226"/>
                  <a:pt x="318" y="226"/>
                </a:cubicBezTo>
                <a:cubicBezTo>
                  <a:pt x="318" y="254"/>
                  <a:pt x="318" y="254"/>
                  <a:pt x="318" y="254"/>
                </a:cubicBezTo>
                <a:cubicBezTo>
                  <a:pt x="318" y="268"/>
                  <a:pt x="303" y="283"/>
                  <a:pt x="289" y="283"/>
                </a:cubicBezTo>
                <a:cubicBezTo>
                  <a:pt x="275" y="283"/>
                  <a:pt x="261" y="268"/>
                  <a:pt x="261" y="254"/>
                </a:cubicBezTo>
                <a:cubicBezTo>
                  <a:pt x="261" y="226"/>
                  <a:pt x="261" y="226"/>
                  <a:pt x="261" y="226"/>
                </a:cubicBezTo>
                <a:cubicBezTo>
                  <a:pt x="233" y="226"/>
                  <a:pt x="233" y="226"/>
                  <a:pt x="233" y="226"/>
                </a:cubicBezTo>
                <a:cubicBezTo>
                  <a:pt x="219" y="226"/>
                  <a:pt x="204" y="212"/>
                  <a:pt x="204" y="198"/>
                </a:cubicBezTo>
                <a:cubicBezTo>
                  <a:pt x="204" y="176"/>
                  <a:pt x="219" y="169"/>
                  <a:pt x="233" y="16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2" name="Google Shape;1922;p28"/>
          <p:cNvSpPr/>
          <p:nvPr/>
        </p:nvSpPr>
        <p:spPr>
          <a:xfrm>
            <a:off x="3403845" y="2359048"/>
            <a:ext cx="533609" cy="477437"/>
          </a:xfrm>
          <a:custGeom>
            <a:rect b="b" l="l" r="r" t="t"/>
            <a:pathLst>
              <a:path extrusionOk="0" h="524" w="588">
                <a:moveTo>
                  <a:pt x="559" y="431"/>
                </a:moveTo>
                <a:lnTo>
                  <a:pt x="559" y="431"/>
                </a:lnTo>
                <a:cubicBezTo>
                  <a:pt x="417" y="431"/>
                  <a:pt x="417" y="431"/>
                  <a:pt x="417" y="431"/>
                </a:cubicBezTo>
                <a:cubicBezTo>
                  <a:pt x="382" y="431"/>
                  <a:pt x="382" y="431"/>
                  <a:pt x="382" y="431"/>
                </a:cubicBezTo>
                <a:cubicBezTo>
                  <a:pt x="382" y="480"/>
                  <a:pt x="382" y="480"/>
                  <a:pt x="382" y="480"/>
                </a:cubicBezTo>
                <a:cubicBezTo>
                  <a:pt x="417" y="516"/>
                  <a:pt x="417" y="516"/>
                  <a:pt x="417" y="516"/>
                </a:cubicBezTo>
                <a:cubicBezTo>
                  <a:pt x="417" y="523"/>
                  <a:pt x="417" y="523"/>
                  <a:pt x="417" y="523"/>
                </a:cubicBezTo>
                <a:cubicBezTo>
                  <a:pt x="170" y="523"/>
                  <a:pt x="170" y="523"/>
                  <a:pt x="170" y="523"/>
                </a:cubicBezTo>
                <a:cubicBezTo>
                  <a:pt x="170" y="516"/>
                  <a:pt x="170" y="516"/>
                  <a:pt x="170" y="516"/>
                </a:cubicBezTo>
                <a:cubicBezTo>
                  <a:pt x="212" y="480"/>
                  <a:pt x="212" y="480"/>
                  <a:pt x="212" y="480"/>
                </a:cubicBezTo>
                <a:cubicBezTo>
                  <a:pt x="212" y="431"/>
                  <a:pt x="212" y="431"/>
                  <a:pt x="212" y="431"/>
                </a:cubicBezTo>
                <a:cubicBezTo>
                  <a:pt x="170" y="431"/>
                  <a:pt x="170" y="431"/>
                  <a:pt x="170" y="431"/>
                </a:cubicBezTo>
                <a:cubicBezTo>
                  <a:pt x="29" y="431"/>
                  <a:pt x="29" y="431"/>
                  <a:pt x="29" y="431"/>
                </a:cubicBezTo>
                <a:cubicBezTo>
                  <a:pt x="15" y="431"/>
                  <a:pt x="0" y="417"/>
                  <a:pt x="0" y="403"/>
                </a:cubicBezTo>
                <a:cubicBezTo>
                  <a:pt x="0" y="28"/>
                  <a:pt x="0" y="28"/>
                  <a:pt x="0" y="28"/>
                </a:cubicBezTo>
                <a:cubicBezTo>
                  <a:pt x="0" y="7"/>
                  <a:pt x="15" y="0"/>
                  <a:pt x="29" y="0"/>
                </a:cubicBezTo>
                <a:cubicBezTo>
                  <a:pt x="559" y="0"/>
                  <a:pt x="559" y="0"/>
                  <a:pt x="559" y="0"/>
                </a:cubicBezTo>
                <a:cubicBezTo>
                  <a:pt x="573" y="0"/>
                  <a:pt x="587" y="7"/>
                  <a:pt x="587" y="28"/>
                </a:cubicBezTo>
                <a:cubicBezTo>
                  <a:pt x="587" y="403"/>
                  <a:pt x="587" y="403"/>
                  <a:pt x="587" y="403"/>
                </a:cubicBezTo>
                <a:cubicBezTo>
                  <a:pt x="587" y="417"/>
                  <a:pt x="573" y="431"/>
                  <a:pt x="559" y="431"/>
                </a:cubicBezTo>
                <a:close/>
                <a:moveTo>
                  <a:pt x="552" y="35"/>
                </a:moveTo>
                <a:lnTo>
                  <a:pt x="552" y="35"/>
                </a:lnTo>
                <a:cubicBezTo>
                  <a:pt x="43" y="35"/>
                  <a:pt x="43" y="35"/>
                  <a:pt x="43" y="35"/>
                </a:cubicBezTo>
                <a:cubicBezTo>
                  <a:pt x="43" y="353"/>
                  <a:pt x="43" y="353"/>
                  <a:pt x="43" y="353"/>
                </a:cubicBezTo>
                <a:cubicBezTo>
                  <a:pt x="552" y="353"/>
                  <a:pt x="552" y="353"/>
                  <a:pt x="552" y="353"/>
                </a:cubicBezTo>
                <a:lnTo>
                  <a:pt x="552" y="3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3" name="Google Shape;1923;p28"/>
          <p:cNvSpPr/>
          <p:nvPr/>
        </p:nvSpPr>
        <p:spPr>
          <a:xfrm>
            <a:off x="2440944" y="2411203"/>
            <a:ext cx="549657" cy="341029"/>
          </a:xfrm>
          <a:custGeom>
            <a:rect b="b" l="l" r="r" t="t"/>
            <a:pathLst>
              <a:path extrusionOk="0" h="376" w="602">
                <a:moveTo>
                  <a:pt x="573" y="375"/>
                </a:moveTo>
                <a:lnTo>
                  <a:pt x="573" y="375"/>
                </a:lnTo>
                <a:cubicBezTo>
                  <a:pt x="544" y="375"/>
                  <a:pt x="544" y="375"/>
                  <a:pt x="544" y="375"/>
                </a:cubicBezTo>
                <a:cubicBezTo>
                  <a:pt x="57" y="375"/>
                  <a:pt x="57" y="375"/>
                  <a:pt x="57" y="375"/>
                </a:cubicBezTo>
                <a:cubicBezTo>
                  <a:pt x="29" y="375"/>
                  <a:pt x="29" y="375"/>
                  <a:pt x="29" y="375"/>
                </a:cubicBezTo>
                <a:cubicBezTo>
                  <a:pt x="7" y="375"/>
                  <a:pt x="0" y="361"/>
                  <a:pt x="0" y="347"/>
                </a:cubicBezTo>
                <a:cubicBezTo>
                  <a:pt x="0" y="297"/>
                  <a:pt x="0" y="297"/>
                  <a:pt x="0" y="297"/>
                </a:cubicBezTo>
                <a:cubicBezTo>
                  <a:pt x="57" y="297"/>
                  <a:pt x="57" y="297"/>
                  <a:pt x="57" y="297"/>
                </a:cubicBezTo>
                <a:cubicBezTo>
                  <a:pt x="57" y="29"/>
                  <a:pt x="57" y="29"/>
                  <a:pt x="57" y="29"/>
                </a:cubicBezTo>
                <a:cubicBezTo>
                  <a:pt x="57" y="7"/>
                  <a:pt x="64" y="0"/>
                  <a:pt x="85" y="0"/>
                </a:cubicBezTo>
                <a:cubicBezTo>
                  <a:pt x="516" y="0"/>
                  <a:pt x="516" y="0"/>
                  <a:pt x="516" y="0"/>
                </a:cubicBezTo>
                <a:cubicBezTo>
                  <a:pt x="530" y="0"/>
                  <a:pt x="544" y="7"/>
                  <a:pt x="544" y="29"/>
                </a:cubicBezTo>
                <a:cubicBezTo>
                  <a:pt x="544" y="297"/>
                  <a:pt x="544" y="297"/>
                  <a:pt x="544" y="297"/>
                </a:cubicBezTo>
                <a:cubicBezTo>
                  <a:pt x="601" y="297"/>
                  <a:pt x="601" y="297"/>
                  <a:pt x="601" y="297"/>
                </a:cubicBezTo>
                <a:cubicBezTo>
                  <a:pt x="601" y="347"/>
                  <a:pt x="601" y="347"/>
                  <a:pt x="601" y="347"/>
                </a:cubicBezTo>
                <a:cubicBezTo>
                  <a:pt x="601" y="361"/>
                  <a:pt x="587" y="375"/>
                  <a:pt x="573" y="375"/>
                </a:cubicBezTo>
                <a:close/>
                <a:moveTo>
                  <a:pt x="233" y="347"/>
                </a:moveTo>
                <a:lnTo>
                  <a:pt x="233" y="347"/>
                </a:lnTo>
                <a:cubicBezTo>
                  <a:pt x="368" y="347"/>
                  <a:pt x="368" y="347"/>
                  <a:pt x="368" y="347"/>
                </a:cubicBezTo>
                <a:cubicBezTo>
                  <a:pt x="368" y="325"/>
                  <a:pt x="368" y="325"/>
                  <a:pt x="368" y="325"/>
                </a:cubicBezTo>
                <a:cubicBezTo>
                  <a:pt x="233" y="325"/>
                  <a:pt x="233" y="325"/>
                  <a:pt x="233" y="325"/>
                </a:cubicBezTo>
                <a:lnTo>
                  <a:pt x="233" y="347"/>
                </a:lnTo>
                <a:close/>
                <a:moveTo>
                  <a:pt x="509" y="36"/>
                </a:moveTo>
                <a:lnTo>
                  <a:pt x="509" y="36"/>
                </a:lnTo>
                <a:cubicBezTo>
                  <a:pt x="92" y="36"/>
                  <a:pt x="92" y="36"/>
                  <a:pt x="92" y="36"/>
                </a:cubicBezTo>
                <a:cubicBezTo>
                  <a:pt x="92" y="283"/>
                  <a:pt x="92" y="283"/>
                  <a:pt x="92" y="283"/>
                </a:cubicBezTo>
                <a:cubicBezTo>
                  <a:pt x="509" y="283"/>
                  <a:pt x="509" y="283"/>
                  <a:pt x="509" y="283"/>
                </a:cubicBezTo>
                <a:lnTo>
                  <a:pt x="509" y="3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4" name="Google Shape;1924;p28"/>
          <p:cNvSpPr/>
          <p:nvPr/>
        </p:nvSpPr>
        <p:spPr>
          <a:xfrm>
            <a:off x="1542236" y="2334975"/>
            <a:ext cx="425281" cy="497499"/>
          </a:xfrm>
          <a:custGeom>
            <a:rect b="b" l="l" r="r" t="t"/>
            <a:pathLst>
              <a:path extrusionOk="0" h="545" w="467">
                <a:moveTo>
                  <a:pt x="438" y="544"/>
                </a:moveTo>
                <a:lnTo>
                  <a:pt x="438" y="544"/>
                </a:lnTo>
                <a:cubicBezTo>
                  <a:pt x="28" y="544"/>
                  <a:pt x="28" y="544"/>
                  <a:pt x="28" y="544"/>
                </a:cubicBezTo>
                <a:cubicBezTo>
                  <a:pt x="7" y="544"/>
                  <a:pt x="0" y="530"/>
                  <a:pt x="0" y="515"/>
                </a:cubicBezTo>
                <a:cubicBezTo>
                  <a:pt x="0" y="28"/>
                  <a:pt x="0" y="28"/>
                  <a:pt x="0" y="28"/>
                </a:cubicBezTo>
                <a:cubicBezTo>
                  <a:pt x="0" y="7"/>
                  <a:pt x="7" y="0"/>
                  <a:pt x="28" y="0"/>
                </a:cubicBezTo>
                <a:cubicBezTo>
                  <a:pt x="438" y="0"/>
                  <a:pt x="438" y="0"/>
                  <a:pt x="438" y="0"/>
                </a:cubicBezTo>
                <a:cubicBezTo>
                  <a:pt x="459" y="0"/>
                  <a:pt x="466" y="7"/>
                  <a:pt x="466" y="28"/>
                </a:cubicBezTo>
                <a:cubicBezTo>
                  <a:pt x="466" y="515"/>
                  <a:pt x="466" y="515"/>
                  <a:pt x="466" y="515"/>
                </a:cubicBezTo>
                <a:cubicBezTo>
                  <a:pt x="466" y="530"/>
                  <a:pt x="459" y="544"/>
                  <a:pt x="438" y="544"/>
                </a:cubicBezTo>
                <a:close/>
                <a:moveTo>
                  <a:pt x="233" y="522"/>
                </a:moveTo>
                <a:lnTo>
                  <a:pt x="233" y="522"/>
                </a:lnTo>
                <a:cubicBezTo>
                  <a:pt x="240" y="522"/>
                  <a:pt x="254" y="515"/>
                  <a:pt x="254" y="508"/>
                </a:cubicBezTo>
                <a:cubicBezTo>
                  <a:pt x="254" y="494"/>
                  <a:pt x="240" y="487"/>
                  <a:pt x="233" y="487"/>
                </a:cubicBezTo>
                <a:cubicBezTo>
                  <a:pt x="226" y="487"/>
                  <a:pt x="212" y="494"/>
                  <a:pt x="212" y="508"/>
                </a:cubicBezTo>
                <a:cubicBezTo>
                  <a:pt x="212" y="515"/>
                  <a:pt x="226" y="522"/>
                  <a:pt x="233" y="522"/>
                </a:cubicBezTo>
                <a:close/>
                <a:moveTo>
                  <a:pt x="410" y="56"/>
                </a:moveTo>
                <a:lnTo>
                  <a:pt x="410" y="56"/>
                </a:lnTo>
                <a:cubicBezTo>
                  <a:pt x="56" y="56"/>
                  <a:pt x="56" y="56"/>
                  <a:pt x="56" y="56"/>
                </a:cubicBezTo>
                <a:cubicBezTo>
                  <a:pt x="56" y="466"/>
                  <a:pt x="56" y="466"/>
                  <a:pt x="56" y="466"/>
                </a:cubicBezTo>
                <a:cubicBezTo>
                  <a:pt x="410" y="466"/>
                  <a:pt x="410" y="466"/>
                  <a:pt x="410" y="466"/>
                </a:cubicBezTo>
                <a:lnTo>
                  <a:pt x="410" y="5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5" name="Google Shape;1925;p28"/>
          <p:cNvSpPr/>
          <p:nvPr/>
        </p:nvSpPr>
        <p:spPr>
          <a:xfrm>
            <a:off x="647542" y="2334975"/>
            <a:ext cx="288870" cy="497499"/>
          </a:xfrm>
          <a:custGeom>
            <a:rect b="b" l="l" r="r" t="t"/>
            <a:pathLst>
              <a:path extrusionOk="0" h="545" w="319">
                <a:moveTo>
                  <a:pt x="290" y="544"/>
                </a:moveTo>
                <a:lnTo>
                  <a:pt x="290" y="544"/>
                </a:lnTo>
                <a:cubicBezTo>
                  <a:pt x="29" y="544"/>
                  <a:pt x="29" y="544"/>
                  <a:pt x="29" y="544"/>
                </a:cubicBezTo>
                <a:cubicBezTo>
                  <a:pt x="15" y="544"/>
                  <a:pt x="0" y="530"/>
                  <a:pt x="0" y="515"/>
                </a:cubicBezTo>
                <a:cubicBezTo>
                  <a:pt x="0" y="28"/>
                  <a:pt x="0" y="28"/>
                  <a:pt x="0" y="28"/>
                </a:cubicBezTo>
                <a:cubicBezTo>
                  <a:pt x="0" y="7"/>
                  <a:pt x="15" y="0"/>
                  <a:pt x="29" y="0"/>
                </a:cubicBezTo>
                <a:cubicBezTo>
                  <a:pt x="290" y="0"/>
                  <a:pt x="290" y="0"/>
                  <a:pt x="290" y="0"/>
                </a:cubicBezTo>
                <a:cubicBezTo>
                  <a:pt x="311" y="0"/>
                  <a:pt x="318" y="7"/>
                  <a:pt x="318" y="28"/>
                </a:cubicBezTo>
                <a:cubicBezTo>
                  <a:pt x="318" y="515"/>
                  <a:pt x="318" y="515"/>
                  <a:pt x="318" y="515"/>
                </a:cubicBezTo>
                <a:cubicBezTo>
                  <a:pt x="318" y="530"/>
                  <a:pt x="311" y="544"/>
                  <a:pt x="290" y="544"/>
                </a:cubicBezTo>
                <a:close/>
                <a:moveTo>
                  <a:pt x="163" y="515"/>
                </a:moveTo>
                <a:lnTo>
                  <a:pt x="163" y="515"/>
                </a:lnTo>
                <a:cubicBezTo>
                  <a:pt x="170" y="515"/>
                  <a:pt x="177" y="508"/>
                  <a:pt x="177" y="494"/>
                </a:cubicBezTo>
                <a:cubicBezTo>
                  <a:pt x="177" y="487"/>
                  <a:pt x="170" y="480"/>
                  <a:pt x="163" y="480"/>
                </a:cubicBezTo>
                <a:cubicBezTo>
                  <a:pt x="149" y="480"/>
                  <a:pt x="142" y="487"/>
                  <a:pt x="142" y="494"/>
                </a:cubicBezTo>
                <a:cubicBezTo>
                  <a:pt x="142" y="508"/>
                  <a:pt x="149" y="515"/>
                  <a:pt x="163" y="515"/>
                </a:cubicBezTo>
                <a:close/>
                <a:moveTo>
                  <a:pt x="290" y="56"/>
                </a:moveTo>
                <a:lnTo>
                  <a:pt x="290" y="56"/>
                </a:lnTo>
                <a:cubicBezTo>
                  <a:pt x="283" y="56"/>
                  <a:pt x="283" y="56"/>
                  <a:pt x="283" y="56"/>
                </a:cubicBezTo>
                <a:cubicBezTo>
                  <a:pt x="36" y="56"/>
                  <a:pt x="36" y="56"/>
                  <a:pt x="36" y="56"/>
                </a:cubicBezTo>
                <a:cubicBezTo>
                  <a:pt x="29" y="56"/>
                  <a:pt x="29" y="56"/>
                  <a:pt x="29" y="56"/>
                </a:cubicBezTo>
                <a:cubicBezTo>
                  <a:pt x="29" y="452"/>
                  <a:pt x="29" y="452"/>
                  <a:pt x="29" y="452"/>
                </a:cubicBezTo>
                <a:cubicBezTo>
                  <a:pt x="36" y="452"/>
                  <a:pt x="36" y="452"/>
                  <a:pt x="36" y="452"/>
                </a:cubicBezTo>
                <a:cubicBezTo>
                  <a:pt x="283" y="452"/>
                  <a:pt x="283" y="452"/>
                  <a:pt x="283" y="452"/>
                </a:cubicBezTo>
                <a:cubicBezTo>
                  <a:pt x="290" y="452"/>
                  <a:pt x="290" y="452"/>
                  <a:pt x="290" y="452"/>
                </a:cubicBezTo>
                <a:lnTo>
                  <a:pt x="290" y="5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6" name="Google Shape;1926;p28"/>
          <p:cNvSpPr/>
          <p:nvPr/>
        </p:nvSpPr>
        <p:spPr>
          <a:xfrm>
            <a:off x="11132320" y="1396146"/>
            <a:ext cx="413244" cy="449354"/>
          </a:xfrm>
          <a:custGeom>
            <a:rect b="b" l="l" r="r" t="t"/>
            <a:pathLst>
              <a:path extrusionOk="0" h="496" w="453">
                <a:moveTo>
                  <a:pt x="452" y="248"/>
                </a:moveTo>
                <a:lnTo>
                  <a:pt x="452" y="248"/>
                </a:lnTo>
                <a:cubicBezTo>
                  <a:pt x="452" y="255"/>
                  <a:pt x="445" y="262"/>
                  <a:pt x="438" y="269"/>
                </a:cubicBezTo>
                <a:cubicBezTo>
                  <a:pt x="346" y="354"/>
                  <a:pt x="346" y="354"/>
                  <a:pt x="346" y="354"/>
                </a:cubicBezTo>
                <a:cubicBezTo>
                  <a:pt x="339" y="361"/>
                  <a:pt x="332" y="361"/>
                  <a:pt x="325" y="361"/>
                </a:cubicBezTo>
                <a:cubicBezTo>
                  <a:pt x="311" y="361"/>
                  <a:pt x="297" y="347"/>
                  <a:pt x="297" y="333"/>
                </a:cubicBezTo>
                <a:cubicBezTo>
                  <a:pt x="297" y="326"/>
                  <a:pt x="304" y="319"/>
                  <a:pt x="311" y="311"/>
                </a:cubicBezTo>
                <a:cubicBezTo>
                  <a:pt x="346" y="276"/>
                  <a:pt x="346" y="276"/>
                  <a:pt x="346" y="276"/>
                </a:cubicBezTo>
                <a:cubicBezTo>
                  <a:pt x="177" y="276"/>
                  <a:pt x="177" y="276"/>
                  <a:pt x="177" y="276"/>
                </a:cubicBezTo>
                <a:cubicBezTo>
                  <a:pt x="163" y="276"/>
                  <a:pt x="148" y="262"/>
                  <a:pt x="148" y="248"/>
                </a:cubicBezTo>
                <a:cubicBezTo>
                  <a:pt x="148" y="234"/>
                  <a:pt x="163" y="220"/>
                  <a:pt x="177" y="220"/>
                </a:cubicBezTo>
                <a:cubicBezTo>
                  <a:pt x="346" y="220"/>
                  <a:pt x="346" y="220"/>
                  <a:pt x="346" y="220"/>
                </a:cubicBezTo>
                <a:cubicBezTo>
                  <a:pt x="311" y="184"/>
                  <a:pt x="311" y="184"/>
                  <a:pt x="311" y="184"/>
                </a:cubicBezTo>
                <a:cubicBezTo>
                  <a:pt x="304" y="177"/>
                  <a:pt x="297" y="170"/>
                  <a:pt x="297" y="163"/>
                </a:cubicBezTo>
                <a:cubicBezTo>
                  <a:pt x="297" y="149"/>
                  <a:pt x="311" y="135"/>
                  <a:pt x="325" y="135"/>
                </a:cubicBezTo>
                <a:cubicBezTo>
                  <a:pt x="332" y="135"/>
                  <a:pt x="339" y="135"/>
                  <a:pt x="346" y="142"/>
                </a:cubicBezTo>
                <a:cubicBezTo>
                  <a:pt x="438" y="227"/>
                  <a:pt x="438" y="227"/>
                  <a:pt x="438" y="227"/>
                </a:cubicBezTo>
                <a:cubicBezTo>
                  <a:pt x="445" y="234"/>
                  <a:pt x="452" y="241"/>
                  <a:pt x="452" y="248"/>
                </a:cubicBezTo>
                <a:close/>
                <a:moveTo>
                  <a:pt x="170" y="57"/>
                </a:moveTo>
                <a:lnTo>
                  <a:pt x="170" y="57"/>
                </a:lnTo>
                <a:cubicBezTo>
                  <a:pt x="56" y="57"/>
                  <a:pt x="56" y="57"/>
                  <a:pt x="56" y="57"/>
                </a:cubicBezTo>
                <a:cubicBezTo>
                  <a:pt x="56" y="439"/>
                  <a:pt x="56" y="439"/>
                  <a:pt x="56" y="439"/>
                </a:cubicBezTo>
                <a:cubicBezTo>
                  <a:pt x="170" y="439"/>
                  <a:pt x="170" y="439"/>
                  <a:pt x="170" y="439"/>
                </a:cubicBezTo>
                <a:cubicBezTo>
                  <a:pt x="184" y="439"/>
                  <a:pt x="198" y="446"/>
                  <a:pt x="198" y="467"/>
                </a:cubicBezTo>
                <a:cubicBezTo>
                  <a:pt x="198" y="481"/>
                  <a:pt x="184" y="495"/>
                  <a:pt x="170" y="495"/>
                </a:cubicBezTo>
                <a:cubicBezTo>
                  <a:pt x="28" y="495"/>
                  <a:pt x="28" y="495"/>
                  <a:pt x="28" y="495"/>
                </a:cubicBezTo>
                <a:cubicBezTo>
                  <a:pt x="7" y="495"/>
                  <a:pt x="0" y="481"/>
                  <a:pt x="0" y="467"/>
                </a:cubicBezTo>
                <a:cubicBezTo>
                  <a:pt x="0" y="29"/>
                  <a:pt x="0" y="29"/>
                  <a:pt x="0" y="29"/>
                </a:cubicBezTo>
                <a:cubicBezTo>
                  <a:pt x="0" y="15"/>
                  <a:pt x="7" y="0"/>
                  <a:pt x="28" y="0"/>
                </a:cubicBezTo>
                <a:cubicBezTo>
                  <a:pt x="170" y="0"/>
                  <a:pt x="170" y="0"/>
                  <a:pt x="170" y="0"/>
                </a:cubicBezTo>
                <a:cubicBezTo>
                  <a:pt x="184" y="0"/>
                  <a:pt x="198" y="15"/>
                  <a:pt x="198" y="29"/>
                </a:cubicBezTo>
                <a:cubicBezTo>
                  <a:pt x="198" y="50"/>
                  <a:pt x="184" y="57"/>
                  <a:pt x="170" y="5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7" name="Google Shape;1927;p28"/>
          <p:cNvSpPr/>
          <p:nvPr/>
        </p:nvSpPr>
        <p:spPr>
          <a:xfrm>
            <a:off x="10157381" y="1396146"/>
            <a:ext cx="413246" cy="449354"/>
          </a:xfrm>
          <a:custGeom>
            <a:rect b="b" l="l" r="r" t="t"/>
            <a:pathLst>
              <a:path extrusionOk="0" h="496" w="453">
                <a:moveTo>
                  <a:pt x="452" y="248"/>
                </a:moveTo>
                <a:lnTo>
                  <a:pt x="452" y="248"/>
                </a:lnTo>
                <a:cubicBezTo>
                  <a:pt x="452" y="467"/>
                  <a:pt x="452" y="467"/>
                  <a:pt x="452" y="467"/>
                </a:cubicBezTo>
                <a:cubicBezTo>
                  <a:pt x="452" y="481"/>
                  <a:pt x="438" y="495"/>
                  <a:pt x="424" y="495"/>
                </a:cubicBezTo>
                <a:cubicBezTo>
                  <a:pt x="282" y="495"/>
                  <a:pt x="282" y="495"/>
                  <a:pt x="282" y="495"/>
                </a:cubicBezTo>
                <a:cubicBezTo>
                  <a:pt x="261" y="495"/>
                  <a:pt x="254" y="481"/>
                  <a:pt x="254" y="467"/>
                </a:cubicBezTo>
                <a:cubicBezTo>
                  <a:pt x="254" y="446"/>
                  <a:pt x="261" y="439"/>
                  <a:pt x="282" y="439"/>
                </a:cubicBezTo>
                <a:cubicBezTo>
                  <a:pt x="395" y="439"/>
                  <a:pt x="395" y="439"/>
                  <a:pt x="395" y="439"/>
                </a:cubicBezTo>
                <a:cubicBezTo>
                  <a:pt x="395" y="57"/>
                  <a:pt x="395" y="57"/>
                  <a:pt x="395" y="57"/>
                </a:cubicBezTo>
                <a:cubicBezTo>
                  <a:pt x="282" y="57"/>
                  <a:pt x="282" y="57"/>
                  <a:pt x="282" y="57"/>
                </a:cubicBezTo>
                <a:cubicBezTo>
                  <a:pt x="261" y="57"/>
                  <a:pt x="254" y="43"/>
                  <a:pt x="254" y="29"/>
                </a:cubicBezTo>
                <a:cubicBezTo>
                  <a:pt x="254" y="15"/>
                  <a:pt x="261" y="0"/>
                  <a:pt x="282" y="0"/>
                </a:cubicBezTo>
                <a:cubicBezTo>
                  <a:pt x="424" y="0"/>
                  <a:pt x="424" y="0"/>
                  <a:pt x="424" y="0"/>
                </a:cubicBezTo>
                <a:cubicBezTo>
                  <a:pt x="438" y="0"/>
                  <a:pt x="452" y="15"/>
                  <a:pt x="452" y="29"/>
                </a:cubicBezTo>
                <a:cubicBezTo>
                  <a:pt x="452" y="248"/>
                  <a:pt x="452" y="248"/>
                  <a:pt x="452" y="248"/>
                </a:cubicBezTo>
                <a:close/>
                <a:moveTo>
                  <a:pt x="289" y="227"/>
                </a:moveTo>
                <a:lnTo>
                  <a:pt x="289" y="227"/>
                </a:lnTo>
                <a:cubicBezTo>
                  <a:pt x="296" y="234"/>
                  <a:pt x="296" y="241"/>
                  <a:pt x="296" y="248"/>
                </a:cubicBezTo>
                <a:cubicBezTo>
                  <a:pt x="296" y="255"/>
                  <a:pt x="296" y="262"/>
                  <a:pt x="289" y="269"/>
                </a:cubicBezTo>
                <a:cubicBezTo>
                  <a:pt x="198" y="354"/>
                  <a:pt x="198" y="354"/>
                  <a:pt x="198" y="354"/>
                </a:cubicBezTo>
                <a:cubicBezTo>
                  <a:pt x="191" y="361"/>
                  <a:pt x="183" y="361"/>
                  <a:pt x="176" y="361"/>
                </a:cubicBezTo>
                <a:cubicBezTo>
                  <a:pt x="162" y="361"/>
                  <a:pt x="148" y="347"/>
                  <a:pt x="148" y="333"/>
                </a:cubicBezTo>
                <a:cubicBezTo>
                  <a:pt x="148" y="326"/>
                  <a:pt x="155" y="319"/>
                  <a:pt x="155" y="311"/>
                </a:cubicBezTo>
                <a:cubicBezTo>
                  <a:pt x="198" y="276"/>
                  <a:pt x="198" y="276"/>
                  <a:pt x="198" y="276"/>
                </a:cubicBezTo>
                <a:cubicBezTo>
                  <a:pt x="28" y="276"/>
                  <a:pt x="28" y="276"/>
                  <a:pt x="28" y="276"/>
                </a:cubicBezTo>
                <a:cubicBezTo>
                  <a:pt x="7" y="276"/>
                  <a:pt x="0" y="262"/>
                  <a:pt x="0" y="248"/>
                </a:cubicBezTo>
                <a:cubicBezTo>
                  <a:pt x="0" y="234"/>
                  <a:pt x="7" y="220"/>
                  <a:pt x="28" y="220"/>
                </a:cubicBezTo>
                <a:cubicBezTo>
                  <a:pt x="198" y="220"/>
                  <a:pt x="198" y="220"/>
                  <a:pt x="198" y="220"/>
                </a:cubicBezTo>
                <a:cubicBezTo>
                  <a:pt x="155" y="184"/>
                  <a:pt x="155" y="184"/>
                  <a:pt x="155" y="184"/>
                </a:cubicBezTo>
                <a:cubicBezTo>
                  <a:pt x="155" y="177"/>
                  <a:pt x="148" y="170"/>
                  <a:pt x="148" y="163"/>
                </a:cubicBezTo>
                <a:cubicBezTo>
                  <a:pt x="148" y="149"/>
                  <a:pt x="162" y="135"/>
                  <a:pt x="176" y="135"/>
                </a:cubicBezTo>
                <a:cubicBezTo>
                  <a:pt x="183" y="135"/>
                  <a:pt x="191" y="135"/>
                  <a:pt x="198" y="142"/>
                </a:cubicBezTo>
                <a:cubicBezTo>
                  <a:pt x="289" y="227"/>
                  <a:pt x="289" y="227"/>
                  <a:pt x="289" y="22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8" name="Google Shape;1928;p28"/>
          <p:cNvSpPr/>
          <p:nvPr/>
        </p:nvSpPr>
        <p:spPr>
          <a:xfrm>
            <a:off x="9182445" y="1416205"/>
            <a:ext cx="445341" cy="413246"/>
          </a:xfrm>
          <a:custGeom>
            <a:rect b="b" l="l" r="r" t="t"/>
            <a:pathLst>
              <a:path extrusionOk="0" h="453" w="489">
                <a:moveTo>
                  <a:pt x="460" y="452"/>
                </a:moveTo>
                <a:lnTo>
                  <a:pt x="460" y="452"/>
                </a:lnTo>
                <a:cubicBezTo>
                  <a:pt x="29" y="452"/>
                  <a:pt x="29" y="452"/>
                  <a:pt x="29" y="452"/>
                </a:cubicBezTo>
                <a:cubicBezTo>
                  <a:pt x="15" y="452"/>
                  <a:pt x="0" y="438"/>
                  <a:pt x="0" y="424"/>
                </a:cubicBezTo>
                <a:cubicBezTo>
                  <a:pt x="0" y="282"/>
                  <a:pt x="0" y="282"/>
                  <a:pt x="0" y="282"/>
                </a:cubicBezTo>
                <a:cubicBezTo>
                  <a:pt x="0" y="268"/>
                  <a:pt x="15" y="254"/>
                  <a:pt x="29" y="254"/>
                </a:cubicBezTo>
                <a:cubicBezTo>
                  <a:pt x="43" y="254"/>
                  <a:pt x="57" y="268"/>
                  <a:pt x="57" y="282"/>
                </a:cubicBezTo>
                <a:cubicBezTo>
                  <a:pt x="57" y="396"/>
                  <a:pt x="57" y="396"/>
                  <a:pt x="57" y="396"/>
                </a:cubicBezTo>
                <a:cubicBezTo>
                  <a:pt x="431" y="396"/>
                  <a:pt x="431" y="396"/>
                  <a:pt x="431" y="396"/>
                </a:cubicBezTo>
                <a:cubicBezTo>
                  <a:pt x="431" y="282"/>
                  <a:pt x="431" y="282"/>
                  <a:pt x="431" y="282"/>
                </a:cubicBezTo>
                <a:cubicBezTo>
                  <a:pt x="431" y="268"/>
                  <a:pt x="446" y="254"/>
                  <a:pt x="460" y="254"/>
                </a:cubicBezTo>
                <a:cubicBezTo>
                  <a:pt x="481" y="254"/>
                  <a:pt x="488" y="268"/>
                  <a:pt x="488" y="282"/>
                </a:cubicBezTo>
                <a:cubicBezTo>
                  <a:pt x="488" y="424"/>
                  <a:pt x="488" y="424"/>
                  <a:pt x="488" y="424"/>
                </a:cubicBezTo>
                <a:cubicBezTo>
                  <a:pt x="488" y="438"/>
                  <a:pt x="481" y="452"/>
                  <a:pt x="460" y="452"/>
                </a:cubicBezTo>
                <a:close/>
                <a:moveTo>
                  <a:pt x="333" y="148"/>
                </a:moveTo>
                <a:lnTo>
                  <a:pt x="333" y="148"/>
                </a:lnTo>
                <a:cubicBezTo>
                  <a:pt x="318" y="148"/>
                  <a:pt x="311" y="148"/>
                  <a:pt x="311" y="141"/>
                </a:cubicBezTo>
                <a:cubicBezTo>
                  <a:pt x="276" y="99"/>
                  <a:pt x="276" y="99"/>
                  <a:pt x="276" y="99"/>
                </a:cubicBezTo>
                <a:cubicBezTo>
                  <a:pt x="276" y="275"/>
                  <a:pt x="276" y="275"/>
                  <a:pt x="276" y="275"/>
                </a:cubicBezTo>
                <a:cubicBezTo>
                  <a:pt x="276" y="289"/>
                  <a:pt x="262" y="304"/>
                  <a:pt x="248" y="304"/>
                </a:cubicBezTo>
                <a:cubicBezTo>
                  <a:pt x="227" y="304"/>
                  <a:pt x="220" y="289"/>
                  <a:pt x="220" y="275"/>
                </a:cubicBezTo>
                <a:cubicBezTo>
                  <a:pt x="220" y="99"/>
                  <a:pt x="220" y="99"/>
                  <a:pt x="220" y="99"/>
                </a:cubicBezTo>
                <a:cubicBezTo>
                  <a:pt x="184" y="141"/>
                  <a:pt x="184" y="141"/>
                  <a:pt x="184" y="141"/>
                </a:cubicBezTo>
                <a:cubicBezTo>
                  <a:pt x="177" y="148"/>
                  <a:pt x="170" y="148"/>
                  <a:pt x="163" y="148"/>
                </a:cubicBezTo>
                <a:cubicBezTo>
                  <a:pt x="142" y="148"/>
                  <a:pt x="135" y="141"/>
                  <a:pt x="135" y="120"/>
                </a:cubicBezTo>
                <a:cubicBezTo>
                  <a:pt x="135" y="113"/>
                  <a:pt x="135" y="106"/>
                  <a:pt x="142" y="106"/>
                </a:cubicBezTo>
                <a:cubicBezTo>
                  <a:pt x="227" y="7"/>
                  <a:pt x="227" y="7"/>
                  <a:pt x="227" y="7"/>
                </a:cubicBezTo>
                <a:cubicBezTo>
                  <a:pt x="227" y="7"/>
                  <a:pt x="234" y="0"/>
                  <a:pt x="248" y="0"/>
                </a:cubicBezTo>
                <a:cubicBezTo>
                  <a:pt x="255" y="0"/>
                  <a:pt x="262" y="7"/>
                  <a:pt x="269" y="7"/>
                </a:cubicBezTo>
                <a:cubicBezTo>
                  <a:pt x="354" y="106"/>
                  <a:pt x="354" y="106"/>
                  <a:pt x="354" y="106"/>
                </a:cubicBezTo>
                <a:cubicBezTo>
                  <a:pt x="354" y="106"/>
                  <a:pt x="361" y="113"/>
                  <a:pt x="361" y="120"/>
                </a:cubicBezTo>
                <a:cubicBezTo>
                  <a:pt x="361" y="141"/>
                  <a:pt x="347" y="148"/>
                  <a:pt x="333" y="14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9" name="Google Shape;1929;p28"/>
          <p:cNvSpPr/>
          <p:nvPr/>
        </p:nvSpPr>
        <p:spPr>
          <a:xfrm>
            <a:off x="8227568" y="1416205"/>
            <a:ext cx="445341" cy="413246"/>
          </a:xfrm>
          <a:custGeom>
            <a:rect b="b" l="l" r="r" t="t"/>
            <a:pathLst>
              <a:path extrusionOk="0" h="453" w="489">
                <a:moveTo>
                  <a:pt x="460" y="452"/>
                </a:moveTo>
                <a:lnTo>
                  <a:pt x="460" y="452"/>
                </a:lnTo>
                <a:cubicBezTo>
                  <a:pt x="241" y="452"/>
                  <a:pt x="241" y="452"/>
                  <a:pt x="241" y="452"/>
                </a:cubicBezTo>
                <a:cubicBezTo>
                  <a:pt x="29" y="452"/>
                  <a:pt x="29" y="452"/>
                  <a:pt x="29" y="452"/>
                </a:cubicBezTo>
                <a:cubicBezTo>
                  <a:pt x="7" y="452"/>
                  <a:pt x="0" y="438"/>
                  <a:pt x="0" y="424"/>
                </a:cubicBezTo>
                <a:cubicBezTo>
                  <a:pt x="0" y="282"/>
                  <a:pt x="0" y="282"/>
                  <a:pt x="0" y="282"/>
                </a:cubicBezTo>
                <a:cubicBezTo>
                  <a:pt x="0" y="268"/>
                  <a:pt x="7" y="254"/>
                  <a:pt x="29" y="254"/>
                </a:cubicBezTo>
                <a:cubicBezTo>
                  <a:pt x="43" y="254"/>
                  <a:pt x="57" y="268"/>
                  <a:pt x="57" y="282"/>
                </a:cubicBezTo>
                <a:cubicBezTo>
                  <a:pt x="57" y="396"/>
                  <a:pt x="57" y="396"/>
                  <a:pt x="57" y="396"/>
                </a:cubicBezTo>
                <a:cubicBezTo>
                  <a:pt x="431" y="396"/>
                  <a:pt x="431" y="396"/>
                  <a:pt x="431" y="396"/>
                </a:cubicBezTo>
                <a:cubicBezTo>
                  <a:pt x="431" y="282"/>
                  <a:pt x="431" y="282"/>
                  <a:pt x="431" y="282"/>
                </a:cubicBezTo>
                <a:cubicBezTo>
                  <a:pt x="431" y="268"/>
                  <a:pt x="446" y="254"/>
                  <a:pt x="460" y="254"/>
                </a:cubicBezTo>
                <a:cubicBezTo>
                  <a:pt x="474" y="254"/>
                  <a:pt x="488" y="268"/>
                  <a:pt x="488" y="282"/>
                </a:cubicBezTo>
                <a:cubicBezTo>
                  <a:pt x="488" y="424"/>
                  <a:pt x="488" y="424"/>
                  <a:pt x="488" y="424"/>
                </a:cubicBezTo>
                <a:cubicBezTo>
                  <a:pt x="488" y="438"/>
                  <a:pt x="474" y="452"/>
                  <a:pt x="460" y="452"/>
                </a:cubicBezTo>
                <a:close/>
                <a:moveTo>
                  <a:pt x="347" y="198"/>
                </a:moveTo>
                <a:lnTo>
                  <a:pt x="347" y="198"/>
                </a:lnTo>
                <a:cubicBezTo>
                  <a:pt x="262" y="289"/>
                  <a:pt x="262" y="289"/>
                  <a:pt x="262" y="289"/>
                </a:cubicBezTo>
                <a:cubicBezTo>
                  <a:pt x="262" y="297"/>
                  <a:pt x="255" y="304"/>
                  <a:pt x="241" y="304"/>
                </a:cubicBezTo>
                <a:cubicBezTo>
                  <a:pt x="234" y="304"/>
                  <a:pt x="227" y="297"/>
                  <a:pt x="220" y="289"/>
                </a:cubicBezTo>
                <a:cubicBezTo>
                  <a:pt x="135" y="198"/>
                  <a:pt x="135" y="198"/>
                  <a:pt x="135" y="198"/>
                </a:cubicBezTo>
                <a:cubicBezTo>
                  <a:pt x="135" y="191"/>
                  <a:pt x="127" y="184"/>
                  <a:pt x="127" y="176"/>
                </a:cubicBezTo>
                <a:cubicBezTo>
                  <a:pt x="127" y="162"/>
                  <a:pt x="142" y="148"/>
                  <a:pt x="156" y="148"/>
                </a:cubicBezTo>
                <a:cubicBezTo>
                  <a:pt x="170" y="148"/>
                  <a:pt x="177" y="155"/>
                  <a:pt x="177" y="162"/>
                </a:cubicBezTo>
                <a:cubicBezTo>
                  <a:pt x="212" y="198"/>
                  <a:pt x="212" y="198"/>
                  <a:pt x="212" y="198"/>
                </a:cubicBezTo>
                <a:cubicBezTo>
                  <a:pt x="212" y="28"/>
                  <a:pt x="212" y="28"/>
                  <a:pt x="212" y="28"/>
                </a:cubicBezTo>
                <a:cubicBezTo>
                  <a:pt x="212" y="14"/>
                  <a:pt x="227" y="0"/>
                  <a:pt x="241" y="0"/>
                </a:cubicBezTo>
                <a:cubicBezTo>
                  <a:pt x="262" y="0"/>
                  <a:pt x="269" y="14"/>
                  <a:pt x="269" y="28"/>
                </a:cubicBezTo>
                <a:cubicBezTo>
                  <a:pt x="269" y="198"/>
                  <a:pt x="269" y="198"/>
                  <a:pt x="269" y="198"/>
                </a:cubicBezTo>
                <a:cubicBezTo>
                  <a:pt x="304" y="162"/>
                  <a:pt x="304" y="162"/>
                  <a:pt x="304" y="162"/>
                </a:cubicBezTo>
                <a:cubicBezTo>
                  <a:pt x="311" y="155"/>
                  <a:pt x="318" y="148"/>
                  <a:pt x="325" y="148"/>
                </a:cubicBezTo>
                <a:cubicBezTo>
                  <a:pt x="347" y="148"/>
                  <a:pt x="354" y="162"/>
                  <a:pt x="354" y="176"/>
                </a:cubicBezTo>
                <a:cubicBezTo>
                  <a:pt x="354" y="184"/>
                  <a:pt x="354" y="191"/>
                  <a:pt x="347" y="19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0" name="Google Shape;1930;p28"/>
          <p:cNvSpPr/>
          <p:nvPr/>
        </p:nvSpPr>
        <p:spPr>
          <a:xfrm>
            <a:off x="7212508" y="1343988"/>
            <a:ext cx="553668" cy="553668"/>
          </a:xfrm>
          <a:custGeom>
            <a:rect b="b" l="l" r="r" t="t"/>
            <a:pathLst>
              <a:path extrusionOk="0" h="609" w="608">
                <a:moveTo>
                  <a:pt x="579" y="608"/>
                </a:moveTo>
                <a:lnTo>
                  <a:pt x="579" y="608"/>
                </a:lnTo>
                <a:cubicBezTo>
                  <a:pt x="28" y="608"/>
                  <a:pt x="28" y="608"/>
                  <a:pt x="28" y="608"/>
                </a:cubicBezTo>
                <a:cubicBezTo>
                  <a:pt x="14" y="608"/>
                  <a:pt x="0" y="594"/>
                  <a:pt x="0" y="580"/>
                </a:cubicBezTo>
                <a:cubicBezTo>
                  <a:pt x="0" y="106"/>
                  <a:pt x="0" y="106"/>
                  <a:pt x="0" y="106"/>
                </a:cubicBezTo>
                <a:cubicBezTo>
                  <a:pt x="0" y="92"/>
                  <a:pt x="14" y="78"/>
                  <a:pt x="28" y="78"/>
                </a:cubicBezTo>
                <a:cubicBezTo>
                  <a:pt x="84" y="78"/>
                  <a:pt x="84" y="78"/>
                  <a:pt x="84" y="78"/>
                </a:cubicBezTo>
                <a:cubicBezTo>
                  <a:pt x="84" y="106"/>
                  <a:pt x="84" y="106"/>
                  <a:pt x="84" y="106"/>
                </a:cubicBezTo>
                <a:cubicBezTo>
                  <a:pt x="84" y="141"/>
                  <a:pt x="120" y="170"/>
                  <a:pt x="155" y="170"/>
                </a:cubicBezTo>
                <a:cubicBezTo>
                  <a:pt x="190" y="170"/>
                  <a:pt x="219" y="141"/>
                  <a:pt x="219" y="106"/>
                </a:cubicBezTo>
                <a:cubicBezTo>
                  <a:pt x="219" y="78"/>
                  <a:pt x="219" y="78"/>
                  <a:pt x="219" y="78"/>
                </a:cubicBezTo>
                <a:cubicBezTo>
                  <a:pt x="388" y="78"/>
                  <a:pt x="388" y="78"/>
                  <a:pt x="388" y="78"/>
                </a:cubicBezTo>
                <a:cubicBezTo>
                  <a:pt x="388" y="106"/>
                  <a:pt x="388" y="106"/>
                  <a:pt x="388" y="106"/>
                </a:cubicBezTo>
                <a:cubicBezTo>
                  <a:pt x="388" y="141"/>
                  <a:pt x="417" y="170"/>
                  <a:pt x="452" y="170"/>
                </a:cubicBezTo>
                <a:cubicBezTo>
                  <a:pt x="487" y="170"/>
                  <a:pt x="523" y="141"/>
                  <a:pt x="523" y="106"/>
                </a:cubicBezTo>
                <a:cubicBezTo>
                  <a:pt x="523" y="78"/>
                  <a:pt x="523" y="78"/>
                  <a:pt x="523" y="78"/>
                </a:cubicBezTo>
                <a:cubicBezTo>
                  <a:pt x="579" y="78"/>
                  <a:pt x="579" y="78"/>
                  <a:pt x="579" y="78"/>
                </a:cubicBezTo>
                <a:cubicBezTo>
                  <a:pt x="593" y="78"/>
                  <a:pt x="607" y="92"/>
                  <a:pt x="607" y="106"/>
                </a:cubicBezTo>
                <a:cubicBezTo>
                  <a:pt x="607" y="580"/>
                  <a:pt x="607" y="580"/>
                  <a:pt x="607" y="580"/>
                </a:cubicBezTo>
                <a:cubicBezTo>
                  <a:pt x="607" y="594"/>
                  <a:pt x="593" y="608"/>
                  <a:pt x="579" y="608"/>
                </a:cubicBezTo>
                <a:close/>
                <a:moveTo>
                  <a:pt x="551" y="226"/>
                </a:moveTo>
                <a:lnTo>
                  <a:pt x="551" y="226"/>
                </a:lnTo>
                <a:cubicBezTo>
                  <a:pt x="56" y="226"/>
                  <a:pt x="56" y="226"/>
                  <a:pt x="56" y="226"/>
                </a:cubicBezTo>
                <a:cubicBezTo>
                  <a:pt x="56" y="551"/>
                  <a:pt x="56" y="551"/>
                  <a:pt x="56" y="551"/>
                </a:cubicBezTo>
                <a:cubicBezTo>
                  <a:pt x="551" y="551"/>
                  <a:pt x="551" y="551"/>
                  <a:pt x="551" y="551"/>
                </a:cubicBezTo>
                <a:lnTo>
                  <a:pt x="551" y="226"/>
                </a:lnTo>
                <a:close/>
                <a:moveTo>
                  <a:pt x="190" y="424"/>
                </a:moveTo>
                <a:lnTo>
                  <a:pt x="190" y="424"/>
                </a:lnTo>
                <a:cubicBezTo>
                  <a:pt x="190" y="417"/>
                  <a:pt x="197" y="410"/>
                  <a:pt x="205" y="410"/>
                </a:cubicBezTo>
                <a:cubicBezTo>
                  <a:pt x="212" y="403"/>
                  <a:pt x="219" y="396"/>
                  <a:pt x="226" y="396"/>
                </a:cubicBezTo>
                <a:cubicBezTo>
                  <a:pt x="233" y="389"/>
                  <a:pt x="233" y="389"/>
                  <a:pt x="240" y="382"/>
                </a:cubicBezTo>
                <a:cubicBezTo>
                  <a:pt x="240" y="382"/>
                  <a:pt x="247" y="382"/>
                  <a:pt x="247" y="375"/>
                </a:cubicBezTo>
                <a:cubicBezTo>
                  <a:pt x="254" y="375"/>
                  <a:pt x="254" y="367"/>
                  <a:pt x="261" y="367"/>
                </a:cubicBezTo>
                <a:cubicBezTo>
                  <a:pt x="261" y="360"/>
                  <a:pt x="261" y="353"/>
                  <a:pt x="261" y="353"/>
                </a:cubicBezTo>
                <a:cubicBezTo>
                  <a:pt x="261" y="339"/>
                  <a:pt x="261" y="339"/>
                  <a:pt x="254" y="332"/>
                </a:cubicBezTo>
                <a:cubicBezTo>
                  <a:pt x="254" y="325"/>
                  <a:pt x="247" y="325"/>
                  <a:pt x="240" y="325"/>
                </a:cubicBezTo>
                <a:cubicBezTo>
                  <a:pt x="233" y="325"/>
                  <a:pt x="226" y="325"/>
                  <a:pt x="226" y="325"/>
                </a:cubicBezTo>
                <a:cubicBezTo>
                  <a:pt x="219" y="332"/>
                  <a:pt x="219" y="332"/>
                  <a:pt x="219" y="339"/>
                </a:cubicBezTo>
                <a:cubicBezTo>
                  <a:pt x="212" y="339"/>
                  <a:pt x="212" y="346"/>
                  <a:pt x="212" y="353"/>
                </a:cubicBezTo>
                <a:lnTo>
                  <a:pt x="212" y="360"/>
                </a:lnTo>
                <a:cubicBezTo>
                  <a:pt x="176" y="360"/>
                  <a:pt x="176" y="360"/>
                  <a:pt x="176" y="360"/>
                </a:cubicBezTo>
                <a:cubicBezTo>
                  <a:pt x="176" y="353"/>
                  <a:pt x="176" y="346"/>
                  <a:pt x="183" y="339"/>
                </a:cubicBezTo>
                <a:cubicBezTo>
                  <a:pt x="183" y="325"/>
                  <a:pt x="183" y="318"/>
                  <a:pt x="190" y="311"/>
                </a:cubicBezTo>
                <a:cubicBezTo>
                  <a:pt x="197" y="311"/>
                  <a:pt x="205" y="304"/>
                  <a:pt x="212" y="297"/>
                </a:cubicBezTo>
                <a:cubicBezTo>
                  <a:pt x="219" y="297"/>
                  <a:pt x="226" y="297"/>
                  <a:pt x="240" y="297"/>
                </a:cubicBezTo>
                <a:cubicBezTo>
                  <a:pt x="247" y="297"/>
                  <a:pt x="254" y="297"/>
                  <a:pt x="261" y="297"/>
                </a:cubicBezTo>
                <a:cubicBezTo>
                  <a:pt x="268" y="304"/>
                  <a:pt x="275" y="304"/>
                  <a:pt x="282" y="311"/>
                </a:cubicBezTo>
                <a:cubicBezTo>
                  <a:pt x="282" y="311"/>
                  <a:pt x="290" y="318"/>
                  <a:pt x="290" y="325"/>
                </a:cubicBezTo>
                <a:cubicBezTo>
                  <a:pt x="297" y="332"/>
                  <a:pt x="297" y="339"/>
                  <a:pt x="297" y="346"/>
                </a:cubicBezTo>
                <a:cubicBezTo>
                  <a:pt x="297" y="353"/>
                  <a:pt x="297" y="367"/>
                  <a:pt x="297" y="367"/>
                </a:cubicBezTo>
                <a:cubicBezTo>
                  <a:pt x="290" y="375"/>
                  <a:pt x="290" y="382"/>
                  <a:pt x="282" y="389"/>
                </a:cubicBezTo>
                <a:cubicBezTo>
                  <a:pt x="275" y="389"/>
                  <a:pt x="275" y="396"/>
                  <a:pt x="268" y="403"/>
                </a:cubicBezTo>
                <a:cubicBezTo>
                  <a:pt x="261" y="403"/>
                  <a:pt x="254" y="410"/>
                  <a:pt x="247" y="410"/>
                </a:cubicBezTo>
                <a:cubicBezTo>
                  <a:pt x="240" y="417"/>
                  <a:pt x="240" y="417"/>
                  <a:pt x="233" y="424"/>
                </a:cubicBezTo>
                <a:cubicBezTo>
                  <a:pt x="226" y="431"/>
                  <a:pt x="219" y="431"/>
                  <a:pt x="219" y="438"/>
                </a:cubicBezTo>
                <a:cubicBezTo>
                  <a:pt x="297" y="438"/>
                  <a:pt x="297" y="438"/>
                  <a:pt x="297" y="438"/>
                </a:cubicBezTo>
                <a:cubicBezTo>
                  <a:pt x="297" y="467"/>
                  <a:pt x="297" y="467"/>
                  <a:pt x="297" y="467"/>
                </a:cubicBezTo>
                <a:cubicBezTo>
                  <a:pt x="169" y="467"/>
                  <a:pt x="169" y="467"/>
                  <a:pt x="169" y="467"/>
                </a:cubicBezTo>
                <a:cubicBezTo>
                  <a:pt x="169" y="460"/>
                  <a:pt x="176" y="452"/>
                  <a:pt x="176" y="445"/>
                </a:cubicBezTo>
                <a:cubicBezTo>
                  <a:pt x="176" y="438"/>
                  <a:pt x="183" y="431"/>
                  <a:pt x="190" y="424"/>
                </a:cubicBezTo>
                <a:close/>
                <a:moveTo>
                  <a:pt x="353" y="438"/>
                </a:moveTo>
                <a:lnTo>
                  <a:pt x="353" y="438"/>
                </a:lnTo>
                <a:cubicBezTo>
                  <a:pt x="360" y="445"/>
                  <a:pt x="360" y="445"/>
                  <a:pt x="374" y="445"/>
                </a:cubicBezTo>
                <a:cubicBezTo>
                  <a:pt x="374" y="445"/>
                  <a:pt x="381" y="445"/>
                  <a:pt x="381" y="438"/>
                </a:cubicBezTo>
                <a:cubicBezTo>
                  <a:pt x="388" y="438"/>
                  <a:pt x="388" y="438"/>
                  <a:pt x="395" y="431"/>
                </a:cubicBezTo>
                <a:lnTo>
                  <a:pt x="395" y="424"/>
                </a:lnTo>
                <a:cubicBezTo>
                  <a:pt x="403" y="417"/>
                  <a:pt x="403" y="417"/>
                  <a:pt x="403" y="410"/>
                </a:cubicBezTo>
                <a:cubicBezTo>
                  <a:pt x="403" y="410"/>
                  <a:pt x="403" y="403"/>
                  <a:pt x="395" y="396"/>
                </a:cubicBezTo>
                <a:lnTo>
                  <a:pt x="395" y="389"/>
                </a:lnTo>
                <a:cubicBezTo>
                  <a:pt x="388" y="389"/>
                  <a:pt x="388" y="382"/>
                  <a:pt x="381" y="382"/>
                </a:cubicBezTo>
                <a:lnTo>
                  <a:pt x="374" y="382"/>
                </a:lnTo>
                <a:cubicBezTo>
                  <a:pt x="367" y="382"/>
                  <a:pt x="360" y="382"/>
                  <a:pt x="353" y="382"/>
                </a:cubicBezTo>
                <a:cubicBezTo>
                  <a:pt x="353" y="382"/>
                  <a:pt x="346" y="389"/>
                  <a:pt x="346" y="396"/>
                </a:cubicBezTo>
                <a:cubicBezTo>
                  <a:pt x="311" y="396"/>
                  <a:pt x="311" y="396"/>
                  <a:pt x="311" y="396"/>
                </a:cubicBezTo>
                <a:cubicBezTo>
                  <a:pt x="332" y="297"/>
                  <a:pt x="332" y="297"/>
                  <a:pt x="332" y="297"/>
                </a:cubicBezTo>
                <a:cubicBezTo>
                  <a:pt x="424" y="297"/>
                  <a:pt x="424" y="297"/>
                  <a:pt x="424" y="297"/>
                </a:cubicBezTo>
                <a:cubicBezTo>
                  <a:pt x="424" y="325"/>
                  <a:pt x="424" y="325"/>
                  <a:pt x="424" y="325"/>
                </a:cubicBezTo>
                <a:cubicBezTo>
                  <a:pt x="353" y="325"/>
                  <a:pt x="353" y="325"/>
                  <a:pt x="353" y="325"/>
                </a:cubicBezTo>
                <a:cubicBezTo>
                  <a:pt x="346" y="367"/>
                  <a:pt x="346" y="367"/>
                  <a:pt x="346" y="367"/>
                </a:cubicBezTo>
                <a:cubicBezTo>
                  <a:pt x="353" y="360"/>
                  <a:pt x="360" y="360"/>
                  <a:pt x="367" y="353"/>
                </a:cubicBezTo>
                <a:cubicBezTo>
                  <a:pt x="367" y="353"/>
                  <a:pt x="374" y="353"/>
                  <a:pt x="381" y="353"/>
                </a:cubicBezTo>
                <a:cubicBezTo>
                  <a:pt x="388" y="353"/>
                  <a:pt x="395" y="353"/>
                  <a:pt x="403" y="360"/>
                </a:cubicBezTo>
                <a:cubicBezTo>
                  <a:pt x="410" y="360"/>
                  <a:pt x="417" y="367"/>
                  <a:pt x="424" y="367"/>
                </a:cubicBezTo>
                <a:cubicBezTo>
                  <a:pt x="424" y="375"/>
                  <a:pt x="431" y="382"/>
                  <a:pt x="431" y="389"/>
                </a:cubicBezTo>
                <a:cubicBezTo>
                  <a:pt x="438" y="396"/>
                  <a:pt x="438" y="403"/>
                  <a:pt x="438" y="410"/>
                </a:cubicBezTo>
                <a:cubicBezTo>
                  <a:pt x="438" y="417"/>
                  <a:pt x="431" y="431"/>
                  <a:pt x="431" y="438"/>
                </a:cubicBezTo>
                <a:cubicBezTo>
                  <a:pt x="424" y="445"/>
                  <a:pt x="424" y="452"/>
                  <a:pt x="417" y="452"/>
                </a:cubicBezTo>
                <a:cubicBezTo>
                  <a:pt x="410" y="460"/>
                  <a:pt x="403" y="467"/>
                  <a:pt x="395" y="467"/>
                </a:cubicBezTo>
                <a:cubicBezTo>
                  <a:pt x="388" y="474"/>
                  <a:pt x="381" y="474"/>
                  <a:pt x="374" y="474"/>
                </a:cubicBezTo>
                <a:cubicBezTo>
                  <a:pt x="360" y="474"/>
                  <a:pt x="353" y="474"/>
                  <a:pt x="346" y="467"/>
                </a:cubicBezTo>
                <a:cubicBezTo>
                  <a:pt x="339" y="467"/>
                  <a:pt x="332" y="467"/>
                  <a:pt x="325" y="460"/>
                </a:cubicBezTo>
                <a:cubicBezTo>
                  <a:pt x="325" y="452"/>
                  <a:pt x="318" y="452"/>
                  <a:pt x="311" y="445"/>
                </a:cubicBezTo>
                <a:cubicBezTo>
                  <a:pt x="311" y="438"/>
                  <a:pt x="311" y="424"/>
                  <a:pt x="311" y="417"/>
                </a:cubicBezTo>
                <a:cubicBezTo>
                  <a:pt x="346" y="417"/>
                  <a:pt x="346" y="417"/>
                  <a:pt x="346" y="417"/>
                </a:cubicBezTo>
                <a:cubicBezTo>
                  <a:pt x="346" y="424"/>
                  <a:pt x="346" y="431"/>
                  <a:pt x="353" y="438"/>
                </a:cubicBezTo>
                <a:close/>
                <a:moveTo>
                  <a:pt x="452" y="134"/>
                </a:moveTo>
                <a:lnTo>
                  <a:pt x="452" y="134"/>
                </a:lnTo>
                <a:cubicBezTo>
                  <a:pt x="438" y="134"/>
                  <a:pt x="424" y="120"/>
                  <a:pt x="424" y="106"/>
                </a:cubicBezTo>
                <a:cubicBezTo>
                  <a:pt x="424" y="28"/>
                  <a:pt x="424" y="28"/>
                  <a:pt x="424" y="28"/>
                </a:cubicBezTo>
                <a:cubicBezTo>
                  <a:pt x="424" y="14"/>
                  <a:pt x="438" y="0"/>
                  <a:pt x="452" y="0"/>
                </a:cubicBezTo>
                <a:cubicBezTo>
                  <a:pt x="473" y="0"/>
                  <a:pt x="480" y="14"/>
                  <a:pt x="480" y="28"/>
                </a:cubicBezTo>
                <a:cubicBezTo>
                  <a:pt x="480" y="106"/>
                  <a:pt x="480" y="106"/>
                  <a:pt x="480" y="106"/>
                </a:cubicBezTo>
                <a:cubicBezTo>
                  <a:pt x="480" y="120"/>
                  <a:pt x="473" y="134"/>
                  <a:pt x="452" y="134"/>
                </a:cubicBezTo>
                <a:close/>
                <a:moveTo>
                  <a:pt x="155" y="134"/>
                </a:moveTo>
                <a:lnTo>
                  <a:pt x="155" y="134"/>
                </a:lnTo>
                <a:cubicBezTo>
                  <a:pt x="134" y="134"/>
                  <a:pt x="127" y="120"/>
                  <a:pt x="127" y="106"/>
                </a:cubicBezTo>
                <a:cubicBezTo>
                  <a:pt x="127" y="28"/>
                  <a:pt x="127" y="28"/>
                  <a:pt x="127" y="28"/>
                </a:cubicBezTo>
                <a:cubicBezTo>
                  <a:pt x="127" y="14"/>
                  <a:pt x="134" y="0"/>
                  <a:pt x="155" y="0"/>
                </a:cubicBezTo>
                <a:cubicBezTo>
                  <a:pt x="169" y="0"/>
                  <a:pt x="183" y="14"/>
                  <a:pt x="183" y="28"/>
                </a:cubicBezTo>
                <a:cubicBezTo>
                  <a:pt x="183" y="106"/>
                  <a:pt x="183" y="106"/>
                  <a:pt x="183" y="106"/>
                </a:cubicBezTo>
                <a:cubicBezTo>
                  <a:pt x="183" y="120"/>
                  <a:pt x="169" y="134"/>
                  <a:pt x="155" y="13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1" name="Google Shape;1931;p28"/>
          <p:cNvSpPr/>
          <p:nvPr/>
        </p:nvSpPr>
        <p:spPr>
          <a:xfrm>
            <a:off x="6253620" y="1343988"/>
            <a:ext cx="545644" cy="553668"/>
          </a:xfrm>
          <a:custGeom>
            <a:rect b="b" l="l" r="r" t="t"/>
            <a:pathLst>
              <a:path extrusionOk="0" h="609" w="601">
                <a:moveTo>
                  <a:pt x="572" y="608"/>
                </a:moveTo>
                <a:lnTo>
                  <a:pt x="572" y="608"/>
                </a:lnTo>
                <a:cubicBezTo>
                  <a:pt x="28" y="608"/>
                  <a:pt x="28" y="608"/>
                  <a:pt x="28" y="608"/>
                </a:cubicBezTo>
                <a:cubicBezTo>
                  <a:pt x="14" y="608"/>
                  <a:pt x="0" y="594"/>
                  <a:pt x="0" y="580"/>
                </a:cubicBezTo>
                <a:cubicBezTo>
                  <a:pt x="0" y="106"/>
                  <a:pt x="0" y="106"/>
                  <a:pt x="0" y="106"/>
                </a:cubicBezTo>
                <a:cubicBezTo>
                  <a:pt x="0" y="92"/>
                  <a:pt x="14" y="78"/>
                  <a:pt x="28" y="78"/>
                </a:cubicBezTo>
                <a:cubicBezTo>
                  <a:pt x="84" y="78"/>
                  <a:pt x="84" y="78"/>
                  <a:pt x="84" y="78"/>
                </a:cubicBezTo>
                <a:cubicBezTo>
                  <a:pt x="84" y="106"/>
                  <a:pt x="84" y="106"/>
                  <a:pt x="84" y="106"/>
                </a:cubicBezTo>
                <a:cubicBezTo>
                  <a:pt x="84" y="141"/>
                  <a:pt x="113" y="170"/>
                  <a:pt x="148" y="170"/>
                </a:cubicBezTo>
                <a:cubicBezTo>
                  <a:pt x="183" y="170"/>
                  <a:pt x="219" y="141"/>
                  <a:pt x="219" y="106"/>
                </a:cubicBezTo>
                <a:cubicBezTo>
                  <a:pt x="219" y="78"/>
                  <a:pt x="219" y="78"/>
                  <a:pt x="219" y="78"/>
                </a:cubicBezTo>
                <a:cubicBezTo>
                  <a:pt x="388" y="78"/>
                  <a:pt x="388" y="78"/>
                  <a:pt x="388" y="78"/>
                </a:cubicBezTo>
                <a:cubicBezTo>
                  <a:pt x="388" y="106"/>
                  <a:pt x="388" y="106"/>
                  <a:pt x="388" y="106"/>
                </a:cubicBezTo>
                <a:cubicBezTo>
                  <a:pt x="388" y="141"/>
                  <a:pt x="417" y="170"/>
                  <a:pt x="452" y="170"/>
                </a:cubicBezTo>
                <a:cubicBezTo>
                  <a:pt x="487" y="170"/>
                  <a:pt x="515" y="141"/>
                  <a:pt x="515" y="106"/>
                </a:cubicBezTo>
                <a:cubicBezTo>
                  <a:pt x="515" y="78"/>
                  <a:pt x="515" y="78"/>
                  <a:pt x="515" y="78"/>
                </a:cubicBezTo>
                <a:cubicBezTo>
                  <a:pt x="572" y="78"/>
                  <a:pt x="572" y="78"/>
                  <a:pt x="572" y="78"/>
                </a:cubicBezTo>
                <a:cubicBezTo>
                  <a:pt x="593" y="78"/>
                  <a:pt x="600" y="92"/>
                  <a:pt x="600" y="106"/>
                </a:cubicBezTo>
                <a:cubicBezTo>
                  <a:pt x="600" y="580"/>
                  <a:pt x="600" y="580"/>
                  <a:pt x="600" y="580"/>
                </a:cubicBezTo>
                <a:cubicBezTo>
                  <a:pt x="600" y="594"/>
                  <a:pt x="593" y="608"/>
                  <a:pt x="572" y="608"/>
                </a:cubicBezTo>
                <a:close/>
                <a:moveTo>
                  <a:pt x="544" y="226"/>
                </a:moveTo>
                <a:lnTo>
                  <a:pt x="544" y="226"/>
                </a:lnTo>
                <a:cubicBezTo>
                  <a:pt x="56" y="226"/>
                  <a:pt x="56" y="226"/>
                  <a:pt x="56" y="226"/>
                </a:cubicBezTo>
                <a:cubicBezTo>
                  <a:pt x="56" y="551"/>
                  <a:pt x="56" y="551"/>
                  <a:pt x="56" y="551"/>
                </a:cubicBezTo>
                <a:cubicBezTo>
                  <a:pt x="544" y="551"/>
                  <a:pt x="544" y="551"/>
                  <a:pt x="544" y="551"/>
                </a:cubicBezTo>
                <a:lnTo>
                  <a:pt x="544" y="226"/>
                </a:lnTo>
                <a:close/>
                <a:moveTo>
                  <a:pt x="233" y="360"/>
                </a:moveTo>
                <a:lnTo>
                  <a:pt x="233" y="360"/>
                </a:lnTo>
                <a:cubicBezTo>
                  <a:pt x="275" y="360"/>
                  <a:pt x="275" y="360"/>
                  <a:pt x="275" y="360"/>
                </a:cubicBezTo>
                <a:cubicBezTo>
                  <a:pt x="275" y="325"/>
                  <a:pt x="275" y="325"/>
                  <a:pt x="275" y="325"/>
                </a:cubicBezTo>
                <a:cubicBezTo>
                  <a:pt x="275" y="304"/>
                  <a:pt x="282" y="297"/>
                  <a:pt x="304" y="297"/>
                </a:cubicBezTo>
                <a:cubicBezTo>
                  <a:pt x="318" y="297"/>
                  <a:pt x="332" y="304"/>
                  <a:pt x="332" y="325"/>
                </a:cubicBezTo>
                <a:cubicBezTo>
                  <a:pt x="332" y="360"/>
                  <a:pt x="332" y="360"/>
                  <a:pt x="332" y="360"/>
                </a:cubicBezTo>
                <a:cubicBezTo>
                  <a:pt x="367" y="360"/>
                  <a:pt x="367" y="360"/>
                  <a:pt x="367" y="360"/>
                </a:cubicBezTo>
                <a:cubicBezTo>
                  <a:pt x="381" y="360"/>
                  <a:pt x="395" y="375"/>
                  <a:pt x="395" y="389"/>
                </a:cubicBezTo>
                <a:cubicBezTo>
                  <a:pt x="395" y="403"/>
                  <a:pt x="381" y="417"/>
                  <a:pt x="367" y="417"/>
                </a:cubicBezTo>
                <a:cubicBezTo>
                  <a:pt x="332" y="417"/>
                  <a:pt x="332" y="417"/>
                  <a:pt x="332" y="417"/>
                </a:cubicBezTo>
                <a:cubicBezTo>
                  <a:pt x="332" y="452"/>
                  <a:pt x="332" y="452"/>
                  <a:pt x="332" y="452"/>
                </a:cubicBezTo>
                <a:cubicBezTo>
                  <a:pt x="332" y="474"/>
                  <a:pt x="318" y="481"/>
                  <a:pt x="304" y="481"/>
                </a:cubicBezTo>
                <a:cubicBezTo>
                  <a:pt x="282" y="481"/>
                  <a:pt x="275" y="474"/>
                  <a:pt x="275" y="452"/>
                </a:cubicBezTo>
                <a:cubicBezTo>
                  <a:pt x="275" y="417"/>
                  <a:pt x="275" y="417"/>
                  <a:pt x="275" y="417"/>
                </a:cubicBezTo>
                <a:cubicBezTo>
                  <a:pt x="233" y="417"/>
                  <a:pt x="233" y="417"/>
                  <a:pt x="233" y="417"/>
                </a:cubicBezTo>
                <a:cubicBezTo>
                  <a:pt x="219" y="417"/>
                  <a:pt x="204" y="403"/>
                  <a:pt x="204" y="389"/>
                </a:cubicBezTo>
                <a:cubicBezTo>
                  <a:pt x="204" y="375"/>
                  <a:pt x="219" y="360"/>
                  <a:pt x="233" y="360"/>
                </a:cubicBezTo>
                <a:close/>
                <a:moveTo>
                  <a:pt x="240" y="297"/>
                </a:moveTo>
                <a:lnTo>
                  <a:pt x="240" y="297"/>
                </a:lnTo>
                <a:cubicBezTo>
                  <a:pt x="233" y="297"/>
                  <a:pt x="233" y="297"/>
                  <a:pt x="233" y="297"/>
                </a:cubicBezTo>
                <a:cubicBezTo>
                  <a:pt x="233" y="297"/>
                  <a:pt x="233" y="297"/>
                  <a:pt x="240" y="297"/>
                </a:cubicBezTo>
                <a:close/>
                <a:moveTo>
                  <a:pt x="452" y="134"/>
                </a:moveTo>
                <a:lnTo>
                  <a:pt x="452" y="134"/>
                </a:lnTo>
                <a:cubicBezTo>
                  <a:pt x="438" y="134"/>
                  <a:pt x="424" y="120"/>
                  <a:pt x="424" y="106"/>
                </a:cubicBezTo>
                <a:cubicBezTo>
                  <a:pt x="424" y="28"/>
                  <a:pt x="424" y="28"/>
                  <a:pt x="424" y="28"/>
                </a:cubicBezTo>
                <a:cubicBezTo>
                  <a:pt x="424" y="14"/>
                  <a:pt x="438" y="0"/>
                  <a:pt x="452" y="0"/>
                </a:cubicBezTo>
                <a:cubicBezTo>
                  <a:pt x="466" y="0"/>
                  <a:pt x="480" y="14"/>
                  <a:pt x="480" y="28"/>
                </a:cubicBezTo>
                <a:cubicBezTo>
                  <a:pt x="480" y="106"/>
                  <a:pt x="480" y="106"/>
                  <a:pt x="480" y="106"/>
                </a:cubicBezTo>
                <a:cubicBezTo>
                  <a:pt x="480" y="120"/>
                  <a:pt x="466" y="134"/>
                  <a:pt x="452" y="134"/>
                </a:cubicBezTo>
                <a:close/>
                <a:moveTo>
                  <a:pt x="148" y="134"/>
                </a:moveTo>
                <a:lnTo>
                  <a:pt x="148" y="134"/>
                </a:lnTo>
                <a:cubicBezTo>
                  <a:pt x="134" y="134"/>
                  <a:pt x="120" y="120"/>
                  <a:pt x="120" y="106"/>
                </a:cubicBezTo>
                <a:cubicBezTo>
                  <a:pt x="120" y="28"/>
                  <a:pt x="120" y="28"/>
                  <a:pt x="120" y="28"/>
                </a:cubicBezTo>
                <a:cubicBezTo>
                  <a:pt x="120" y="14"/>
                  <a:pt x="134" y="0"/>
                  <a:pt x="148" y="0"/>
                </a:cubicBezTo>
                <a:cubicBezTo>
                  <a:pt x="169" y="0"/>
                  <a:pt x="176" y="14"/>
                  <a:pt x="176" y="28"/>
                </a:cubicBezTo>
                <a:cubicBezTo>
                  <a:pt x="176" y="106"/>
                  <a:pt x="176" y="106"/>
                  <a:pt x="176" y="106"/>
                </a:cubicBezTo>
                <a:cubicBezTo>
                  <a:pt x="176" y="120"/>
                  <a:pt x="169" y="134"/>
                  <a:pt x="148" y="13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2" name="Google Shape;1932;p28"/>
          <p:cNvSpPr/>
          <p:nvPr/>
        </p:nvSpPr>
        <p:spPr>
          <a:xfrm>
            <a:off x="5294730" y="1343988"/>
            <a:ext cx="545644" cy="553668"/>
          </a:xfrm>
          <a:custGeom>
            <a:rect b="b" l="l" r="r" t="t"/>
            <a:pathLst>
              <a:path extrusionOk="0" h="609" w="601">
                <a:moveTo>
                  <a:pt x="572" y="608"/>
                </a:moveTo>
                <a:lnTo>
                  <a:pt x="572" y="608"/>
                </a:lnTo>
                <a:cubicBezTo>
                  <a:pt x="28" y="608"/>
                  <a:pt x="28" y="608"/>
                  <a:pt x="28" y="608"/>
                </a:cubicBezTo>
                <a:cubicBezTo>
                  <a:pt x="7" y="608"/>
                  <a:pt x="0" y="594"/>
                  <a:pt x="0" y="580"/>
                </a:cubicBezTo>
                <a:cubicBezTo>
                  <a:pt x="0" y="106"/>
                  <a:pt x="0" y="106"/>
                  <a:pt x="0" y="106"/>
                </a:cubicBezTo>
                <a:cubicBezTo>
                  <a:pt x="0" y="92"/>
                  <a:pt x="7" y="78"/>
                  <a:pt x="28" y="78"/>
                </a:cubicBezTo>
                <a:cubicBezTo>
                  <a:pt x="84" y="78"/>
                  <a:pt x="84" y="78"/>
                  <a:pt x="84" y="78"/>
                </a:cubicBezTo>
                <a:cubicBezTo>
                  <a:pt x="84" y="106"/>
                  <a:pt x="84" y="106"/>
                  <a:pt x="84" y="106"/>
                </a:cubicBezTo>
                <a:cubicBezTo>
                  <a:pt x="84" y="141"/>
                  <a:pt x="113" y="170"/>
                  <a:pt x="148" y="170"/>
                </a:cubicBezTo>
                <a:cubicBezTo>
                  <a:pt x="183" y="170"/>
                  <a:pt x="211" y="141"/>
                  <a:pt x="211" y="106"/>
                </a:cubicBezTo>
                <a:cubicBezTo>
                  <a:pt x="211" y="78"/>
                  <a:pt x="211" y="78"/>
                  <a:pt x="211" y="78"/>
                </a:cubicBezTo>
                <a:cubicBezTo>
                  <a:pt x="381" y="78"/>
                  <a:pt x="381" y="78"/>
                  <a:pt x="381" y="78"/>
                </a:cubicBezTo>
                <a:cubicBezTo>
                  <a:pt x="381" y="106"/>
                  <a:pt x="381" y="106"/>
                  <a:pt x="381" y="106"/>
                </a:cubicBezTo>
                <a:cubicBezTo>
                  <a:pt x="381" y="141"/>
                  <a:pt x="417" y="170"/>
                  <a:pt x="452" y="170"/>
                </a:cubicBezTo>
                <a:cubicBezTo>
                  <a:pt x="487" y="170"/>
                  <a:pt x="515" y="141"/>
                  <a:pt x="515" y="106"/>
                </a:cubicBezTo>
                <a:cubicBezTo>
                  <a:pt x="515" y="78"/>
                  <a:pt x="515" y="78"/>
                  <a:pt x="515" y="78"/>
                </a:cubicBezTo>
                <a:cubicBezTo>
                  <a:pt x="572" y="78"/>
                  <a:pt x="572" y="78"/>
                  <a:pt x="572" y="78"/>
                </a:cubicBezTo>
                <a:cubicBezTo>
                  <a:pt x="586" y="78"/>
                  <a:pt x="600" y="92"/>
                  <a:pt x="600" y="106"/>
                </a:cubicBezTo>
                <a:cubicBezTo>
                  <a:pt x="600" y="580"/>
                  <a:pt x="600" y="580"/>
                  <a:pt x="600" y="580"/>
                </a:cubicBezTo>
                <a:cubicBezTo>
                  <a:pt x="600" y="594"/>
                  <a:pt x="586" y="608"/>
                  <a:pt x="572" y="608"/>
                </a:cubicBezTo>
                <a:close/>
                <a:moveTo>
                  <a:pt x="544" y="226"/>
                </a:moveTo>
                <a:lnTo>
                  <a:pt x="544" y="226"/>
                </a:lnTo>
                <a:cubicBezTo>
                  <a:pt x="56" y="226"/>
                  <a:pt x="56" y="226"/>
                  <a:pt x="56" y="226"/>
                </a:cubicBezTo>
                <a:cubicBezTo>
                  <a:pt x="56" y="551"/>
                  <a:pt x="56" y="551"/>
                  <a:pt x="56" y="551"/>
                </a:cubicBezTo>
                <a:cubicBezTo>
                  <a:pt x="544" y="551"/>
                  <a:pt x="544" y="551"/>
                  <a:pt x="544" y="551"/>
                </a:cubicBezTo>
                <a:lnTo>
                  <a:pt x="544" y="226"/>
                </a:lnTo>
                <a:close/>
                <a:moveTo>
                  <a:pt x="204" y="360"/>
                </a:moveTo>
                <a:lnTo>
                  <a:pt x="204" y="360"/>
                </a:lnTo>
                <a:cubicBezTo>
                  <a:pt x="211" y="360"/>
                  <a:pt x="219" y="360"/>
                  <a:pt x="226" y="367"/>
                </a:cubicBezTo>
                <a:cubicBezTo>
                  <a:pt x="268" y="417"/>
                  <a:pt x="268" y="417"/>
                  <a:pt x="268" y="417"/>
                </a:cubicBezTo>
                <a:cubicBezTo>
                  <a:pt x="381" y="304"/>
                  <a:pt x="381" y="304"/>
                  <a:pt x="381" y="304"/>
                </a:cubicBezTo>
                <a:cubicBezTo>
                  <a:pt x="388" y="297"/>
                  <a:pt x="395" y="297"/>
                  <a:pt x="402" y="297"/>
                </a:cubicBezTo>
                <a:cubicBezTo>
                  <a:pt x="417" y="297"/>
                  <a:pt x="431" y="304"/>
                  <a:pt x="431" y="325"/>
                </a:cubicBezTo>
                <a:cubicBezTo>
                  <a:pt x="431" y="332"/>
                  <a:pt x="431" y="339"/>
                  <a:pt x="424" y="339"/>
                </a:cubicBezTo>
                <a:cubicBezTo>
                  <a:pt x="289" y="474"/>
                  <a:pt x="289" y="474"/>
                  <a:pt x="289" y="474"/>
                </a:cubicBezTo>
                <a:cubicBezTo>
                  <a:pt x="282" y="481"/>
                  <a:pt x="275" y="481"/>
                  <a:pt x="268" y="481"/>
                </a:cubicBezTo>
                <a:cubicBezTo>
                  <a:pt x="261" y="481"/>
                  <a:pt x="254" y="481"/>
                  <a:pt x="254" y="474"/>
                </a:cubicBezTo>
                <a:cubicBezTo>
                  <a:pt x="183" y="410"/>
                  <a:pt x="183" y="410"/>
                  <a:pt x="183" y="410"/>
                </a:cubicBezTo>
                <a:cubicBezTo>
                  <a:pt x="176" y="403"/>
                  <a:pt x="176" y="396"/>
                  <a:pt x="176" y="389"/>
                </a:cubicBezTo>
                <a:cubicBezTo>
                  <a:pt x="176" y="375"/>
                  <a:pt x="190" y="360"/>
                  <a:pt x="204" y="360"/>
                </a:cubicBezTo>
                <a:close/>
                <a:moveTo>
                  <a:pt x="452" y="134"/>
                </a:moveTo>
                <a:lnTo>
                  <a:pt x="452" y="134"/>
                </a:lnTo>
                <a:cubicBezTo>
                  <a:pt x="431" y="134"/>
                  <a:pt x="424" y="120"/>
                  <a:pt x="424" y="106"/>
                </a:cubicBezTo>
                <a:cubicBezTo>
                  <a:pt x="424" y="28"/>
                  <a:pt x="424" y="28"/>
                  <a:pt x="424" y="28"/>
                </a:cubicBezTo>
                <a:cubicBezTo>
                  <a:pt x="424" y="14"/>
                  <a:pt x="431" y="0"/>
                  <a:pt x="452" y="0"/>
                </a:cubicBezTo>
                <a:cubicBezTo>
                  <a:pt x="466" y="0"/>
                  <a:pt x="480" y="14"/>
                  <a:pt x="480" y="28"/>
                </a:cubicBezTo>
                <a:cubicBezTo>
                  <a:pt x="480" y="106"/>
                  <a:pt x="480" y="106"/>
                  <a:pt x="480" y="106"/>
                </a:cubicBezTo>
                <a:cubicBezTo>
                  <a:pt x="480" y="120"/>
                  <a:pt x="466" y="134"/>
                  <a:pt x="452" y="134"/>
                </a:cubicBezTo>
                <a:close/>
                <a:moveTo>
                  <a:pt x="148" y="134"/>
                </a:moveTo>
                <a:lnTo>
                  <a:pt x="148" y="134"/>
                </a:lnTo>
                <a:cubicBezTo>
                  <a:pt x="134" y="134"/>
                  <a:pt x="120" y="120"/>
                  <a:pt x="120" y="106"/>
                </a:cubicBezTo>
                <a:cubicBezTo>
                  <a:pt x="120" y="28"/>
                  <a:pt x="120" y="28"/>
                  <a:pt x="120" y="28"/>
                </a:cubicBezTo>
                <a:cubicBezTo>
                  <a:pt x="120" y="14"/>
                  <a:pt x="134" y="0"/>
                  <a:pt x="148" y="0"/>
                </a:cubicBezTo>
                <a:cubicBezTo>
                  <a:pt x="162" y="0"/>
                  <a:pt x="176" y="14"/>
                  <a:pt x="176" y="28"/>
                </a:cubicBezTo>
                <a:cubicBezTo>
                  <a:pt x="176" y="106"/>
                  <a:pt x="176" y="106"/>
                  <a:pt x="176" y="106"/>
                </a:cubicBezTo>
                <a:cubicBezTo>
                  <a:pt x="176" y="120"/>
                  <a:pt x="162" y="134"/>
                  <a:pt x="148" y="13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3" name="Google Shape;1933;p28"/>
          <p:cNvSpPr/>
          <p:nvPr/>
        </p:nvSpPr>
        <p:spPr>
          <a:xfrm>
            <a:off x="4355901" y="1343988"/>
            <a:ext cx="529596" cy="553668"/>
          </a:xfrm>
          <a:custGeom>
            <a:rect b="b" l="l" r="r" t="t"/>
            <a:pathLst>
              <a:path extrusionOk="0" h="609" w="580">
                <a:moveTo>
                  <a:pt x="551" y="551"/>
                </a:moveTo>
                <a:lnTo>
                  <a:pt x="551" y="551"/>
                </a:lnTo>
                <a:cubicBezTo>
                  <a:pt x="438" y="551"/>
                  <a:pt x="438" y="551"/>
                  <a:pt x="438" y="551"/>
                </a:cubicBezTo>
                <a:cubicBezTo>
                  <a:pt x="417" y="551"/>
                  <a:pt x="410" y="537"/>
                  <a:pt x="410" y="523"/>
                </a:cubicBezTo>
                <a:cubicBezTo>
                  <a:pt x="410" y="502"/>
                  <a:pt x="417" y="495"/>
                  <a:pt x="438" y="495"/>
                </a:cubicBezTo>
                <a:cubicBezTo>
                  <a:pt x="551" y="495"/>
                  <a:pt x="551" y="495"/>
                  <a:pt x="551" y="495"/>
                </a:cubicBezTo>
                <a:cubicBezTo>
                  <a:pt x="565" y="495"/>
                  <a:pt x="579" y="502"/>
                  <a:pt x="579" y="523"/>
                </a:cubicBezTo>
                <a:cubicBezTo>
                  <a:pt x="579" y="537"/>
                  <a:pt x="565" y="551"/>
                  <a:pt x="551" y="551"/>
                </a:cubicBezTo>
                <a:close/>
                <a:moveTo>
                  <a:pt x="438" y="467"/>
                </a:moveTo>
                <a:lnTo>
                  <a:pt x="438" y="467"/>
                </a:lnTo>
                <a:cubicBezTo>
                  <a:pt x="403" y="467"/>
                  <a:pt x="381" y="488"/>
                  <a:pt x="381" y="523"/>
                </a:cubicBezTo>
                <a:cubicBezTo>
                  <a:pt x="381" y="551"/>
                  <a:pt x="403" y="580"/>
                  <a:pt x="438" y="580"/>
                </a:cubicBezTo>
                <a:cubicBezTo>
                  <a:pt x="445" y="580"/>
                  <a:pt x="445" y="580"/>
                  <a:pt x="445" y="580"/>
                </a:cubicBezTo>
                <a:cubicBezTo>
                  <a:pt x="551" y="580"/>
                  <a:pt x="551" y="580"/>
                  <a:pt x="551" y="580"/>
                </a:cubicBezTo>
                <a:cubicBezTo>
                  <a:pt x="551" y="594"/>
                  <a:pt x="537" y="608"/>
                  <a:pt x="523" y="608"/>
                </a:cubicBezTo>
                <a:cubicBezTo>
                  <a:pt x="28" y="608"/>
                  <a:pt x="28" y="608"/>
                  <a:pt x="28" y="608"/>
                </a:cubicBezTo>
                <a:cubicBezTo>
                  <a:pt x="14" y="608"/>
                  <a:pt x="0" y="594"/>
                  <a:pt x="0" y="580"/>
                </a:cubicBezTo>
                <a:cubicBezTo>
                  <a:pt x="0" y="85"/>
                  <a:pt x="0" y="85"/>
                  <a:pt x="0" y="85"/>
                </a:cubicBezTo>
                <a:cubicBezTo>
                  <a:pt x="0" y="71"/>
                  <a:pt x="14" y="56"/>
                  <a:pt x="28" y="56"/>
                </a:cubicBezTo>
                <a:cubicBezTo>
                  <a:pt x="77" y="56"/>
                  <a:pt x="77" y="56"/>
                  <a:pt x="77" y="56"/>
                </a:cubicBezTo>
                <a:cubicBezTo>
                  <a:pt x="77" y="85"/>
                  <a:pt x="77" y="85"/>
                  <a:pt x="77" y="85"/>
                </a:cubicBezTo>
                <a:cubicBezTo>
                  <a:pt x="77" y="120"/>
                  <a:pt x="106" y="141"/>
                  <a:pt x="134" y="141"/>
                </a:cubicBezTo>
                <a:cubicBezTo>
                  <a:pt x="162" y="141"/>
                  <a:pt x="190" y="120"/>
                  <a:pt x="190" y="85"/>
                </a:cubicBezTo>
                <a:cubicBezTo>
                  <a:pt x="190" y="56"/>
                  <a:pt x="190" y="56"/>
                  <a:pt x="190" y="56"/>
                </a:cubicBezTo>
                <a:cubicBezTo>
                  <a:pt x="219" y="56"/>
                  <a:pt x="219" y="56"/>
                  <a:pt x="219" y="56"/>
                </a:cubicBezTo>
                <a:cubicBezTo>
                  <a:pt x="219" y="85"/>
                  <a:pt x="219" y="85"/>
                  <a:pt x="219" y="85"/>
                </a:cubicBezTo>
                <a:cubicBezTo>
                  <a:pt x="219" y="120"/>
                  <a:pt x="247" y="141"/>
                  <a:pt x="275" y="141"/>
                </a:cubicBezTo>
                <a:cubicBezTo>
                  <a:pt x="304" y="141"/>
                  <a:pt x="332" y="120"/>
                  <a:pt x="332" y="85"/>
                </a:cubicBezTo>
                <a:cubicBezTo>
                  <a:pt x="332" y="56"/>
                  <a:pt x="332" y="56"/>
                  <a:pt x="332" y="56"/>
                </a:cubicBezTo>
                <a:cubicBezTo>
                  <a:pt x="360" y="56"/>
                  <a:pt x="360" y="56"/>
                  <a:pt x="360" y="56"/>
                </a:cubicBezTo>
                <a:cubicBezTo>
                  <a:pt x="360" y="85"/>
                  <a:pt x="360" y="85"/>
                  <a:pt x="360" y="85"/>
                </a:cubicBezTo>
                <a:cubicBezTo>
                  <a:pt x="360" y="120"/>
                  <a:pt x="388" y="141"/>
                  <a:pt x="417" y="141"/>
                </a:cubicBezTo>
                <a:cubicBezTo>
                  <a:pt x="445" y="141"/>
                  <a:pt x="473" y="120"/>
                  <a:pt x="473" y="85"/>
                </a:cubicBezTo>
                <a:cubicBezTo>
                  <a:pt x="473" y="56"/>
                  <a:pt x="473" y="56"/>
                  <a:pt x="473" y="56"/>
                </a:cubicBezTo>
                <a:cubicBezTo>
                  <a:pt x="523" y="56"/>
                  <a:pt x="523" y="56"/>
                  <a:pt x="523" y="56"/>
                </a:cubicBezTo>
                <a:cubicBezTo>
                  <a:pt x="537" y="56"/>
                  <a:pt x="551" y="71"/>
                  <a:pt x="551" y="85"/>
                </a:cubicBezTo>
                <a:cubicBezTo>
                  <a:pt x="551" y="467"/>
                  <a:pt x="551" y="467"/>
                  <a:pt x="551" y="467"/>
                </a:cubicBezTo>
                <a:cubicBezTo>
                  <a:pt x="523" y="467"/>
                  <a:pt x="523" y="467"/>
                  <a:pt x="523" y="467"/>
                </a:cubicBezTo>
                <a:lnTo>
                  <a:pt x="438" y="467"/>
                </a:lnTo>
                <a:close/>
                <a:moveTo>
                  <a:pt x="99" y="509"/>
                </a:moveTo>
                <a:lnTo>
                  <a:pt x="99" y="509"/>
                </a:lnTo>
                <a:cubicBezTo>
                  <a:pt x="282" y="509"/>
                  <a:pt x="282" y="509"/>
                  <a:pt x="282" y="509"/>
                </a:cubicBezTo>
                <a:cubicBezTo>
                  <a:pt x="297" y="509"/>
                  <a:pt x="304" y="502"/>
                  <a:pt x="304" y="488"/>
                </a:cubicBezTo>
                <a:cubicBezTo>
                  <a:pt x="304" y="474"/>
                  <a:pt x="297" y="467"/>
                  <a:pt x="282" y="467"/>
                </a:cubicBezTo>
                <a:cubicBezTo>
                  <a:pt x="99" y="467"/>
                  <a:pt x="99" y="467"/>
                  <a:pt x="99" y="467"/>
                </a:cubicBezTo>
                <a:cubicBezTo>
                  <a:pt x="84" y="467"/>
                  <a:pt x="77" y="474"/>
                  <a:pt x="77" y="488"/>
                </a:cubicBezTo>
                <a:cubicBezTo>
                  <a:pt x="77" y="502"/>
                  <a:pt x="84" y="509"/>
                  <a:pt x="99" y="509"/>
                </a:cubicBezTo>
                <a:close/>
                <a:moveTo>
                  <a:pt x="445" y="219"/>
                </a:moveTo>
                <a:lnTo>
                  <a:pt x="445" y="219"/>
                </a:lnTo>
                <a:cubicBezTo>
                  <a:pt x="106" y="219"/>
                  <a:pt x="106" y="219"/>
                  <a:pt x="106" y="219"/>
                </a:cubicBezTo>
                <a:cubicBezTo>
                  <a:pt x="92" y="219"/>
                  <a:pt x="77" y="233"/>
                  <a:pt x="77" y="247"/>
                </a:cubicBezTo>
                <a:cubicBezTo>
                  <a:pt x="77" y="262"/>
                  <a:pt x="92" y="276"/>
                  <a:pt x="106" y="276"/>
                </a:cubicBezTo>
                <a:cubicBezTo>
                  <a:pt x="445" y="276"/>
                  <a:pt x="445" y="276"/>
                  <a:pt x="445" y="276"/>
                </a:cubicBezTo>
                <a:cubicBezTo>
                  <a:pt x="459" y="276"/>
                  <a:pt x="473" y="262"/>
                  <a:pt x="473" y="247"/>
                </a:cubicBezTo>
                <a:cubicBezTo>
                  <a:pt x="473" y="233"/>
                  <a:pt x="459" y="219"/>
                  <a:pt x="445" y="219"/>
                </a:cubicBezTo>
                <a:close/>
                <a:moveTo>
                  <a:pt x="445" y="339"/>
                </a:moveTo>
                <a:lnTo>
                  <a:pt x="445" y="339"/>
                </a:lnTo>
                <a:cubicBezTo>
                  <a:pt x="275" y="339"/>
                  <a:pt x="275" y="339"/>
                  <a:pt x="275" y="339"/>
                </a:cubicBezTo>
                <a:cubicBezTo>
                  <a:pt x="226" y="339"/>
                  <a:pt x="226" y="339"/>
                  <a:pt x="226" y="339"/>
                </a:cubicBezTo>
                <a:cubicBezTo>
                  <a:pt x="219" y="339"/>
                  <a:pt x="219" y="339"/>
                  <a:pt x="219" y="339"/>
                </a:cubicBezTo>
                <a:cubicBezTo>
                  <a:pt x="106" y="339"/>
                  <a:pt x="106" y="339"/>
                  <a:pt x="106" y="339"/>
                </a:cubicBezTo>
                <a:cubicBezTo>
                  <a:pt x="92" y="339"/>
                  <a:pt x="77" y="353"/>
                  <a:pt x="77" y="367"/>
                </a:cubicBezTo>
                <a:cubicBezTo>
                  <a:pt x="77" y="389"/>
                  <a:pt x="92" y="396"/>
                  <a:pt x="106" y="396"/>
                </a:cubicBezTo>
                <a:cubicBezTo>
                  <a:pt x="219" y="396"/>
                  <a:pt x="219" y="396"/>
                  <a:pt x="219" y="396"/>
                </a:cubicBezTo>
                <a:cubicBezTo>
                  <a:pt x="226" y="396"/>
                  <a:pt x="226" y="396"/>
                  <a:pt x="226" y="396"/>
                </a:cubicBezTo>
                <a:cubicBezTo>
                  <a:pt x="275" y="396"/>
                  <a:pt x="275" y="396"/>
                  <a:pt x="275" y="396"/>
                </a:cubicBezTo>
                <a:cubicBezTo>
                  <a:pt x="445" y="396"/>
                  <a:pt x="445" y="396"/>
                  <a:pt x="445" y="396"/>
                </a:cubicBezTo>
                <a:cubicBezTo>
                  <a:pt x="459" y="396"/>
                  <a:pt x="473" y="389"/>
                  <a:pt x="473" y="367"/>
                </a:cubicBezTo>
                <a:cubicBezTo>
                  <a:pt x="473" y="353"/>
                  <a:pt x="459" y="339"/>
                  <a:pt x="445" y="339"/>
                </a:cubicBezTo>
                <a:close/>
                <a:moveTo>
                  <a:pt x="417" y="113"/>
                </a:moveTo>
                <a:lnTo>
                  <a:pt x="417" y="113"/>
                </a:lnTo>
                <a:cubicBezTo>
                  <a:pt x="403" y="113"/>
                  <a:pt x="388" y="106"/>
                  <a:pt x="388" y="85"/>
                </a:cubicBezTo>
                <a:cubicBezTo>
                  <a:pt x="388" y="28"/>
                  <a:pt x="388" y="28"/>
                  <a:pt x="388" y="28"/>
                </a:cubicBezTo>
                <a:cubicBezTo>
                  <a:pt x="388" y="14"/>
                  <a:pt x="403" y="0"/>
                  <a:pt x="417" y="0"/>
                </a:cubicBezTo>
                <a:cubicBezTo>
                  <a:pt x="431" y="0"/>
                  <a:pt x="445" y="14"/>
                  <a:pt x="445" y="28"/>
                </a:cubicBezTo>
                <a:cubicBezTo>
                  <a:pt x="445" y="85"/>
                  <a:pt x="445" y="85"/>
                  <a:pt x="445" y="85"/>
                </a:cubicBezTo>
                <a:cubicBezTo>
                  <a:pt x="445" y="106"/>
                  <a:pt x="431" y="113"/>
                  <a:pt x="417" y="113"/>
                </a:cubicBezTo>
                <a:close/>
                <a:moveTo>
                  <a:pt x="275" y="113"/>
                </a:moveTo>
                <a:lnTo>
                  <a:pt x="275" y="113"/>
                </a:lnTo>
                <a:cubicBezTo>
                  <a:pt x="261" y="113"/>
                  <a:pt x="247" y="106"/>
                  <a:pt x="247" y="85"/>
                </a:cubicBezTo>
                <a:cubicBezTo>
                  <a:pt x="247" y="28"/>
                  <a:pt x="247" y="28"/>
                  <a:pt x="247" y="28"/>
                </a:cubicBezTo>
                <a:cubicBezTo>
                  <a:pt x="247" y="14"/>
                  <a:pt x="261" y="0"/>
                  <a:pt x="275" y="0"/>
                </a:cubicBezTo>
                <a:cubicBezTo>
                  <a:pt x="289" y="0"/>
                  <a:pt x="304" y="14"/>
                  <a:pt x="304" y="28"/>
                </a:cubicBezTo>
                <a:cubicBezTo>
                  <a:pt x="304" y="85"/>
                  <a:pt x="304" y="85"/>
                  <a:pt x="304" y="85"/>
                </a:cubicBezTo>
                <a:cubicBezTo>
                  <a:pt x="304" y="106"/>
                  <a:pt x="289" y="113"/>
                  <a:pt x="275" y="113"/>
                </a:cubicBezTo>
                <a:close/>
                <a:moveTo>
                  <a:pt x="134" y="113"/>
                </a:moveTo>
                <a:lnTo>
                  <a:pt x="134" y="113"/>
                </a:lnTo>
                <a:cubicBezTo>
                  <a:pt x="120" y="113"/>
                  <a:pt x="106" y="106"/>
                  <a:pt x="106" y="85"/>
                </a:cubicBezTo>
                <a:cubicBezTo>
                  <a:pt x="106" y="28"/>
                  <a:pt x="106" y="28"/>
                  <a:pt x="106" y="28"/>
                </a:cubicBezTo>
                <a:cubicBezTo>
                  <a:pt x="106" y="14"/>
                  <a:pt x="120" y="0"/>
                  <a:pt x="134" y="0"/>
                </a:cubicBezTo>
                <a:cubicBezTo>
                  <a:pt x="148" y="0"/>
                  <a:pt x="162" y="14"/>
                  <a:pt x="162" y="28"/>
                </a:cubicBezTo>
                <a:cubicBezTo>
                  <a:pt x="162" y="85"/>
                  <a:pt x="162" y="85"/>
                  <a:pt x="162" y="85"/>
                </a:cubicBezTo>
                <a:cubicBezTo>
                  <a:pt x="162" y="106"/>
                  <a:pt x="148" y="113"/>
                  <a:pt x="134" y="11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4" name="Google Shape;1934;p28"/>
          <p:cNvSpPr/>
          <p:nvPr/>
        </p:nvSpPr>
        <p:spPr>
          <a:xfrm>
            <a:off x="3397013" y="1343988"/>
            <a:ext cx="521572" cy="553668"/>
          </a:xfrm>
          <a:custGeom>
            <a:rect b="b" l="l" r="r" t="t"/>
            <a:pathLst>
              <a:path extrusionOk="0" h="609" w="573">
                <a:moveTo>
                  <a:pt x="544" y="551"/>
                </a:moveTo>
                <a:lnTo>
                  <a:pt x="544" y="551"/>
                </a:lnTo>
                <a:cubicBezTo>
                  <a:pt x="515" y="551"/>
                  <a:pt x="515" y="551"/>
                  <a:pt x="515" y="551"/>
                </a:cubicBezTo>
                <a:cubicBezTo>
                  <a:pt x="515" y="580"/>
                  <a:pt x="515" y="580"/>
                  <a:pt x="515" y="580"/>
                </a:cubicBezTo>
                <a:cubicBezTo>
                  <a:pt x="515" y="594"/>
                  <a:pt x="508" y="608"/>
                  <a:pt x="487" y="608"/>
                </a:cubicBezTo>
                <a:cubicBezTo>
                  <a:pt x="473" y="608"/>
                  <a:pt x="459" y="594"/>
                  <a:pt x="459" y="580"/>
                </a:cubicBezTo>
                <a:cubicBezTo>
                  <a:pt x="459" y="551"/>
                  <a:pt x="459" y="551"/>
                  <a:pt x="459" y="551"/>
                </a:cubicBezTo>
                <a:cubicBezTo>
                  <a:pt x="431" y="551"/>
                  <a:pt x="431" y="551"/>
                  <a:pt x="431" y="551"/>
                </a:cubicBezTo>
                <a:cubicBezTo>
                  <a:pt x="417" y="551"/>
                  <a:pt x="402" y="537"/>
                  <a:pt x="402" y="523"/>
                </a:cubicBezTo>
                <a:cubicBezTo>
                  <a:pt x="402" y="502"/>
                  <a:pt x="417" y="495"/>
                  <a:pt x="431" y="495"/>
                </a:cubicBezTo>
                <a:cubicBezTo>
                  <a:pt x="459" y="495"/>
                  <a:pt x="459" y="495"/>
                  <a:pt x="459" y="495"/>
                </a:cubicBezTo>
                <a:cubicBezTo>
                  <a:pt x="459" y="467"/>
                  <a:pt x="459" y="467"/>
                  <a:pt x="459" y="467"/>
                </a:cubicBezTo>
                <a:cubicBezTo>
                  <a:pt x="459" y="445"/>
                  <a:pt x="473" y="438"/>
                  <a:pt x="487" y="438"/>
                </a:cubicBezTo>
                <a:cubicBezTo>
                  <a:pt x="508" y="438"/>
                  <a:pt x="515" y="445"/>
                  <a:pt x="515" y="467"/>
                </a:cubicBezTo>
                <a:cubicBezTo>
                  <a:pt x="515" y="495"/>
                  <a:pt x="515" y="495"/>
                  <a:pt x="515" y="495"/>
                </a:cubicBezTo>
                <a:cubicBezTo>
                  <a:pt x="544" y="495"/>
                  <a:pt x="544" y="495"/>
                  <a:pt x="544" y="495"/>
                </a:cubicBezTo>
                <a:cubicBezTo>
                  <a:pt x="565" y="495"/>
                  <a:pt x="572" y="502"/>
                  <a:pt x="572" y="523"/>
                </a:cubicBezTo>
                <a:cubicBezTo>
                  <a:pt x="572" y="537"/>
                  <a:pt x="565" y="551"/>
                  <a:pt x="544" y="551"/>
                </a:cubicBezTo>
                <a:close/>
                <a:moveTo>
                  <a:pt x="487" y="410"/>
                </a:moveTo>
                <a:lnTo>
                  <a:pt x="487" y="410"/>
                </a:lnTo>
                <a:cubicBezTo>
                  <a:pt x="459" y="410"/>
                  <a:pt x="431" y="431"/>
                  <a:pt x="431" y="467"/>
                </a:cubicBezTo>
                <a:cubicBezTo>
                  <a:pt x="402" y="467"/>
                  <a:pt x="374" y="488"/>
                  <a:pt x="374" y="523"/>
                </a:cubicBezTo>
                <a:cubicBezTo>
                  <a:pt x="374" y="551"/>
                  <a:pt x="402" y="580"/>
                  <a:pt x="431" y="580"/>
                </a:cubicBezTo>
                <a:cubicBezTo>
                  <a:pt x="431" y="608"/>
                  <a:pt x="431" y="608"/>
                  <a:pt x="431" y="608"/>
                </a:cubicBezTo>
                <a:cubicBezTo>
                  <a:pt x="28" y="608"/>
                  <a:pt x="28" y="608"/>
                  <a:pt x="28" y="608"/>
                </a:cubicBezTo>
                <a:cubicBezTo>
                  <a:pt x="14" y="608"/>
                  <a:pt x="0" y="594"/>
                  <a:pt x="0" y="580"/>
                </a:cubicBezTo>
                <a:cubicBezTo>
                  <a:pt x="0" y="85"/>
                  <a:pt x="0" y="85"/>
                  <a:pt x="0" y="85"/>
                </a:cubicBezTo>
                <a:cubicBezTo>
                  <a:pt x="0" y="71"/>
                  <a:pt x="14" y="56"/>
                  <a:pt x="28" y="56"/>
                </a:cubicBezTo>
                <a:cubicBezTo>
                  <a:pt x="77" y="56"/>
                  <a:pt x="77" y="56"/>
                  <a:pt x="77" y="56"/>
                </a:cubicBezTo>
                <a:cubicBezTo>
                  <a:pt x="77" y="85"/>
                  <a:pt x="77" y="85"/>
                  <a:pt x="77" y="85"/>
                </a:cubicBezTo>
                <a:cubicBezTo>
                  <a:pt x="77" y="120"/>
                  <a:pt x="99" y="141"/>
                  <a:pt x="134" y="141"/>
                </a:cubicBezTo>
                <a:cubicBezTo>
                  <a:pt x="162" y="141"/>
                  <a:pt x="190" y="120"/>
                  <a:pt x="190" y="85"/>
                </a:cubicBezTo>
                <a:cubicBezTo>
                  <a:pt x="190" y="56"/>
                  <a:pt x="190" y="56"/>
                  <a:pt x="190" y="56"/>
                </a:cubicBezTo>
                <a:cubicBezTo>
                  <a:pt x="219" y="56"/>
                  <a:pt x="219" y="56"/>
                  <a:pt x="219" y="56"/>
                </a:cubicBezTo>
                <a:cubicBezTo>
                  <a:pt x="219" y="85"/>
                  <a:pt x="219" y="85"/>
                  <a:pt x="219" y="85"/>
                </a:cubicBezTo>
                <a:cubicBezTo>
                  <a:pt x="219" y="120"/>
                  <a:pt x="240" y="141"/>
                  <a:pt x="275" y="141"/>
                </a:cubicBezTo>
                <a:cubicBezTo>
                  <a:pt x="304" y="141"/>
                  <a:pt x="332" y="120"/>
                  <a:pt x="332" y="85"/>
                </a:cubicBezTo>
                <a:cubicBezTo>
                  <a:pt x="332" y="56"/>
                  <a:pt x="332" y="56"/>
                  <a:pt x="332" y="56"/>
                </a:cubicBezTo>
                <a:cubicBezTo>
                  <a:pt x="360" y="56"/>
                  <a:pt x="360" y="56"/>
                  <a:pt x="360" y="56"/>
                </a:cubicBezTo>
                <a:cubicBezTo>
                  <a:pt x="360" y="85"/>
                  <a:pt x="360" y="85"/>
                  <a:pt x="360" y="85"/>
                </a:cubicBezTo>
                <a:cubicBezTo>
                  <a:pt x="360" y="120"/>
                  <a:pt x="381" y="141"/>
                  <a:pt x="417" y="141"/>
                </a:cubicBezTo>
                <a:cubicBezTo>
                  <a:pt x="445" y="141"/>
                  <a:pt x="473" y="120"/>
                  <a:pt x="473" y="85"/>
                </a:cubicBezTo>
                <a:cubicBezTo>
                  <a:pt x="473" y="56"/>
                  <a:pt x="473" y="56"/>
                  <a:pt x="473" y="56"/>
                </a:cubicBezTo>
                <a:cubicBezTo>
                  <a:pt x="515" y="56"/>
                  <a:pt x="515" y="56"/>
                  <a:pt x="515" y="56"/>
                </a:cubicBezTo>
                <a:cubicBezTo>
                  <a:pt x="537" y="56"/>
                  <a:pt x="544" y="71"/>
                  <a:pt x="544" y="85"/>
                </a:cubicBezTo>
                <a:cubicBezTo>
                  <a:pt x="544" y="467"/>
                  <a:pt x="544" y="467"/>
                  <a:pt x="544" y="467"/>
                </a:cubicBezTo>
                <a:cubicBezTo>
                  <a:pt x="544" y="431"/>
                  <a:pt x="523" y="410"/>
                  <a:pt x="487" y="410"/>
                </a:cubicBezTo>
                <a:close/>
                <a:moveTo>
                  <a:pt x="77" y="488"/>
                </a:moveTo>
                <a:lnTo>
                  <a:pt x="77" y="488"/>
                </a:lnTo>
                <a:cubicBezTo>
                  <a:pt x="77" y="502"/>
                  <a:pt x="84" y="509"/>
                  <a:pt x="99" y="509"/>
                </a:cubicBezTo>
                <a:cubicBezTo>
                  <a:pt x="275" y="509"/>
                  <a:pt x="275" y="509"/>
                  <a:pt x="275" y="509"/>
                </a:cubicBezTo>
                <a:cubicBezTo>
                  <a:pt x="289" y="509"/>
                  <a:pt x="304" y="502"/>
                  <a:pt x="304" y="488"/>
                </a:cubicBezTo>
                <a:cubicBezTo>
                  <a:pt x="304" y="474"/>
                  <a:pt x="289" y="467"/>
                  <a:pt x="275" y="467"/>
                </a:cubicBezTo>
                <a:cubicBezTo>
                  <a:pt x="99" y="467"/>
                  <a:pt x="99" y="467"/>
                  <a:pt x="99" y="467"/>
                </a:cubicBezTo>
                <a:cubicBezTo>
                  <a:pt x="84" y="467"/>
                  <a:pt x="77" y="474"/>
                  <a:pt x="77" y="488"/>
                </a:cubicBezTo>
                <a:close/>
                <a:moveTo>
                  <a:pt x="106" y="396"/>
                </a:moveTo>
                <a:lnTo>
                  <a:pt x="106" y="396"/>
                </a:lnTo>
                <a:cubicBezTo>
                  <a:pt x="226" y="396"/>
                  <a:pt x="226" y="396"/>
                  <a:pt x="226" y="396"/>
                </a:cubicBezTo>
                <a:cubicBezTo>
                  <a:pt x="275" y="396"/>
                  <a:pt x="275" y="396"/>
                  <a:pt x="275" y="396"/>
                </a:cubicBezTo>
                <a:cubicBezTo>
                  <a:pt x="282" y="396"/>
                  <a:pt x="282" y="396"/>
                  <a:pt x="282" y="396"/>
                </a:cubicBezTo>
                <a:cubicBezTo>
                  <a:pt x="318" y="396"/>
                  <a:pt x="318" y="396"/>
                  <a:pt x="318" y="396"/>
                </a:cubicBezTo>
                <a:cubicBezTo>
                  <a:pt x="346" y="396"/>
                  <a:pt x="346" y="396"/>
                  <a:pt x="346" y="396"/>
                </a:cubicBezTo>
                <a:cubicBezTo>
                  <a:pt x="367" y="396"/>
                  <a:pt x="374" y="389"/>
                  <a:pt x="374" y="367"/>
                </a:cubicBezTo>
                <a:cubicBezTo>
                  <a:pt x="374" y="353"/>
                  <a:pt x="367" y="339"/>
                  <a:pt x="346" y="339"/>
                </a:cubicBezTo>
                <a:cubicBezTo>
                  <a:pt x="282" y="339"/>
                  <a:pt x="282" y="339"/>
                  <a:pt x="282" y="339"/>
                </a:cubicBezTo>
                <a:cubicBezTo>
                  <a:pt x="275" y="339"/>
                  <a:pt x="275" y="339"/>
                  <a:pt x="275" y="339"/>
                </a:cubicBezTo>
                <a:cubicBezTo>
                  <a:pt x="226" y="339"/>
                  <a:pt x="226" y="339"/>
                  <a:pt x="226" y="339"/>
                </a:cubicBezTo>
                <a:cubicBezTo>
                  <a:pt x="106" y="339"/>
                  <a:pt x="106" y="339"/>
                  <a:pt x="106" y="339"/>
                </a:cubicBezTo>
                <a:cubicBezTo>
                  <a:pt x="84" y="339"/>
                  <a:pt x="77" y="353"/>
                  <a:pt x="77" y="367"/>
                </a:cubicBezTo>
                <a:cubicBezTo>
                  <a:pt x="77" y="389"/>
                  <a:pt x="84" y="396"/>
                  <a:pt x="106" y="396"/>
                </a:cubicBezTo>
                <a:close/>
                <a:moveTo>
                  <a:pt x="445" y="219"/>
                </a:moveTo>
                <a:lnTo>
                  <a:pt x="445" y="219"/>
                </a:lnTo>
                <a:cubicBezTo>
                  <a:pt x="106" y="219"/>
                  <a:pt x="106" y="219"/>
                  <a:pt x="106" y="219"/>
                </a:cubicBezTo>
                <a:cubicBezTo>
                  <a:pt x="84" y="219"/>
                  <a:pt x="77" y="233"/>
                  <a:pt x="77" y="247"/>
                </a:cubicBezTo>
                <a:cubicBezTo>
                  <a:pt x="77" y="262"/>
                  <a:pt x="84" y="276"/>
                  <a:pt x="106" y="276"/>
                </a:cubicBezTo>
                <a:cubicBezTo>
                  <a:pt x="445" y="276"/>
                  <a:pt x="445" y="276"/>
                  <a:pt x="445" y="276"/>
                </a:cubicBezTo>
                <a:cubicBezTo>
                  <a:pt x="459" y="276"/>
                  <a:pt x="473" y="262"/>
                  <a:pt x="473" y="247"/>
                </a:cubicBezTo>
                <a:cubicBezTo>
                  <a:pt x="473" y="233"/>
                  <a:pt x="459" y="219"/>
                  <a:pt x="445" y="219"/>
                </a:cubicBezTo>
                <a:close/>
                <a:moveTo>
                  <a:pt x="417" y="113"/>
                </a:moveTo>
                <a:lnTo>
                  <a:pt x="417" y="113"/>
                </a:lnTo>
                <a:cubicBezTo>
                  <a:pt x="395" y="113"/>
                  <a:pt x="388" y="106"/>
                  <a:pt x="388" y="85"/>
                </a:cubicBezTo>
                <a:cubicBezTo>
                  <a:pt x="388" y="28"/>
                  <a:pt x="388" y="28"/>
                  <a:pt x="388" y="28"/>
                </a:cubicBezTo>
                <a:cubicBezTo>
                  <a:pt x="388" y="14"/>
                  <a:pt x="395" y="0"/>
                  <a:pt x="417" y="0"/>
                </a:cubicBezTo>
                <a:cubicBezTo>
                  <a:pt x="431" y="0"/>
                  <a:pt x="445" y="14"/>
                  <a:pt x="445" y="28"/>
                </a:cubicBezTo>
                <a:cubicBezTo>
                  <a:pt x="445" y="85"/>
                  <a:pt x="445" y="85"/>
                  <a:pt x="445" y="85"/>
                </a:cubicBezTo>
                <a:cubicBezTo>
                  <a:pt x="445" y="106"/>
                  <a:pt x="431" y="113"/>
                  <a:pt x="417" y="113"/>
                </a:cubicBezTo>
                <a:close/>
                <a:moveTo>
                  <a:pt x="275" y="113"/>
                </a:moveTo>
                <a:lnTo>
                  <a:pt x="275" y="113"/>
                </a:lnTo>
                <a:cubicBezTo>
                  <a:pt x="254" y="113"/>
                  <a:pt x="247" y="106"/>
                  <a:pt x="247" y="85"/>
                </a:cubicBezTo>
                <a:cubicBezTo>
                  <a:pt x="247" y="28"/>
                  <a:pt x="247" y="28"/>
                  <a:pt x="247" y="28"/>
                </a:cubicBezTo>
                <a:cubicBezTo>
                  <a:pt x="247" y="14"/>
                  <a:pt x="254" y="0"/>
                  <a:pt x="275" y="0"/>
                </a:cubicBezTo>
                <a:cubicBezTo>
                  <a:pt x="289" y="0"/>
                  <a:pt x="304" y="14"/>
                  <a:pt x="304" y="28"/>
                </a:cubicBezTo>
                <a:cubicBezTo>
                  <a:pt x="304" y="85"/>
                  <a:pt x="304" y="85"/>
                  <a:pt x="304" y="85"/>
                </a:cubicBezTo>
                <a:cubicBezTo>
                  <a:pt x="304" y="106"/>
                  <a:pt x="289" y="113"/>
                  <a:pt x="275" y="113"/>
                </a:cubicBezTo>
                <a:close/>
                <a:moveTo>
                  <a:pt x="134" y="113"/>
                </a:moveTo>
                <a:lnTo>
                  <a:pt x="134" y="113"/>
                </a:lnTo>
                <a:cubicBezTo>
                  <a:pt x="113" y="113"/>
                  <a:pt x="106" y="106"/>
                  <a:pt x="106" y="85"/>
                </a:cubicBezTo>
                <a:cubicBezTo>
                  <a:pt x="106" y="28"/>
                  <a:pt x="106" y="28"/>
                  <a:pt x="106" y="28"/>
                </a:cubicBezTo>
                <a:cubicBezTo>
                  <a:pt x="106" y="14"/>
                  <a:pt x="113" y="0"/>
                  <a:pt x="134" y="0"/>
                </a:cubicBezTo>
                <a:cubicBezTo>
                  <a:pt x="148" y="0"/>
                  <a:pt x="162" y="14"/>
                  <a:pt x="162" y="28"/>
                </a:cubicBezTo>
                <a:cubicBezTo>
                  <a:pt x="162" y="85"/>
                  <a:pt x="162" y="85"/>
                  <a:pt x="162" y="85"/>
                </a:cubicBezTo>
                <a:cubicBezTo>
                  <a:pt x="162" y="106"/>
                  <a:pt x="148" y="113"/>
                  <a:pt x="134" y="11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5" name="Google Shape;1935;p28"/>
          <p:cNvSpPr/>
          <p:nvPr/>
        </p:nvSpPr>
        <p:spPr>
          <a:xfrm>
            <a:off x="2442136" y="1339977"/>
            <a:ext cx="521572" cy="549655"/>
          </a:xfrm>
          <a:custGeom>
            <a:rect b="b" l="l" r="r" t="t"/>
            <a:pathLst>
              <a:path extrusionOk="0" h="602" w="573">
                <a:moveTo>
                  <a:pt x="530" y="516"/>
                </a:moveTo>
                <a:lnTo>
                  <a:pt x="530" y="516"/>
                </a:lnTo>
                <a:cubicBezTo>
                  <a:pt x="565" y="558"/>
                  <a:pt x="565" y="558"/>
                  <a:pt x="565" y="558"/>
                </a:cubicBezTo>
                <a:cubicBezTo>
                  <a:pt x="572" y="558"/>
                  <a:pt x="572" y="565"/>
                  <a:pt x="572" y="572"/>
                </a:cubicBezTo>
                <a:cubicBezTo>
                  <a:pt x="572" y="594"/>
                  <a:pt x="558" y="601"/>
                  <a:pt x="544" y="601"/>
                </a:cubicBezTo>
                <a:cubicBezTo>
                  <a:pt x="537" y="601"/>
                  <a:pt x="530" y="601"/>
                  <a:pt x="522" y="594"/>
                </a:cubicBezTo>
                <a:cubicBezTo>
                  <a:pt x="487" y="558"/>
                  <a:pt x="487" y="558"/>
                  <a:pt x="487" y="558"/>
                </a:cubicBezTo>
                <a:cubicBezTo>
                  <a:pt x="452" y="594"/>
                  <a:pt x="452" y="594"/>
                  <a:pt x="452" y="594"/>
                </a:cubicBezTo>
                <a:cubicBezTo>
                  <a:pt x="445" y="601"/>
                  <a:pt x="438" y="601"/>
                  <a:pt x="431" y="601"/>
                </a:cubicBezTo>
                <a:cubicBezTo>
                  <a:pt x="417" y="601"/>
                  <a:pt x="402" y="594"/>
                  <a:pt x="402" y="572"/>
                </a:cubicBezTo>
                <a:cubicBezTo>
                  <a:pt x="402" y="565"/>
                  <a:pt x="402" y="558"/>
                  <a:pt x="409" y="558"/>
                </a:cubicBezTo>
                <a:cubicBezTo>
                  <a:pt x="445" y="516"/>
                  <a:pt x="445" y="516"/>
                  <a:pt x="445" y="516"/>
                </a:cubicBezTo>
                <a:cubicBezTo>
                  <a:pt x="409" y="481"/>
                  <a:pt x="409" y="481"/>
                  <a:pt x="409" y="481"/>
                </a:cubicBezTo>
                <a:cubicBezTo>
                  <a:pt x="402" y="474"/>
                  <a:pt x="402" y="467"/>
                  <a:pt x="402" y="459"/>
                </a:cubicBezTo>
                <a:cubicBezTo>
                  <a:pt x="402" y="445"/>
                  <a:pt x="417" y="431"/>
                  <a:pt x="431" y="431"/>
                </a:cubicBezTo>
                <a:cubicBezTo>
                  <a:pt x="438" y="431"/>
                  <a:pt x="445" y="438"/>
                  <a:pt x="452" y="445"/>
                </a:cubicBezTo>
                <a:cubicBezTo>
                  <a:pt x="487" y="481"/>
                  <a:pt x="487" y="481"/>
                  <a:pt x="487" y="481"/>
                </a:cubicBezTo>
                <a:cubicBezTo>
                  <a:pt x="522" y="445"/>
                  <a:pt x="522" y="445"/>
                  <a:pt x="522" y="445"/>
                </a:cubicBezTo>
                <a:cubicBezTo>
                  <a:pt x="530" y="438"/>
                  <a:pt x="537" y="431"/>
                  <a:pt x="544" y="431"/>
                </a:cubicBezTo>
                <a:cubicBezTo>
                  <a:pt x="558" y="431"/>
                  <a:pt x="572" y="445"/>
                  <a:pt x="572" y="459"/>
                </a:cubicBezTo>
                <a:cubicBezTo>
                  <a:pt x="572" y="467"/>
                  <a:pt x="572" y="474"/>
                  <a:pt x="565" y="481"/>
                </a:cubicBezTo>
                <a:lnTo>
                  <a:pt x="530" y="516"/>
                </a:lnTo>
                <a:close/>
                <a:moveTo>
                  <a:pt x="501" y="424"/>
                </a:moveTo>
                <a:lnTo>
                  <a:pt x="501" y="424"/>
                </a:lnTo>
                <a:cubicBezTo>
                  <a:pt x="487" y="438"/>
                  <a:pt x="487" y="438"/>
                  <a:pt x="487" y="438"/>
                </a:cubicBezTo>
                <a:cubicBezTo>
                  <a:pt x="473" y="424"/>
                  <a:pt x="473" y="424"/>
                  <a:pt x="473" y="424"/>
                </a:cubicBezTo>
                <a:cubicBezTo>
                  <a:pt x="459" y="410"/>
                  <a:pt x="445" y="403"/>
                  <a:pt x="431" y="403"/>
                </a:cubicBezTo>
                <a:cubicBezTo>
                  <a:pt x="402" y="403"/>
                  <a:pt x="374" y="431"/>
                  <a:pt x="374" y="459"/>
                </a:cubicBezTo>
                <a:cubicBezTo>
                  <a:pt x="374" y="481"/>
                  <a:pt x="381" y="495"/>
                  <a:pt x="388" y="502"/>
                </a:cubicBezTo>
                <a:cubicBezTo>
                  <a:pt x="409" y="516"/>
                  <a:pt x="409" y="516"/>
                  <a:pt x="409" y="516"/>
                </a:cubicBezTo>
                <a:cubicBezTo>
                  <a:pt x="388" y="537"/>
                  <a:pt x="388" y="537"/>
                  <a:pt x="388" y="537"/>
                </a:cubicBezTo>
                <a:cubicBezTo>
                  <a:pt x="381" y="544"/>
                  <a:pt x="374" y="558"/>
                  <a:pt x="374" y="572"/>
                </a:cubicBezTo>
                <a:cubicBezTo>
                  <a:pt x="374" y="587"/>
                  <a:pt x="374" y="594"/>
                  <a:pt x="381" y="601"/>
                </a:cubicBezTo>
                <a:cubicBezTo>
                  <a:pt x="28" y="601"/>
                  <a:pt x="28" y="601"/>
                  <a:pt x="28" y="601"/>
                </a:cubicBezTo>
                <a:cubicBezTo>
                  <a:pt x="7" y="601"/>
                  <a:pt x="0" y="594"/>
                  <a:pt x="0" y="572"/>
                </a:cubicBezTo>
                <a:cubicBezTo>
                  <a:pt x="0" y="85"/>
                  <a:pt x="0" y="85"/>
                  <a:pt x="0" y="85"/>
                </a:cubicBezTo>
                <a:cubicBezTo>
                  <a:pt x="0" y="71"/>
                  <a:pt x="7" y="56"/>
                  <a:pt x="28" y="56"/>
                </a:cubicBezTo>
                <a:cubicBezTo>
                  <a:pt x="70" y="56"/>
                  <a:pt x="70" y="56"/>
                  <a:pt x="70" y="56"/>
                </a:cubicBezTo>
                <a:cubicBezTo>
                  <a:pt x="70" y="85"/>
                  <a:pt x="70" y="85"/>
                  <a:pt x="70" y="85"/>
                </a:cubicBezTo>
                <a:cubicBezTo>
                  <a:pt x="70" y="113"/>
                  <a:pt x="98" y="141"/>
                  <a:pt x="127" y="141"/>
                </a:cubicBezTo>
                <a:cubicBezTo>
                  <a:pt x="162" y="141"/>
                  <a:pt x="183" y="113"/>
                  <a:pt x="183" y="85"/>
                </a:cubicBezTo>
                <a:cubicBezTo>
                  <a:pt x="183" y="56"/>
                  <a:pt x="183" y="56"/>
                  <a:pt x="183" y="56"/>
                </a:cubicBezTo>
                <a:cubicBezTo>
                  <a:pt x="211" y="56"/>
                  <a:pt x="211" y="56"/>
                  <a:pt x="211" y="56"/>
                </a:cubicBezTo>
                <a:cubicBezTo>
                  <a:pt x="211" y="85"/>
                  <a:pt x="211" y="85"/>
                  <a:pt x="211" y="85"/>
                </a:cubicBezTo>
                <a:cubicBezTo>
                  <a:pt x="211" y="113"/>
                  <a:pt x="240" y="141"/>
                  <a:pt x="268" y="141"/>
                </a:cubicBezTo>
                <a:cubicBezTo>
                  <a:pt x="303" y="141"/>
                  <a:pt x="325" y="113"/>
                  <a:pt x="325" y="85"/>
                </a:cubicBezTo>
                <a:cubicBezTo>
                  <a:pt x="325" y="56"/>
                  <a:pt x="325" y="56"/>
                  <a:pt x="325" y="56"/>
                </a:cubicBezTo>
                <a:cubicBezTo>
                  <a:pt x="353" y="56"/>
                  <a:pt x="353" y="56"/>
                  <a:pt x="353" y="56"/>
                </a:cubicBezTo>
                <a:cubicBezTo>
                  <a:pt x="353" y="85"/>
                  <a:pt x="353" y="85"/>
                  <a:pt x="353" y="85"/>
                </a:cubicBezTo>
                <a:cubicBezTo>
                  <a:pt x="353" y="113"/>
                  <a:pt x="381" y="141"/>
                  <a:pt x="409" y="141"/>
                </a:cubicBezTo>
                <a:cubicBezTo>
                  <a:pt x="445" y="141"/>
                  <a:pt x="466" y="113"/>
                  <a:pt x="466" y="85"/>
                </a:cubicBezTo>
                <a:cubicBezTo>
                  <a:pt x="466" y="56"/>
                  <a:pt x="466" y="56"/>
                  <a:pt x="466" y="56"/>
                </a:cubicBezTo>
                <a:cubicBezTo>
                  <a:pt x="515" y="56"/>
                  <a:pt x="515" y="56"/>
                  <a:pt x="515" y="56"/>
                </a:cubicBezTo>
                <a:cubicBezTo>
                  <a:pt x="530" y="56"/>
                  <a:pt x="544" y="71"/>
                  <a:pt x="544" y="85"/>
                </a:cubicBezTo>
                <a:cubicBezTo>
                  <a:pt x="544" y="403"/>
                  <a:pt x="544" y="403"/>
                  <a:pt x="544" y="403"/>
                </a:cubicBezTo>
                <a:cubicBezTo>
                  <a:pt x="530" y="403"/>
                  <a:pt x="515" y="410"/>
                  <a:pt x="501" y="424"/>
                </a:cubicBezTo>
                <a:close/>
                <a:moveTo>
                  <a:pt x="353" y="367"/>
                </a:moveTo>
                <a:lnTo>
                  <a:pt x="353" y="367"/>
                </a:lnTo>
                <a:cubicBezTo>
                  <a:pt x="353" y="353"/>
                  <a:pt x="346" y="339"/>
                  <a:pt x="325" y="339"/>
                </a:cubicBezTo>
                <a:cubicBezTo>
                  <a:pt x="268" y="339"/>
                  <a:pt x="268" y="339"/>
                  <a:pt x="268" y="339"/>
                </a:cubicBezTo>
                <a:cubicBezTo>
                  <a:pt x="226" y="339"/>
                  <a:pt x="226" y="339"/>
                  <a:pt x="226" y="339"/>
                </a:cubicBezTo>
                <a:cubicBezTo>
                  <a:pt x="98" y="339"/>
                  <a:pt x="98" y="339"/>
                  <a:pt x="98" y="339"/>
                </a:cubicBezTo>
                <a:cubicBezTo>
                  <a:pt x="84" y="339"/>
                  <a:pt x="70" y="353"/>
                  <a:pt x="70" y="367"/>
                </a:cubicBezTo>
                <a:cubicBezTo>
                  <a:pt x="70" y="382"/>
                  <a:pt x="84" y="396"/>
                  <a:pt x="98" y="396"/>
                </a:cubicBezTo>
                <a:cubicBezTo>
                  <a:pt x="226" y="396"/>
                  <a:pt x="226" y="396"/>
                  <a:pt x="226" y="396"/>
                </a:cubicBezTo>
                <a:cubicBezTo>
                  <a:pt x="268" y="396"/>
                  <a:pt x="268" y="396"/>
                  <a:pt x="268" y="396"/>
                </a:cubicBezTo>
                <a:cubicBezTo>
                  <a:pt x="325" y="396"/>
                  <a:pt x="325" y="396"/>
                  <a:pt x="325" y="396"/>
                </a:cubicBezTo>
                <a:cubicBezTo>
                  <a:pt x="346" y="396"/>
                  <a:pt x="353" y="382"/>
                  <a:pt x="353" y="367"/>
                </a:cubicBezTo>
                <a:close/>
                <a:moveTo>
                  <a:pt x="70" y="488"/>
                </a:moveTo>
                <a:lnTo>
                  <a:pt x="70" y="488"/>
                </a:lnTo>
                <a:cubicBezTo>
                  <a:pt x="70" y="502"/>
                  <a:pt x="84" y="509"/>
                  <a:pt x="98" y="509"/>
                </a:cubicBezTo>
                <a:cubicBezTo>
                  <a:pt x="275" y="509"/>
                  <a:pt x="275" y="509"/>
                  <a:pt x="275" y="509"/>
                </a:cubicBezTo>
                <a:cubicBezTo>
                  <a:pt x="289" y="509"/>
                  <a:pt x="296" y="502"/>
                  <a:pt x="296" y="488"/>
                </a:cubicBezTo>
                <a:cubicBezTo>
                  <a:pt x="296" y="474"/>
                  <a:pt x="289" y="459"/>
                  <a:pt x="275" y="459"/>
                </a:cubicBezTo>
                <a:cubicBezTo>
                  <a:pt x="98" y="459"/>
                  <a:pt x="98" y="459"/>
                  <a:pt x="98" y="459"/>
                </a:cubicBezTo>
                <a:cubicBezTo>
                  <a:pt x="84" y="459"/>
                  <a:pt x="70" y="474"/>
                  <a:pt x="70" y="488"/>
                </a:cubicBezTo>
                <a:close/>
                <a:moveTo>
                  <a:pt x="438" y="219"/>
                </a:moveTo>
                <a:lnTo>
                  <a:pt x="438" y="219"/>
                </a:lnTo>
                <a:cubicBezTo>
                  <a:pt x="98" y="219"/>
                  <a:pt x="98" y="219"/>
                  <a:pt x="98" y="219"/>
                </a:cubicBezTo>
                <a:cubicBezTo>
                  <a:pt x="84" y="219"/>
                  <a:pt x="70" y="226"/>
                  <a:pt x="70" y="247"/>
                </a:cubicBezTo>
                <a:cubicBezTo>
                  <a:pt x="70" y="261"/>
                  <a:pt x="84" y="276"/>
                  <a:pt x="98" y="276"/>
                </a:cubicBezTo>
                <a:cubicBezTo>
                  <a:pt x="438" y="276"/>
                  <a:pt x="438" y="276"/>
                  <a:pt x="438" y="276"/>
                </a:cubicBezTo>
                <a:cubicBezTo>
                  <a:pt x="459" y="276"/>
                  <a:pt x="466" y="261"/>
                  <a:pt x="466" y="247"/>
                </a:cubicBezTo>
                <a:cubicBezTo>
                  <a:pt x="466" y="226"/>
                  <a:pt x="459" y="219"/>
                  <a:pt x="438" y="219"/>
                </a:cubicBezTo>
                <a:close/>
                <a:moveTo>
                  <a:pt x="409" y="113"/>
                </a:moveTo>
                <a:lnTo>
                  <a:pt x="409" y="113"/>
                </a:lnTo>
                <a:cubicBezTo>
                  <a:pt x="395" y="113"/>
                  <a:pt x="381" y="99"/>
                  <a:pt x="381" y="85"/>
                </a:cubicBezTo>
                <a:cubicBezTo>
                  <a:pt x="381" y="28"/>
                  <a:pt x="381" y="28"/>
                  <a:pt x="381" y="28"/>
                </a:cubicBezTo>
                <a:cubicBezTo>
                  <a:pt x="381" y="14"/>
                  <a:pt x="395" y="0"/>
                  <a:pt x="409" y="0"/>
                </a:cubicBezTo>
                <a:cubicBezTo>
                  <a:pt x="431" y="0"/>
                  <a:pt x="438" y="14"/>
                  <a:pt x="438" y="28"/>
                </a:cubicBezTo>
                <a:cubicBezTo>
                  <a:pt x="438" y="85"/>
                  <a:pt x="438" y="85"/>
                  <a:pt x="438" y="85"/>
                </a:cubicBezTo>
                <a:cubicBezTo>
                  <a:pt x="438" y="99"/>
                  <a:pt x="431" y="113"/>
                  <a:pt x="409" y="113"/>
                </a:cubicBezTo>
                <a:close/>
                <a:moveTo>
                  <a:pt x="268" y="113"/>
                </a:moveTo>
                <a:lnTo>
                  <a:pt x="268" y="113"/>
                </a:lnTo>
                <a:cubicBezTo>
                  <a:pt x="254" y="113"/>
                  <a:pt x="240" y="99"/>
                  <a:pt x="240" y="85"/>
                </a:cubicBezTo>
                <a:cubicBezTo>
                  <a:pt x="240" y="28"/>
                  <a:pt x="240" y="28"/>
                  <a:pt x="240" y="28"/>
                </a:cubicBezTo>
                <a:cubicBezTo>
                  <a:pt x="240" y="14"/>
                  <a:pt x="254" y="0"/>
                  <a:pt x="268" y="0"/>
                </a:cubicBezTo>
                <a:cubicBezTo>
                  <a:pt x="289" y="0"/>
                  <a:pt x="296" y="14"/>
                  <a:pt x="296" y="28"/>
                </a:cubicBezTo>
                <a:cubicBezTo>
                  <a:pt x="296" y="85"/>
                  <a:pt x="296" y="85"/>
                  <a:pt x="296" y="85"/>
                </a:cubicBezTo>
                <a:cubicBezTo>
                  <a:pt x="296" y="99"/>
                  <a:pt x="289" y="113"/>
                  <a:pt x="268" y="113"/>
                </a:cubicBezTo>
                <a:close/>
                <a:moveTo>
                  <a:pt x="127" y="113"/>
                </a:moveTo>
                <a:lnTo>
                  <a:pt x="127" y="113"/>
                </a:lnTo>
                <a:cubicBezTo>
                  <a:pt x="113" y="113"/>
                  <a:pt x="98" y="99"/>
                  <a:pt x="98" y="85"/>
                </a:cubicBezTo>
                <a:cubicBezTo>
                  <a:pt x="98" y="28"/>
                  <a:pt x="98" y="28"/>
                  <a:pt x="98" y="28"/>
                </a:cubicBezTo>
                <a:cubicBezTo>
                  <a:pt x="98" y="14"/>
                  <a:pt x="113" y="0"/>
                  <a:pt x="127" y="0"/>
                </a:cubicBezTo>
                <a:cubicBezTo>
                  <a:pt x="148" y="0"/>
                  <a:pt x="155" y="14"/>
                  <a:pt x="155" y="28"/>
                </a:cubicBezTo>
                <a:cubicBezTo>
                  <a:pt x="155" y="85"/>
                  <a:pt x="155" y="85"/>
                  <a:pt x="155" y="85"/>
                </a:cubicBezTo>
                <a:cubicBezTo>
                  <a:pt x="155" y="99"/>
                  <a:pt x="148" y="113"/>
                  <a:pt x="127" y="11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6" name="Google Shape;1936;p28"/>
          <p:cNvSpPr/>
          <p:nvPr/>
        </p:nvSpPr>
        <p:spPr>
          <a:xfrm>
            <a:off x="1475221" y="1343988"/>
            <a:ext cx="529596" cy="553668"/>
          </a:xfrm>
          <a:custGeom>
            <a:rect b="b" l="l" r="r" t="t"/>
            <a:pathLst>
              <a:path extrusionOk="0" h="609" w="581">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7" name="Google Shape;1937;p28"/>
          <p:cNvSpPr/>
          <p:nvPr/>
        </p:nvSpPr>
        <p:spPr>
          <a:xfrm>
            <a:off x="516334" y="1343988"/>
            <a:ext cx="497499" cy="553668"/>
          </a:xfrm>
          <a:custGeom>
            <a:rect b="b" l="l" r="r" t="t"/>
            <a:pathLst>
              <a:path extrusionOk="0" h="609" w="545">
                <a:moveTo>
                  <a:pt x="516" y="608"/>
                </a:moveTo>
                <a:lnTo>
                  <a:pt x="516" y="608"/>
                </a:lnTo>
                <a:cubicBezTo>
                  <a:pt x="29" y="608"/>
                  <a:pt x="29" y="608"/>
                  <a:pt x="29" y="608"/>
                </a:cubicBezTo>
                <a:cubicBezTo>
                  <a:pt x="14" y="608"/>
                  <a:pt x="0" y="594"/>
                  <a:pt x="0" y="580"/>
                </a:cubicBezTo>
                <a:cubicBezTo>
                  <a:pt x="0" y="85"/>
                  <a:pt x="0" y="85"/>
                  <a:pt x="0" y="85"/>
                </a:cubicBezTo>
                <a:cubicBezTo>
                  <a:pt x="0" y="71"/>
                  <a:pt x="14" y="56"/>
                  <a:pt x="29" y="56"/>
                </a:cubicBezTo>
                <a:cubicBezTo>
                  <a:pt x="78" y="56"/>
                  <a:pt x="78" y="56"/>
                  <a:pt x="78" y="56"/>
                </a:cubicBezTo>
                <a:cubicBezTo>
                  <a:pt x="78" y="85"/>
                  <a:pt x="78" y="85"/>
                  <a:pt x="78" y="85"/>
                </a:cubicBezTo>
                <a:cubicBezTo>
                  <a:pt x="78" y="120"/>
                  <a:pt x="99"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1"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2" y="141"/>
                  <a:pt x="417" y="141"/>
                </a:cubicBezTo>
                <a:cubicBezTo>
                  <a:pt x="446" y="141"/>
                  <a:pt x="474" y="120"/>
                  <a:pt x="474" y="85"/>
                </a:cubicBezTo>
                <a:cubicBezTo>
                  <a:pt x="474" y="56"/>
                  <a:pt x="474" y="56"/>
                  <a:pt x="474" y="56"/>
                </a:cubicBezTo>
                <a:cubicBezTo>
                  <a:pt x="516" y="56"/>
                  <a:pt x="516" y="56"/>
                  <a:pt x="516" y="56"/>
                </a:cubicBezTo>
                <a:cubicBezTo>
                  <a:pt x="537" y="56"/>
                  <a:pt x="544" y="71"/>
                  <a:pt x="544" y="85"/>
                </a:cubicBezTo>
                <a:cubicBezTo>
                  <a:pt x="544" y="580"/>
                  <a:pt x="544" y="580"/>
                  <a:pt x="544" y="580"/>
                </a:cubicBezTo>
                <a:cubicBezTo>
                  <a:pt x="544" y="594"/>
                  <a:pt x="537" y="608"/>
                  <a:pt x="516" y="608"/>
                </a:cubicBezTo>
                <a:close/>
                <a:moveTo>
                  <a:pt x="446" y="219"/>
                </a:moveTo>
                <a:lnTo>
                  <a:pt x="446" y="219"/>
                </a:lnTo>
                <a:cubicBezTo>
                  <a:pt x="106" y="219"/>
                  <a:pt x="106" y="219"/>
                  <a:pt x="106" y="219"/>
                </a:cubicBezTo>
                <a:cubicBezTo>
                  <a:pt x="85" y="219"/>
                  <a:pt x="78" y="233"/>
                  <a:pt x="78" y="247"/>
                </a:cubicBezTo>
                <a:cubicBezTo>
                  <a:pt x="78" y="262"/>
                  <a:pt x="85"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106" y="339"/>
                  <a:pt x="106" y="339"/>
                  <a:pt x="106" y="339"/>
                </a:cubicBezTo>
                <a:cubicBezTo>
                  <a:pt x="85" y="339"/>
                  <a:pt x="78" y="353"/>
                  <a:pt x="78" y="367"/>
                </a:cubicBezTo>
                <a:cubicBezTo>
                  <a:pt x="78" y="389"/>
                  <a:pt x="85" y="396"/>
                  <a:pt x="106" y="396"/>
                </a:cubicBezTo>
                <a:cubicBezTo>
                  <a:pt x="446" y="396"/>
                  <a:pt x="446" y="396"/>
                  <a:pt x="446" y="396"/>
                </a:cubicBezTo>
                <a:cubicBezTo>
                  <a:pt x="460" y="396"/>
                  <a:pt x="474" y="389"/>
                  <a:pt x="474" y="367"/>
                </a:cubicBezTo>
                <a:cubicBezTo>
                  <a:pt x="474" y="353"/>
                  <a:pt x="460" y="339"/>
                  <a:pt x="446" y="339"/>
                </a:cubicBezTo>
                <a:close/>
                <a:moveTo>
                  <a:pt x="446" y="467"/>
                </a:moveTo>
                <a:lnTo>
                  <a:pt x="446" y="467"/>
                </a:lnTo>
                <a:cubicBezTo>
                  <a:pt x="99" y="467"/>
                  <a:pt x="99" y="467"/>
                  <a:pt x="99" y="467"/>
                </a:cubicBezTo>
                <a:cubicBezTo>
                  <a:pt x="85" y="467"/>
                  <a:pt x="78" y="474"/>
                  <a:pt x="78" y="488"/>
                </a:cubicBezTo>
                <a:cubicBezTo>
                  <a:pt x="78" y="502"/>
                  <a:pt x="85" y="509"/>
                  <a:pt x="99" y="509"/>
                </a:cubicBezTo>
                <a:cubicBezTo>
                  <a:pt x="446" y="509"/>
                  <a:pt x="446" y="509"/>
                  <a:pt x="446" y="509"/>
                </a:cubicBezTo>
                <a:cubicBezTo>
                  <a:pt x="460" y="509"/>
                  <a:pt x="474" y="502"/>
                  <a:pt x="474" y="488"/>
                </a:cubicBezTo>
                <a:cubicBezTo>
                  <a:pt x="474" y="474"/>
                  <a:pt x="460" y="467"/>
                  <a:pt x="446" y="467"/>
                </a:cubicBezTo>
                <a:close/>
                <a:moveTo>
                  <a:pt x="417" y="113"/>
                </a:moveTo>
                <a:lnTo>
                  <a:pt x="417" y="113"/>
                </a:lnTo>
                <a:cubicBezTo>
                  <a:pt x="396" y="113"/>
                  <a:pt x="389" y="106"/>
                  <a:pt x="389" y="85"/>
                </a:cubicBezTo>
                <a:cubicBezTo>
                  <a:pt x="389" y="28"/>
                  <a:pt x="389" y="28"/>
                  <a:pt x="389" y="28"/>
                </a:cubicBezTo>
                <a:cubicBezTo>
                  <a:pt x="389" y="14"/>
                  <a:pt x="396"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55" y="113"/>
                  <a:pt x="248" y="106"/>
                  <a:pt x="248" y="85"/>
                </a:cubicBezTo>
                <a:cubicBezTo>
                  <a:pt x="248" y="28"/>
                  <a:pt x="248" y="28"/>
                  <a:pt x="248" y="28"/>
                </a:cubicBezTo>
                <a:cubicBezTo>
                  <a:pt x="248" y="14"/>
                  <a:pt x="255"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13" y="113"/>
                  <a:pt x="106" y="106"/>
                  <a:pt x="106" y="85"/>
                </a:cubicBezTo>
                <a:cubicBezTo>
                  <a:pt x="106" y="28"/>
                  <a:pt x="106" y="28"/>
                  <a:pt x="106" y="28"/>
                </a:cubicBezTo>
                <a:cubicBezTo>
                  <a:pt x="106" y="14"/>
                  <a:pt x="113" y="0"/>
                  <a:pt x="135" y="0"/>
                </a:cubicBezTo>
                <a:cubicBezTo>
                  <a:pt x="149" y="0"/>
                  <a:pt x="163" y="14"/>
                  <a:pt x="163" y="28"/>
                </a:cubicBezTo>
                <a:cubicBezTo>
                  <a:pt x="163" y="85"/>
                  <a:pt x="163" y="85"/>
                  <a:pt x="163" y="85"/>
                </a:cubicBezTo>
                <a:cubicBezTo>
                  <a:pt x="163" y="106"/>
                  <a:pt x="149" y="113"/>
                  <a:pt x="135" y="11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8" name="Google Shape;193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42" name="Shape 1942"/>
        <p:cNvGrpSpPr/>
        <p:nvPr/>
      </p:nvGrpSpPr>
      <p:grpSpPr>
        <a:xfrm>
          <a:off x="0" y="0"/>
          <a:ext cx="0" cy="0"/>
          <a:chOff x="0" y="0"/>
          <a:chExt cx="0" cy="0"/>
        </a:xfrm>
      </p:grpSpPr>
      <p:sp>
        <p:nvSpPr>
          <p:cNvPr id="1943" name="Google Shape;1943;p29"/>
          <p:cNvSpPr/>
          <p:nvPr/>
        </p:nvSpPr>
        <p:spPr>
          <a:xfrm>
            <a:off x="6019910" y="4407546"/>
            <a:ext cx="444536" cy="436095"/>
          </a:xfrm>
          <a:custGeom>
            <a:rect b="b" l="l" r="r" t="t"/>
            <a:pathLst>
              <a:path extrusionOk="0" h="453" w="461">
                <a:moveTo>
                  <a:pt x="275" y="0"/>
                </a:moveTo>
                <a:lnTo>
                  <a:pt x="275" y="0"/>
                </a:lnTo>
                <a:cubicBezTo>
                  <a:pt x="185" y="0"/>
                  <a:pt x="106" y="71"/>
                  <a:pt x="97" y="159"/>
                </a:cubicBezTo>
                <a:cubicBezTo>
                  <a:pt x="44" y="187"/>
                  <a:pt x="0" y="240"/>
                  <a:pt x="0" y="302"/>
                </a:cubicBezTo>
                <a:cubicBezTo>
                  <a:pt x="0" y="390"/>
                  <a:pt x="71" y="452"/>
                  <a:pt x="150" y="452"/>
                </a:cubicBezTo>
                <a:cubicBezTo>
                  <a:pt x="212" y="452"/>
                  <a:pt x="275" y="417"/>
                  <a:pt x="292" y="355"/>
                </a:cubicBezTo>
                <a:cubicBezTo>
                  <a:pt x="390" y="346"/>
                  <a:pt x="460" y="275"/>
                  <a:pt x="460" y="177"/>
                </a:cubicBezTo>
                <a:cubicBezTo>
                  <a:pt x="460" y="80"/>
                  <a:pt x="381" y="0"/>
                  <a:pt x="275" y="0"/>
                </a:cubicBezTo>
                <a:close/>
                <a:moveTo>
                  <a:pt x="150" y="408"/>
                </a:moveTo>
                <a:lnTo>
                  <a:pt x="150" y="408"/>
                </a:lnTo>
                <a:cubicBezTo>
                  <a:pt x="97" y="408"/>
                  <a:pt x="53" y="355"/>
                  <a:pt x="53" y="302"/>
                </a:cubicBezTo>
                <a:cubicBezTo>
                  <a:pt x="53" y="266"/>
                  <a:pt x="71" y="231"/>
                  <a:pt x="106" y="212"/>
                </a:cubicBezTo>
                <a:cubicBezTo>
                  <a:pt x="115" y="284"/>
                  <a:pt x="168" y="337"/>
                  <a:pt x="239" y="355"/>
                </a:cubicBezTo>
                <a:cubicBezTo>
                  <a:pt x="221" y="381"/>
                  <a:pt x="185" y="408"/>
                  <a:pt x="150" y="408"/>
                </a:cubicBezTo>
                <a:close/>
                <a:moveTo>
                  <a:pt x="150" y="204"/>
                </a:moveTo>
                <a:lnTo>
                  <a:pt x="150" y="204"/>
                </a:lnTo>
                <a:cubicBezTo>
                  <a:pt x="212" y="204"/>
                  <a:pt x="248" y="248"/>
                  <a:pt x="256" y="302"/>
                </a:cubicBezTo>
                <a:cubicBezTo>
                  <a:pt x="203" y="293"/>
                  <a:pt x="168" y="248"/>
                  <a:pt x="150" y="204"/>
                </a:cubicBezTo>
                <a:close/>
                <a:moveTo>
                  <a:pt x="301" y="302"/>
                </a:moveTo>
                <a:lnTo>
                  <a:pt x="301" y="302"/>
                </a:lnTo>
                <a:cubicBezTo>
                  <a:pt x="301" y="222"/>
                  <a:pt x="239" y="151"/>
                  <a:pt x="150" y="151"/>
                </a:cubicBezTo>
                <a:cubicBezTo>
                  <a:pt x="168" y="98"/>
                  <a:pt x="221" y="53"/>
                  <a:pt x="275" y="53"/>
                </a:cubicBezTo>
                <a:cubicBezTo>
                  <a:pt x="345" y="53"/>
                  <a:pt x="407" y="106"/>
                  <a:pt x="407" y="177"/>
                </a:cubicBezTo>
                <a:cubicBezTo>
                  <a:pt x="407" y="240"/>
                  <a:pt x="363" y="293"/>
                  <a:pt x="301" y="302"/>
                </a:cubicBezTo>
                <a:close/>
                <a:moveTo>
                  <a:pt x="53" y="106"/>
                </a:moveTo>
                <a:lnTo>
                  <a:pt x="53" y="106"/>
                </a:lnTo>
                <a:cubicBezTo>
                  <a:pt x="79" y="106"/>
                  <a:pt x="106" y="80"/>
                  <a:pt x="106" y="53"/>
                </a:cubicBezTo>
                <a:cubicBezTo>
                  <a:pt x="106" y="27"/>
                  <a:pt x="79" y="0"/>
                  <a:pt x="53" y="0"/>
                </a:cubicBezTo>
                <a:cubicBezTo>
                  <a:pt x="26" y="0"/>
                  <a:pt x="0" y="27"/>
                  <a:pt x="0" y="53"/>
                </a:cubicBezTo>
                <a:cubicBezTo>
                  <a:pt x="0" y="80"/>
                  <a:pt x="26" y="106"/>
                  <a:pt x="53" y="106"/>
                </a:cubicBezTo>
                <a:close/>
                <a:moveTo>
                  <a:pt x="53" y="27"/>
                </a:moveTo>
                <a:lnTo>
                  <a:pt x="53" y="27"/>
                </a:lnTo>
                <a:cubicBezTo>
                  <a:pt x="71" y="27"/>
                  <a:pt x="79" y="36"/>
                  <a:pt x="79" y="53"/>
                </a:cubicBezTo>
                <a:cubicBezTo>
                  <a:pt x="79" y="71"/>
                  <a:pt x="71" y="80"/>
                  <a:pt x="53" y="80"/>
                </a:cubicBezTo>
                <a:cubicBezTo>
                  <a:pt x="35" y="80"/>
                  <a:pt x="26" y="71"/>
                  <a:pt x="26" y="53"/>
                </a:cubicBezTo>
                <a:cubicBezTo>
                  <a:pt x="26" y="36"/>
                  <a:pt x="35" y="27"/>
                  <a:pt x="53" y="27"/>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4" name="Google Shape;1944;p29"/>
          <p:cNvSpPr/>
          <p:nvPr/>
        </p:nvSpPr>
        <p:spPr>
          <a:xfrm>
            <a:off x="5057680" y="1550151"/>
            <a:ext cx="452976" cy="447349"/>
          </a:xfrm>
          <a:custGeom>
            <a:rect b="b" l="l" r="r" t="t"/>
            <a:pathLst>
              <a:path extrusionOk="0" h="463" w="470">
                <a:moveTo>
                  <a:pt x="443" y="143"/>
                </a:moveTo>
                <a:lnTo>
                  <a:pt x="443" y="143"/>
                </a:lnTo>
                <a:cubicBezTo>
                  <a:pt x="416" y="284"/>
                  <a:pt x="275" y="408"/>
                  <a:pt x="239" y="435"/>
                </a:cubicBezTo>
                <a:cubicBezTo>
                  <a:pt x="194" y="462"/>
                  <a:pt x="159" y="417"/>
                  <a:pt x="141" y="391"/>
                </a:cubicBezTo>
                <a:cubicBezTo>
                  <a:pt x="124" y="355"/>
                  <a:pt x="79" y="178"/>
                  <a:pt x="62" y="160"/>
                </a:cubicBezTo>
                <a:cubicBezTo>
                  <a:pt x="53" y="151"/>
                  <a:pt x="18" y="178"/>
                  <a:pt x="18" y="178"/>
                </a:cubicBezTo>
                <a:cubicBezTo>
                  <a:pt x="0" y="151"/>
                  <a:pt x="0" y="151"/>
                  <a:pt x="0" y="151"/>
                </a:cubicBezTo>
                <a:cubicBezTo>
                  <a:pt x="0" y="151"/>
                  <a:pt x="71" y="63"/>
                  <a:pt x="132" y="45"/>
                </a:cubicBezTo>
                <a:cubicBezTo>
                  <a:pt x="194" y="36"/>
                  <a:pt x="194" y="143"/>
                  <a:pt x="203" y="204"/>
                </a:cubicBezTo>
                <a:cubicBezTo>
                  <a:pt x="222" y="266"/>
                  <a:pt x="230" y="293"/>
                  <a:pt x="247" y="293"/>
                </a:cubicBezTo>
                <a:cubicBezTo>
                  <a:pt x="256" y="293"/>
                  <a:pt x="283" y="266"/>
                  <a:pt x="310" y="213"/>
                </a:cubicBezTo>
                <a:cubicBezTo>
                  <a:pt x="328" y="160"/>
                  <a:pt x="301" y="125"/>
                  <a:pt x="256" y="151"/>
                </a:cubicBezTo>
                <a:cubicBezTo>
                  <a:pt x="275" y="27"/>
                  <a:pt x="469" y="0"/>
                  <a:pt x="443" y="143"/>
                </a:cubicBezTo>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5" name="Google Shape;1945;p29"/>
          <p:cNvSpPr/>
          <p:nvPr/>
        </p:nvSpPr>
        <p:spPr>
          <a:xfrm>
            <a:off x="3152925" y="1690827"/>
            <a:ext cx="427655" cy="194132"/>
          </a:xfrm>
          <a:custGeom>
            <a:rect b="b" l="l" r="r" t="t"/>
            <a:pathLst>
              <a:path extrusionOk="0" h="205" w="444">
                <a:moveTo>
                  <a:pt x="98" y="204"/>
                </a:moveTo>
                <a:lnTo>
                  <a:pt x="98" y="204"/>
                </a:lnTo>
                <a:cubicBezTo>
                  <a:pt x="45" y="204"/>
                  <a:pt x="0" y="159"/>
                  <a:pt x="0" y="97"/>
                </a:cubicBezTo>
                <a:cubicBezTo>
                  <a:pt x="0" y="44"/>
                  <a:pt x="45" y="0"/>
                  <a:pt x="98" y="0"/>
                </a:cubicBezTo>
                <a:cubicBezTo>
                  <a:pt x="151" y="0"/>
                  <a:pt x="195" y="44"/>
                  <a:pt x="195" y="97"/>
                </a:cubicBezTo>
                <a:cubicBezTo>
                  <a:pt x="195" y="159"/>
                  <a:pt x="151" y="204"/>
                  <a:pt x="98" y="204"/>
                </a:cubicBezTo>
                <a:close/>
                <a:moveTo>
                  <a:pt x="345" y="204"/>
                </a:moveTo>
                <a:lnTo>
                  <a:pt x="345" y="204"/>
                </a:lnTo>
                <a:cubicBezTo>
                  <a:pt x="292" y="204"/>
                  <a:pt x="248" y="159"/>
                  <a:pt x="248" y="97"/>
                </a:cubicBezTo>
                <a:cubicBezTo>
                  <a:pt x="248" y="44"/>
                  <a:pt x="292" y="0"/>
                  <a:pt x="345" y="0"/>
                </a:cubicBezTo>
                <a:cubicBezTo>
                  <a:pt x="399" y="0"/>
                  <a:pt x="443" y="44"/>
                  <a:pt x="443" y="97"/>
                </a:cubicBezTo>
                <a:cubicBezTo>
                  <a:pt x="443" y="159"/>
                  <a:pt x="399" y="204"/>
                  <a:pt x="345" y="204"/>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6" name="Google Shape;1946;p29"/>
          <p:cNvSpPr/>
          <p:nvPr/>
        </p:nvSpPr>
        <p:spPr>
          <a:xfrm>
            <a:off x="3152925" y="2529257"/>
            <a:ext cx="92847" cy="419214"/>
          </a:xfrm>
          <a:custGeom>
            <a:rect b="b" l="l" r="r" t="t"/>
            <a:pathLst>
              <a:path extrusionOk="0" h="435" w="99">
                <a:moveTo>
                  <a:pt x="98" y="44"/>
                </a:moveTo>
                <a:lnTo>
                  <a:pt x="98" y="44"/>
                </a:lnTo>
                <a:cubicBezTo>
                  <a:pt x="98" y="71"/>
                  <a:pt x="80" y="88"/>
                  <a:pt x="45" y="88"/>
                </a:cubicBezTo>
                <a:cubicBezTo>
                  <a:pt x="17" y="88"/>
                  <a:pt x="0" y="71"/>
                  <a:pt x="0" y="44"/>
                </a:cubicBezTo>
                <a:cubicBezTo>
                  <a:pt x="0" y="18"/>
                  <a:pt x="17" y="0"/>
                  <a:pt x="45" y="0"/>
                </a:cubicBezTo>
                <a:cubicBezTo>
                  <a:pt x="80" y="0"/>
                  <a:pt x="98" y="18"/>
                  <a:pt x="98" y="44"/>
                </a:cubicBezTo>
                <a:close/>
                <a:moveTo>
                  <a:pt x="0" y="434"/>
                </a:moveTo>
                <a:lnTo>
                  <a:pt x="0" y="434"/>
                </a:lnTo>
                <a:cubicBezTo>
                  <a:pt x="0" y="132"/>
                  <a:pt x="0" y="132"/>
                  <a:pt x="0" y="132"/>
                </a:cubicBezTo>
                <a:cubicBezTo>
                  <a:pt x="98" y="132"/>
                  <a:pt x="98" y="132"/>
                  <a:pt x="98" y="132"/>
                </a:cubicBezTo>
                <a:cubicBezTo>
                  <a:pt x="98" y="434"/>
                  <a:pt x="98" y="434"/>
                  <a:pt x="98" y="434"/>
                </a:cubicBezTo>
                <a:lnTo>
                  <a:pt x="0" y="434"/>
                </a:ln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7" name="Google Shape;1947;p29"/>
          <p:cNvSpPr/>
          <p:nvPr/>
        </p:nvSpPr>
        <p:spPr>
          <a:xfrm>
            <a:off x="3296416" y="2653052"/>
            <a:ext cx="278538" cy="301046"/>
          </a:xfrm>
          <a:custGeom>
            <a:rect b="b" l="l" r="r" t="t"/>
            <a:pathLst>
              <a:path extrusionOk="0" h="311" w="293">
                <a:moveTo>
                  <a:pt x="0" y="106"/>
                </a:moveTo>
                <a:lnTo>
                  <a:pt x="0" y="106"/>
                </a:lnTo>
                <a:cubicBezTo>
                  <a:pt x="0" y="62"/>
                  <a:pt x="0" y="35"/>
                  <a:pt x="0" y="8"/>
                </a:cubicBezTo>
                <a:cubicBezTo>
                  <a:pt x="79" y="8"/>
                  <a:pt x="79" y="8"/>
                  <a:pt x="79" y="8"/>
                </a:cubicBezTo>
                <a:cubicBezTo>
                  <a:pt x="88" y="44"/>
                  <a:pt x="88" y="44"/>
                  <a:pt x="88" y="44"/>
                </a:cubicBezTo>
                <a:lnTo>
                  <a:pt x="88" y="44"/>
                </a:lnTo>
                <a:cubicBezTo>
                  <a:pt x="97" y="26"/>
                  <a:pt x="132" y="0"/>
                  <a:pt x="186" y="0"/>
                </a:cubicBezTo>
                <a:cubicBezTo>
                  <a:pt x="248" y="0"/>
                  <a:pt x="292" y="44"/>
                  <a:pt x="292" y="132"/>
                </a:cubicBezTo>
                <a:cubicBezTo>
                  <a:pt x="292" y="310"/>
                  <a:pt x="292" y="310"/>
                  <a:pt x="292" y="310"/>
                </a:cubicBezTo>
                <a:cubicBezTo>
                  <a:pt x="194" y="310"/>
                  <a:pt x="194" y="310"/>
                  <a:pt x="194" y="310"/>
                </a:cubicBezTo>
                <a:cubicBezTo>
                  <a:pt x="194" y="141"/>
                  <a:pt x="194" y="141"/>
                  <a:pt x="194" y="141"/>
                </a:cubicBezTo>
                <a:cubicBezTo>
                  <a:pt x="194" y="106"/>
                  <a:pt x="186" y="79"/>
                  <a:pt x="150" y="79"/>
                </a:cubicBezTo>
                <a:cubicBezTo>
                  <a:pt x="123" y="79"/>
                  <a:pt x="106" y="97"/>
                  <a:pt x="97" y="115"/>
                </a:cubicBezTo>
                <a:cubicBezTo>
                  <a:pt x="97" y="115"/>
                  <a:pt x="97" y="124"/>
                  <a:pt x="97" y="132"/>
                </a:cubicBezTo>
                <a:cubicBezTo>
                  <a:pt x="97" y="310"/>
                  <a:pt x="97" y="310"/>
                  <a:pt x="97" y="310"/>
                </a:cubicBezTo>
                <a:cubicBezTo>
                  <a:pt x="0" y="310"/>
                  <a:pt x="0" y="310"/>
                  <a:pt x="0" y="310"/>
                </a:cubicBezTo>
                <a:lnTo>
                  <a:pt x="0" y="106"/>
                </a:lnTo>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8" name="Google Shape;1948;p29"/>
          <p:cNvSpPr/>
          <p:nvPr/>
        </p:nvSpPr>
        <p:spPr>
          <a:xfrm>
            <a:off x="4087014" y="2512376"/>
            <a:ext cx="461418" cy="452976"/>
          </a:xfrm>
          <a:custGeom>
            <a:rect b="b" l="l" r="r" t="t"/>
            <a:pathLst>
              <a:path extrusionOk="0" h="471" w="479">
                <a:moveTo>
                  <a:pt x="239" y="0"/>
                </a:moveTo>
                <a:lnTo>
                  <a:pt x="239" y="0"/>
                </a:lnTo>
                <a:cubicBezTo>
                  <a:pt x="106" y="0"/>
                  <a:pt x="0" y="107"/>
                  <a:pt x="0" y="231"/>
                </a:cubicBezTo>
                <a:cubicBezTo>
                  <a:pt x="0" y="364"/>
                  <a:pt x="106" y="470"/>
                  <a:pt x="239" y="470"/>
                </a:cubicBezTo>
                <a:cubicBezTo>
                  <a:pt x="372" y="470"/>
                  <a:pt x="478" y="364"/>
                  <a:pt x="478" y="231"/>
                </a:cubicBezTo>
                <a:cubicBezTo>
                  <a:pt x="478" y="107"/>
                  <a:pt x="372" y="0"/>
                  <a:pt x="239" y="0"/>
                </a:cubicBezTo>
                <a:close/>
                <a:moveTo>
                  <a:pt x="177" y="338"/>
                </a:moveTo>
                <a:lnTo>
                  <a:pt x="177" y="338"/>
                </a:lnTo>
                <a:cubicBezTo>
                  <a:pt x="133" y="338"/>
                  <a:pt x="133" y="338"/>
                  <a:pt x="133" y="338"/>
                </a:cubicBezTo>
                <a:cubicBezTo>
                  <a:pt x="133" y="178"/>
                  <a:pt x="133" y="178"/>
                  <a:pt x="133" y="178"/>
                </a:cubicBezTo>
                <a:cubicBezTo>
                  <a:pt x="177" y="178"/>
                  <a:pt x="177" y="178"/>
                  <a:pt x="177" y="178"/>
                </a:cubicBezTo>
                <a:lnTo>
                  <a:pt x="177" y="338"/>
                </a:lnTo>
                <a:close/>
                <a:moveTo>
                  <a:pt x="159" y="160"/>
                </a:moveTo>
                <a:lnTo>
                  <a:pt x="159" y="160"/>
                </a:lnTo>
                <a:cubicBezTo>
                  <a:pt x="141" y="160"/>
                  <a:pt x="133" y="151"/>
                  <a:pt x="133" y="134"/>
                </a:cubicBezTo>
                <a:cubicBezTo>
                  <a:pt x="133" y="125"/>
                  <a:pt x="141" y="107"/>
                  <a:pt x="159" y="107"/>
                </a:cubicBezTo>
                <a:cubicBezTo>
                  <a:pt x="168" y="107"/>
                  <a:pt x="177" y="125"/>
                  <a:pt x="186" y="134"/>
                </a:cubicBezTo>
                <a:cubicBezTo>
                  <a:pt x="186" y="151"/>
                  <a:pt x="168" y="160"/>
                  <a:pt x="159" y="160"/>
                </a:cubicBezTo>
                <a:close/>
                <a:moveTo>
                  <a:pt x="354" y="338"/>
                </a:moveTo>
                <a:lnTo>
                  <a:pt x="354" y="338"/>
                </a:lnTo>
                <a:cubicBezTo>
                  <a:pt x="310" y="338"/>
                  <a:pt x="310" y="338"/>
                  <a:pt x="310" y="338"/>
                </a:cubicBezTo>
                <a:cubicBezTo>
                  <a:pt x="310" y="249"/>
                  <a:pt x="310" y="249"/>
                  <a:pt x="310" y="249"/>
                </a:cubicBezTo>
                <a:cubicBezTo>
                  <a:pt x="310" y="231"/>
                  <a:pt x="300" y="213"/>
                  <a:pt x="284" y="213"/>
                </a:cubicBezTo>
                <a:cubicBezTo>
                  <a:pt x="275" y="213"/>
                  <a:pt x="265" y="222"/>
                  <a:pt x="256" y="231"/>
                </a:cubicBezTo>
                <a:lnTo>
                  <a:pt x="256" y="240"/>
                </a:lnTo>
                <a:cubicBezTo>
                  <a:pt x="256" y="338"/>
                  <a:pt x="256" y="338"/>
                  <a:pt x="256" y="338"/>
                </a:cubicBezTo>
                <a:cubicBezTo>
                  <a:pt x="212" y="338"/>
                  <a:pt x="212" y="338"/>
                  <a:pt x="212" y="338"/>
                </a:cubicBezTo>
                <a:cubicBezTo>
                  <a:pt x="212" y="231"/>
                  <a:pt x="212" y="231"/>
                  <a:pt x="212" y="231"/>
                </a:cubicBezTo>
                <a:cubicBezTo>
                  <a:pt x="212" y="205"/>
                  <a:pt x="212" y="196"/>
                  <a:pt x="203" y="178"/>
                </a:cubicBezTo>
                <a:cubicBezTo>
                  <a:pt x="247" y="178"/>
                  <a:pt x="247" y="178"/>
                  <a:pt x="247" y="178"/>
                </a:cubicBezTo>
                <a:cubicBezTo>
                  <a:pt x="247" y="196"/>
                  <a:pt x="247" y="196"/>
                  <a:pt x="247" y="196"/>
                </a:cubicBezTo>
                <a:cubicBezTo>
                  <a:pt x="256" y="196"/>
                  <a:pt x="256" y="196"/>
                  <a:pt x="256" y="196"/>
                </a:cubicBezTo>
                <a:cubicBezTo>
                  <a:pt x="256" y="187"/>
                  <a:pt x="275" y="178"/>
                  <a:pt x="300" y="178"/>
                </a:cubicBezTo>
                <a:cubicBezTo>
                  <a:pt x="337" y="178"/>
                  <a:pt x="354" y="196"/>
                  <a:pt x="354" y="240"/>
                </a:cubicBezTo>
                <a:lnTo>
                  <a:pt x="354" y="338"/>
                </a:ln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9" name="Google Shape;1949;p29"/>
          <p:cNvSpPr/>
          <p:nvPr/>
        </p:nvSpPr>
        <p:spPr>
          <a:xfrm>
            <a:off x="2182261" y="3474601"/>
            <a:ext cx="461418" cy="436095"/>
          </a:xfrm>
          <a:custGeom>
            <a:rect b="b" l="l" r="r" t="t"/>
            <a:pathLst>
              <a:path extrusionOk="0" h="453" w="480">
                <a:moveTo>
                  <a:pt x="142" y="0"/>
                </a:moveTo>
                <a:lnTo>
                  <a:pt x="142" y="0"/>
                </a:lnTo>
                <a:cubicBezTo>
                  <a:pt x="0" y="89"/>
                  <a:pt x="0" y="89"/>
                  <a:pt x="0" y="89"/>
                </a:cubicBezTo>
                <a:cubicBezTo>
                  <a:pt x="98" y="168"/>
                  <a:pt x="98" y="168"/>
                  <a:pt x="98" y="168"/>
                </a:cubicBezTo>
                <a:cubicBezTo>
                  <a:pt x="239" y="80"/>
                  <a:pt x="239" y="80"/>
                  <a:pt x="239" y="80"/>
                </a:cubicBezTo>
                <a:lnTo>
                  <a:pt x="142" y="0"/>
                </a:lnTo>
                <a:close/>
                <a:moveTo>
                  <a:pt x="327" y="372"/>
                </a:moveTo>
                <a:lnTo>
                  <a:pt x="327" y="372"/>
                </a:lnTo>
                <a:cubicBezTo>
                  <a:pt x="319" y="372"/>
                  <a:pt x="319" y="372"/>
                  <a:pt x="319" y="372"/>
                </a:cubicBezTo>
                <a:cubicBezTo>
                  <a:pt x="239" y="310"/>
                  <a:pt x="239" y="310"/>
                  <a:pt x="239" y="310"/>
                </a:cubicBezTo>
                <a:cubicBezTo>
                  <a:pt x="159" y="372"/>
                  <a:pt x="159" y="372"/>
                  <a:pt x="159" y="372"/>
                </a:cubicBezTo>
                <a:cubicBezTo>
                  <a:pt x="159" y="372"/>
                  <a:pt x="159" y="372"/>
                  <a:pt x="151" y="372"/>
                </a:cubicBezTo>
                <a:lnTo>
                  <a:pt x="151" y="372"/>
                </a:lnTo>
                <a:cubicBezTo>
                  <a:pt x="88" y="337"/>
                  <a:pt x="88" y="337"/>
                  <a:pt x="88" y="337"/>
                </a:cubicBezTo>
                <a:cubicBezTo>
                  <a:pt x="88" y="355"/>
                  <a:pt x="88" y="355"/>
                  <a:pt x="88" y="355"/>
                </a:cubicBezTo>
                <a:cubicBezTo>
                  <a:pt x="239" y="452"/>
                  <a:pt x="239" y="452"/>
                  <a:pt x="239" y="452"/>
                </a:cubicBezTo>
                <a:cubicBezTo>
                  <a:pt x="389" y="355"/>
                  <a:pt x="389" y="355"/>
                  <a:pt x="389" y="355"/>
                </a:cubicBezTo>
                <a:cubicBezTo>
                  <a:pt x="389" y="337"/>
                  <a:pt x="389" y="337"/>
                  <a:pt x="389" y="337"/>
                </a:cubicBezTo>
                <a:cubicBezTo>
                  <a:pt x="327" y="372"/>
                  <a:pt x="327" y="372"/>
                  <a:pt x="327" y="372"/>
                </a:cubicBezTo>
                <a:close/>
                <a:moveTo>
                  <a:pt x="479" y="89"/>
                </a:moveTo>
                <a:lnTo>
                  <a:pt x="479" y="89"/>
                </a:lnTo>
                <a:cubicBezTo>
                  <a:pt x="336" y="0"/>
                  <a:pt x="336" y="0"/>
                  <a:pt x="336" y="0"/>
                </a:cubicBezTo>
                <a:cubicBezTo>
                  <a:pt x="239" y="80"/>
                  <a:pt x="239" y="80"/>
                  <a:pt x="239" y="80"/>
                </a:cubicBezTo>
                <a:cubicBezTo>
                  <a:pt x="380" y="168"/>
                  <a:pt x="380" y="168"/>
                  <a:pt x="380" y="168"/>
                </a:cubicBezTo>
                <a:lnTo>
                  <a:pt x="479" y="89"/>
                </a:lnTo>
                <a:close/>
                <a:moveTo>
                  <a:pt x="239" y="257"/>
                </a:moveTo>
                <a:lnTo>
                  <a:pt x="239" y="257"/>
                </a:lnTo>
                <a:cubicBezTo>
                  <a:pt x="327" y="328"/>
                  <a:pt x="327" y="328"/>
                  <a:pt x="327" y="328"/>
                </a:cubicBezTo>
                <a:cubicBezTo>
                  <a:pt x="470" y="240"/>
                  <a:pt x="470" y="240"/>
                  <a:pt x="470" y="240"/>
                </a:cubicBezTo>
                <a:cubicBezTo>
                  <a:pt x="380" y="168"/>
                  <a:pt x="380" y="168"/>
                  <a:pt x="380" y="168"/>
                </a:cubicBezTo>
                <a:lnTo>
                  <a:pt x="239" y="257"/>
                </a:lnTo>
                <a:close/>
                <a:moveTo>
                  <a:pt x="151" y="328"/>
                </a:moveTo>
                <a:lnTo>
                  <a:pt x="151" y="328"/>
                </a:lnTo>
                <a:cubicBezTo>
                  <a:pt x="239" y="257"/>
                  <a:pt x="239" y="257"/>
                  <a:pt x="239" y="257"/>
                </a:cubicBezTo>
                <a:cubicBezTo>
                  <a:pt x="98" y="168"/>
                  <a:pt x="98" y="168"/>
                  <a:pt x="98" y="168"/>
                </a:cubicBezTo>
                <a:cubicBezTo>
                  <a:pt x="8" y="240"/>
                  <a:pt x="8" y="240"/>
                  <a:pt x="8" y="240"/>
                </a:cubicBezTo>
                <a:lnTo>
                  <a:pt x="151" y="328"/>
                </a:ln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0" name="Google Shape;1950;p29"/>
          <p:cNvSpPr/>
          <p:nvPr/>
        </p:nvSpPr>
        <p:spPr>
          <a:xfrm>
            <a:off x="4129218" y="4388997"/>
            <a:ext cx="385452" cy="489553"/>
          </a:xfrm>
          <a:custGeom>
            <a:rect b="b" l="l" r="r" t="t"/>
            <a:pathLst>
              <a:path extrusionOk="0" h="506" w="400">
                <a:moveTo>
                  <a:pt x="160" y="336"/>
                </a:moveTo>
                <a:lnTo>
                  <a:pt x="160" y="336"/>
                </a:lnTo>
                <a:cubicBezTo>
                  <a:pt x="150" y="408"/>
                  <a:pt x="133" y="479"/>
                  <a:pt x="89" y="505"/>
                </a:cubicBezTo>
                <a:cubicBezTo>
                  <a:pt x="71" y="408"/>
                  <a:pt x="106" y="327"/>
                  <a:pt x="124" y="248"/>
                </a:cubicBezTo>
                <a:cubicBezTo>
                  <a:pt x="97" y="195"/>
                  <a:pt x="124" y="97"/>
                  <a:pt x="186" y="124"/>
                </a:cubicBezTo>
                <a:cubicBezTo>
                  <a:pt x="257" y="151"/>
                  <a:pt x="124" y="301"/>
                  <a:pt x="213" y="319"/>
                </a:cubicBezTo>
                <a:cubicBezTo>
                  <a:pt x="310" y="336"/>
                  <a:pt x="355" y="151"/>
                  <a:pt x="293" y="97"/>
                </a:cubicBezTo>
                <a:cubicBezTo>
                  <a:pt x="204" y="8"/>
                  <a:pt x="36" y="89"/>
                  <a:pt x="62" y="213"/>
                </a:cubicBezTo>
                <a:cubicBezTo>
                  <a:pt x="62" y="248"/>
                  <a:pt x="97" y="257"/>
                  <a:pt x="71" y="301"/>
                </a:cubicBezTo>
                <a:cubicBezTo>
                  <a:pt x="18" y="283"/>
                  <a:pt x="0" y="239"/>
                  <a:pt x="0" y="186"/>
                </a:cubicBezTo>
                <a:cubicBezTo>
                  <a:pt x="9" y="89"/>
                  <a:pt x="89" y="26"/>
                  <a:pt x="168" y="17"/>
                </a:cubicBezTo>
                <a:cubicBezTo>
                  <a:pt x="275" y="0"/>
                  <a:pt x="372" y="53"/>
                  <a:pt x="390" y="151"/>
                </a:cubicBezTo>
                <a:cubicBezTo>
                  <a:pt x="399" y="257"/>
                  <a:pt x="337" y="380"/>
                  <a:pt x="231" y="372"/>
                </a:cubicBezTo>
                <a:cubicBezTo>
                  <a:pt x="195" y="372"/>
                  <a:pt x="186" y="354"/>
                  <a:pt x="160" y="336"/>
                </a:cubicBezTo>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1" name="Google Shape;1951;p29"/>
          <p:cNvSpPr/>
          <p:nvPr/>
        </p:nvSpPr>
        <p:spPr>
          <a:xfrm>
            <a:off x="5049239" y="4387850"/>
            <a:ext cx="461418" cy="455791"/>
          </a:xfrm>
          <a:custGeom>
            <a:rect b="b" l="l" r="r" t="t"/>
            <a:pathLst>
              <a:path extrusionOk="0" h="471" w="479">
                <a:moveTo>
                  <a:pt x="240" y="0"/>
                </a:moveTo>
                <a:lnTo>
                  <a:pt x="240" y="0"/>
                </a:lnTo>
                <a:cubicBezTo>
                  <a:pt x="106" y="0"/>
                  <a:pt x="0" y="107"/>
                  <a:pt x="0" y="231"/>
                </a:cubicBezTo>
                <a:cubicBezTo>
                  <a:pt x="0" y="363"/>
                  <a:pt x="106" y="470"/>
                  <a:pt x="240" y="470"/>
                </a:cubicBezTo>
                <a:cubicBezTo>
                  <a:pt x="372" y="470"/>
                  <a:pt x="478" y="363"/>
                  <a:pt x="478" y="231"/>
                </a:cubicBezTo>
                <a:cubicBezTo>
                  <a:pt x="478" y="107"/>
                  <a:pt x="372" y="0"/>
                  <a:pt x="240" y="0"/>
                </a:cubicBezTo>
                <a:close/>
                <a:moveTo>
                  <a:pt x="257" y="293"/>
                </a:moveTo>
                <a:lnTo>
                  <a:pt x="257" y="293"/>
                </a:lnTo>
                <a:cubicBezTo>
                  <a:pt x="240" y="293"/>
                  <a:pt x="231" y="284"/>
                  <a:pt x="222" y="275"/>
                </a:cubicBezTo>
                <a:cubicBezTo>
                  <a:pt x="213" y="310"/>
                  <a:pt x="204" y="346"/>
                  <a:pt x="186" y="363"/>
                </a:cubicBezTo>
                <a:cubicBezTo>
                  <a:pt x="178" y="310"/>
                  <a:pt x="195" y="266"/>
                  <a:pt x="204" y="231"/>
                </a:cubicBezTo>
                <a:cubicBezTo>
                  <a:pt x="186" y="204"/>
                  <a:pt x="204" y="151"/>
                  <a:pt x="240" y="169"/>
                </a:cubicBezTo>
                <a:cubicBezTo>
                  <a:pt x="275" y="178"/>
                  <a:pt x="204" y="257"/>
                  <a:pt x="249" y="266"/>
                </a:cubicBezTo>
                <a:cubicBezTo>
                  <a:pt x="302" y="275"/>
                  <a:pt x="319" y="178"/>
                  <a:pt x="284" y="151"/>
                </a:cubicBezTo>
                <a:cubicBezTo>
                  <a:pt x="249" y="107"/>
                  <a:pt x="159" y="151"/>
                  <a:pt x="169" y="213"/>
                </a:cubicBezTo>
                <a:cubicBezTo>
                  <a:pt x="178" y="231"/>
                  <a:pt x="186" y="231"/>
                  <a:pt x="178" y="257"/>
                </a:cubicBezTo>
                <a:cubicBezTo>
                  <a:pt x="151" y="248"/>
                  <a:pt x="142" y="222"/>
                  <a:pt x="142" y="195"/>
                </a:cubicBezTo>
                <a:cubicBezTo>
                  <a:pt x="142" y="151"/>
                  <a:pt x="186" y="116"/>
                  <a:pt x="231" y="107"/>
                </a:cubicBezTo>
                <a:cubicBezTo>
                  <a:pt x="284" y="107"/>
                  <a:pt x="328" y="134"/>
                  <a:pt x="337" y="178"/>
                </a:cubicBezTo>
                <a:cubicBezTo>
                  <a:pt x="346" y="231"/>
                  <a:pt x="310" y="293"/>
                  <a:pt x="257" y="293"/>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2" name="Google Shape;1952;p29"/>
          <p:cNvSpPr/>
          <p:nvPr/>
        </p:nvSpPr>
        <p:spPr>
          <a:xfrm>
            <a:off x="6956807" y="3474601"/>
            <a:ext cx="444536" cy="436095"/>
          </a:xfrm>
          <a:custGeom>
            <a:rect b="b" l="l" r="r" t="t"/>
            <a:pathLst>
              <a:path extrusionOk="0" h="453" w="462">
                <a:moveTo>
                  <a:pt x="195" y="0"/>
                </a:moveTo>
                <a:lnTo>
                  <a:pt x="195" y="0"/>
                </a:lnTo>
                <a:cubicBezTo>
                  <a:pt x="79" y="18"/>
                  <a:pt x="0" y="106"/>
                  <a:pt x="0" y="222"/>
                </a:cubicBezTo>
                <a:cubicBezTo>
                  <a:pt x="0" y="284"/>
                  <a:pt x="26" y="328"/>
                  <a:pt x="53" y="372"/>
                </a:cubicBezTo>
                <a:cubicBezTo>
                  <a:pt x="133" y="337"/>
                  <a:pt x="195" y="248"/>
                  <a:pt x="195" y="142"/>
                </a:cubicBezTo>
                <a:lnTo>
                  <a:pt x="195" y="0"/>
                </a:lnTo>
                <a:close/>
                <a:moveTo>
                  <a:pt x="230" y="284"/>
                </a:moveTo>
                <a:lnTo>
                  <a:pt x="230" y="284"/>
                </a:lnTo>
                <a:cubicBezTo>
                  <a:pt x="212" y="337"/>
                  <a:pt x="177" y="390"/>
                  <a:pt x="124" y="425"/>
                </a:cubicBezTo>
                <a:cubicBezTo>
                  <a:pt x="151" y="443"/>
                  <a:pt x="186" y="452"/>
                  <a:pt x="230" y="452"/>
                </a:cubicBezTo>
                <a:cubicBezTo>
                  <a:pt x="265" y="452"/>
                  <a:pt x="310" y="443"/>
                  <a:pt x="336" y="425"/>
                </a:cubicBezTo>
                <a:cubicBezTo>
                  <a:pt x="283" y="390"/>
                  <a:pt x="248" y="337"/>
                  <a:pt x="230" y="284"/>
                </a:cubicBezTo>
                <a:close/>
                <a:moveTo>
                  <a:pt x="265" y="142"/>
                </a:moveTo>
                <a:lnTo>
                  <a:pt x="265" y="142"/>
                </a:lnTo>
                <a:cubicBezTo>
                  <a:pt x="265" y="248"/>
                  <a:pt x="327" y="328"/>
                  <a:pt x="408" y="372"/>
                </a:cubicBezTo>
                <a:cubicBezTo>
                  <a:pt x="434" y="328"/>
                  <a:pt x="461" y="284"/>
                  <a:pt x="461" y="222"/>
                </a:cubicBezTo>
                <a:cubicBezTo>
                  <a:pt x="461" y="106"/>
                  <a:pt x="372" y="18"/>
                  <a:pt x="265" y="0"/>
                </a:cubicBezTo>
                <a:lnTo>
                  <a:pt x="265" y="142"/>
                </a:ln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3" name="Google Shape;1953;p29"/>
          <p:cNvSpPr/>
          <p:nvPr/>
        </p:nvSpPr>
        <p:spPr>
          <a:xfrm>
            <a:off x="10771943" y="2554578"/>
            <a:ext cx="461418" cy="368572"/>
          </a:xfrm>
          <a:custGeom>
            <a:rect b="b" l="l" r="r" t="t"/>
            <a:pathLst>
              <a:path extrusionOk="0" h="382" w="480">
                <a:moveTo>
                  <a:pt x="381" y="168"/>
                </a:moveTo>
                <a:lnTo>
                  <a:pt x="381" y="168"/>
                </a:lnTo>
                <a:cubicBezTo>
                  <a:pt x="443" y="151"/>
                  <a:pt x="479" y="89"/>
                  <a:pt x="453" y="80"/>
                </a:cubicBezTo>
                <a:cubicBezTo>
                  <a:pt x="390" y="80"/>
                  <a:pt x="337" y="53"/>
                  <a:pt x="302" y="27"/>
                </a:cubicBezTo>
                <a:cubicBezTo>
                  <a:pt x="293" y="27"/>
                  <a:pt x="293" y="27"/>
                  <a:pt x="284" y="18"/>
                </a:cubicBezTo>
                <a:cubicBezTo>
                  <a:pt x="284" y="160"/>
                  <a:pt x="284" y="160"/>
                  <a:pt x="284" y="160"/>
                </a:cubicBezTo>
                <a:cubicBezTo>
                  <a:pt x="284" y="213"/>
                  <a:pt x="257" y="248"/>
                  <a:pt x="222" y="266"/>
                </a:cubicBezTo>
                <a:cubicBezTo>
                  <a:pt x="178" y="283"/>
                  <a:pt x="124" y="275"/>
                  <a:pt x="106" y="230"/>
                </a:cubicBezTo>
                <a:cubicBezTo>
                  <a:pt x="90" y="195"/>
                  <a:pt x="115" y="142"/>
                  <a:pt x="160" y="115"/>
                </a:cubicBezTo>
                <a:cubicBezTo>
                  <a:pt x="187" y="106"/>
                  <a:pt x="213" y="106"/>
                  <a:pt x="240" y="115"/>
                </a:cubicBezTo>
                <a:cubicBezTo>
                  <a:pt x="240" y="0"/>
                  <a:pt x="240" y="0"/>
                  <a:pt x="240" y="0"/>
                </a:cubicBezTo>
                <a:cubicBezTo>
                  <a:pt x="222" y="0"/>
                  <a:pt x="213" y="0"/>
                  <a:pt x="196" y="0"/>
                </a:cubicBezTo>
                <a:cubicBezTo>
                  <a:pt x="90" y="0"/>
                  <a:pt x="0" y="80"/>
                  <a:pt x="0" y="186"/>
                </a:cubicBezTo>
                <a:cubicBezTo>
                  <a:pt x="0" y="293"/>
                  <a:pt x="90" y="381"/>
                  <a:pt x="196" y="381"/>
                </a:cubicBezTo>
                <a:cubicBezTo>
                  <a:pt x="302" y="381"/>
                  <a:pt x="381" y="293"/>
                  <a:pt x="381" y="186"/>
                </a:cubicBezTo>
                <a:cubicBezTo>
                  <a:pt x="381" y="177"/>
                  <a:pt x="381" y="168"/>
                  <a:pt x="381" y="168"/>
                </a:cubicBezTo>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4" name="Google Shape;1954;p29"/>
          <p:cNvSpPr/>
          <p:nvPr/>
        </p:nvSpPr>
        <p:spPr>
          <a:xfrm>
            <a:off x="3085405" y="5345593"/>
            <a:ext cx="461418" cy="452976"/>
          </a:xfrm>
          <a:custGeom>
            <a:rect b="b" l="l" r="r" t="t"/>
            <a:pathLst>
              <a:path extrusionOk="0" h="471" w="480">
                <a:moveTo>
                  <a:pt x="239" y="0"/>
                </a:moveTo>
                <a:lnTo>
                  <a:pt x="239" y="0"/>
                </a:lnTo>
                <a:cubicBezTo>
                  <a:pt x="107" y="0"/>
                  <a:pt x="0" y="107"/>
                  <a:pt x="0" y="231"/>
                </a:cubicBezTo>
                <a:cubicBezTo>
                  <a:pt x="0" y="364"/>
                  <a:pt x="107" y="470"/>
                  <a:pt x="239" y="470"/>
                </a:cubicBezTo>
                <a:cubicBezTo>
                  <a:pt x="372" y="470"/>
                  <a:pt x="479" y="364"/>
                  <a:pt x="479" y="231"/>
                </a:cubicBezTo>
                <a:cubicBezTo>
                  <a:pt x="479" y="107"/>
                  <a:pt x="372" y="0"/>
                  <a:pt x="239" y="0"/>
                </a:cubicBezTo>
                <a:close/>
                <a:moveTo>
                  <a:pt x="328" y="222"/>
                </a:moveTo>
                <a:lnTo>
                  <a:pt x="328" y="222"/>
                </a:lnTo>
                <a:lnTo>
                  <a:pt x="328" y="231"/>
                </a:lnTo>
                <a:cubicBezTo>
                  <a:pt x="328" y="293"/>
                  <a:pt x="283" y="328"/>
                  <a:pt x="230" y="328"/>
                </a:cubicBezTo>
                <a:cubicBezTo>
                  <a:pt x="177" y="328"/>
                  <a:pt x="133" y="293"/>
                  <a:pt x="133" y="231"/>
                </a:cubicBezTo>
                <a:cubicBezTo>
                  <a:pt x="133" y="178"/>
                  <a:pt x="177" y="134"/>
                  <a:pt x="230" y="134"/>
                </a:cubicBezTo>
                <a:cubicBezTo>
                  <a:pt x="239" y="134"/>
                  <a:pt x="248" y="134"/>
                  <a:pt x="248" y="143"/>
                </a:cubicBezTo>
                <a:cubicBezTo>
                  <a:pt x="248" y="196"/>
                  <a:pt x="248" y="196"/>
                  <a:pt x="248" y="196"/>
                </a:cubicBezTo>
                <a:cubicBezTo>
                  <a:pt x="239" y="187"/>
                  <a:pt x="222" y="196"/>
                  <a:pt x="213" y="196"/>
                </a:cubicBezTo>
                <a:cubicBezTo>
                  <a:pt x="186" y="213"/>
                  <a:pt x="177" y="231"/>
                  <a:pt x="186" y="258"/>
                </a:cubicBezTo>
                <a:cubicBezTo>
                  <a:pt x="195" y="275"/>
                  <a:pt x="222" y="284"/>
                  <a:pt x="248" y="275"/>
                </a:cubicBezTo>
                <a:cubicBezTo>
                  <a:pt x="257" y="267"/>
                  <a:pt x="275" y="249"/>
                  <a:pt x="275" y="222"/>
                </a:cubicBezTo>
                <a:cubicBezTo>
                  <a:pt x="275" y="151"/>
                  <a:pt x="275" y="151"/>
                  <a:pt x="275" y="151"/>
                </a:cubicBezTo>
                <a:lnTo>
                  <a:pt x="283" y="151"/>
                </a:lnTo>
                <a:cubicBezTo>
                  <a:pt x="301" y="160"/>
                  <a:pt x="328" y="178"/>
                  <a:pt x="354" y="178"/>
                </a:cubicBezTo>
                <a:cubicBezTo>
                  <a:pt x="372" y="178"/>
                  <a:pt x="354" y="213"/>
                  <a:pt x="328" y="222"/>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5" name="Google Shape;1955;p29"/>
          <p:cNvSpPr/>
          <p:nvPr/>
        </p:nvSpPr>
        <p:spPr>
          <a:xfrm>
            <a:off x="3186687" y="3474601"/>
            <a:ext cx="393893" cy="436095"/>
          </a:xfrm>
          <a:custGeom>
            <a:rect b="b" l="l" r="r" t="t"/>
            <a:pathLst>
              <a:path extrusionOk="0" h="453" w="409">
                <a:moveTo>
                  <a:pt x="364" y="80"/>
                </a:moveTo>
                <a:lnTo>
                  <a:pt x="364" y="80"/>
                </a:lnTo>
                <a:cubicBezTo>
                  <a:pt x="364" y="53"/>
                  <a:pt x="329" y="53"/>
                  <a:pt x="329" y="53"/>
                </a:cubicBezTo>
                <a:cubicBezTo>
                  <a:pt x="222" y="45"/>
                  <a:pt x="222" y="45"/>
                  <a:pt x="222" y="45"/>
                </a:cubicBezTo>
                <a:cubicBezTo>
                  <a:pt x="222" y="45"/>
                  <a:pt x="222" y="18"/>
                  <a:pt x="204" y="9"/>
                </a:cubicBezTo>
                <a:cubicBezTo>
                  <a:pt x="177" y="0"/>
                  <a:pt x="160" y="0"/>
                  <a:pt x="142" y="0"/>
                </a:cubicBezTo>
                <a:cubicBezTo>
                  <a:pt x="124" y="0"/>
                  <a:pt x="124" y="27"/>
                  <a:pt x="124" y="45"/>
                </a:cubicBezTo>
                <a:cubicBezTo>
                  <a:pt x="124" y="62"/>
                  <a:pt x="124" y="89"/>
                  <a:pt x="124" y="98"/>
                </a:cubicBezTo>
                <a:cubicBezTo>
                  <a:pt x="124" y="124"/>
                  <a:pt x="116" y="133"/>
                  <a:pt x="80" y="133"/>
                </a:cubicBezTo>
                <a:cubicBezTo>
                  <a:pt x="27" y="133"/>
                  <a:pt x="27" y="133"/>
                  <a:pt x="27" y="133"/>
                </a:cubicBezTo>
                <a:cubicBezTo>
                  <a:pt x="10" y="133"/>
                  <a:pt x="0" y="133"/>
                  <a:pt x="0" y="151"/>
                </a:cubicBezTo>
                <a:cubicBezTo>
                  <a:pt x="0" y="159"/>
                  <a:pt x="18" y="275"/>
                  <a:pt x="45" y="302"/>
                </a:cubicBezTo>
                <a:cubicBezTo>
                  <a:pt x="63" y="310"/>
                  <a:pt x="151" y="319"/>
                  <a:pt x="169" y="319"/>
                </a:cubicBezTo>
                <a:cubicBezTo>
                  <a:pt x="186" y="319"/>
                  <a:pt x="177" y="266"/>
                  <a:pt x="186" y="266"/>
                </a:cubicBezTo>
                <a:cubicBezTo>
                  <a:pt x="195" y="266"/>
                  <a:pt x="195" y="302"/>
                  <a:pt x="231" y="310"/>
                </a:cubicBezTo>
                <a:cubicBezTo>
                  <a:pt x="257" y="310"/>
                  <a:pt x="302" y="310"/>
                  <a:pt x="302" y="337"/>
                </a:cubicBezTo>
                <a:cubicBezTo>
                  <a:pt x="302" y="363"/>
                  <a:pt x="310" y="399"/>
                  <a:pt x="293" y="399"/>
                </a:cubicBezTo>
                <a:cubicBezTo>
                  <a:pt x="248" y="408"/>
                  <a:pt x="248" y="408"/>
                  <a:pt x="248" y="408"/>
                </a:cubicBezTo>
                <a:cubicBezTo>
                  <a:pt x="213" y="399"/>
                  <a:pt x="222" y="372"/>
                  <a:pt x="239" y="372"/>
                </a:cubicBezTo>
                <a:cubicBezTo>
                  <a:pt x="248" y="372"/>
                  <a:pt x="257" y="372"/>
                  <a:pt x="257" y="372"/>
                </a:cubicBezTo>
                <a:cubicBezTo>
                  <a:pt x="257" y="337"/>
                  <a:pt x="257" y="337"/>
                  <a:pt x="257" y="337"/>
                </a:cubicBezTo>
                <a:cubicBezTo>
                  <a:pt x="257" y="337"/>
                  <a:pt x="195" y="328"/>
                  <a:pt x="186" y="372"/>
                </a:cubicBezTo>
                <a:cubicBezTo>
                  <a:pt x="186" y="417"/>
                  <a:pt x="195" y="434"/>
                  <a:pt x="195" y="434"/>
                </a:cubicBezTo>
                <a:cubicBezTo>
                  <a:pt x="204" y="443"/>
                  <a:pt x="213" y="452"/>
                  <a:pt x="293" y="452"/>
                </a:cubicBezTo>
                <a:cubicBezTo>
                  <a:pt x="408" y="452"/>
                  <a:pt x="364" y="115"/>
                  <a:pt x="364" y="80"/>
                </a:cubicBezTo>
                <a:close/>
                <a:moveTo>
                  <a:pt x="319" y="231"/>
                </a:moveTo>
                <a:lnTo>
                  <a:pt x="319" y="231"/>
                </a:lnTo>
                <a:cubicBezTo>
                  <a:pt x="319" y="240"/>
                  <a:pt x="302" y="222"/>
                  <a:pt x="284" y="222"/>
                </a:cubicBezTo>
                <a:cubicBezTo>
                  <a:pt x="266" y="222"/>
                  <a:pt x="248" y="231"/>
                  <a:pt x="248" y="231"/>
                </a:cubicBezTo>
                <a:cubicBezTo>
                  <a:pt x="239" y="222"/>
                  <a:pt x="248" y="177"/>
                  <a:pt x="284" y="177"/>
                </a:cubicBezTo>
                <a:cubicBezTo>
                  <a:pt x="310" y="177"/>
                  <a:pt x="329" y="231"/>
                  <a:pt x="319" y="231"/>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6" name="Google Shape;1956;p29"/>
          <p:cNvSpPr/>
          <p:nvPr/>
        </p:nvSpPr>
        <p:spPr>
          <a:xfrm>
            <a:off x="3186687" y="3483041"/>
            <a:ext cx="75966" cy="75966"/>
          </a:xfrm>
          <a:custGeom>
            <a:rect b="b" l="l" r="r" t="t"/>
            <a:pathLst>
              <a:path extrusionOk="0" h="81" w="81">
                <a:moveTo>
                  <a:pt x="80" y="71"/>
                </a:moveTo>
                <a:lnTo>
                  <a:pt x="80" y="71"/>
                </a:lnTo>
                <a:cubicBezTo>
                  <a:pt x="80" y="62"/>
                  <a:pt x="80" y="0"/>
                  <a:pt x="80" y="0"/>
                </a:cubicBezTo>
                <a:cubicBezTo>
                  <a:pt x="0" y="80"/>
                  <a:pt x="0" y="80"/>
                  <a:pt x="0" y="80"/>
                </a:cubicBezTo>
                <a:cubicBezTo>
                  <a:pt x="0" y="80"/>
                  <a:pt x="54" y="80"/>
                  <a:pt x="71" y="80"/>
                </a:cubicBezTo>
                <a:cubicBezTo>
                  <a:pt x="80" y="80"/>
                  <a:pt x="80" y="80"/>
                  <a:pt x="80" y="71"/>
                </a:cubicBezTo>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7" name="Google Shape;1957;p29"/>
          <p:cNvSpPr/>
          <p:nvPr/>
        </p:nvSpPr>
        <p:spPr>
          <a:xfrm>
            <a:off x="5994582" y="1558591"/>
            <a:ext cx="461418" cy="455791"/>
          </a:xfrm>
          <a:custGeom>
            <a:rect b="b" l="l" r="r" t="t"/>
            <a:pathLst>
              <a:path extrusionOk="0" h="471" w="480">
                <a:moveTo>
                  <a:pt x="240" y="0"/>
                </a:moveTo>
                <a:lnTo>
                  <a:pt x="240" y="0"/>
                </a:lnTo>
                <a:cubicBezTo>
                  <a:pt x="107" y="0"/>
                  <a:pt x="0" y="107"/>
                  <a:pt x="0" y="231"/>
                </a:cubicBezTo>
                <a:cubicBezTo>
                  <a:pt x="0" y="363"/>
                  <a:pt x="107" y="470"/>
                  <a:pt x="240" y="470"/>
                </a:cubicBezTo>
                <a:cubicBezTo>
                  <a:pt x="372" y="470"/>
                  <a:pt x="479" y="363"/>
                  <a:pt x="479" y="231"/>
                </a:cubicBezTo>
                <a:cubicBezTo>
                  <a:pt x="479" y="107"/>
                  <a:pt x="372" y="0"/>
                  <a:pt x="240" y="0"/>
                </a:cubicBezTo>
                <a:close/>
                <a:moveTo>
                  <a:pt x="346" y="187"/>
                </a:moveTo>
                <a:lnTo>
                  <a:pt x="346" y="187"/>
                </a:lnTo>
                <a:cubicBezTo>
                  <a:pt x="337" y="257"/>
                  <a:pt x="266" y="319"/>
                  <a:pt x="249" y="338"/>
                </a:cubicBezTo>
                <a:cubicBezTo>
                  <a:pt x="222" y="346"/>
                  <a:pt x="205" y="328"/>
                  <a:pt x="195" y="319"/>
                </a:cubicBezTo>
                <a:cubicBezTo>
                  <a:pt x="187" y="301"/>
                  <a:pt x="169" y="204"/>
                  <a:pt x="160" y="195"/>
                </a:cubicBezTo>
                <a:cubicBezTo>
                  <a:pt x="151" y="195"/>
                  <a:pt x="134" y="204"/>
                  <a:pt x="134" y="204"/>
                </a:cubicBezTo>
                <a:cubicBezTo>
                  <a:pt x="124" y="195"/>
                  <a:pt x="124" y="195"/>
                  <a:pt x="124" y="195"/>
                </a:cubicBezTo>
                <a:cubicBezTo>
                  <a:pt x="124" y="195"/>
                  <a:pt x="160" y="151"/>
                  <a:pt x="195" y="142"/>
                </a:cubicBezTo>
                <a:cubicBezTo>
                  <a:pt x="222" y="134"/>
                  <a:pt x="222" y="187"/>
                  <a:pt x="231" y="222"/>
                </a:cubicBezTo>
                <a:cubicBezTo>
                  <a:pt x="240" y="248"/>
                  <a:pt x="240" y="266"/>
                  <a:pt x="249" y="266"/>
                </a:cubicBezTo>
                <a:cubicBezTo>
                  <a:pt x="258" y="266"/>
                  <a:pt x="266" y="248"/>
                  <a:pt x="284" y="222"/>
                </a:cubicBezTo>
                <a:cubicBezTo>
                  <a:pt x="293" y="204"/>
                  <a:pt x="275" y="178"/>
                  <a:pt x="258" y="195"/>
                </a:cubicBezTo>
                <a:cubicBezTo>
                  <a:pt x="266" y="134"/>
                  <a:pt x="364" y="116"/>
                  <a:pt x="346" y="187"/>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8" name="Google Shape;1958;p29"/>
          <p:cNvSpPr/>
          <p:nvPr/>
        </p:nvSpPr>
        <p:spPr>
          <a:xfrm>
            <a:off x="4087014" y="1558591"/>
            <a:ext cx="461418" cy="455791"/>
          </a:xfrm>
          <a:custGeom>
            <a:rect b="b" l="l" r="r" t="t"/>
            <a:pathLst>
              <a:path extrusionOk="0" h="471" w="479">
                <a:moveTo>
                  <a:pt x="239" y="0"/>
                </a:moveTo>
                <a:lnTo>
                  <a:pt x="239" y="0"/>
                </a:lnTo>
                <a:cubicBezTo>
                  <a:pt x="106" y="0"/>
                  <a:pt x="0" y="107"/>
                  <a:pt x="0" y="231"/>
                </a:cubicBezTo>
                <a:cubicBezTo>
                  <a:pt x="0" y="363"/>
                  <a:pt x="106" y="470"/>
                  <a:pt x="239" y="470"/>
                </a:cubicBezTo>
                <a:cubicBezTo>
                  <a:pt x="372" y="470"/>
                  <a:pt x="478" y="363"/>
                  <a:pt x="478" y="231"/>
                </a:cubicBezTo>
                <a:cubicBezTo>
                  <a:pt x="478" y="107"/>
                  <a:pt x="372" y="0"/>
                  <a:pt x="239" y="0"/>
                </a:cubicBezTo>
                <a:close/>
                <a:moveTo>
                  <a:pt x="177" y="284"/>
                </a:moveTo>
                <a:lnTo>
                  <a:pt x="177" y="284"/>
                </a:lnTo>
                <a:cubicBezTo>
                  <a:pt x="150" y="284"/>
                  <a:pt x="124" y="266"/>
                  <a:pt x="124" y="231"/>
                </a:cubicBezTo>
                <a:cubicBezTo>
                  <a:pt x="124" y="204"/>
                  <a:pt x="150" y="187"/>
                  <a:pt x="177" y="187"/>
                </a:cubicBezTo>
                <a:cubicBezTo>
                  <a:pt x="203" y="187"/>
                  <a:pt x="221" y="204"/>
                  <a:pt x="221" y="231"/>
                </a:cubicBezTo>
                <a:cubicBezTo>
                  <a:pt x="221" y="266"/>
                  <a:pt x="203" y="284"/>
                  <a:pt x="177" y="284"/>
                </a:cubicBezTo>
                <a:close/>
                <a:moveTo>
                  <a:pt x="300" y="284"/>
                </a:moveTo>
                <a:lnTo>
                  <a:pt x="300" y="284"/>
                </a:lnTo>
                <a:cubicBezTo>
                  <a:pt x="275" y="284"/>
                  <a:pt x="256" y="266"/>
                  <a:pt x="256" y="231"/>
                </a:cubicBezTo>
                <a:cubicBezTo>
                  <a:pt x="256" y="204"/>
                  <a:pt x="275" y="187"/>
                  <a:pt x="300" y="187"/>
                </a:cubicBezTo>
                <a:cubicBezTo>
                  <a:pt x="328" y="187"/>
                  <a:pt x="354" y="204"/>
                  <a:pt x="354" y="231"/>
                </a:cubicBezTo>
                <a:cubicBezTo>
                  <a:pt x="354" y="266"/>
                  <a:pt x="328" y="284"/>
                  <a:pt x="300" y="284"/>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9" name="Google Shape;1959;p29"/>
          <p:cNvSpPr/>
          <p:nvPr/>
        </p:nvSpPr>
        <p:spPr>
          <a:xfrm>
            <a:off x="4129218" y="3499922"/>
            <a:ext cx="377012" cy="379826"/>
          </a:xfrm>
          <a:custGeom>
            <a:rect b="b" l="l" r="r" t="t"/>
            <a:pathLst>
              <a:path extrusionOk="0" h="399" w="391">
                <a:moveTo>
                  <a:pt x="89" y="160"/>
                </a:moveTo>
                <a:lnTo>
                  <a:pt x="89" y="160"/>
                </a:lnTo>
                <a:cubicBezTo>
                  <a:pt x="89" y="124"/>
                  <a:pt x="97" y="97"/>
                  <a:pt x="133" y="88"/>
                </a:cubicBezTo>
                <a:cubicBezTo>
                  <a:pt x="142" y="88"/>
                  <a:pt x="168" y="88"/>
                  <a:pt x="186" y="88"/>
                </a:cubicBezTo>
                <a:cubicBezTo>
                  <a:pt x="186" y="150"/>
                  <a:pt x="186" y="150"/>
                  <a:pt x="186" y="150"/>
                </a:cubicBezTo>
                <a:lnTo>
                  <a:pt x="186" y="150"/>
                </a:lnTo>
                <a:cubicBezTo>
                  <a:pt x="186" y="160"/>
                  <a:pt x="195" y="160"/>
                  <a:pt x="195" y="160"/>
                </a:cubicBezTo>
                <a:cubicBezTo>
                  <a:pt x="195" y="160"/>
                  <a:pt x="195" y="160"/>
                  <a:pt x="195" y="150"/>
                </a:cubicBezTo>
                <a:cubicBezTo>
                  <a:pt x="354" y="0"/>
                  <a:pt x="354" y="0"/>
                  <a:pt x="354" y="0"/>
                </a:cubicBezTo>
                <a:cubicBezTo>
                  <a:pt x="248" y="0"/>
                  <a:pt x="248" y="0"/>
                  <a:pt x="248" y="0"/>
                </a:cubicBezTo>
                <a:cubicBezTo>
                  <a:pt x="133" y="0"/>
                  <a:pt x="133" y="0"/>
                  <a:pt x="133" y="0"/>
                </a:cubicBezTo>
                <a:cubicBezTo>
                  <a:pt x="44" y="0"/>
                  <a:pt x="0" y="53"/>
                  <a:pt x="0" y="150"/>
                </a:cubicBezTo>
                <a:cubicBezTo>
                  <a:pt x="0" y="354"/>
                  <a:pt x="0" y="354"/>
                  <a:pt x="0" y="354"/>
                </a:cubicBezTo>
                <a:cubicBezTo>
                  <a:pt x="89" y="266"/>
                  <a:pt x="89" y="266"/>
                  <a:pt x="89" y="266"/>
                </a:cubicBezTo>
                <a:lnTo>
                  <a:pt x="89" y="160"/>
                </a:lnTo>
                <a:close/>
                <a:moveTo>
                  <a:pt x="301" y="132"/>
                </a:moveTo>
                <a:lnTo>
                  <a:pt x="301" y="132"/>
                </a:lnTo>
                <a:cubicBezTo>
                  <a:pt x="301" y="239"/>
                  <a:pt x="301" y="239"/>
                  <a:pt x="301" y="239"/>
                </a:cubicBezTo>
                <a:cubicBezTo>
                  <a:pt x="301" y="275"/>
                  <a:pt x="293" y="301"/>
                  <a:pt x="256" y="310"/>
                </a:cubicBezTo>
                <a:cubicBezTo>
                  <a:pt x="248" y="310"/>
                  <a:pt x="221" y="310"/>
                  <a:pt x="203" y="310"/>
                </a:cubicBezTo>
                <a:cubicBezTo>
                  <a:pt x="203" y="248"/>
                  <a:pt x="203" y="248"/>
                  <a:pt x="203" y="248"/>
                </a:cubicBezTo>
                <a:lnTo>
                  <a:pt x="203" y="248"/>
                </a:lnTo>
                <a:cubicBezTo>
                  <a:pt x="203" y="239"/>
                  <a:pt x="195" y="239"/>
                  <a:pt x="195" y="239"/>
                </a:cubicBezTo>
                <a:lnTo>
                  <a:pt x="195" y="239"/>
                </a:lnTo>
                <a:cubicBezTo>
                  <a:pt x="35" y="398"/>
                  <a:pt x="35" y="398"/>
                  <a:pt x="35" y="398"/>
                </a:cubicBezTo>
                <a:cubicBezTo>
                  <a:pt x="142" y="398"/>
                  <a:pt x="142" y="398"/>
                  <a:pt x="142" y="398"/>
                </a:cubicBezTo>
                <a:cubicBezTo>
                  <a:pt x="256" y="398"/>
                  <a:pt x="256" y="398"/>
                  <a:pt x="256" y="398"/>
                </a:cubicBezTo>
                <a:cubicBezTo>
                  <a:pt x="346" y="398"/>
                  <a:pt x="390" y="345"/>
                  <a:pt x="390" y="248"/>
                </a:cubicBezTo>
                <a:cubicBezTo>
                  <a:pt x="390" y="44"/>
                  <a:pt x="390" y="44"/>
                  <a:pt x="390" y="44"/>
                </a:cubicBezTo>
                <a:lnTo>
                  <a:pt x="301" y="132"/>
                </a:ln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0" name="Google Shape;1960;p29"/>
          <p:cNvSpPr/>
          <p:nvPr/>
        </p:nvSpPr>
        <p:spPr>
          <a:xfrm>
            <a:off x="6923041" y="1623302"/>
            <a:ext cx="472672" cy="478299"/>
          </a:xfrm>
          <a:custGeom>
            <a:rect b="b" l="l" r="r" t="t"/>
            <a:pathLst>
              <a:path extrusionOk="0" h="498" w="496">
                <a:moveTo>
                  <a:pt x="433" y="311"/>
                </a:moveTo>
                <a:lnTo>
                  <a:pt x="433" y="311"/>
                </a:lnTo>
                <a:cubicBezTo>
                  <a:pt x="416" y="293"/>
                  <a:pt x="389" y="293"/>
                  <a:pt x="372" y="320"/>
                </a:cubicBezTo>
                <a:cubicBezTo>
                  <a:pt x="363" y="338"/>
                  <a:pt x="266" y="453"/>
                  <a:pt x="106" y="409"/>
                </a:cubicBezTo>
                <a:cubicBezTo>
                  <a:pt x="115" y="409"/>
                  <a:pt x="123" y="417"/>
                  <a:pt x="123" y="417"/>
                </a:cubicBezTo>
                <a:cubicBezTo>
                  <a:pt x="230" y="497"/>
                  <a:pt x="372" y="470"/>
                  <a:pt x="442" y="364"/>
                </a:cubicBezTo>
                <a:cubicBezTo>
                  <a:pt x="460" y="347"/>
                  <a:pt x="451" y="320"/>
                  <a:pt x="433" y="311"/>
                </a:cubicBezTo>
                <a:close/>
                <a:moveTo>
                  <a:pt x="132" y="293"/>
                </a:moveTo>
                <a:lnTo>
                  <a:pt x="132" y="293"/>
                </a:lnTo>
                <a:cubicBezTo>
                  <a:pt x="115" y="275"/>
                  <a:pt x="62" y="134"/>
                  <a:pt x="186" y="19"/>
                </a:cubicBezTo>
                <a:cubicBezTo>
                  <a:pt x="176" y="19"/>
                  <a:pt x="168" y="28"/>
                  <a:pt x="159" y="28"/>
                </a:cubicBezTo>
                <a:cubicBezTo>
                  <a:pt x="44" y="81"/>
                  <a:pt x="0" y="213"/>
                  <a:pt x="53" y="328"/>
                </a:cubicBezTo>
                <a:cubicBezTo>
                  <a:pt x="62" y="356"/>
                  <a:pt x="88" y="356"/>
                  <a:pt x="106" y="347"/>
                </a:cubicBezTo>
                <a:cubicBezTo>
                  <a:pt x="123" y="338"/>
                  <a:pt x="141" y="320"/>
                  <a:pt x="132" y="293"/>
                </a:cubicBezTo>
                <a:close/>
                <a:moveTo>
                  <a:pt x="274" y="9"/>
                </a:moveTo>
                <a:lnTo>
                  <a:pt x="274" y="9"/>
                </a:lnTo>
                <a:cubicBezTo>
                  <a:pt x="257" y="0"/>
                  <a:pt x="239" y="19"/>
                  <a:pt x="239" y="45"/>
                </a:cubicBezTo>
                <a:cubicBezTo>
                  <a:pt x="230" y="72"/>
                  <a:pt x="248" y="90"/>
                  <a:pt x="274" y="90"/>
                </a:cubicBezTo>
                <a:cubicBezTo>
                  <a:pt x="292" y="98"/>
                  <a:pt x="442" y="116"/>
                  <a:pt x="478" y="275"/>
                </a:cubicBezTo>
                <a:cubicBezTo>
                  <a:pt x="487" y="267"/>
                  <a:pt x="487" y="267"/>
                  <a:pt x="487" y="258"/>
                </a:cubicBezTo>
                <a:cubicBezTo>
                  <a:pt x="495" y="134"/>
                  <a:pt x="407" y="19"/>
                  <a:pt x="274" y="9"/>
                </a:cubicBezTo>
                <a:close/>
                <a:moveTo>
                  <a:pt x="176" y="249"/>
                </a:moveTo>
                <a:lnTo>
                  <a:pt x="176" y="249"/>
                </a:lnTo>
                <a:cubicBezTo>
                  <a:pt x="176" y="267"/>
                  <a:pt x="176" y="275"/>
                  <a:pt x="176" y="284"/>
                </a:cubicBezTo>
                <a:cubicBezTo>
                  <a:pt x="186" y="284"/>
                  <a:pt x="186" y="275"/>
                  <a:pt x="195" y="267"/>
                </a:cubicBezTo>
                <a:cubicBezTo>
                  <a:pt x="195" y="275"/>
                  <a:pt x="203" y="284"/>
                  <a:pt x="203" y="293"/>
                </a:cubicBezTo>
                <a:lnTo>
                  <a:pt x="195" y="303"/>
                </a:lnTo>
                <a:cubicBezTo>
                  <a:pt x="195" y="311"/>
                  <a:pt x="212" y="320"/>
                  <a:pt x="221" y="320"/>
                </a:cubicBezTo>
                <a:cubicBezTo>
                  <a:pt x="239" y="320"/>
                  <a:pt x="257" y="320"/>
                  <a:pt x="257" y="311"/>
                </a:cubicBezTo>
                <a:lnTo>
                  <a:pt x="257" y="311"/>
                </a:lnTo>
                <a:cubicBezTo>
                  <a:pt x="266" y="320"/>
                  <a:pt x="274" y="320"/>
                  <a:pt x="292" y="320"/>
                </a:cubicBezTo>
                <a:cubicBezTo>
                  <a:pt x="310" y="320"/>
                  <a:pt x="319" y="311"/>
                  <a:pt x="319" y="303"/>
                </a:cubicBezTo>
                <a:cubicBezTo>
                  <a:pt x="319" y="303"/>
                  <a:pt x="319" y="293"/>
                  <a:pt x="310" y="293"/>
                </a:cubicBezTo>
                <a:cubicBezTo>
                  <a:pt x="319" y="284"/>
                  <a:pt x="319" y="275"/>
                  <a:pt x="319" y="267"/>
                </a:cubicBezTo>
                <a:cubicBezTo>
                  <a:pt x="327" y="275"/>
                  <a:pt x="336" y="284"/>
                  <a:pt x="336" y="284"/>
                </a:cubicBezTo>
                <a:cubicBezTo>
                  <a:pt x="345" y="275"/>
                  <a:pt x="345" y="267"/>
                  <a:pt x="336" y="249"/>
                </a:cubicBezTo>
                <a:cubicBezTo>
                  <a:pt x="327" y="240"/>
                  <a:pt x="319" y="231"/>
                  <a:pt x="319" y="222"/>
                </a:cubicBezTo>
                <a:lnTo>
                  <a:pt x="319" y="222"/>
                </a:lnTo>
                <a:cubicBezTo>
                  <a:pt x="319" y="222"/>
                  <a:pt x="319" y="213"/>
                  <a:pt x="310" y="213"/>
                </a:cubicBezTo>
                <a:lnTo>
                  <a:pt x="310" y="213"/>
                </a:lnTo>
                <a:cubicBezTo>
                  <a:pt x="310" y="205"/>
                  <a:pt x="310" y="205"/>
                  <a:pt x="310" y="205"/>
                </a:cubicBezTo>
                <a:cubicBezTo>
                  <a:pt x="310" y="169"/>
                  <a:pt x="292" y="151"/>
                  <a:pt x="257" y="151"/>
                </a:cubicBezTo>
                <a:cubicBezTo>
                  <a:pt x="221" y="151"/>
                  <a:pt x="203" y="169"/>
                  <a:pt x="203" y="205"/>
                </a:cubicBezTo>
                <a:cubicBezTo>
                  <a:pt x="203" y="205"/>
                  <a:pt x="203" y="205"/>
                  <a:pt x="203" y="213"/>
                </a:cubicBezTo>
                <a:lnTo>
                  <a:pt x="203" y="213"/>
                </a:lnTo>
                <a:lnTo>
                  <a:pt x="195" y="222"/>
                </a:lnTo>
                <a:lnTo>
                  <a:pt x="195" y="222"/>
                </a:lnTo>
                <a:cubicBezTo>
                  <a:pt x="195" y="231"/>
                  <a:pt x="186" y="240"/>
                  <a:pt x="176" y="249"/>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1" name="Google Shape;1961;p29"/>
          <p:cNvSpPr/>
          <p:nvPr/>
        </p:nvSpPr>
        <p:spPr>
          <a:xfrm>
            <a:off x="1194713" y="5346134"/>
            <a:ext cx="495180" cy="469859"/>
          </a:xfrm>
          <a:custGeom>
            <a:rect b="b" l="l" r="r" t="t"/>
            <a:pathLst>
              <a:path extrusionOk="0" h="488" w="515">
                <a:moveTo>
                  <a:pt x="248" y="434"/>
                </a:moveTo>
                <a:lnTo>
                  <a:pt x="248" y="434"/>
                </a:lnTo>
                <a:cubicBezTo>
                  <a:pt x="266" y="434"/>
                  <a:pt x="266" y="434"/>
                  <a:pt x="266" y="434"/>
                </a:cubicBezTo>
                <a:cubicBezTo>
                  <a:pt x="266" y="487"/>
                  <a:pt x="266" y="487"/>
                  <a:pt x="266" y="487"/>
                </a:cubicBezTo>
                <a:cubicBezTo>
                  <a:pt x="435" y="469"/>
                  <a:pt x="514" y="310"/>
                  <a:pt x="505" y="194"/>
                </a:cubicBezTo>
                <a:cubicBezTo>
                  <a:pt x="488" y="79"/>
                  <a:pt x="372" y="0"/>
                  <a:pt x="231" y="17"/>
                </a:cubicBezTo>
                <a:cubicBezTo>
                  <a:pt x="97" y="35"/>
                  <a:pt x="0" y="141"/>
                  <a:pt x="9" y="257"/>
                </a:cubicBezTo>
                <a:cubicBezTo>
                  <a:pt x="27" y="354"/>
                  <a:pt x="125" y="434"/>
                  <a:pt x="248" y="434"/>
                </a:cubicBezTo>
                <a:close/>
                <a:moveTo>
                  <a:pt x="399" y="319"/>
                </a:moveTo>
                <a:lnTo>
                  <a:pt x="399" y="319"/>
                </a:lnTo>
                <a:cubicBezTo>
                  <a:pt x="354" y="319"/>
                  <a:pt x="354" y="319"/>
                  <a:pt x="354" y="319"/>
                </a:cubicBezTo>
                <a:cubicBezTo>
                  <a:pt x="354" y="203"/>
                  <a:pt x="354" y="203"/>
                  <a:pt x="354" y="203"/>
                </a:cubicBezTo>
                <a:cubicBezTo>
                  <a:pt x="354" y="194"/>
                  <a:pt x="354" y="185"/>
                  <a:pt x="354" y="185"/>
                </a:cubicBezTo>
                <a:lnTo>
                  <a:pt x="346" y="177"/>
                </a:lnTo>
                <a:cubicBezTo>
                  <a:pt x="346" y="177"/>
                  <a:pt x="346" y="168"/>
                  <a:pt x="337" y="168"/>
                </a:cubicBezTo>
                <a:lnTo>
                  <a:pt x="328" y="168"/>
                </a:lnTo>
                <a:cubicBezTo>
                  <a:pt x="310" y="168"/>
                  <a:pt x="301" y="168"/>
                  <a:pt x="293" y="177"/>
                </a:cubicBezTo>
                <a:cubicBezTo>
                  <a:pt x="284" y="185"/>
                  <a:pt x="284" y="194"/>
                  <a:pt x="284" y="203"/>
                </a:cubicBezTo>
                <a:cubicBezTo>
                  <a:pt x="284" y="319"/>
                  <a:pt x="284" y="319"/>
                  <a:pt x="284" y="319"/>
                </a:cubicBezTo>
                <a:cubicBezTo>
                  <a:pt x="240" y="319"/>
                  <a:pt x="240" y="319"/>
                  <a:pt x="240" y="319"/>
                </a:cubicBezTo>
                <a:cubicBezTo>
                  <a:pt x="240" y="203"/>
                  <a:pt x="240" y="203"/>
                  <a:pt x="240" y="203"/>
                </a:cubicBezTo>
                <a:cubicBezTo>
                  <a:pt x="240" y="194"/>
                  <a:pt x="240" y="185"/>
                  <a:pt x="240" y="185"/>
                </a:cubicBezTo>
                <a:cubicBezTo>
                  <a:pt x="231" y="185"/>
                  <a:pt x="231" y="177"/>
                  <a:pt x="231" y="177"/>
                </a:cubicBezTo>
                <a:cubicBezTo>
                  <a:pt x="231" y="177"/>
                  <a:pt x="231" y="168"/>
                  <a:pt x="222" y="168"/>
                </a:cubicBezTo>
                <a:lnTo>
                  <a:pt x="213" y="168"/>
                </a:lnTo>
                <a:cubicBezTo>
                  <a:pt x="204" y="168"/>
                  <a:pt x="195" y="168"/>
                  <a:pt x="186" y="168"/>
                </a:cubicBezTo>
                <a:cubicBezTo>
                  <a:pt x="186" y="177"/>
                  <a:pt x="178" y="177"/>
                  <a:pt x="178" y="185"/>
                </a:cubicBezTo>
                <a:cubicBezTo>
                  <a:pt x="169" y="185"/>
                  <a:pt x="169" y="194"/>
                  <a:pt x="169" y="194"/>
                </a:cubicBezTo>
                <a:cubicBezTo>
                  <a:pt x="169" y="203"/>
                  <a:pt x="169" y="203"/>
                  <a:pt x="169" y="203"/>
                </a:cubicBezTo>
                <a:cubicBezTo>
                  <a:pt x="169" y="319"/>
                  <a:pt x="169" y="319"/>
                  <a:pt x="169" y="319"/>
                </a:cubicBezTo>
                <a:cubicBezTo>
                  <a:pt x="125" y="319"/>
                  <a:pt x="125" y="319"/>
                  <a:pt x="125" y="319"/>
                </a:cubicBezTo>
                <a:cubicBezTo>
                  <a:pt x="125" y="132"/>
                  <a:pt x="125" y="132"/>
                  <a:pt x="125" y="132"/>
                </a:cubicBezTo>
                <a:cubicBezTo>
                  <a:pt x="169" y="132"/>
                  <a:pt x="169" y="132"/>
                  <a:pt x="169" y="132"/>
                </a:cubicBezTo>
                <a:cubicBezTo>
                  <a:pt x="169" y="150"/>
                  <a:pt x="169" y="150"/>
                  <a:pt x="169" y="150"/>
                </a:cubicBezTo>
                <a:cubicBezTo>
                  <a:pt x="178" y="132"/>
                  <a:pt x="195" y="124"/>
                  <a:pt x="222" y="124"/>
                </a:cubicBezTo>
                <a:cubicBezTo>
                  <a:pt x="231" y="124"/>
                  <a:pt x="240" y="132"/>
                  <a:pt x="257" y="132"/>
                </a:cubicBezTo>
                <a:cubicBezTo>
                  <a:pt x="257" y="141"/>
                  <a:pt x="266" y="141"/>
                  <a:pt x="275" y="150"/>
                </a:cubicBezTo>
                <a:cubicBezTo>
                  <a:pt x="275" y="141"/>
                  <a:pt x="284" y="141"/>
                  <a:pt x="293" y="132"/>
                </a:cubicBezTo>
                <a:cubicBezTo>
                  <a:pt x="301" y="132"/>
                  <a:pt x="319" y="124"/>
                  <a:pt x="328" y="124"/>
                </a:cubicBezTo>
                <a:cubicBezTo>
                  <a:pt x="337" y="124"/>
                  <a:pt x="346" y="132"/>
                  <a:pt x="354" y="132"/>
                </a:cubicBezTo>
                <a:cubicBezTo>
                  <a:pt x="363" y="132"/>
                  <a:pt x="372" y="132"/>
                  <a:pt x="381" y="141"/>
                </a:cubicBezTo>
                <a:cubicBezTo>
                  <a:pt x="381" y="141"/>
                  <a:pt x="390" y="150"/>
                  <a:pt x="390" y="159"/>
                </a:cubicBezTo>
                <a:cubicBezTo>
                  <a:pt x="399" y="168"/>
                  <a:pt x="399" y="177"/>
                  <a:pt x="399" y="185"/>
                </a:cubicBezTo>
                <a:lnTo>
                  <a:pt x="399" y="319"/>
                </a:ln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2" name="Google Shape;1962;p29"/>
          <p:cNvSpPr/>
          <p:nvPr/>
        </p:nvSpPr>
        <p:spPr>
          <a:xfrm>
            <a:off x="5049239" y="3466159"/>
            <a:ext cx="444536" cy="452978"/>
          </a:xfrm>
          <a:custGeom>
            <a:rect b="b" l="l" r="r" t="t"/>
            <a:pathLst>
              <a:path extrusionOk="0" h="471" w="461">
                <a:moveTo>
                  <a:pt x="443" y="284"/>
                </a:moveTo>
                <a:lnTo>
                  <a:pt x="443" y="284"/>
                </a:lnTo>
                <a:cubicBezTo>
                  <a:pt x="452" y="266"/>
                  <a:pt x="452" y="257"/>
                  <a:pt x="452" y="240"/>
                </a:cubicBezTo>
                <a:cubicBezTo>
                  <a:pt x="452" y="115"/>
                  <a:pt x="354" y="9"/>
                  <a:pt x="231" y="9"/>
                </a:cubicBezTo>
                <a:cubicBezTo>
                  <a:pt x="221" y="9"/>
                  <a:pt x="203" y="18"/>
                  <a:pt x="194" y="18"/>
                </a:cubicBezTo>
                <a:cubicBezTo>
                  <a:pt x="177" y="0"/>
                  <a:pt x="150" y="0"/>
                  <a:pt x="124" y="0"/>
                </a:cubicBezTo>
                <a:cubicBezTo>
                  <a:pt x="62" y="0"/>
                  <a:pt x="0" y="54"/>
                  <a:pt x="0" y="124"/>
                </a:cubicBezTo>
                <a:cubicBezTo>
                  <a:pt x="0" y="151"/>
                  <a:pt x="9" y="168"/>
                  <a:pt x="18" y="196"/>
                </a:cubicBezTo>
                <a:cubicBezTo>
                  <a:pt x="18" y="204"/>
                  <a:pt x="18" y="221"/>
                  <a:pt x="18" y="240"/>
                </a:cubicBezTo>
                <a:cubicBezTo>
                  <a:pt x="18" y="364"/>
                  <a:pt x="115" y="461"/>
                  <a:pt x="231" y="461"/>
                </a:cubicBezTo>
                <a:cubicBezTo>
                  <a:pt x="248" y="461"/>
                  <a:pt x="256" y="461"/>
                  <a:pt x="275" y="461"/>
                </a:cubicBezTo>
                <a:cubicBezTo>
                  <a:pt x="292" y="470"/>
                  <a:pt x="310" y="470"/>
                  <a:pt x="328" y="470"/>
                </a:cubicBezTo>
                <a:cubicBezTo>
                  <a:pt x="399" y="470"/>
                  <a:pt x="460" y="417"/>
                  <a:pt x="460" y="346"/>
                </a:cubicBezTo>
                <a:cubicBezTo>
                  <a:pt x="460" y="319"/>
                  <a:pt x="452" y="302"/>
                  <a:pt x="443" y="284"/>
                </a:cubicBezTo>
                <a:close/>
                <a:moveTo>
                  <a:pt x="346" y="346"/>
                </a:moveTo>
                <a:lnTo>
                  <a:pt x="346" y="346"/>
                </a:lnTo>
                <a:cubicBezTo>
                  <a:pt x="337" y="355"/>
                  <a:pt x="319" y="372"/>
                  <a:pt x="301" y="381"/>
                </a:cubicBezTo>
                <a:cubicBezTo>
                  <a:pt x="284" y="390"/>
                  <a:pt x="256" y="390"/>
                  <a:pt x="231" y="390"/>
                </a:cubicBezTo>
                <a:cubicBezTo>
                  <a:pt x="203" y="390"/>
                  <a:pt x="177" y="381"/>
                  <a:pt x="150" y="372"/>
                </a:cubicBezTo>
                <a:cubicBezTo>
                  <a:pt x="141" y="364"/>
                  <a:pt x="124" y="355"/>
                  <a:pt x="115" y="337"/>
                </a:cubicBezTo>
                <a:cubicBezTo>
                  <a:pt x="106" y="328"/>
                  <a:pt x="106" y="311"/>
                  <a:pt x="106" y="302"/>
                </a:cubicBezTo>
                <a:cubicBezTo>
                  <a:pt x="106" y="293"/>
                  <a:pt x="106" y="284"/>
                  <a:pt x="115" y="284"/>
                </a:cubicBezTo>
                <a:cubicBezTo>
                  <a:pt x="115" y="275"/>
                  <a:pt x="124" y="275"/>
                  <a:pt x="133" y="275"/>
                </a:cubicBezTo>
                <a:cubicBezTo>
                  <a:pt x="141" y="275"/>
                  <a:pt x="150" y="275"/>
                  <a:pt x="150" y="275"/>
                </a:cubicBezTo>
                <a:cubicBezTo>
                  <a:pt x="159" y="284"/>
                  <a:pt x="168" y="293"/>
                  <a:pt x="168" y="293"/>
                </a:cubicBezTo>
                <a:cubicBezTo>
                  <a:pt x="168" y="311"/>
                  <a:pt x="177" y="311"/>
                  <a:pt x="177" y="319"/>
                </a:cubicBezTo>
                <a:cubicBezTo>
                  <a:pt x="186" y="328"/>
                  <a:pt x="194" y="328"/>
                  <a:pt x="194" y="337"/>
                </a:cubicBezTo>
                <a:cubicBezTo>
                  <a:pt x="203" y="337"/>
                  <a:pt x="212" y="337"/>
                  <a:pt x="231" y="337"/>
                </a:cubicBezTo>
                <a:cubicBezTo>
                  <a:pt x="248" y="337"/>
                  <a:pt x="265" y="337"/>
                  <a:pt x="275" y="328"/>
                </a:cubicBezTo>
                <a:cubicBezTo>
                  <a:pt x="284" y="319"/>
                  <a:pt x="292" y="311"/>
                  <a:pt x="292" y="302"/>
                </a:cubicBezTo>
                <a:cubicBezTo>
                  <a:pt x="292" y="293"/>
                  <a:pt x="284" y="284"/>
                  <a:pt x="284" y="275"/>
                </a:cubicBezTo>
                <a:cubicBezTo>
                  <a:pt x="275" y="275"/>
                  <a:pt x="265" y="266"/>
                  <a:pt x="256" y="266"/>
                </a:cubicBezTo>
                <a:cubicBezTo>
                  <a:pt x="248" y="266"/>
                  <a:pt x="239" y="257"/>
                  <a:pt x="221" y="257"/>
                </a:cubicBezTo>
                <a:cubicBezTo>
                  <a:pt x="194" y="249"/>
                  <a:pt x="177" y="249"/>
                  <a:pt x="159" y="240"/>
                </a:cubicBezTo>
                <a:cubicBezTo>
                  <a:pt x="141" y="231"/>
                  <a:pt x="133" y="221"/>
                  <a:pt x="124" y="213"/>
                </a:cubicBezTo>
                <a:cubicBezTo>
                  <a:pt x="115" y="196"/>
                  <a:pt x="106" y="186"/>
                  <a:pt x="106" y="168"/>
                </a:cubicBezTo>
                <a:cubicBezTo>
                  <a:pt x="106" y="151"/>
                  <a:pt x="115" y="133"/>
                  <a:pt x="124" y="115"/>
                </a:cubicBezTo>
                <a:cubicBezTo>
                  <a:pt x="133" y="107"/>
                  <a:pt x="150" y="98"/>
                  <a:pt x="168" y="89"/>
                </a:cubicBezTo>
                <a:cubicBezTo>
                  <a:pt x="186" y="80"/>
                  <a:pt x="203" y="80"/>
                  <a:pt x="231" y="80"/>
                </a:cubicBezTo>
                <a:cubicBezTo>
                  <a:pt x="248" y="80"/>
                  <a:pt x="265" y="80"/>
                  <a:pt x="284" y="89"/>
                </a:cubicBezTo>
                <a:cubicBezTo>
                  <a:pt x="292" y="89"/>
                  <a:pt x="310" y="98"/>
                  <a:pt x="319" y="107"/>
                </a:cubicBezTo>
                <a:cubicBezTo>
                  <a:pt x="328" y="115"/>
                  <a:pt x="337" y="124"/>
                  <a:pt x="337" y="133"/>
                </a:cubicBezTo>
                <a:cubicBezTo>
                  <a:pt x="346" y="142"/>
                  <a:pt x="346" y="142"/>
                  <a:pt x="346" y="151"/>
                </a:cubicBezTo>
                <a:cubicBezTo>
                  <a:pt x="346" y="160"/>
                  <a:pt x="346" y="168"/>
                  <a:pt x="337" y="177"/>
                </a:cubicBezTo>
                <a:cubicBezTo>
                  <a:pt x="328" y="186"/>
                  <a:pt x="319" y="186"/>
                  <a:pt x="310" y="186"/>
                </a:cubicBezTo>
                <a:cubicBezTo>
                  <a:pt x="310" y="186"/>
                  <a:pt x="301" y="186"/>
                  <a:pt x="292" y="177"/>
                </a:cubicBezTo>
                <a:cubicBezTo>
                  <a:pt x="292" y="177"/>
                  <a:pt x="284" y="168"/>
                  <a:pt x="284" y="160"/>
                </a:cubicBezTo>
                <a:cubicBezTo>
                  <a:pt x="275" y="151"/>
                  <a:pt x="275" y="142"/>
                  <a:pt x="265" y="133"/>
                </a:cubicBezTo>
                <a:cubicBezTo>
                  <a:pt x="256" y="133"/>
                  <a:pt x="239" y="124"/>
                  <a:pt x="231" y="124"/>
                </a:cubicBezTo>
                <a:cubicBezTo>
                  <a:pt x="212" y="124"/>
                  <a:pt x="194" y="133"/>
                  <a:pt x="186" y="142"/>
                </a:cubicBezTo>
                <a:cubicBezTo>
                  <a:pt x="177" y="142"/>
                  <a:pt x="177" y="151"/>
                  <a:pt x="177" y="160"/>
                </a:cubicBezTo>
                <a:cubicBezTo>
                  <a:pt x="177" y="168"/>
                  <a:pt x="177" y="168"/>
                  <a:pt x="177" y="168"/>
                </a:cubicBezTo>
                <a:cubicBezTo>
                  <a:pt x="186" y="177"/>
                  <a:pt x="186" y="177"/>
                  <a:pt x="194" y="186"/>
                </a:cubicBezTo>
                <a:cubicBezTo>
                  <a:pt x="194" y="186"/>
                  <a:pt x="203" y="186"/>
                  <a:pt x="212" y="186"/>
                </a:cubicBezTo>
                <a:cubicBezTo>
                  <a:pt x="212" y="196"/>
                  <a:pt x="231" y="196"/>
                  <a:pt x="239" y="196"/>
                </a:cubicBezTo>
                <a:cubicBezTo>
                  <a:pt x="256" y="204"/>
                  <a:pt x="275" y="204"/>
                  <a:pt x="292" y="213"/>
                </a:cubicBezTo>
                <a:cubicBezTo>
                  <a:pt x="301" y="213"/>
                  <a:pt x="319" y="221"/>
                  <a:pt x="328" y="231"/>
                </a:cubicBezTo>
                <a:cubicBezTo>
                  <a:pt x="337" y="231"/>
                  <a:pt x="346" y="240"/>
                  <a:pt x="354" y="257"/>
                </a:cubicBezTo>
                <a:cubicBezTo>
                  <a:pt x="354" y="266"/>
                  <a:pt x="363" y="275"/>
                  <a:pt x="363" y="293"/>
                </a:cubicBezTo>
                <a:cubicBezTo>
                  <a:pt x="363" y="311"/>
                  <a:pt x="354" y="328"/>
                  <a:pt x="346" y="346"/>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3" name="Google Shape;1963;p29"/>
          <p:cNvSpPr/>
          <p:nvPr/>
        </p:nvSpPr>
        <p:spPr>
          <a:xfrm>
            <a:off x="9820973" y="3474601"/>
            <a:ext cx="444536" cy="436095"/>
          </a:xfrm>
          <a:custGeom>
            <a:rect b="b" l="l" r="r" t="t"/>
            <a:pathLst>
              <a:path extrusionOk="0" h="453" w="461">
                <a:moveTo>
                  <a:pt x="124" y="27"/>
                </a:moveTo>
                <a:lnTo>
                  <a:pt x="124" y="27"/>
                </a:lnTo>
                <a:cubicBezTo>
                  <a:pt x="53" y="62"/>
                  <a:pt x="0" y="142"/>
                  <a:pt x="0" y="222"/>
                </a:cubicBezTo>
                <a:cubicBezTo>
                  <a:pt x="0" y="240"/>
                  <a:pt x="0" y="257"/>
                  <a:pt x="9" y="275"/>
                </a:cubicBezTo>
                <a:cubicBezTo>
                  <a:pt x="204" y="98"/>
                  <a:pt x="204" y="98"/>
                  <a:pt x="204" y="98"/>
                </a:cubicBezTo>
                <a:cubicBezTo>
                  <a:pt x="186" y="71"/>
                  <a:pt x="124" y="27"/>
                  <a:pt x="124" y="27"/>
                </a:cubicBezTo>
                <a:close/>
                <a:moveTo>
                  <a:pt x="328" y="18"/>
                </a:moveTo>
                <a:lnTo>
                  <a:pt x="328" y="18"/>
                </a:lnTo>
                <a:cubicBezTo>
                  <a:pt x="293" y="0"/>
                  <a:pt x="266" y="0"/>
                  <a:pt x="231" y="0"/>
                </a:cubicBezTo>
                <a:cubicBezTo>
                  <a:pt x="204" y="0"/>
                  <a:pt x="186" y="0"/>
                  <a:pt x="160" y="9"/>
                </a:cubicBezTo>
                <a:cubicBezTo>
                  <a:pt x="328" y="159"/>
                  <a:pt x="328" y="159"/>
                  <a:pt x="328" y="159"/>
                </a:cubicBezTo>
                <a:lnTo>
                  <a:pt x="328" y="18"/>
                </a:lnTo>
                <a:close/>
                <a:moveTo>
                  <a:pt x="363" y="36"/>
                </a:moveTo>
                <a:lnTo>
                  <a:pt x="363" y="36"/>
                </a:lnTo>
                <a:cubicBezTo>
                  <a:pt x="363" y="302"/>
                  <a:pt x="363" y="302"/>
                  <a:pt x="363" y="302"/>
                </a:cubicBezTo>
                <a:cubicBezTo>
                  <a:pt x="443" y="302"/>
                  <a:pt x="443" y="302"/>
                  <a:pt x="443" y="302"/>
                </a:cubicBezTo>
                <a:cubicBezTo>
                  <a:pt x="452" y="275"/>
                  <a:pt x="460" y="248"/>
                  <a:pt x="460" y="222"/>
                </a:cubicBezTo>
                <a:cubicBezTo>
                  <a:pt x="460" y="151"/>
                  <a:pt x="416" y="80"/>
                  <a:pt x="363" y="36"/>
                </a:cubicBezTo>
                <a:close/>
                <a:moveTo>
                  <a:pt x="18" y="310"/>
                </a:moveTo>
                <a:lnTo>
                  <a:pt x="18" y="310"/>
                </a:lnTo>
                <a:cubicBezTo>
                  <a:pt x="35" y="355"/>
                  <a:pt x="62" y="390"/>
                  <a:pt x="106" y="417"/>
                </a:cubicBezTo>
                <a:cubicBezTo>
                  <a:pt x="106" y="231"/>
                  <a:pt x="106" y="231"/>
                  <a:pt x="106" y="231"/>
                </a:cubicBezTo>
                <a:cubicBezTo>
                  <a:pt x="53" y="284"/>
                  <a:pt x="53" y="284"/>
                  <a:pt x="53" y="284"/>
                </a:cubicBezTo>
                <a:cubicBezTo>
                  <a:pt x="35" y="293"/>
                  <a:pt x="18" y="310"/>
                  <a:pt x="18" y="310"/>
                </a:cubicBezTo>
                <a:close/>
                <a:moveTo>
                  <a:pt x="133" y="434"/>
                </a:moveTo>
                <a:lnTo>
                  <a:pt x="133" y="434"/>
                </a:lnTo>
                <a:cubicBezTo>
                  <a:pt x="160" y="443"/>
                  <a:pt x="186" y="452"/>
                  <a:pt x="213" y="452"/>
                </a:cubicBezTo>
                <a:cubicBezTo>
                  <a:pt x="248" y="452"/>
                  <a:pt x="248" y="452"/>
                  <a:pt x="248" y="452"/>
                </a:cubicBezTo>
                <a:cubicBezTo>
                  <a:pt x="328" y="443"/>
                  <a:pt x="390" y="399"/>
                  <a:pt x="434" y="337"/>
                </a:cubicBezTo>
                <a:cubicBezTo>
                  <a:pt x="133" y="337"/>
                  <a:pt x="133" y="337"/>
                  <a:pt x="133" y="337"/>
                </a:cubicBezTo>
                <a:lnTo>
                  <a:pt x="133" y="434"/>
                </a:ln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4" name="Google Shape;1964;p29"/>
          <p:cNvSpPr/>
          <p:nvPr/>
        </p:nvSpPr>
        <p:spPr>
          <a:xfrm>
            <a:off x="8850308" y="2605221"/>
            <a:ext cx="478299" cy="267286"/>
          </a:xfrm>
          <a:custGeom>
            <a:rect b="b" l="l" r="r" t="t"/>
            <a:pathLst>
              <a:path extrusionOk="0" h="276" w="497">
                <a:moveTo>
                  <a:pt x="195" y="205"/>
                </a:moveTo>
                <a:lnTo>
                  <a:pt x="195" y="205"/>
                </a:lnTo>
                <a:cubicBezTo>
                  <a:pt x="186" y="213"/>
                  <a:pt x="168" y="230"/>
                  <a:pt x="133" y="230"/>
                </a:cubicBezTo>
                <a:cubicBezTo>
                  <a:pt x="89" y="230"/>
                  <a:pt x="53" y="195"/>
                  <a:pt x="53" y="142"/>
                </a:cubicBezTo>
                <a:cubicBezTo>
                  <a:pt x="53" y="71"/>
                  <a:pt x="97" y="45"/>
                  <a:pt x="133" y="45"/>
                </a:cubicBezTo>
                <a:cubicBezTo>
                  <a:pt x="186" y="45"/>
                  <a:pt x="195" y="80"/>
                  <a:pt x="212" y="115"/>
                </a:cubicBezTo>
                <a:cubicBezTo>
                  <a:pt x="230" y="177"/>
                  <a:pt x="230" y="177"/>
                  <a:pt x="230" y="177"/>
                </a:cubicBezTo>
                <a:cubicBezTo>
                  <a:pt x="248" y="230"/>
                  <a:pt x="284" y="275"/>
                  <a:pt x="381" y="275"/>
                </a:cubicBezTo>
                <a:cubicBezTo>
                  <a:pt x="452" y="275"/>
                  <a:pt x="496" y="258"/>
                  <a:pt x="496" y="195"/>
                </a:cubicBezTo>
                <a:cubicBezTo>
                  <a:pt x="496" y="151"/>
                  <a:pt x="469" y="124"/>
                  <a:pt x="425" y="115"/>
                </a:cubicBezTo>
                <a:cubicBezTo>
                  <a:pt x="381" y="107"/>
                  <a:pt x="381" y="107"/>
                  <a:pt x="381" y="107"/>
                </a:cubicBezTo>
                <a:cubicBezTo>
                  <a:pt x="363" y="98"/>
                  <a:pt x="354" y="89"/>
                  <a:pt x="354" y="71"/>
                </a:cubicBezTo>
                <a:cubicBezTo>
                  <a:pt x="354" y="53"/>
                  <a:pt x="363" y="45"/>
                  <a:pt x="390" y="45"/>
                </a:cubicBezTo>
                <a:cubicBezTo>
                  <a:pt x="416" y="45"/>
                  <a:pt x="434" y="53"/>
                  <a:pt x="434" y="80"/>
                </a:cubicBezTo>
                <a:cubicBezTo>
                  <a:pt x="496" y="71"/>
                  <a:pt x="496" y="71"/>
                  <a:pt x="496" y="71"/>
                </a:cubicBezTo>
                <a:cubicBezTo>
                  <a:pt x="487" y="18"/>
                  <a:pt x="452" y="0"/>
                  <a:pt x="399" y="0"/>
                </a:cubicBezTo>
                <a:cubicBezTo>
                  <a:pt x="346" y="0"/>
                  <a:pt x="293" y="18"/>
                  <a:pt x="293" y="80"/>
                </a:cubicBezTo>
                <a:cubicBezTo>
                  <a:pt x="293" y="115"/>
                  <a:pt x="309" y="142"/>
                  <a:pt x="363" y="151"/>
                </a:cubicBezTo>
                <a:cubicBezTo>
                  <a:pt x="399" y="160"/>
                  <a:pt x="399" y="160"/>
                  <a:pt x="399" y="160"/>
                </a:cubicBezTo>
                <a:cubicBezTo>
                  <a:pt x="425" y="169"/>
                  <a:pt x="434" y="186"/>
                  <a:pt x="434" y="195"/>
                </a:cubicBezTo>
                <a:cubicBezTo>
                  <a:pt x="434" y="222"/>
                  <a:pt x="416" y="230"/>
                  <a:pt x="381" y="230"/>
                </a:cubicBezTo>
                <a:cubicBezTo>
                  <a:pt x="319" y="230"/>
                  <a:pt x="293" y="195"/>
                  <a:pt x="284" y="160"/>
                </a:cubicBezTo>
                <a:cubicBezTo>
                  <a:pt x="256" y="98"/>
                  <a:pt x="256" y="98"/>
                  <a:pt x="256" y="98"/>
                </a:cubicBezTo>
                <a:cubicBezTo>
                  <a:pt x="239" y="27"/>
                  <a:pt x="212" y="0"/>
                  <a:pt x="133" y="0"/>
                </a:cubicBezTo>
                <a:cubicBezTo>
                  <a:pt x="62" y="0"/>
                  <a:pt x="0" y="53"/>
                  <a:pt x="0" y="142"/>
                </a:cubicBezTo>
                <a:cubicBezTo>
                  <a:pt x="0" y="230"/>
                  <a:pt x="62" y="275"/>
                  <a:pt x="133" y="275"/>
                </a:cubicBezTo>
                <a:cubicBezTo>
                  <a:pt x="177" y="275"/>
                  <a:pt x="203" y="258"/>
                  <a:pt x="212" y="249"/>
                </a:cubicBezTo>
                <a:lnTo>
                  <a:pt x="195" y="205"/>
                </a:lnTo>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5" name="Google Shape;1965;p29"/>
          <p:cNvSpPr/>
          <p:nvPr/>
        </p:nvSpPr>
        <p:spPr>
          <a:xfrm>
            <a:off x="9812533" y="2512376"/>
            <a:ext cx="461418" cy="452976"/>
          </a:xfrm>
          <a:custGeom>
            <a:rect b="b" l="l" r="r" t="t"/>
            <a:pathLst>
              <a:path extrusionOk="0" h="471" w="479">
                <a:moveTo>
                  <a:pt x="240" y="0"/>
                </a:moveTo>
                <a:lnTo>
                  <a:pt x="240" y="0"/>
                </a:lnTo>
                <a:cubicBezTo>
                  <a:pt x="106" y="0"/>
                  <a:pt x="0" y="107"/>
                  <a:pt x="0" y="231"/>
                </a:cubicBezTo>
                <a:cubicBezTo>
                  <a:pt x="0" y="364"/>
                  <a:pt x="106" y="470"/>
                  <a:pt x="240" y="470"/>
                </a:cubicBezTo>
                <a:cubicBezTo>
                  <a:pt x="372" y="470"/>
                  <a:pt x="478" y="364"/>
                  <a:pt x="478" y="231"/>
                </a:cubicBezTo>
                <a:cubicBezTo>
                  <a:pt x="478" y="107"/>
                  <a:pt x="372" y="0"/>
                  <a:pt x="240" y="0"/>
                </a:cubicBezTo>
                <a:close/>
                <a:moveTo>
                  <a:pt x="302" y="303"/>
                </a:moveTo>
                <a:lnTo>
                  <a:pt x="302" y="303"/>
                </a:lnTo>
                <a:cubicBezTo>
                  <a:pt x="257" y="303"/>
                  <a:pt x="240" y="284"/>
                  <a:pt x="230" y="258"/>
                </a:cubicBezTo>
                <a:cubicBezTo>
                  <a:pt x="222" y="222"/>
                  <a:pt x="222" y="222"/>
                  <a:pt x="222" y="222"/>
                </a:cubicBezTo>
                <a:cubicBezTo>
                  <a:pt x="213" y="205"/>
                  <a:pt x="204" y="187"/>
                  <a:pt x="186" y="187"/>
                </a:cubicBezTo>
                <a:cubicBezTo>
                  <a:pt x="169" y="187"/>
                  <a:pt x="142" y="205"/>
                  <a:pt x="142" y="240"/>
                </a:cubicBezTo>
                <a:cubicBezTo>
                  <a:pt x="142" y="267"/>
                  <a:pt x="159" y="284"/>
                  <a:pt x="177" y="284"/>
                </a:cubicBezTo>
                <a:cubicBezTo>
                  <a:pt x="195" y="284"/>
                  <a:pt x="204" y="275"/>
                  <a:pt x="213" y="267"/>
                </a:cubicBezTo>
                <a:cubicBezTo>
                  <a:pt x="222" y="293"/>
                  <a:pt x="222" y="293"/>
                  <a:pt x="222" y="293"/>
                </a:cubicBezTo>
                <a:cubicBezTo>
                  <a:pt x="213" y="293"/>
                  <a:pt x="204" y="303"/>
                  <a:pt x="177" y="303"/>
                </a:cubicBezTo>
                <a:cubicBezTo>
                  <a:pt x="151" y="303"/>
                  <a:pt x="115" y="284"/>
                  <a:pt x="115" y="240"/>
                </a:cubicBezTo>
                <a:cubicBezTo>
                  <a:pt x="115" y="196"/>
                  <a:pt x="151" y="160"/>
                  <a:pt x="177" y="160"/>
                </a:cubicBezTo>
                <a:cubicBezTo>
                  <a:pt x="222" y="160"/>
                  <a:pt x="230" y="178"/>
                  <a:pt x="249" y="213"/>
                </a:cubicBezTo>
                <a:cubicBezTo>
                  <a:pt x="257" y="249"/>
                  <a:pt x="257" y="249"/>
                  <a:pt x="257" y="249"/>
                </a:cubicBezTo>
                <a:cubicBezTo>
                  <a:pt x="266" y="267"/>
                  <a:pt x="275" y="284"/>
                  <a:pt x="310" y="284"/>
                </a:cubicBezTo>
                <a:cubicBezTo>
                  <a:pt x="328" y="284"/>
                  <a:pt x="337" y="275"/>
                  <a:pt x="337" y="267"/>
                </a:cubicBezTo>
                <a:cubicBezTo>
                  <a:pt x="337" y="258"/>
                  <a:pt x="328" y="249"/>
                  <a:pt x="319" y="249"/>
                </a:cubicBezTo>
                <a:cubicBezTo>
                  <a:pt x="293" y="240"/>
                  <a:pt x="293" y="240"/>
                  <a:pt x="293" y="240"/>
                </a:cubicBezTo>
                <a:cubicBezTo>
                  <a:pt x="275" y="240"/>
                  <a:pt x="266" y="222"/>
                  <a:pt x="266" y="205"/>
                </a:cubicBezTo>
                <a:cubicBezTo>
                  <a:pt x="266" y="178"/>
                  <a:pt x="293" y="160"/>
                  <a:pt x="319" y="160"/>
                </a:cubicBezTo>
                <a:cubicBezTo>
                  <a:pt x="346" y="160"/>
                  <a:pt x="363" y="178"/>
                  <a:pt x="363" y="205"/>
                </a:cubicBezTo>
                <a:cubicBezTo>
                  <a:pt x="337" y="205"/>
                  <a:pt x="337" y="205"/>
                  <a:pt x="337" y="205"/>
                </a:cubicBezTo>
                <a:cubicBezTo>
                  <a:pt x="337" y="196"/>
                  <a:pt x="328" y="187"/>
                  <a:pt x="310" y="187"/>
                </a:cubicBezTo>
                <a:cubicBezTo>
                  <a:pt x="302" y="187"/>
                  <a:pt x="293" y="196"/>
                  <a:pt x="293" y="205"/>
                </a:cubicBezTo>
                <a:cubicBezTo>
                  <a:pt x="293" y="213"/>
                  <a:pt x="293" y="213"/>
                  <a:pt x="310" y="222"/>
                </a:cubicBezTo>
                <a:cubicBezTo>
                  <a:pt x="328" y="222"/>
                  <a:pt x="328" y="222"/>
                  <a:pt x="328" y="222"/>
                </a:cubicBezTo>
                <a:cubicBezTo>
                  <a:pt x="355" y="231"/>
                  <a:pt x="363" y="240"/>
                  <a:pt x="363" y="267"/>
                </a:cubicBezTo>
                <a:cubicBezTo>
                  <a:pt x="363" y="293"/>
                  <a:pt x="337" y="303"/>
                  <a:pt x="302" y="303"/>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6" name="Google Shape;1966;p29"/>
          <p:cNvSpPr/>
          <p:nvPr/>
        </p:nvSpPr>
        <p:spPr>
          <a:xfrm>
            <a:off x="6939926" y="2554578"/>
            <a:ext cx="478299" cy="368572"/>
          </a:xfrm>
          <a:custGeom>
            <a:rect b="b" l="l" r="r" t="t"/>
            <a:pathLst>
              <a:path extrusionOk="0" h="382" w="497">
                <a:moveTo>
                  <a:pt x="275" y="142"/>
                </a:moveTo>
                <a:lnTo>
                  <a:pt x="275" y="142"/>
                </a:lnTo>
                <a:cubicBezTo>
                  <a:pt x="310" y="160"/>
                  <a:pt x="310" y="160"/>
                  <a:pt x="310" y="160"/>
                </a:cubicBezTo>
                <a:cubicBezTo>
                  <a:pt x="354" y="142"/>
                  <a:pt x="354" y="142"/>
                  <a:pt x="354" y="142"/>
                </a:cubicBezTo>
                <a:cubicBezTo>
                  <a:pt x="354" y="115"/>
                  <a:pt x="354" y="115"/>
                  <a:pt x="354" y="115"/>
                </a:cubicBezTo>
                <a:cubicBezTo>
                  <a:pt x="354" y="53"/>
                  <a:pt x="310" y="0"/>
                  <a:pt x="248" y="0"/>
                </a:cubicBezTo>
                <a:cubicBezTo>
                  <a:pt x="186" y="0"/>
                  <a:pt x="132" y="53"/>
                  <a:pt x="132" y="115"/>
                </a:cubicBezTo>
                <a:cubicBezTo>
                  <a:pt x="132" y="266"/>
                  <a:pt x="132" y="266"/>
                  <a:pt x="132" y="266"/>
                </a:cubicBezTo>
                <a:cubicBezTo>
                  <a:pt x="132" y="283"/>
                  <a:pt x="124" y="293"/>
                  <a:pt x="107" y="293"/>
                </a:cubicBezTo>
                <a:cubicBezTo>
                  <a:pt x="97" y="293"/>
                  <a:pt x="88" y="283"/>
                  <a:pt x="88" y="266"/>
                </a:cubicBezTo>
                <a:cubicBezTo>
                  <a:pt x="88" y="204"/>
                  <a:pt x="88" y="204"/>
                  <a:pt x="88" y="204"/>
                </a:cubicBezTo>
                <a:cubicBezTo>
                  <a:pt x="0" y="204"/>
                  <a:pt x="0" y="204"/>
                  <a:pt x="0" y="204"/>
                </a:cubicBezTo>
                <a:cubicBezTo>
                  <a:pt x="0" y="266"/>
                  <a:pt x="0" y="266"/>
                  <a:pt x="0" y="266"/>
                </a:cubicBezTo>
                <a:cubicBezTo>
                  <a:pt x="0" y="328"/>
                  <a:pt x="53" y="381"/>
                  <a:pt x="107" y="381"/>
                </a:cubicBezTo>
                <a:cubicBezTo>
                  <a:pt x="169" y="381"/>
                  <a:pt x="222" y="328"/>
                  <a:pt x="222" y="266"/>
                </a:cubicBezTo>
                <a:cubicBezTo>
                  <a:pt x="222" y="115"/>
                  <a:pt x="222" y="115"/>
                  <a:pt x="222" y="115"/>
                </a:cubicBezTo>
                <a:cubicBezTo>
                  <a:pt x="222" y="98"/>
                  <a:pt x="230" y="89"/>
                  <a:pt x="248" y="89"/>
                </a:cubicBezTo>
                <a:cubicBezTo>
                  <a:pt x="266" y="89"/>
                  <a:pt x="275" y="98"/>
                  <a:pt x="275" y="115"/>
                </a:cubicBezTo>
                <a:lnTo>
                  <a:pt x="275" y="142"/>
                </a:lnTo>
                <a:close/>
                <a:moveTo>
                  <a:pt x="407" y="204"/>
                </a:moveTo>
                <a:lnTo>
                  <a:pt x="407" y="204"/>
                </a:lnTo>
                <a:cubicBezTo>
                  <a:pt x="407" y="266"/>
                  <a:pt x="407" y="266"/>
                  <a:pt x="407" y="266"/>
                </a:cubicBezTo>
                <a:cubicBezTo>
                  <a:pt x="407" y="283"/>
                  <a:pt x="399" y="293"/>
                  <a:pt x="381" y="293"/>
                </a:cubicBezTo>
                <a:cubicBezTo>
                  <a:pt x="372" y="293"/>
                  <a:pt x="354" y="283"/>
                  <a:pt x="354" y="266"/>
                </a:cubicBezTo>
                <a:cubicBezTo>
                  <a:pt x="354" y="204"/>
                  <a:pt x="354" y="204"/>
                  <a:pt x="354" y="204"/>
                </a:cubicBezTo>
                <a:cubicBezTo>
                  <a:pt x="310" y="222"/>
                  <a:pt x="310" y="222"/>
                  <a:pt x="310" y="222"/>
                </a:cubicBezTo>
                <a:cubicBezTo>
                  <a:pt x="275" y="204"/>
                  <a:pt x="275" y="204"/>
                  <a:pt x="275" y="204"/>
                </a:cubicBezTo>
                <a:cubicBezTo>
                  <a:pt x="275" y="266"/>
                  <a:pt x="275" y="266"/>
                  <a:pt x="275" y="266"/>
                </a:cubicBezTo>
                <a:cubicBezTo>
                  <a:pt x="275" y="328"/>
                  <a:pt x="328" y="381"/>
                  <a:pt x="381" y="381"/>
                </a:cubicBezTo>
                <a:cubicBezTo>
                  <a:pt x="443" y="381"/>
                  <a:pt x="496" y="328"/>
                  <a:pt x="496" y="266"/>
                </a:cubicBezTo>
                <a:cubicBezTo>
                  <a:pt x="496" y="204"/>
                  <a:pt x="496" y="204"/>
                  <a:pt x="496" y="204"/>
                </a:cubicBezTo>
                <a:lnTo>
                  <a:pt x="407" y="204"/>
                </a:ln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7" name="Google Shape;1967;p29"/>
          <p:cNvSpPr/>
          <p:nvPr/>
        </p:nvSpPr>
        <p:spPr>
          <a:xfrm>
            <a:off x="5049239" y="2520816"/>
            <a:ext cx="444536" cy="436097"/>
          </a:xfrm>
          <a:custGeom>
            <a:rect b="b" l="l" r="r" t="t"/>
            <a:pathLst>
              <a:path extrusionOk="0" h="454" w="461">
                <a:moveTo>
                  <a:pt x="221" y="160"/>
                </a:moveTo>
                <a:lnTo>
                  <a:pt x="221" y="160"/>
                </a:lnTo>
                <a:cubicBezTo>
                  <a:pt x="186" y="98"/>
                  <a:pt x="150" y="54"/>
                  <a:pt x="150" y="54"/>
                </a:cubicBezTo>
                <a:cubicBezTo>
                  <a:pt x="88" y="72"/>
                  <a:pt x="53" y="125"/>
                  <a:pt x="35" y="187"/>
                </a:cubicBezTo>
                <a:cubicBezTo>
                  <a:pt x="44" y="187"/>
                  <a:pt x="124" y="187"/>
                  <a:pt x="221" y="160"/>
                </a:cubicBezTo>
                <a:close/>
                <a:moveTo>
                  <a:pt x="239" y="231"/>
                </a:moveTo>
                <a:lnTo>
                  <a:pt x="239" y="231"/>
                </a:lnTo>
                <a:cubicBezTo>
                  <a:pt x="248" y="222"/>
                  <a:pt x="248" y="222"/>
                  <a:pt x="248" y="222"/>
                </a:cubicBezTo>
                <a:cubicBezTo>
                  <a:pt x="248" y="213"/>
                  <a:pt x="239" y="204"/>
                  <a:pt x="239" y="196"/>
                </a:cubicBezTo>
                <a:cubicBezTo>
                  <a:pt x="133" y="222"/>
                  <a:pt x="35" y="222"/>
                  <a:pt x="35" y="222"/>
                </a:cubicBezTo>
                <a:lnTo>
                  <a:pt x="35" y="222"/>
                </a:lnTo>
                <a:cubicBezTo>
                  <a:pt x="35" y="275"/>
                  <a:pt x="53" y="319"/>
                  <a:pt x="88" y="355"/>
                </a:cubicBezTo>
                <a:lnTo>
                  <a:pt x="88" y="355"/>
                </a:lnTo>
                <a:cubicBezTo>
                  <a:pt x="88" y="355"/>
                  <a:pt x="141" y="258"/>
                  <a:pt x="239" y="231"/>
                </a:cubicBezTo>
                <a:close/>
                <a:moveTo>
                  <a:pt x="106" y="382"/>
                </a:moveTo>
                <a:lnTo>
                  <a:pt x="106" y="382"/>
                </a:lnTo>
                <a:lnTo>
                  <a:pt x="106" y="382"/>
                </a:lnTo>
                <a:cubicBezTo>
                  <a:pt x="106" y="382"/>
                  <a:pt x="106" y="382"/>
                  <a:pt x="106" y="373"/>
                </a:cubicBezTo>
                <a:cubicBezTo>
                  <a:pt x="106" y="382"/>
                  <a:pt x="106" y="382"/>
                  <a:pt x="106" y="382"/>
                </a:cubicBezTo>
                <a:close/>
                <a:moveTo>
                  <a:pt x="186" y="36"/>
                </a:moveTo>
                <a:lnTo>
                  <a:pt x="186" y="36"/>
                </a:lnTo>
                <a:close/>
                <a:moveTo>
                  <a:pt x="354" y="81"/>
                </a:moveTo>
                <a:lnTo>
                  <a:pt x="354" y="81"/>
                </a:lnTo>
                <a:cubicBezTo>
                  <a:pt x="328" y="45"/>
                  <a:pt x="284" y="28"/>
                  <a:pt x="231" y="28"/>
                </a:cubicBezTo>
                <a:cubicBezTo>
                  <a:pt x="212" y="28"/>
                  <a:pt x="194" y="36"/>
                  <a:pt x="186" y="36"/>
                </a:cubicBezTo>
                <a:cubicBezTo>
                  <a:pt x="186" y="36"/>
                  <a:pt x="221" y="89"/>
                  <a:pt x="256" y="151"/>
                </a:cubicBezTo>
                <a:cubicBezTo>
                  <a:pt x="328" y="125"/>
                  <a:pt x="354" y="81"/>
                  <a:pt x="354" y="81"/>
                </a:cubicBezTo>
                <a:close/>
                <a:moveTo>
                  <a:pt x="231" y="453"/>
                </a:moveTo>
                <a:lnTo>
                  <a:pt x="231" y="453"/>
                </a:lnTo>
                <a:cubicBezTo>
                  <a:pt x="106" y="453"/>
                  <a:pt x="0" y="355"/>
                  <a:pt x="0" y="222"/>
                </a:cubicBezTo>
                <a:cubicBezTo>
                  <a:pt x="0" y="98"/>
                  <a:pt x="106" y="0"/>
                  <a:pt x="231" y="0"/>
                </a:cubicBezTo>
                <a:cubicBezTo>
                  <a:pt x="354" y="0"/>
                  <a:pt x="460" y="98"/>
                  <a:pt x="460" y="222"/>
                </a:cubicBezTo>
                <a:cubicBezTo>
                  <a:pt x="460" y="355"/>
                  <a:pt x="354" y="453"/>
                  <a:pt x="231" y="453"/>
                </a:cubicBezTo>
                <a:close/>
                <a:moveTo>
                  <a:pt x="265" y="258"/>
                </a:moveTo>
                <a:lnTo>
                  <a:pt x="265" y="258"/>
                </a:lnTo>
                <a:cubicBezTo>
                  <a:pt x="150" y="302"/>
                  <a:pt x="115" y="382"/>
                  <a:pt x="106" y="382"/>
                </a:cubicBezTo>
                <a:cubicBezTo>
                  <a:pt x="141" y="408"/>
                  <a:pt x="186" y="417"/>
                  <a:pt x="231" y="417"/>
                </a:cubicBezTo>
                <a:cubicBezTo>
                  <a:pt x="256" y="417"/>
                  <a:pt x="284" y="417"/>
                  <a:pt x="310" y="408"/>
                </a:cubicBezTo>
                <a:cubicBezTo>
                  <a:pt x="301" y="391"/>
                  <a:pt x="292" y="329"/>
                  <a:pt x="265" y="258"/>
                </a:cubicBezTo>
                <a:close/>
                <a:moveTo>
                  <a:pt x="275" y="178"/>
                </a:moveTo>
                <a:lnTo>
                  <a:pt x="275" y="178"/>
                </a:lnTo>
                <a:cubicBezTo>
                  <a:pt x="275" y="187"/>
                  <a:pt x="284" y="196"/>
                  <a:pt x="284" y="204"/>
                </a:cubicBezTo>
                <a:cubicBezTo>
                  <a:pt x="284" y="213"/>
                  <a:pt x="284" y="213"/>
                  <a:pt x="292" y="213"/>
                </a:cubicBezTo>
                <a:cubicBezTo>
                  <a:pt x="354" y="213"/>
                  <a:pt x="425" y="222"/>
                  <a:pt x="425" y="222"/>
                </a:cubicBezTo>
                <a:cubicBezTo>
                  <a:pt x="425" y="178"/>
                  <a:pt x="407" y="134"/>
                  <a:pt x="381" y="98"/>
                </a:cubicBezTo>
                <a:cubicBezTo>
                  <a:pt x="381" y="107"/>
                  <a:pt x="346" y="151"/>
                  <a:pt x="275" y="178"/>
                </a:cubicBezTo>
                <a:close/>
                <a:moveTo>
                  <a:pt x="301" y="249"/>
                </a:moveTo>
                <a:lnTo>
                  <a:pt x="301" y="249"/>
                </a:lnTo>
                <a:cubicBezTo>
                  <a:pt x="328" y="319"/>
                  <a:pt x="337" y="373"/>
                  <a:pt x="337" y="391"/>
                </a:cubicBezTo>
                <a:cubicBezTo>
                  <a:pt x="381" y="355"/>
                  <a:pt x="416" y="311"/>
                  <a:pt x="425" y="258"/>
                </a:cubicBezTo>
                <a:cubicBezTo>
                  <a:pt x="416" y="258"/>
                  <a:pt x="363" y="240"/>
                  <a:pt x="301" y="249"/>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8" name="Google Shape;1968;p29"/>
          <p:cNvSpPr/>
          <p:nvPr/>
        </p:nvSpPr>
        <p:spPr>
          <a:xfrm>
            <a:off x="3085405" y="4464960"/>
            <a:ext cx="495180" cy="326369"/>
          </a:xfrm>
          <a:custGeom>
            <a:rect b="b" l="l" r="r" t="t"/>
            <a:pathLst>
              <a:path extrusionOk="0" h="338" w="514">
                <a:moveTo>
                  <a:pt x="203" y="142"/>
                </a:moveTo>
                <a:lnTo>
                  <a:pt x="203" y="142"/>
                </a:lnTo>
                <a:cubicBezTo>
                  <a:pt x="203" y="142"/>
                  <a:pt x="247" y="142"/>
                  <a:pt x="247" y="89"/>
                </a:cubicBezTo>
                <a:cubicBezTo>
                  <a:pt x="247" y="27"/>
                  <a:pt x="212" y="0"/>
                  <a:pt x="159" y="0"/>
                </a:cubicBezTo>
                <a:cubicBezTo>
                  <a:pt x="0" y="0"/>
                  <a:pt x="0" y="0"/>
                  <a:pt x="0" y="0"/>
                </a:cubicBezTo>
                <a:cubicBezTo>
                  <a:pt x="0" y="319"/>
                  <a:pt x="0" y="319"/>
                  <a:pt x="0" y="319"/>
                </a:cubicBezTo>
                <a:cubicBezTo>
                  <a:pt x="159" y="319"/>
                  <a:pt x="159" y="319"/>
                  <a:pt x="159" y="319"/>
                </a:cubicBezTo>
                <a:cubicBezTo>
                  <a:pt x="159" y="319"/>
                  <a:pt x="256" y="328"/>
                  <a:pt x="256" y="222"/>
                </a:cubicBezTo>
                <a:cubicBezTo>
                  <a:pt x="256" y="222"/>
                  <a:pt x="265" y="142"/>
                  <a:pt x="203" y="142"/>
                </a:cubicBezTo>
                <a:close/>
                <a:moveTo>
                  <a:pt x="71" y="53"/>
                </a:moveTo>
                <a:lnTo>
                  <a:pt x="71" y="53"/>
                </a:lnTo>
                <a:cubicBezTo>
                  <a:pt x="159" y="53"/>
                  <a:pt x="159" y="53"/>
                  <a:pt x="159" y="53"/>
                </a:cubicBezTo>
                <a:cubicBezTo>
                  <a:pt x="159" y="53"/>
                  <a:pt x="186" y="53"/>
                  <a:pt x="186" y="89"/>
                </a:cubicBezTo>
                <a:cubicBezTo>
                  <a:pt x="186" y="125"/>
                  <a:pt x="168" y="125"/>
                  <a:pt x="150" y="125"/>
                </a:cubicBezTo>
                <a:cubicBezTo>
                  <a:pt x="71" y="125"/>
                  <a:pt x="71" y="125"/>
                  <a:pt x="71" y="125"/>
                </a:cubicBezTo>
                <a:lnTo>
                  <a:pt x="71" y="53"/>
                </a:lnTo>
                <a:close/>
                <a:moveTo>
                  <a:pt x="159" y="266"/>
                </a:moveTo>
                <a:lnTo>
                  <a:pt x="159" y="266"/>
                </a:lnTo>
                <a:cubicBezTo>
                  <a:pt x="71" y="266"/>
                  <a:pt x="71" y="266"/>
                  <a:pt x="71" y="266"/>
                </a:cubicBezTo>
                <a:cubicBezTo>
                  <a:pt x="71" y="178"/>
                  <a:pt x="71" y="178"/>
                  <a:pt x="71" y="178"/>
                </a:cubicBezTo>
                <a:cubicBezTo>
                  <a:pt x="159" y="178"/>
                  <a:pt x="159" y="178"/>
                  <a:pt x="159" y="178"/>
                </a:cubicBezTo>
                <a:cubicBezTo>
                  <a:pt x="159" y="178"/>
                  <a:pt x="194" y="178"/>
                  <a:pt x="194" y="222"/>
                </a:cubicBezTo>
                <a:cubicBezTo>
                  <a:pt x="194" y="257"/>
                  <a:pt x="168" y="266"/>
                  <a:pt x="159" y="266"/>
                </a:cubicBezTo>
                <a:close/>
                <a:moveTo>
                  <a:pt x="390" y="80"/>
                </a:moveTo>
                <a:lnTo>
                  <a:pt x="390" y="80"/>
                </a:lnTo>
                <a:cubicBezTo>
                  <a:pt x="265" y="80"/>
                  <a:pt x="265" y="204"/>
                  <a:pt x="265" y="204"/>
                </a:cubicBezTo>
                <a:cubicBezTo>
                  <a:pt x="265" y="204"/>
                  <a:pt x="265" y="328"/>
                  <a:pt x="390" y="328"/>
                </a:cubicBezTo>
                <a:cubicBezTo>
                  <a:pt x="390" y="328"/>
                  <a:pt x="496" y="337"/>
                  <a:pt x="496" y="240"/>
                </a:cubicBezTo>
                <a:cubicBezTo>
                  <a:pt x="443" y="240"/>
                  <a:pt x="443" y="240"/>
                  <a:pt x="443" y="240"/>
                </a:cubicBezTo>
                <a:cubicBezTo>
                  <a:pt x="443" y="240"/>
                  <a:pt x="443" y="275"/>
                  <a:pt x="390" y="275"/>
                </a:cubicBezTo>
                <a:cubicBezTo>
                  <a:pt x="390" y="275"/>
                  <a:pt x="337" y="284"/>
                  <a:pt x="337" y="222"/>
                </a:cubicBezTo>
                <a:cubicBezTo>
                  <a:pt x="496" y="222"/>
                  <a:pt x="496" y="222"/>
                  <a:pt x="496" y="222"/>
                </a:cubicBezTo>
                <a:cubicBezTo>
                  <a:pt x="496" y="222"/>
                  <a:pt x="513" y="80"/>
                  <a:pt x="390" y="80"/>
                </a:cubicBezTo>
                <a:close/>
                <a:moveTo>
                  <a:pt x="434" y="178"/>
                </a:moveTo>
                <a:lnTo>
                  <a:pt x="434" y="178"/>
                </a:lnTo>
                <a:cubicBezTo>
                  <a:pt x="337" y="178"/>
                  <a:pt x="337" y="178"/>
                  <a:pt x="337" y="178"/>
                </a:cubicBezTo>
                <a:cubicBezTo>
                  <a:pt x="337" y="178"/>
                  <a:pt x="345" y="125"/>
                  <a:pt x="390" y="125"/>
                </a:cubicBezTo>
                <a:cubicBezTo>
                  <a:pt x="434" y="125"/>
                  <a:pt x="434" y="178"/>
                  <a:pt x="434" y="178"/>
                </a:cubicBezTo>
                <a:close/>
                <a:moveTo>
                  <a:pt x="452" y="18"/>
                </a:moveTo>
                <a:lnTo>
                  <a:pt x="452" y="18"/>
                </a:lnTo>
                <a:cubicBezTo>
                  <a:pt x="319" y="18"/>
                  <a:pt x="319" y="18"/>
                  <a:pt x="319" y="18"/>
                </a:cubicBezTo>
                <a:cubicBezTo>
                  <a:pt x="319" y="62"/>
                  <a:pt x="319" y="62"/>
                  <a:pt x="319" y="62"/>
                </a:cubicBezTo>
                <a:cubicBezTo>
                  <a:pt x="452" y="62"/>
                  <a:pt x="452" y="62"/>
                  <a:pt x="452" y="62"/>
                </a:cubicBezTo>
                <a:lnTo>
                  <a:pt x="452" y="18"/>
                </a:ln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9" name="Google Shape;1969;p29"/>
          <p:cNvSpPr/>
          <p:nvPr/>
        </p:nvSpPr>
        <p:spPr>
          <a:xfrm>
            <a:off x="1321323" y="2520816"/>
            <a:ext cx="270098" cy="436097"/>
          </a:xfrm>
          <a:custGeom>
            <a:rect b="b" l="l" r="r" t="t"/>
            <a:pathLst>
              <a:path extrusionOk="0" h="454" w="284">
                <a:moveTo>
                  <a:pt x="283" y="426"/>
                </a:moveTo>
                <a:lnTo>
                  <a:pt x="283" y="426"/>
                </a:lnTo>
                <a:cubicBezTo>
                  <a:pt x="257" y="435"/>
                  <a:pt x="239" y="444"/>
                  <a:pt x="230" y="453"/>
                </a:cubicBezTo>
                <a:cubicBezTo>
                  <a:pt x="213" y="453"/>
                  <a:pt x="195" y="453"/>
                  <a:pt x="177" y="453"/>
                </a:cubicBezTo>
                <a:cubicBezTo>
                  <a:pt x="160" y="453"/>
                  <a:pt x="142" y="453"/>
                  <a:pt x="124" y="444"/>
                </a:cubicBezTo>
                <a:cubicBezTo>
                  <a:pt x="106" y="444"/>
                  <a:pt x="88" y="435"/>
                  <a:pt x="80" y="426"/>
                </a:cubicBezTo>
                <a:cubicBezTo>
                  <a:pt x="71" y="417"/>
                  <a:pt x="61" y="400"/>
                  <a:pt x="61" y="391"/>
                </a:cubicBezTo>
                <a:cubicBezTo>
                  <a:pt x="53" y="382"/>
                  <a:pt x="53" y="364"/>
                  <a:pt x="53" y="347"/>
                </a:cubicBezTo>
                <a:cubicBezTo>
                  <a:pt x="53" y="187"/>
                  <a:pt x="53" y="187"/>
                  <a:pt x="53" y="187"/>
                </a:cubicBezTo>
                <a:cubicBezTo>
                  <a:pt x="0" y="187"/>
                  <a:pt x="0" y="187"/>
                  <a:pt x="0" y="187"/>
                </a:cubicBezTo>
                <a:cubicBezTo>
                  <a:pt x="0" y="116"/>
                  <a:pt x="0" y="116"/>
                  <a:pt x="0" y="116"/>
                </a:cubicBezTo>
                <a:cubicBezTo>
                  <a:pt x="17" y="116"/>
                  <a:pt x="35" y="107"/>
                  <a:pt x="44" y="98"/>
                </a:cubicBezTo>
                <a:cubicBezTo>
                  <a:pt x="61" y="81"/>
                  <a:pt x="71" y="72"/>
                  <a:pt x="80" y="54"/>
                </a:cubicBezTo>
                <a:cubicBezTo>
                  <a:pt x="88" y="36"/>
                  <a:pt x="88" y="19"/>
                  <a:pt x="97" y="0"/>
                </a:cubicBezTo>
                <a:cubicBezTo>
                  <a:pt x="160" y="0"/>
                  <a:pt x="160" y="0"/>
                  <a:pt x="160" y="0"/>
                </a:cubicBezTo>
                <a:cubicBezTo>
                  <a:pt x="160" y="116"/>
                  <a:pt x="160" y="116"/>
                  <a:pt x="160" y="116"/>
                </a:cubicBezTo>
                <a:cubicBezTo>
                  <a:pt x="266" y="116"/>
                  <a:pt x="266" y="116"/>
                  <a:pt x="266" y="116"/>
                </a:cubicBezTo>
                <a:cubicBezTo>
                  <a:pt x="266" y="187"/>
                  <a:pt x="266" y="187"/>
                  <a:pt x="266" y="187"/>
                </a:cubicBezTo>
                <a:cubicBezTo>
                  <a:pt x="160" y="187"/>
                  <a:pt x="160" y="187"/>
                  <a:pt x="160" y="187"/>
                </a:cubicBezTo>
                <a:cubicBezTo>
                  <a:pt x="160" y="302"/>
                  <a:pt x="160" y="302"/>
                  <a:pt x="160" y="302"/>
                </a:cubicBezTo>
                <a:cubicBezTo>
                  <a:pt x="160" y="329"/>
                  <a:pt x="160" y="347"/>
                  <a:pt x="160" y="355"/>
                </a:cubicBezTo>
                <a:cubicBezTo>
                  <a:pt x="168" y="364"/>
                  <a:pt x="168" y="364"/>
                  <a:pt x="177" y="373"/>
                </a:cubicBezTo>
                <a:cubicBezTo>
                  <a:pt x="186" y="373"/>
                  <a:pt x="195" y="382"/>
                  <a:pt x="213" y="382"/>
                </a:cubicBezTo>
                <a:cubicBezTo>
                  <a:pt x="230" y="382"/>
                  <a:pt x="257" y="373"/>
                  <a:pt x="283" y="355"/>
                </a:cubicBezTo>
                <a:lnTo>
                  <a:pt x="283" y="426"/>
                </a:lnTo>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0" name="Google Shape;1970;p29"/>
          <p:cNvSpPr/>
          <p:nvPr/>
        </p:nvSpPr>
        <p:spPr>
          <a:xfrm>
            <a:off x="2182261" y="2512376"/>
            <a:ext cx="461418" cy="452976"/>
          </a:xfrm>
          <a:custGeom>
            <a:rect b="b" l="l" r="r" t="t"/>
            <a:pathLst>
              <a:path extrusionOk="0" h="471" w="480">
                <a:moveTo>
                  <a:pt x="239" y="0"/>
                </a:moveTo>
                <a:lnTo>
                  <a:pt x="239" y="0"/>
                </a:lnTo>
                <a:cubicBezTo>
                  <a:pt x="107" y="0"/>
                  <a:pt x="0" y="107"/>
                  <a:pt x="0" y="231"/>
                </a:cubicBezTo>
                <a:cubicBezTo>
                  <a:pt x="0" y="364"/>
                  <a:pt x="107" y="470"/>
                  <a:pt x="239" y="470"/>
                </a:cubicBezTo>
                <a:cubicBezTo>
                  <a:pt x="372" y="470"/>
                  <a:pt x="479" y="364"/>
                  <a:pt x="479" y="231"/>
                </a:cubicBezTo>
                <a:cubicBezTo>
                  <a:pt x="479" y="107"/>
                  <a:pt x="372" y="0"/>
                  <a:pt x="239" y="0"/>
                </a:cubicBezTo>
                <a:close/>
                <a:moveTo>
                  <a:pt x="301" y="338"/>
                </a:moveTo>
                <a:lnTo>
                  <a:pt x="301" y="338"/>
                </a:lnTo>
                <a:cubicBezTo>
                  <a:pt x="292" y="347"/>
                  <a:pt x="283" y="347"/>
                  <a:pt x="274" y="347"/>
                </a:cubicBezTo>
                <a:cubicBezTo>
                  <a:pt x="266" y="347"/>
                  <a:pt x="257" y="347"/>
                  <a:pt x="248" y="347"/>
                </a:cubicBezTo>
                <a:cubicBezTo>
                  <a:pt x="239" y="347"/>
                  <a:pt x="230" y="347"/>
                  <a:pt x="221" y="347"/>
                </a:cubicBezTo>
                <a:cubicBezTo>
                  <a:pt x="213" y="347"/>
                  <a:pt x="204" y="338"/>
                  <a:pt x="204" y="338"/>
                </a:cubicBezTo>
                <a:cubicBezTo>
                  <a:pt x="195" y="328"/>
                  <a:pt x="195" y="328"/>
                  <a:pt x="186" y="320"/>
                </a:cubicBezTo>
                <a:cubicBezTo>
                  <a:pt x="186" y="311"/>
                  <a:pt x="186" y="303"/>
                  <a:pt x="186" y="293"/>
                </a:cubicBezTo>
                <a:cubicBezTo>
                  <a:pt x="186" y="213"/>
                  <a:pt x="186" y="213"/>
                  <a:pt x="186" y="213"/>
                </a:cubicBezTo>
                <a:cubicBezTo>
                  <a:pt x="159" y="213"/>
                  <a:pt x="159" y="213"/>
                  <a:pt x="159" y="213"/>
                </a:cubicBezTo>
                <a:cubicBezTo>
                  <a:pt x="159" y="178"/>
                  <a:pt x="159" y="178"/>
                  <a:pt x="159" y="178"/>
                </a:cubicBezTo>
                <a:cubicBezTo>
                  <a:pt x="168" y="178"/>
                  <a:pt x="177" y="178"/>
                  <a:pt x="186" y="169"/>
                </a:cubicBezTo>
                <a:cubicBezTo>
                  <a:pt x="195" y="160"/>
                  <a:pt x="195" y="160"/>
                  <a:pt x="204" y="151"/>
                </a:cubicBezTo>
                <a:cubicBezTo>
                  <a:pt x="204" y="143"/>
                  <a:pt x="204" y="134"/>
                  <a:pt x="213" y="116"/>
                </a:cubicBezTo>
                <a:cubicBezTo>
                  <a:pt x="239" y="116"/>
                  <a:pt x="239" y="116"/>
                  <a:pt x="239" y="116"/>
                </a:cubicBezTo>
                <a:cubicBezTo>
                  <a:pt x="239" y="178"/>
                  <a:pt x="239" y="178"/>
                  <a:pt x="239" y="178"/>
                </a:cubicBezTo>
                <a:cubicBezTo>
                  <a:pt x="292" y="178"/>
                  <a:pt x="292" y="178"/>
                  <a:pt x="292" y="178"/>
                </a:cubicBezTo>
                <a:cubicBezTo>
                  <a:pt x="292" y="213"/>
                  <a:pt x="292" y="213"/>
                  <a:pt x="292" y="213"/>
                </a:cubicBezTo>
                <a:cubicBezTo>
                  <a:pt x="239" y="213"/>
                  <a:pt x="239" y="213"/>
                  <a:pt x="239" y="213"/>
                </a:cubicBezTo>
                <a:cubicBezTo>
                  <a:pt x="239" y="275"/>
                  <a:pt x="239" y="275"/>
                  <a:pt x="239" y="275"/>
                </a:cubicBezTo>
                <a:cubicBezTo>
                  <a:pt x="239" y="284"/>
                  <a:pt x="239" y="293"/>
                  <a:pt x="239" y="303"/>
                </a:cubicBezTo>
                <a:cubicBezTo>
                  <a:pt x="248" y="303"/>
                  <a:pt x="248" y="303"/>
                  <a:pt x="248" y="311"/>
                </a:cubicBezTo>
                <a:cubicBezTo>
                  <a:pt x="257" y="311"/>
                  <a:pt x="266" y="311"/>
                  <a:pt x="266" y="311"/>
                </a:cubicBezTo>
                <a:cubicBezTo>
                  <a:pt x="283" y="311"/>
                  <a:pt x="292" y="311"/>
                  <a:pt x="301" y="303"/>
                </a:cubicBezTo>
                <a:lnTo>
                  <a:pt x="301" y="338"/>
                </a:ln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1" name="Google Shape;1971;p29"/>
          <p:cNvSpPr/>
          <p:nvPr/>
        </p:nvSpPr>
        <p:spPr>
          <a:xfrm>
            <a:off x="1236917" y="1603607"/>
            <a:ext cx="444536" cy="365758"/>
          </a:xfrm>
          <a:custGeom>
            <a:rect b="b" l="l" r="r" t="t"/>
            <a:pathLst>
              <a:path extrusionOk="0" h="383" w="462">
                <a:moveTo>
                  <a:pt x="310" y="222"/>
                </a:moveTo>
                <a:lnTo>
                  <a:pt x="310" y="222"/>
                </a:lnTo>
                <a:cubicBezTo>
                  <a:pt x="293" y="222"/>
                  <a:pt x="275" y="240"/>
                  <a:pt x="275" y="266"/>
                </a:cubicBezTo>
                <a:cubicBezTo>
                  <a:pt x="275" y="294"/>
                  <a:pt x="293" y="310"/>
                  <a:pt x="310" y="310"/>
                </a:cubicBezTo>
                <a:cubicBezTo>
                  <a:pt x="328" y="310"/>
                  <a:pt x="337" y="294"/>
                  <a:pt x="337" y="266"/>
                </a:cubicBezTo>
                <a:cubicBezTo>
                  <a:pt x="337" y="240"/>
                  <a:pt x="328" y="222"/>
                  <a:pt x="310" y="222"/>
                </a:cubicBezTo>
                <a:close/>
                <a:moveTo>
                  <a:pt x="416" y="107"/>
                </a:moveTo>
                <a:lnTo>
                  <a:pt x="416" y="107"/>
                </a:lnTo>
                <a:cubicBezTo>
                  <a:pt x="425" y="98"/>
                  <a:pt x="425" y="45"/>
                  <a:pt x="408" y="0"/>
                </a:cubicBezTo>
                <a:cubicBezTo>
                  <a:pt x="408" y="0"/>
                  <a:pt x="363" y="0"/>
                  <a:pt x="293" y="45"/>
                </a:cubicBezTo>
                <a:cubicBezTo>
                  <a:pt x="275" y="45"/>
                  <a:pt x="257" y="45"/>
                  <a:pt x="231" y="45"/>
                </a:cubicBezTo>
                <a:cubicBezTo>
                  <a:pt x="204" y="45"/>
                  <a:pt x="177" y="45"/>
                  <a:pt x="169" y="45"/>
                </a:cubicBezTo>
                <a:cubicBezTo>
                  <a:pt x="97" y="0"/>
                  <a:pt x="53" y="0"/>
                  <a:pt x="53" y="0"/>
                </a:cubicBezTo>
                <a:cubicBezTo>
                  <a:pt x="36" y="45"/>
                  <a:pt x="36" y="98"/>
                  <a:pt x="36" y="107"/>
                </a:cubicBezTo>
                <a:cubicBezTo>
                  <a:pt x="18" y="134"/>
                  <a:pt x="0" y="160"/>
                  <a:pt x="0" y="204"/>
                </a:cubicBezTo>
                <a:cubicBezTo>
                  <a:pt x="0" y="382"/>
                  <a:pt x="150" y="382"/>
                  <a:pt x="186" y="382"/>
                </a:cubicBezTo>
                <a:cubicBezTo>
                  <a:pt x="195" y="382"/>
                  <a:pt x="213" y="382"/>
                  <a:pt x="231" y="382"/>
                </a:cubicBezTo>
                <a:cubicBezTo>
                  <a:pt x="249" y="382"/>
                  <a:pt x="266" y="382"/>
                  <a:pt x="275" y="382"/>
                </a:cubicBezTo>
                <a:cubicBezTo>
                  <a:pt x="310" y="382"/>
                  <a:pt x="461" y="382"/>
                  <a:pt x="461" y="204"/>
                </a:cubicBezTo>
                <a:cubicBezTo>
                  <a:pt x="461" y="160"/>
                  <a:pt x="443" y="134"/>
                  <a:pt x="416" y="107"/>
                </a:cubicBezTo>
                <a:close/>
                <a:moveTo>
                  <a:pt x="231" y="364"/>
                </a:moveTo>
                <a:lnTo>
                  <a:pt x="231" y="364"/>
                </a:lnTo>
                <a:lnTo>
                  <a:pt x="231" y="364"/>
                </a:lnTo>
                <a:cubicBezTo>
                  <a:pt x="133" y="364"/>
                  <a:pt x="62" y="355"/>
                  <a:pt x="62" y="257"/>
                </a:cubicBezTo>
                <a:cubicBezTo>
                  <a:pt x="62" y="240"/>
                  <a:pt x="71" y="213"/>
                  <a:pt x="89" y="204"/>
                </a:cubicBezTo>
                <a:cubicBezTo>
                  <a:pt x="115" y="169"/>
                  <a:pt x="169" y="187"/>
                  <a:pt x="231" y="187"/>
                </a:cubicBezTo>
                <a:lnTo>
                  <a:pt x="231" y="187"/>
                </a:lnTo>
                <a:lnTo>
                  <a:pt x="231" y="187"/>
                </a:lnTo>
                <a:cubicBezTo>
                  <a:pt x="293" y="187"/>
                  <a:pt x="337" y="169"/>
                  <a:pt x="372" y="204"/>
                </a:cubicBezTo>
                <a:cubicBezTo>
                  <a:pt x="390" y="213"/>
                  <a:pt x="399" y="240"/>
                  <a:pt x="399" y="257"/>
                </a:cubicBezTo>
                <a:cubicBezTo>
                  <a:pt x="399" y="355"/>
                  <a:pt x="328" y="364"/>
                  <a:pt x="231" y="364"/>
                </a:cubicBezTo>
                <a:close/>
                <a:moveTo>
                  <a:pt x="150" y="222"/>
                </a:moveTo>
                <a:lnTo>
                  <a:pt x="150" y="222"/>
                </a:lnTo>
                <a:cubicBezTo>
                  <a:pt x="133" y="222"/>
                  <a:pt x="115" y="240"/>
                  <a:pt x="115" y="266"/>
                </a:cubicBezTo>
                <a:cubicBezTo>
                  <a:pt x="115" y="294"/>
                  <a:pt x="133" y="310"/>
                  <a:pt x="150" y="310"/>
                </a:cubicBezTo>
                <a:cubicBezTo>
                  <a:pt x="169" y="310"/>
                  <a:pt x="186" y="294"/>
                  <a:pt x="186" y="266"/>
                </a:cubicBezTo>
                <a:cubicBezTo>
                  <a:pt x="186" y="240"/>
                  <a:pt x="169" y="222"/>
                  <a:pt x="150" y="222"/>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2" name="Google Shape;1972;p29"/>
          <p:cNvSpPr/>
          <p:nvPr/>
        </p:nvSpPr>
        <p:spPr>
          <a:xfrm>
            <a:off x="2182261" y="1558591"/>
            <a:ext cx="461418" cy="455791"/>
          </a:xfrm>
          <a:custGeom>
            <a:rect b="b" l="l" r="r" t="t"/>
            <a:pathLst>
              <a:path extrusionOk="0" h="471" w="480">
                <a:moveTo>
                  <a:pt x="239" y="231"/>
                </a:moveTo>
                <a:lnTo>
                  <a:pt x="239" y="231"/>
                </a:lnTo>
                <a:lnTo>
                  <a:pt x="239" y="231"/>
                </a:lnTo>
                <a:lnTo>
                  <a:pt x="239" y="231"/>
                </a:lnTo>
                <a:cubicBezTo>
                  <a:pt x="213" y="231"/>
                  <a:pt x="186" y="222"/>
                  <a:pt x="168" y="240"/>
                </a:cubicBezTo>
                <a:cubicBezTo>
                  <a:pt x="159" y="248"/>
                  <a:pt x="151" y="257"/>
                  <a:pt x="151" y="266"/>
                </a:cubicBezTo>
                <a:cubicBezTo>
                  <a:pt x="151" y="319"/>
                  <a:pt x="195" y="319"/>
                  <a:pt x="239" y="319"/>
                </a:cubicBezTo>
                <a:lnTo>
                  <a:pt x="239" y="319"/>
                </a:lnTo>
                <a:cubicBezTo>
                  <a:pt x="283" y="319"/>
                  <a:pt x="319" y="319"/>
                  <a:pt x="319" y="266"/>
                </a:cubicBezTo>
                <a:cubicBezTo>
                  <a:pt x="319" y="257"/>
                  <a:pt x="319" y="248"/>
                  <a:pt x="310" y="240"/>
                </a:cubicBezTo>
                <a:cubicBezTo>
                  <a:pt x="292" y="222"/>
                  <a:pt x="266" y="231"/>
                  <a:pt x="239" y="231"/>
                </a:cubicBezTo>
                <a:close/>
                <a:moveTo>
                  <a:pt x="195" y="293"/>
                </a:moveTo>
                <a:lnTo>
                  <a:pt x="195" y="293"/>
                </a:lnTo>
                <a:cubicBezTo>
                  <a:pt x="186" y="293"/>
                  <a:pt x="186" y="284"/>
                  <a:pt x="186" y="275"/>
                </a:cubicBezTo>
                <a:cubicBezTo>
                  <a:pt x="186" y="257"/>
                  <a:pt x="186" y="248"/>
                  <a:pt x="195" y="248"/>
                </a:cubicBezTo>
                <a:cubicBezTo>
                  <a:pt x="204" y="248"/>
                  <a:pt x="213" y="257"/>
                  <a:pt x="213" y="275"/>
                </a:cubicBezTo>
                <a:cubicBezTo>
                  <a:pt x="213" y="284"/>
                  <a:pt x="204" y="293"/>
                  <a:pt x="195" y="293"/>
                </a:cubicBezTo>
                <a:close/>
                <a:moveTo>
                  <a:pt x="274" y="293"/>
                </a:moveTo>
                <a:lnTo>
                  <a:pt x="274" y="293"/>
                </a:lnTo>
                <a:cubicBezTo>
                  <a:pt x="266" y="293"/>
                  <a:pt x="266" y="284"/>
                  <a:pt x="266" y="275"/>
                </a:cubicBezTo>
                <a:cubicBezTo>
                  <a:pt x="266" y="257"/>
                  <a:pt x="266" y="248"/>
                  <a:pt x="274" y="248"/>
                </a:cubicBezTo>
                <a:cubicBezTo>
                  <a:pt x="283" y="248"/>
                  <a:pt x="292" y="257"/>
                  <a:pt x="292" y="275"/>
                </a:cubicBezTo>
                <a:cubicBezTo>
                  <a:pt x="292" y="284"/>
                  <a:pt x="283" y="293"/>
                  <a:pt x="274" y="293"/>
                </a:cubicBezTo>
                <a:close/>
                <a:moveTo>
                  <a:pt x="239" y="0"/>
                </a:moveTo>
                <a:lnTo>
                  <a:pt x="239" y="0"/>
                </a:lnTo>
                <a:cubicBezTo>
                  <a:pt x="107" y="0"/>
                  <a:pt x="0" y="107"/>
                  <a:pt x="0" y="231"/>
                </a:cubicBezTo>
                <a:cubicBezTo>
                  <a:pt x="0" y="363"/>
                  <a:pt x="107" y="470"/>
                  <a:pt x="239" y="470"/>
                </a:cubicBezTo>
                <a:cubicBezTo>
                  <a:pt x="372" y="470"/>
                  <a:pt x="479" y="363"/>
                  <a:pt x="479" y="231"/>
                </a:cubicBezTo>
                <a:cubicBezTo>
                  <a:pt x="479" y="107"/>
                  <a:pt x="372" y="0"/>
                  <a:pt x="239" y="0"/>
                </a:cubicBezTo>
                <a:close/>
                <a:moveTo>
                  <a:pt x="257" y="328"/>
                </a:moveTo>
                <a:lnTo>
                  <a:pt x="257" y="328"/>
                </a:lnTo>
                <a:cubicBezTo>
                  <a:pt x="257" y="328"/>
                  <a:pt x="248" y="328"/>
                  <a:pt x="239" y="328"/>
                </a:cubicBezTo>
                <a:cubicBezTo>
                  <a:pt x="230" y="328"/>
                  <a:pt x="221" y="328"/>
                  <a:pt x="213" y="328"/>
                </a:cubicBezTo>
                <a:cubicBezTo>
                  <a:pt x="195" y="328"/>
                  <a:pt x="123" y="328"/>
                  <a:pt x="123" y="240"/>
                </a:cubicBezTo>
                <a:cubicBezTo>
                  <a:pt x="123" y="222"/>
                  <a:pt x="133" y="204"/>
                  <a:pt x="142" y="195"/>
                </a:cubicBezTo>
                <a:cubicBezTo>
                  <a:pt x="142" y="187"/>
                  <a:pt x="142" y="160"/>
                  <a:pt x="151" y="134"/>
                </a:cubicBezTo>
                <a:cubicBezTo>
                  <a:pt x="151" y="134"/>
                  <a:pt x="168" y="142"/>
                  <a:pt x="204" y="160"/>
                </a:cubicBezTo>
                <a:cubicBezTo>
                  <a:pt x="213" y="160"/>
                  <a:pt x="230" y="160"/>
                  <a:pt x="239" y="160"/>
                </a:cubicBezTo>
                <a:cubicBezTo>
                  <a:pt x="248" y="160"/>
                  <a:pt x="266" y="160"/>
                  <a:pt x="266" y="160"/>
                </a:cubicBezTo>
                <a:cubicBezTo>
                  <a:pt x="301" y="142"/>
                  <a:pt x="327" y="134"/>
                  <a:pt x="327" y="134"/>
                </a:cubicBezTo>
                <a:cubicBezTo>
                  <a:pt x="336" y="160"/>
                  <a:pt x="336" y="187"/>
                  <a:pt x="336" y="195"/>
                </a:cubicBezTo>
                <a:cubicBezTo>
                  <a:pt x="345" y="204"/>
                  <a:pt x="354" y="222"/>
                  <a:pt x="354" y="240"/>
                </a:cubicBezTo>
                <a:cubicBezTo>
                  <a:pt x="354" y="328"/>
                  <a:pt x="274" y="328"/>
                  <a:pt x="257" y="328"/>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3" name="Google Shape;1973;p29"/>
          <p:cNvSpPr/>
          <p:nvPr/>
        </p:nvSpPr>
        <p:spPr>
          <a:xfrm>
            <a:off x="2226419" y="5406105"/>
            <a:ext cx="427655" cy="422028"/>
          </a:xfrm>
          <a:custGeom>
            <a:rect b="b" l="l" r="r" t="t"/>
            <a:pathLst>
              <a:path extrusionOk="0" h="436" w="445">
                <a:moveTo>
                  <a:pt x="27" y="107"/>
                </a:moveTo>
                <a:lnTo>
                  <a:pt x="27" y="107"/>
                </a:lnTo>
                <a:cubicBezTo>
                  <a:pt x="27" y="142"/>
                  <a:pt x="36" y="169"/>
                  <a:pt x="62" y="186"/>
                </a:cubicBezTo>
                <a:cubicBezTo>
                  <a:pt x="81" y="195"/>
                  <a:pt x="107" y="204"/>
                  <a:pt x="116" y="204"/>
                </a:cubicBezTo>
                <a:lnTo>
                  <a:pt x="125" y="204"/>
                </a:lnTo>
                <a:cubicBezTo>
                  <a:pt x="125" y="204"/>
                  <a:pt x="116" y="222"/>
                  <a:pt x="134" y="248"/>
                </a:cubicBezTo>
                <a:lnTo>
                  <a:pt x="134" y="248"/>
                </a:lnTo>
                <a:cubicBezTo>
                  <a:pt x="107" y="248"/>
                  <a:pt x="0" y="257"/>
                  <a:pt x="0" y="345"/>
                </a:cubicBezTo>
                <a:cubicBezTo>
                  <a:pt x="0" y="435"/>
                  <a:pt x="98" y="435"/>
                  <a:pt x="116" y="435"/>
                </a:cubicBezTo>
                <a:lnTo>
                  <a:pt x="116" y="435"/>
                </a:lnTo>
                <a:cubicBezTo>
                  <a:pt x="116" y="435"/>
                  <a:pt x="116" y="435"/>
                  <a:pt x="125" y="435"/>
                </a:cubicBezTo>
                <a:cubicBezTo>
                  <a:pt x="134" y="435"/>
                  <a:pt x="169" y="435"/>
                  <a:pt x="196" y="417"/>
                </a:cubicBezTo>
                <a:cubicBezTo>
                  <a:pt x="231" y="399"/>
                  <a:pt x="249" y="364"/>
                  <a:pt x="249" y="320"/>
                </a:cubicBezTo>
                <a:cubicBezTo>
                  <a:pt x="249" y="275"/>
                  <a:pt x="222" y="248"/>
                  <a:pt x="205" y="230"/>
                </a:cubicBezTo>
                <a:cubicBezTo>
                  <a:pt x="187" y="222"/>
                  <a:pt x="178" y="213"/>
                  <a:pt x="178" y="204"/>
                </a:cubicBezTo>
                <a:cubicBezTo>
                  <a:pt x="178" y="195"/>
                  <a:pt x="187" y="186"/>
                  <a:pt x="196" y="177"/>
                </a:cubicBezTo>
                <a:cubicBezTo>
                  <a:pt x="213" y="160"/>
                  <a:pt x="231" y="142"/>
                  <a:pt x="231" y="98"/>
                </a:cubicBezTo>
                <a:cubicBezTo>
                  <a:pt x="231" y="62"/>
                  <a:pt x="222" y="36"/>
                  <a:pt x="196" y="18"/>
                </a:cubicBezTo>
                <a:lnTo>
                  <a:pt x="213" y="18"/>
                </a:lnTo>
                <a:cubicBezTo>
                  <a:pt x="231" y="18"/>
                  <a:pt x="249" y="9"/>
                  <a:pt x="249" y="0"/>
                </a:cubicBezTo>
                <a:lnTo>
                  <a:pt x="249" y="0"/>
                </a:lnTo>
                <a:cubicBezTo>
                  <a:pt x="143" y="0"/>
                  <a:pt x="143" y="0"/>
                  <a:pt x="143" y="0"/>
                </a:cubicBezTo>
                <a:cubicBezTo>
                  <a:pt x="134" y="0"/>
                  <a:pt x="27" y="0"/>
                  <a:pt x="27" y="107"/>
                </a:cubicBezTo>
                <a:close/>
                <a:moveTo>
                  <a:pt x="205" y="328"/>
                </a:moveTo>
                <a:lnTo>
                  <a:pt x="205" y="328"/>
                </a:lnTo>
                <a:cubicBezTo>
                  <a:pt x="213" y="364"/>
                  <a:pt x="178" y="390"/>
                  <a:pt x="134" y="390"/>
                </a:cubicBezTo>
                <a:cubicBezTo>
                  <a:pt x="90" y="399"/>
                  <a:pt x="54" y="381"/>
                  <a:pt x="54" y="345"/>
                </a:cubicBezTo>
                <a:cubicBezTo>
                  <a:pt x="45" y="328"/>
                  <a:pt x="54" y="310"/>
                  <a:pt x="71" y="292"/>
                </a:cubicBezTo>
                <a:cubicBezTo>
                  <a:pt x="90" y="283"/>
                  <a:pt x="107" y="275"/>
                  <a:pt x="125" y="275"/>
                </a:cubicBezTo>
                <a:cubicBezTo>
                  <a:pt x="134" y="275"/>
                  <a:pt x="134" y="275"/>
                  <a:pt x="134" y="275"/>
                </a:cubicBezTo>
                <a:cubicBezTo>
                  <a:pt x="178" y="275"/>
                  <a:pt x="205" y="301"/>
                  <a:pt x="205" y="328"/>
                </a:cubicBezTo>
                <a:close/>
                <a:moveTo>
                  <a:pt x="178" y="80"/>
                </a:moveTo>
                <a:lnTo>
                  <a:pt x="178" y="80"/>
                </a:lnTo>
                <a:cubicBezTo>
                  <a:pt x="187" y="124"/>
                  <a:pt x="169" y="160"/>
                  <a:pt x="143" y="169"/>
                </a:cubicBezTo>
                <a:cubicBezTo>
                  <a:pt x="143" y="169"/>
                  <a:pt x="143" y="169"/>
                  <a:pt x="134" y="169"/>
                </a:cubicBezTo>
                <a:cubicBezTo>
                  <a:pt x="107" y="169"/>
                  <a:pt x="90" y="151"/>
                  <a:pt x="81" y="116"/>
                </a:cubicBezTo>
                <a:cubicBezTo>
                  <a:pt x="71" y="98"/>
                  <a:pt x="71" y="80"/>
                  <a:pt x="81" y="62"/>
                </a:cubicBezTo>
                <a:cubicBezTo>
                  <a:pt x="81" y="45"/>
                  <a:pt x="98" y="36"/>
                  <a:pt x="107" y="26"/>
                </a:cubicBezTo>
                <a:lnTo>
                  <a:pt x="116" y="26"/>
                </a:lnTo>
                <a:cubicBezTo>
                  <a:pt x="151" y="26"/>
                  <a:pt x="169" y="45"/>
                  <a:pt x="178" y="80"/>
                </a:cubicBezTo>
                <a:close/>
                <a:moveTo>
                  <a:pt x="373" y="169"/>
                </a:moveTo>
                <a:lnTo>
                  <a:pt x="373" y="169"/>
                </a:lnTo>
                <a:cubicBezTo>
                  <a:pt x="373" y="98"/>
                  <a:pt x="373" y="98"/>
                  <a:pt x="373" y="98"/>
                </a:cubicBezTo>
                <a:cubicBezTo>
                  <a:pt x="319" y="98"/>
                  <a:pt x="319" y="98"/>
                  <a:pt x="319" y="98"/>
                </a:cubicBezTo>
                <a:cubicBezTo>
                  <a:pt x="319" y="169"/>
                  <a:pt x="319" y="169"/>
                  <a:pt x="319" y="169"/>
                </a:cubicBezTo>
                <a:cubicBezTo>
                  <a:pt x="249" y="169"/>
                  <a:pt x="249" y="169"/>
                  <a:pt x="249" y="169"/>
                </a:cubicBezTo>
                <a:cubicBezTo>
                  <a:pt x="249" y="213"/>
                  <a:pt x="249" y="213"/>
                  <a:pt x="249" y="213"/>
                </a:cubicBezTo>
                <a:cubicBezTo>
                  <a:pt x="319" y="213"/>
                  <a:pt x="319" y="213"/>
                  <a:pt x="319" y="213"/>
                </a:cubicBezTo>
                <a:cubicBezTo>
                  <a:pt x="319" y="292"/>
                  <a:pt x="319" y="292"/>
                  <a:pt x="319" y="292"/>
                </a:cubicBezTo>
                <a:cubicBezTo>
                  <a:pt x="373" y="292"/>
                  <a:pt x="373" y="292"/>
                  <a:pt x="373" y="292"/>
                </a:cubicBezTo>
                <a:cubicBezTo>
                  <a:pt x="373" y="213"/>
                  <a:pt x="373" y="213"/>
                  <a:pt x="373" y="213"/>
                </a:cubicBezTo>
                <a:cubicBezTo>
                  <a:pt x="444" y="213"/>
                  <a:pt x="444" y="213"/>
                  <a:pt x="444" y="213"/>
                </a:cubicBezTo>
                <a:cubicBezTo>
                  <a:pt x="444" y="169"/>
                  <a:pt x="444" y="169"/>
                  <a:pt x="444" y="169"/>
                </a:cubicBezTo>
                <a:lnTo>
                  <a:pt x="373" y="169"/>
                </a:ln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4" name="Google Shape;1974;p29"/>
          <p:cNvSpPr/>
          <p:nvPr/>
        </p:nvSpPr>
        <p:spPr>
          <a:xfrm>
            <a:off x="8968476" y="1567032"/>
            <a:ext cx="236336" cy="438910"/>
          </a:xfrm>
          <a:custGeom>
            <a:rect b="b" l="l" r="r" t="t"/>
            <a:pathLst>
              <a:path extrusionOk="0" h="453" w="249">
                <a:moveTo>
                  <a:pt x="248" y="80"/>
                </a:moveTo>
                <a:lnTo>
                  <a:pt x="248" y="80"/>
                </a:lnTo>
                <a:cubicBezTo>
                  <a:pt x="177" y="80"/>
                  <a:pt x="177" y="80"/>
                  <a:pt x="177" y="80"/>
                </a:cubicBezTo>
                <a:cubicBezTo>
                  <a:pt x="169" y="80"/>
                  <a:pt x="160" y="89"/>
                  <a:pt x="160" y="107"/>
                </a:cubicBezTo>
                <a:cubicBezTo>
                  <a:pt x="160" y="160"/>
                  <a:pt x="160" y="160"/>
                  <a:pt x="160" y="160"/>
                </a:cubicBezTo>
                <a:cubicBezTo>
                  <a:pt x="248" y="160"/>
                  <a:pt x="248" y="160"/>
                  <a:pt x="248" y="160"/>
                </a:cubicBezTo>
                <a:cubicBezTo>
                  <a:pt x="248" y="231"/>
                  <a:pt x="248" y="231"/>
                  <a:pt x="248" y="231"/>
                </a:cubicBezTo>
                <a:cubicBezTo>
                  <a:pt x="160" y="231"/>
                  <a:pt x="160" y="231"/>
                  <a:pt x="160" y="231"/>
                </a:cubicBezTo>
                <a:cubicBezTo>
                  <a:pt x="160" y="452"/>
                  <a:pt x="160" y="452"/>
                  <a:pt x="160" y="452"/>
                </a:cubicBezTo>
                <a:cubicBezTo>
                  <a:pt x="79" y="452"/>
                  <a:pt x="79" y="452"/>
                  <a:pt x="79" y="452"/>
                </a:cubicBezTo>
                <a:cubicBezTo>
                  <a:pt x="79" y="231"/>
                  <a:pt x="79" y="231"/>
                  <a:pt x="79" y="231"/>
                </a:cubicBezTo>
                <a:cubicBezTo>
                  <a:pt x="0" y="231"/>
                  <a:pt x="0" y="231"/>
                  <a:pt x="0" y="231"/>
                </a:cubicBezTo>
                <a:cubicBezTo>
                  <a:pt x="0" y="160"/>
                  <a:pt x="0" y="160"/>
                  <a:pt x="0" y="160"/>
                </a:cubicBezTo>
                <a:cubicBezTo>
                  <a:pt x="79" y="160"/>
                  <a:pt x="79" y="160"/>
                  <a:pt x="79" y="160"/>
                </a:cubicBezTo>
                <a:cubicBezTo>
                  <a:pt x="79" y="116"/>
                  <a:pt x="79" y="116"/>
                  <a:pt x="79" y="116"/>
                </a:cubicBezTo>
                <a:cubicBezTo>
                  <a:pt x="79" y="54"/>
                  <a:pt x="115" y="0"/>
                  <a:pt x="177" y="0"/>
                </a:cubicBezTo>
                <a:cubicBezTo>
                  <a:pt x="248" y="0"/>
                  <a:pt x="248" y="0"/>
                  <a:pt x="248" y="0"/>
                </a:cubicBezTo>
                <a:lnTo>
                  <a:pt x="248" y="80"/>
                </a:lnTo>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5" name="Google Shape;1975;p29"/>
          <p:cNvSpPr/>
          <p:nvPr/>
        </p:nvSpPr>
        <p:spPr>
          <a:xfrm>
            <a:off x="7899338" y="2512376"/>
            <a:ext cx="464230" cy="452976"/>
          </a:xfrm>
          <a:custGeom>
            <a:rect b="b" l="l" r="r" t="t"/>
            <a:pathLst>
              <a:path extrusionOk="0" h="471" w="480">
                <a:moveTo>
                  <a:pt x="239" y="0"/>
                </a:moveTo>
                <a:lnTo>
                  <a:pt x="239" y="0"/>
                </a:lnTo>
                <a:cubicBezTo>
                  <a:pt x="107" y="0"/>
                  <a:pt x="0" y="107"/>
                  <a:pt x="0" y="231"/>
                </a:cubicBezTo>
                <a:cubicBezTo>
                  <a:pt x="0" y="364"/>
                  <a:pt x="107" y="470"/>
                  <a:pt x="239" y="470"/>
                </a:cubicBezTo>
                <a:cubicBezTo>
                  <a:pt x="372" y="470"/>
                  <a:pt x="479" y="364"/>
                  <a:pt x="479" y="231"/>
                </a:cubicBezTo>
                <a:cubicBezTo>
                  <a:pt x="479" y="107"/>
                  <a:pt x="372" y="0"/>
                  <a:pt x="239" y="0"/>
                </a:cubicBezTo>
                <a:close/>
                <a:moveTo>
                  <a:pt x="239" y="178"/>
                </a:moveTo>
                <a:lnTo>
                  <a:pt x="239" y="178"/>
                </a:lnTo>
                <a:cubicBezTo>
                  <a:pt x="231" y="178"/>
                  <a:pt x="231" y="187"/>
                  <a:pt x="231" y="196"/>
                </a:cubicBezTo>
                <a:cubicBezTo>
                  <a:pt x="231" y="275"/>
                  <a:pt x="231" y="275"/>
                  <a:pt x="231" y="275"/>
                </a:cubicBezTo>
                <a:cubicBezTo>
                  <a:pt x="231" y="303"/>
                  <a:pt x="204" y="328"/>
                  <a:pt x="169" y="328"/>
                </a:cubicBezTo>
                <a:cubicBezTo>
                  <a:pt x="142" y="328"/>
                  <a:pt x="116" y="303"/>
                  <a:pt x="116" y="275"/>
                </a:cubicBezTo>
                <a:cubicBezTo>
                  <a:pt x="116" y="240"/>
                  <a:pt x="116" y="240"/>
                  <a:pt x="116" y="240"/>
                </a:cubicBezTo>
                <a:cubicBezTo>
                  <a:pt x="160" y="240"/>
                  <a:pt x="160" y="240"/>
                  <a:pt x="160" y="240"/>
                </a:cubicBezTo>
                <a:cubicBezTo>
                  <a:pt x="160" y="275"/>
                  <a:pt x="160" y="275"/>
                  <a:pt x="160" y="275"/>
                </a:cubicBezTo>
                <a:cubicBezTo>
                  <a:pt x="160" y="275"/>
                  <a:pt x="160" y="284"/>
                  <a:pt x="169" y="284"/>
                </a:cubicBezTo>
                <a:cubicBezTo>
                  <a:pt x="178" y="284"/>
                  <a:pt x="186" y="275"/>
                  <a:pt x="186" y="275"/>
                </a:cubicBezTo>
                <a:cubicBezTo>
                  <a:pt x="186" y="196"/>
                  <a:pt x="186" y="196"/>
                  <a:pt x="186" y="196"/>
                </a:cubicBezTo>
                <a:cubicBezTo>
                  <a:pt x="186" y="160"/>
                  <a:pt x="213" y="134"/>
                  <a:pt x="239" y="134"/>
                </a:cubicBezTo>
                <a:cubicBezTo>
                  <a:pt x="275" y="134"/>
                  <a:pt x="292" y="160"/>
                  <a:pt x="292" y="196"/>
                </a:cubicBezTo>
                <a:cubicBezTo>
                  <a:pt x="292" y="205"/>
                  <a:pt x="292" y="205"/>
                  <a:pt x="292" y="205"/>
                </a:cubicBezTo>
                <a:cubicBezTo>
                  <a:pt x="266" y="213"/>
                  <a:pt x="266" y="213"/>
                  <a:pt x="266" y="213"/>
                </a:cubicBezTo>
                <a:cubicBezTo>
                  <a:pt x="257" y="205"/>
                  <a:pt x="257" y="205"/>
                  <a:pt x="257" y="205"/>
                </a:cubicBezTo>
                <a:cubicBezTo>
                  <a:pt x="257" y="196"/>
                  <a:pt x="257" y="196"/>
                  <a:pt x="257" y="196"/>
                </a:cubicBezTo>
                <a:cubicBezTo>
                  <a:pt x="257" y="187"/>
                  <a:pt x="248" y="178"/>
                  <a:pt x="239" y="178"/>
                </a:cubicBezTo>
                <a:close/>
                <a:moveTo>
                  <a:pt x="364" y="275"/>
                </a:moveTo>
                <a:lnTo>
                  <a:pt x="364" y="275"/>
                </a:lnTo>
                <a:cubicBezTo>
                  <a:pt x="364" y="303"/>
                  <a:pt x="337" y="328"/>
                  <a:pt x="311" y="328"/>
                </a:cubicBezTo>
                <a:cubicBezTo>
                  <a:pt x="275" y="328"/>
                  <a:pt x="257" y="303"/>
                  <a:pt x="257" y="275"/>
                </a:cubicBezTo>
                <a:cubicBezTo>
                  <a:pt x="257" y="240"/>
                  <a:pt x="257" y="240"/>
                  <a:pt x="257" y="240"/>
                </a:cubicBezTo>
                <a:cubicBezTo>
                  <a:pt x="266" y="249"/>
                  <a:pt x="266" y="249"/>
                  <a:pt x="266" y="249"/>
                </a:cubicBezTo>
                <a:cubicBezTo>
                  <a:pt x="292" y="240"/>
                  <a:pt x="292" y="240"/>
                  <a:pt x="292" y="240"/>
                </a:cubicBezTo>
                <a:cubicBezTo>
                  <a:pt x="292" y="275"/>
                  <a:pt x="292" y="275"/>
                  <a:pt x="292" y="275"/>
                </a:cubicBezTo>
                <a:cubicBezTo>
                  <a:pt x="292" y="275"/>
                  <a:pt x="301" y="284"/>
                  <a:pt x="311" y="284"/>
                </a:cubicBezTo>
                <a:cubicBezTo>
                  <a:pt x="319" y="284"/>
                  <a:pt x="319" y="275"/>
                  <a:pt x="319" y="275"/>
                </a:cubicBezTo>
                <a:cubicBezTo>
                  <a:pt x="319" y="240"/>
                  <a:pt x="319" y="240"/>
                  <a:pt x="319" y="240"/>
                </a:cubicBezTo>
                <a:cubicBezTo>
                  <a:pt x="364" y="240"/>
                  <a:pt x="364" y="240"/>
                  <a:pt x="364" y="240"/>
                </a:cubicBezTo>
                <a:lnTo>
                  <a:pt x="364" y="275"/>
                </a:ln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6" name="Google Shape;1976;p29"/>
          <p:cNvSpPr/>
          <p:nvPr/>
        </p:nvSpPr>
        <p:spPr>
          <a:xfrm>
            <a:off x="5994582" y="2512376"/>
            <a:ext cx="461418" cy="452976"/>
          </a:xfrm>
          <a:custGeom>
            <a:rect b="b" l="l" r="r" t="t"/>
            <a:pathLst>
              <a:path extrusionOk="0" h="471" w="480">
                <a:moveTo>
                  <a:pt x="249" y="231"/>
                </a:moveTo>
                <a:lnTo>
                  <a:pt x="249" y="231"/>
                </a:lnTo>
                <a:lnTo>
                  <a:pt x="249" y="231"/>
                </a:lnTo>
                <a:lnTo>
                  <a:pt x="240" y="222"/>
                </a:lnTo>
                <a:cubicBezTo>
                  <a:pt x="195" y="231"/>
                  <a:pt x="151" y="231"/>
                  <a:pt x="142" y="231"/>
                </a:cubicBezTo>
                <a:lnTo>
                  <a:pt x="142" y="231"/>
                </a:lnTo>
                <a:cubicBezTo>
                  <a:pt x="142" y="258"/>
                  <a:pt x="151" y="284"/>
                  <a:pt x="169" y="303"/>
                </a:cubicBezTo>
                <a:cubicBezTo>
                  <a:pt x="169" y="293"/>
                  <a:pt x="195" y="249"/>
                  <a:pt x="249" y="231"/>
                </a:cubicBezTo>
                <a:close/>
                <a:moveTo>
                  <a:pt x="302" y="160"/>
                </a:moveTo>
                <a:lnTo>
                  <a:pt x="302" y="160"/>
                </a:lnTo>
                <a:cubicBezTo>
                  <a:pt x="284" y="143"/>
                  <a:pt x="266" y="134"/>
                  <a:pt x="240" y="134"/>
                </a:cubicBezTo>
                <a:cubicBezTo>
                  <a:pt x="231" y="134"/>
                  <a:pt x="222" y="143"/>
                  <a:pt x="222" y="143"/>
                </a:cubicBezTo>
                <a:cubicBezTo>
                  <a:pt x="222" y="143"/>
                  <a:pt x="240" y="169"/>
                  <a:pt x="258" y="196"/>
                </a:cubicBezTo>
                <a:cubicBezTo>
                  <a:pt x="284" y="187"/>
                  <a:pt x="302" y="169"/>
                  <a:pt x="302" y="160"/>
                </a:cubicBezTo>
                <a:close/>
                <a:moveTo>
                  <a:pt x="178" y="311"/>
                </a:moveTo>
                <a:lnTo>
                  <a:pt x="178" y="311"/>
                </a:lnTo>
                <a:cubicBezTo>
                  <a:pt x="195" y="328"/>
                  <a:pt x="222" y="328"/>
                  <a:pt x="240" y="328"/>
                </a:cubicBezTo>
                <a:cubicBezTo>
                  <a:pt x="249" y="328"/>
                  <a:pt x="266" y="328"/>
                  <a:pt x="275" y="328"/>
                </a:cubicBezTo>
                <a:cubicBezTo>
                  <a:pt x="275" y="311"/>
                  <a:pt x="266" y="284"/>
                  <a:pt x="258" y="249"/>
                </a:cubicBezTo>
                <a:cubicBezTo>
                  <a:pt x="205" y="267"/>
                  <a:pt x="187" y="303"/>
                  <a:pt x="178" y="311"/>
                </a:cubicBezTo>
                <a:close/>
                <a:moveTo>
                  <a:pt x="231" y="205"/>
                </a:moveTo>
                <a:lnTo>
                  <a:pt x="231" y="205"/>
                </a:lnTo>
                <a:cubicBezTo>
                  <a:pt x="213" y="178"/>
                  <a:pt x="205" y="151"/>
                  <a:pt x="195" y="151"/>
                </a:cubicBezTo>
                <a:cubicBezTo>
                  <a:pt x="169" y="160"/>
                  <a:pt x="151" y="187"/>
                  <a:pt x="142" y="213"/>
                </a:cubicBezTo>
                <a:lnTo>
                  <a:pt x="142" y="213"/>
                </a:lnTo>
                <a:cubicBezTo>
                  <a:pt x="151" y="213"/>
                  <a:pt x="187" y="213"/>
                  <a:pt x="231" y="205"/>
                </a:cubicBezTo>
                <a:close/>
                <a:moveTo>
                  <a:pt x="275" y="249"/>
                </a:moveTo>
                <a:lnTo>
                  <a:pt x="275" y="249"/>
                </a:lnTo>
                <a:cubicBezTo>
                  <a:pt x="284" y="275"/>
                  <a:pt x="293" y="303"/>
                  <a:pt x="293" y="311"/>
                </a:cubicBezTo>
                <a:cubicBezTo>
                  <a:pt x="319" y="303"/>
                  <a:pt x="328" y="275"/>
                  <a:pt x="337" y="249"/>
                </a:cubicBezTo>
                <a:cubicBezTo>
                  <a:pt x="328" y="249"/>
                  <a:pt x="319" y="249"/>
                  <a:pt x="293" y="249"/>
                </a:cubicBezTo>
                <a:cubicBezTo>
                  <a:pt x="293" y="249"/>
                  <a:pt x="284" y="249"/>
                  <a:pt x="275" y="249"/>
                </a:cubicBezTo>
                <a:close/>
                <a:moveTo>
                  <a:pt x="240" y="0"/>
                </a:moveTo>
                <a:lnTo>
                  <a:pt x="240" y="0"/>
                </a:lnTo>
                <a:cubicBezTo>
                  <a:pt x="107" y="0"/>
                  <a:pt x="0" y="107"/>
                  <a:pt x="0" y="231"/>
                </a:cubicBezTo>
                <a:cubicBezTo>
                  <a:pt x="0" y="364"/>
                  <a:pt x="107" y="470"/>
                  <a:pt x="240" y="470"/>
                </a:cubicBezTo>
                <a:cubicBezTo>
                  <a:pt x="372" y="470"/>
                  <a:pt x="479" y="364"/>
                  <a:pt x="479" y="231"/>
                </a:cubicBezTo>
                <a:cubicBezTo>
                  <a:pt x="479" y="107"/>
                  <a:pt x="372" y="0"/>
                  <a:pt x="240" y="0"/>
                </a:cubicBezTo>
                <a:close/>
                <a:moveTo>
                  <a:pt x="240" y="356"/>
                </a:moveTo>
                <a:lnTo>
                  <a:pt x="240" y="356"/>
                </a:lnTo>
                <a:cubicBezTo>
                  <a:pt x="178" y="356"/>
                  <a:pt x="124" y="303"/>
                  <a:pt x="124" y="231"/>
                </a:cubicBezTo>
                <a:cubicBezTo>
                  <a:pt x="124" y="169"/>
                  <a:pt x="178" y="116"/>
                  <a:pt x="240" y="116"/>
                </a:cubicBezTo>
                <a:cubicBezTo>
                  <a:pt x="302" y="116"/>
                  <a:pt x="355" y="169"/>
                  <a:pt x="355" y="231"/>
                </a:cubicBezTo>
                <a:cubicBezTo>
                  <a:pt x="355" y="303"/>
                  <a:pt x="302" y="356"/>
                  <a:pt x="240" y="356"/>
                </a:cubicBezTo>
                <a:close/>
                <a:moveTo>
                  <a:pt x="266" y="213"/>
                </a:moveTo>
                <a:lnTo>
                  <a:pt x="266" y="213"/>
                </a:lnTo>
                <a:lnTo>
                  <a:pt x="266" y="222"/>
                </a:lnTo>
                <a:lnTo>
                  <a:pt x="266" y="231"/>
                </a:lnTo>
                <a:cubicBezTo>
                  <a:pt x="275" y="231"/>
                  <a:pt x="284" y="231"/>
                  <a:pt x="293" y="231"/>
                </a:cubicBezTo>
                <a:cubicBezTo>
                  <a:pt x="311" y="231"/>
                  <a:pt x="328" y="231"/>
                  <a:pt x="337" y="231"/>
                </a:cubicBezTo>
                <a:cubicBezTo>
                  <a:pt x="337" y="213"/>
                  <a:pt x="328" y="187"/>
                  <a:pt x="319" y="178"/>
                </a:cubicBezTo>
                <a:cubicBezTo>
                  <a:pt x="311" y="178"/>
                  <a:pt x="293" y="196"/>
                  <a:pt x="266" y="213"/>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7" name="Google Shape;1977;p29"/>
          <p:cNvSpPr/>
          <p:nvPr/>
        </p:nvSpPr>
        <p:spPr>
          <a:xfrm>
            <a:off x="2156940" y="4431199"/>
            <a:ext cx="461418" cy="455791"/>
          </a:xfrm>
          <a:custGeom>
            <a:rect b="b" l="l" r="r" t="t"/>
            <a:pathLst>
              <a:path extrusionOk="0" h="471" w="479">
                <a:moveTo>
                  <a:pt x="212" y="169"/>
                </a:moveTo>
                <a:lnTo>
                  <a:pt x="212" y="169"/>
                </a:lnTo>
                <a:cubicBezTo>
                  <a:pt x="212" y="142"/>
                  <a:pt x="203" y="142"/>
                  <a:pt x="185" y="142"/>
                </a:cubicBezTo>
                <a:cubicBezTo>
                  <a:pt x="185" y="142"/>
                  <a:pt x="185" y="142"/>
                  <a:pt x="177" y="142"/>
                </a:cubicBezTo>
                <a:cubicBezTo>
                  <a:pt x="177" y="142"/>
                  <a:pt x="168" y="151"/>
                  <a:pt x="168" y="160"/>
                </a:cubicBezTo>
                <a:cubicBezTo>
                  <a:pt x="159" y="160"/>
                  <a:pt x="159" y="169"/>
                  <a:pt x="168" y="187"/>
                </a:cubicBezTo>
                <a:cubicBezTo>
                  <a:pt x="168" y="195"/>
                  <a:pt x="185" y="213"/>
                  <a:pt x="194" y="213"/>
                </a:cubicBezTo>
                <a:cubicBezTo>
                  <a:pt x="194" y="213"/>
                  <a:pt x="194" y="213"/>
                  <a:pt x="203" y="213"/>
                </a:cubicBezTo>
                <a:cubicBezTo>
                  <a:pt x="212" y="204"/>
                  <a:pt x="221" y="187"/>
                  <a:pt x="212" y="169"/>
                </a:cubicBezTo>
                <a:close/>
                <a:moveTo>
                  <a:pt x="238" y="0"/>
                </a:moveTo>
                <a:lnTo>
                  <a:pt x="238" y="0"/>
                </a:lnTo>
                <a:cubicBezTo>
                  <a:pt x="106" y="0"/>
                  <a:pt x="0" y="107"/>
                  <a:pt x="0" y="231"/>
                </a:cubicBezTo>
                <a:cubicBezTo>
                  <a:pt x="0" y="363"/>
                  <a:pt x="106" y="470"/>
                  <a:pt x="238" y="470"/>
                </a:cubicBezTo>
                <a:cubicBezTo>
                  <a:pt x="372" y="470"/>
                  <a:pt x="478" y="363"/>
                  <a:pt x="478" y="231"/>
                </a:cubicBezTo>
                <a:cubicBezTo>
                  <a:pt x="478" y="107"/>
                  <a:pt x="372" y="0"/>
                  <a:pt x="238" y="0"/>
                </a:cubicBezTo>
                <a:close/>
                <a:moveTo>
                  <a:pt x="221" y="338"/>
                </a:moveTo>
                <a:lnTo>
                  <a:pt x="221" y="338"/>
                </a:lnTo>
                <a:cubicBezTo>
                  <a:pt x="212" y="346"/>
                  <a:pt x="194" y="346"/>
                  <a:pt x="185" y="346"/>
                </a:cubicBezTo>
                <a:lnTo>
                  <a:pt x="185" y="346"/>
                </a:lnTo>
                <a:lnTo>
                  <a:pt x="185" y="346"/>
                </a:lnTo>
                <a:cubicBezTo>
                  <a:pt x="177" y="346"/>
                  <a:pt x="124" y="346"/>
                  <a:pt x="124" y="301"/>
                </a:cubicBezTo>
                <a:cubicBezTo>
                  <a:pt x="124" y="257"/>
                  <a:pt x="177" y="248"/>
                  <a:pt x="194" y="248"/>
                </a:cubicBezTo>
                <a:lnTo>
                  <a:pt x="194" y="248"/>
                </a:lnTo>
                <a:cubicBezTo>
                  <a:pt x="185" y="240"/>
                  <a:pt x="185" y="231"/>
                  <a:pt x="185" y="231"/>
                </a:cubicBezTo>
                <a:lnTo>
                  <a:pt x="185" y="231"/>
                </a:lnTo>
                <a:cubicBezTo>
                  <a:pt x="177" y="231"/>
                  <a:pt x="168" y="222"/>
                  <a:pt x="159" y="222"/>
                </a:cubicBezTo>
                <a:cubicBezTo>
                  <a:pt x="141" y="213"/>
                  <a:pt x="141" y="195"/>
                  <a:pt x="141" y="178"/>
                </a:cubicBezTo>
                <a:cubicBezTo>
                  <a:pt x="141" y="125"/>
                  <a:pt x="194" y="125"/>
                  <a:pt x="194" y="125"/>
                </a:cubicBezTo>
                <a:cubicBezTo>
                  <a:pt x="256" y="125"/>
                  <a:pt x="256" y="125"/>
                  <a:pt x="256" y="125"/>
                </a:cubicBezTo>
                <a:lnTo>
                  <a:pt x="256" y="125"/>
                </a:lnTo>
                <a:cubicBezTo>
                  <a:pt x="256" y="134"/>
                  <a:pt x="238" y="134"/>
                  <a:pt x="238" y="134"/>
                </a:cubicBezTo>
                <a:cubicBezTo>
                  <a:pt x="230" y="134"/>
                  <a:pt x="230" y="134"/>
                  <a:pt x="221" y="134"/>
                </a:cubicBezTo>
                <a:cubicBezTo>
                  <a:pt x="238" y="142"/>
                  <a:pt x="238" y="160"/>
                  <a:pt x="238" y="178"/>
                </a:cubicBezTo>
                <a:cubicBezTo>
                  <a:pt x="238" y="195"/>
                  <a:pt x="230" y="204"/>
                  <a:pt x="230" y="213"/>
                </a:cubicBezTo>
                <a:cubicBezTo>
                  <a:pt x="221" y="222"/>
                  <a:pt x="212" y="222"/>
                  <a:pt x="212" y="231"/>
                </a:cubicBezTo>
                <a:cubicBezTo>
                  <a:pt x="212" y="231"/>
                  <a:pt x="221" y="240"/>
                  <a:pt x="230" y="240"/>
                </a:cubicBezTo>
                <a:cubicBezTo>
                  <a:pt x="238" y="248"/>
                  <a:pt x="256" y="266"/>
                  <a:pt x="256" y="284"/>
                </a:cubicBezTo>
                <a:cubicBezTo>
                  <a:pt x="256" y="310"/>
                  <a:pt x="247" y="328"/>
                  <a:pt x="221" y="338"/>
                </a:cubicBezTo>
                <a:close/>
                <a:moveTo>
                  <a:pt x="354" y="231"/>
                </a:moveTo>
                <a:lnTo>
                  <a:pt x="354" y="231"/>
                </a:lnTo>
                <a:cubicBezTo>
                  <a:pt x="310" y="231"/>
                  <a:pt x="310" y="231"/>
                  <a:pt x="310" y="231"/>
                </a:cubicBezTo>
                <a:cubicBezTo>
                  <a:pt x="310" y="275"/>
                  <a:pt x="310" y="275"/>
                  <a:pt x="310" y="275"/>
                </a:cubicBezTo>
                <a:cubicBezTo>
                  <a:pt x="291" y="275"/>
                  <a:pt x="291" y="275"/>
                  <a:pt x="291" y="275"/>
                </a:cubicBezTo>
                <a:cubicBezTo>
                  <a:pt x="291" y="231"/>
                  <a:pt x="291" y="231"/>
                  <a:pt x="291" y="231"/>
                </a:cubicBezTo>
                <a:cubicBezTo>
                  <a:pt x="256" y="231"/>
                  <a:pt x="256" y="231"/>
                  <a:pt x="256" y="231"/>
                </a:cubicBezTo>
                <a:cubicBezTo>
                  <a:pt x="256" y="213"/>
                  <a:pt x="256" y="213"/>
                  <a:pt x="256" y="213"/>
                </a:cubicBezTo>
                <a:cubicBezTo>
                  <a:pt x="291" y="213"/>
                  <a:pt x="291" y="213"/>
                  <a:pt x="291" y="213"/>
                </a:cubicBezTo>
                <a:cubicBezTo>
                  <a:pt x="291" y="169"/>
                  <a:pt x="291" y="169"/>
                  <a:pt x="291" y="169"/>
                </a:cubicBezTo>
                <a:cubicBezTo>
                  <a:pt x="310" y="169"/>
                  <a:pt x="310" y="169"/>
                  <a:pt x="310" y="169"/>
                </a:cubicBezTo>
                <a:cubicBezTo>
                  <a:pt x="310" y="213"/>
                  <a:pt x="310" y="213"/>
                  <a:pt x="310" y="213"/>
                </a:cubicBezTo>
                <a:cubicBezTo>
                  <a:pt x="354" y="213"/>
                  <a:pt x="354" y="213"/>
                  <a:pt x="354" y="213"/>
                </a:cubicBezTo>
                <a:lnTo>
                  <a:pt x="354" y="231"/>
                </a:lnTo>
                <a:close/>
                <a:moveTo>
                  <a:pt x="194" y="266"/>
                </a:moveTo>
                <a:lnTo>
                  <a:pt x="194" y="266"/>
                </a:lnTo>
                <a:lnTo>
                  <a:pt x="194" y="266"/>
                </a:lnTo>
                <a:cubicBezTo>
                  <a:pt x="177" y="266"/>
                  <a:pt x="168" y="266"/>
                  <a:pt x="159" y="275"/>
                </a:cubicBezTo>
                <a:cubicBezTo>
                  <a:pt x="159" y="284"/>
                  <a:pt x="150" y="293"/>
                  <a:pt x="150" y="301"/>
                </a:cubicBezTo>
                <a:cubicBezTo>
                  <a:pt x="150" y="319"/>
                  <a:pt x="168" y="328"/>
                  <a:pt x="194" y="328"/>
                </a:cubicBezTo>
                <a:cubicBezTo>
                  <a:pt x="221" y="319"/>
                  <a:pt x="230" y="310"/>
                  <a:pt x="230" y="293"/>
                </a:cubicBezTo>
                <a:cubicBezTo>
                  <a:pt x="230" y="275"/>
                  <a:pt x="212" y="266"/>
                  <a:pt x="194" y="266"/>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8" name="Google Shape;1978;p29"/>
          <p:cNvSpPr/>
          <p:nvPr/>
        </p:nvSpPr>
        <p:spPr>
          <a:xfrm>
            <a:off x="9812533" y="1558591"/>
            <a:ext cx="461418" cy="455791"/>
          </a:xfrm>
          <a:custGeom>
            <a:rect b="b" l="l" r="r" t="t"/>
            <a:pathLst>
              <a:path extrusionOk="0" h="471" w="479">
                <a:moveTo>
                  <a:pt x="240" y="0"/>
                </a:moveTo>
                <a:lnTo>
                  <a:pt x="240" y="0"/>
                </a:lnTo>
                <a:cubicBezTo>
                  <a:pt x="106" y="0"/>
                  <a:pt x="0" y="107"/>
                  <a:pt x="0" y="231"/>
                </a:cubicBezTo>
                <a:cubicBezTo>
                  <a:pt x="0" y="363"/>
                  <a:pt x="106" y="470"/>
                  <a:pt x="240" y="470"/>
                </a:cubicBezTo>
                <a:cubicBezTo>
                  <a:pt x="372" y="470"/>
                  <a:pt x="478" y="363"/>
                  <a:pt x="478" y="231"/>
                </a:cubicBezTo>
                <a:cubicBezTo>
                  <a:pt x="478" y="107"/>
                  <a:pt x="372" y="0"/>
                  <a:pt x="240" y="0"/>
                </a:cubicBezTo>
                <a:close/>
                <a:moveTo>
                  <a:pt x="293" y="160"/>
                </a:moveTo>
                <a:lnTo>
                  <a:pt x="293" y="160"/>
                </a:lnTo>
                <a:cubicBezTo>
                  <a:pt x="257" y="160"/>
                  <a:pt x="257" y="160"/>
                  <a:pt x="257" y="160"/>
                </a:cubicBezTo>
                <a:cubicBezTo>
                  <a:pt x="257" y="160"/>
                  <a:pt x="249" y="169"/>
                  <a:pt x="249" y="178"/>
                </a:cubicBezTo>
                <a:cubicBezTo>
                  <a:pt x="249" y="195"/>
                  <a:pt x="249" y="195"/>
                  <a:pt x="249" y="195"/>
                </a:cubicBezTo>
                <a:cubicBezTo>
                  <a:pt x="293" y="195"/>
                  <a:pt x="293" y="195"/>
                  <a:pt x="293" y="195"/>
                </a:cubicBezTo>
                <a:cubicBezTo>
                  <a:pt x="293" y="240"/>
                  <a:pt x="293" y="240"/>
                  <a:pt x="293" y="240"/>
                </a:cubicBezTo>
                <a:cubicBezTo>
                  <a:pt x="249" y="240"/>
                  <a:pt x="249" y="240"/>
                  <a:pt x="249" y="240"/>
                </a:cubicBezTo>
                <a:cubicBezTo>
                  <a:pt x="249" y="346"/>
                  <a:pt x="249" y="346"/>
                  <a:pt x="249" y="346"/>
                </a:cubicBezTo>
                <a:cubicBezTo>
                  <a:pt x="213" y="346"/>
                  <a:pt x="213" y="346"/>
                  <a:pt x="213" y="346"/>
                </a:cubicBezTo>
                <a:cubicBezTo>
                  <a:pt x="213" y="240"/>
                  <a:pt x="213" y="240"/>
                  <a:pt x="213" y="240"/>
                </a:cubicBezTo>
                <a:cubicBezTo>
                  <a:pt x="169" y="240"/>
                  <a:pt x="169" y="240"/>
                  <a:pt x="169" y="240"/>
                </a:cubicBezTo>
                <a:cubicBezTo>
                  <a:pt x="169" y="195"/>
                  <a:pt x="169" y="195"/>
                  <a:pt x="169" y="195"/>
                </a:cubicBezTo>
                <a:cubicBezTo>
                  <a:pt x="213" y="195"/>
                  <a:pt x="213" y="195"/>
                  <a:pt x="213" y="195"/>
                </a:cubicBezTo>
                <a:cubicBezTo>
                  <a:pt x="213" y="178"/>
                  <a:pt x="213" y="178"/>
                  <a:pt x="213" y="178"/>
                </a:cubicBezTo>
                <a:cubicBezTo>
                  <a:pt x="213" y="151"/>
                  <a:pt x="230" y="125"/>
                  <a:pt x="257" y="125"/>
                </a:cubicBezTo>
                <a:cubicBezTo>
                  <a:pt x="293" y="125"/>
                  <a:pt x="293" y="125"/>
                  <a:pt x="293" y="125"/>
                </a:cubicBezTo>
                <a:lnTo>
                  <a:pt x="293" y="160"/>
                </a:ln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9" name="Google Shape;1979;p29"/>
          <p:cNvSpPr/>
          <p:nvPr/>
        </p:nvSpPr>
        <p:spPr>
          <a:xfrm>
            <a:off x="7935909" y="1605180"/>
            <a:ext cx="427655" cy="419214"/>
          </a:xfrm>
          <a:custGeom>
            <a:rect b="b" l="l" r="r" t="t"/>
            <a:pathLst>
              <a:path extrusionOk="0" h="435" w="444">
                <a:moveTo>
                  <a:pt x="221" y="0"/>
                </a:moveTo>
                <a:lnTo>
                  <a:pt x="221" y="0"/>
                </a:lnTo>
                <a:cubicBezTo>
                  <a:pt x="98" y="0"/>
                  <a:pt x="0" y="97"/>
                  <a:pt x="0" y="212"/>
                </a:cubicBezTo>
                <a:cubicBezTo>
                  <a:pt x="0" y="274"/>
                  <a:pt x="27" y="319"/>
                  <a:pt x="62" y="363"/>
                </a:cubicBezTo>
                <a:cubicBezTo>
                  <a:pt x="89" y="328"/>
                  <a:pt x="142" y="309"/>
                  <a:pt x="195" y="309"/>
                </a:cubicBezTo>
                <a:cubicBezTo>
                  <a:pt x="258" y="309"/>
                  <a:pt x="319" y="345"/>
                  <a:pt x="346" y="398"/>
                </a:cubicBezTo>
                <a:cubicBezTo>
                  <a:pt x="408" y="354"/>
                  <a:pt x="443" y="292"/>
                  <a:pt x="443" y="212"/>
                </a:cubicBezTo>
                <a:cubicBezTo>
                  <a:pt x="443" y="97"/>
                  <a:pt x="346" y="0"/>
                  <a:pt x="221" y="0"/>
                </a:cubicBezTo>
                <a:close/>
                <a:moveTo>
                  <a:pt x="328" y="292"/>
                </a:moveTo>
                <a:lnTo>
                  <a:pt x="328" y="292"/>
                </a:lnTo>
                <a:cubicBezTo>
                  <a:pt x="328" y="301"/>
                  <a:pt x="319" y="301"/>
                  <a:pt x="311" y="301"/>
                </a:cubicBezTo>
                <a:cubicBezTo>
                  <a:pt x="258" y="265"/>
                  <a:pt x="195" y="256"/>
                  <a:pt x="124" y="274"/>
                </a:cubicBezTo>
                <a:cubicBezTo>
                  <a:pt x="115" y="284"/>
                  <a:pt x="107" y="274"/>
                  <a:pt x="107" y="265"/>
                </a:cubicBezTo>
                <a:cubicBezTo>
                  <a:pt x="107" y="256"/>
                  <a:pt x="107" y="256"/>
                  <a:pt x="115" y="248"/>
                </a:cubicBezTo>
                <a:cubicBezTo>
                  <a:pt x="195" y="230"/>
                  <a:pt x="266" y="239"/>
                  <a:pt x="328" y="274"/>
                </a:cubicBezTo>
                <a:cubicBezTo>
                  <a:pt x="328" y="284"/>
                  <a:pt x="337" y="284"/>
                  <a:pt x="328" y="292"/>
                </a:cubicBezTo>
                <a:close/>
                <a:moveTo>
                  <a:pt x="355" y="230"/>
                </a:moveTo>
                <a:lnTo>
                  <a:pt x="355" y="230"/>
                </a:lnTo>
                <a:cubicBezTo>
                  <a:pt x="355" y="239"/>
                  <a:pt x="337" y="239"/>
                  <a:pt x="337" y="239"/>
                </a:cubicBezTo>
                <a:cubicBezTo>
                  <a:pt x="274" y="203"/>
                  <a:pt x="186" y="194"/>
                  <a:pt x="115" y="212"/>
                </a:cubicBezTo>
                <a:cubicBezTo>
                  <a:pt x="107" y="212"/>
                  <a:pt x="98" y="212"/>
                  <a:pt x="98" y="203"/>
                </a:cubicBezTo>
                <a:cubicBezTo>
                  <a:pt x="98" y="194"/>
                  <a:pt x="98" y="186"/>
                  <a:pt x="107" y="177"/>
                </a:cubicBezTo>
                <a:cubicBezTo>
                  <a:pt x="186" y="159"/>
                  <a:pt x="283" y="168"/>
                  <a:pt x="346" y="212"/>
                </a:cubicBezTo>
                <a:cubicBezTo>
                  <a:pt x="355" y="212"/>
                  <a:pt x="364" y="221"/>
                  <a:pt x="355" y="230"/>
                </a:cubicBezTo>
                <a:close/>
                <a:moveTo>
                  <a:pt x="355" y="168"/>
                </a:moveTo>
                <a:lnTo>
                  <a:pt x="355" y="168"/>
                </a:lnTo>
                <a:cubicBezTo>
                  <a:pt x="293" y="124"/>
                  <a:pt x="177" y="124"/>
                  <a:pt x="107" y="141"/>
                </a:cubicBezTo>
                <a:cubicBezTo>
                  <a:pt x="98" y="150"/>
                  <a:pt x="89" y="141"/>
                  <a:pt x="80" y="132"/>
                </a:cubicBezTo>
                <a:cubicBezTo>
                  <a:pt x="80" y="115"/>
                  <a:pt x="89" y="106"/>
                  <a:pt x="98" y="106"/>
                </a:cubicBezTo>
                <a:cubicBezTo>
                  <a:pt x="168" y="79"/>
                  <a:pt x="302" y="88"/>
                  <a:pt x="381" y="132"/>
                </a:cubicBezTo>
                <a:cubicBezTo>
                  <a:pt x="390" y="141"/>
                  <a:pt x="390" y="150"/>
                  <a:pt x="381" y="159"/>
                </a:cubicBezTo>
                <a:cubicBezTo>
                  <a:pt x="381" y="168"/>
                  <a:pt x="364" y="177"/>
                  <a:pt x="355" y="168"/>
                </a:cubicBezTo>
                <a:close/>
                <a:moveTo>
                  <a:pt x="195" y="372"/>
                </a:moveTo>
                <a:lnTo>
                  <a:pt x="195" y="372"/>
                </a:lnTo>
                <a:cubicBezTo>
                  <a:pt x="160" y="372"/>
                  <a:pt x="133" y="381"/>
                  <a:pt x="115" y="407"/>
                </a:cubicBezTo>
                <a:cubicBezTo>
                  <a:pt x="151" y="425"/>
                  <a:pt x="186" y="434"/>
                  <a:pt x="221" y="434"/>
                </a:cubicBezTo>
                <a:cubicBezTo>
                  <a:pt x="239" y="434"/>
                  <a:pt x="258" y="434"/>
                  <a:pt x="274" y="425"/>
                </a:cubicBezTo>
                <a:cubicBezTo>
                  <a:pt x="258" y="390"/>
                  <a:pt x="230" y="372"/>
                  <a:pt x="195" y="372"/>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0" name="Google Shape;1980;p29"/>
          <p:cNvSpPr/>
          <p:nvPr/>
        </p:nvSpPr>
        <p:spPr>
          <a:xfrm>
            <a:off x="8884071" y="3483041"/>
            <a:ext cx="410774" cy="419216"/>
          </a:xfrm>
          <a:custGeom>
            <a:rect b="b" l="l" r="r" t="t"/>
            <a:pathLst>
              <a:path extrusionOk="0" h="435" w="426">
                <a:moveTo>
                  <a:pt x="380" y="89"/>
                </a:moveTo>
                <a:lnTo>
                  <a:pt x="380" y="89"/>
                </a:lnTo>
                <a:cubicBezTo>
                  <a:pt x="389" y="97"/>
                  <a:pt x="389" y="115"/>
                  <a:pt x="389" y="133"/>
                </a:cubicBezTo>
                <a:cubicBezTo>
                  <a:pt x="389" y="178"/>
                  <a:pt x="372" y="213"/>
                  <a:pt x="336" y="239"/>
                </a:cubicBezTo>
                <a:cubicBezTo>
                  <a:pt x="301" y="266"/>
                  <a:pt x="248" y="284"/>
                  <a:pt x="185" y="284"/>
                </a:cubicBezTo>
                <a:cubicBezTo>
                  <a:pt x="167" y="284"/>
                  <a:pt x="167" y="284"/>
                  <a:pt x="167" y="284"/>
                </a:cubicBezTo>
                <a:cubicBezTo>
                  <a:pt x="159" y="284"/>
                  <a:pt x="150" y="293"/>
                  <a:pt x="141" y="301"/>
                </a:cubicBezTo>
                <a:cubicBezTo>
                  <a:pt x="123" y="381"/>
                  <a:pt x="123" y="381"/>
                  <a:pt x="123" y="381"/>
                </a:cubicBezTo>
                <a:cubicBezTo>
                  <a:pt x="123" y="390"/>
                  <a:pt x="114" y="399"/>
                  <a:pt x="106" y="399"/>
                </a:cubicBezTo>
                <a:cubicBezTo>
                  <a:pt x="70" y="399"/>
                  <a:pt x="70" y="399"/>
                  <a:pt x="70" y="399"/>
                </a:cubicBezTo>
                <a:cubicBezTo>
                  <a:pt x="61" y="408"/>
                  <a:pt x="61" y="408"/>
                  <a:pt x="61" y="408"/>
                </a:cubicBezTo>
                <a:cubicBezTo>
                  <a:pt x="61" y="416"/>
                  <a:pt x="70" y="434"/>
                  <a:pt x="79" y="434"/>
                </a:cubicBezTo>
                <a:cubicBezTo>
                  <a:pt x="132" y="434"/>
                  <a:pt x="132" y="434"/>
                  <a:pt x="132" y="434"/>
                </a:cubicBezTo>
                <a:cubicBezTo>
                  <a:pt x="150" y="434"/>
                  <a:pt x="159" y="416"/>
                  <a:pt x="159" y="408"/>
                </a:cubicBezTo>
                <a:cubicBezTo>
                  <a:pt x="176" y="328"/>
                  <a:pt x="176" y="328"/>
                  <a:pt x="176" y="328"/>
                </a:cubicBezTo>
                <a:cubicBezTo>
                  <a:pt x="185" y="319"/>
                  <a:pt x="194" y="310"/>
                  <a:pt x="203" y="310"/>
                </a:cubicBezTo>
                <a:cubicBezTo>
                  <a:pt x="220" y="310"/>
                  <a:pt x="220" y="310"/>
                  <a:pt x="220" y="310"/>
                </a:cubicBezTo>
                <a:cubicBezTo>
                  <a:pt x="283" y="310"/>
                  <a:pt x="336" y="301"/>
                  <a:pt x="372" y="275"/>
                </a:cubicBezTo>
                <a:cubicBezTo>
                  <a:pt x="407" y="248"/>
                  <a:pt x="425" y="213"/>
                  <a:pt x="425" y="168"/>
                </a:cubicBezTo>
                <a:cubicBezTo>
                  <a:pt x="425" y="150"/>
                  <a:pt x="425" y="133"/>
                  <a:pt x="416" y="124"/>
                </a:cubicBezTo>
                <a:cubicBezTo>
                  <a:pt x="407" y="106"/>
                  <a:pt x="398" y="97"/>
                  <a:pt x="389" y="89"/>
                </a:cubicBezTo>
                <a:cubicBezTo>
                  <a:pt x="380" y="89"/>
                  <a:pt x="380" y="89"/>
                  <a:pt x="380" y="89"/>
                </a:cubicBezTo>
                <a:close/>
                <a:moveTo>
                  <a:pt x="97" y="346"/>
                </a:moveTo>
                <a:lnTo>
                  <a:pt x="97" y="346"/>
                </a:lnTo>
                <a:cubicBezTo>
                  <a:pt x="114" y="266"/>
                  <a:pt x="114" y="266"/>
                  <a:pt x="114" y="266"/>
                </a:cubicBezTo>
                <a:cubicBezTo>
                  <a:pt x="114" y="257"/>
                  <a:pt x="123" y="248"/>
                  <a:pt x="141" y="248"/>
                </a:cubicBezTo>
                <a:cubicBezTo>
                  <a:pt x="150" y="248"/>
                  <a:pt x="150" y="248"/>
                  <a:pt x="150" y="248"/>
                </a:cubicBezTo>
                <a:cubicBezTo>
                  <a:pt x="220" y="248"/>
                  <a:pt x="265" y="231"/>
                  <a:pt x="301" y="203"/>
                </a:cubicBezTo>
                <a:cubicBezTo>
                  <a:pt x="345" y="178"/>
                  <a:pt x="363" y="142"/>
                  <a:pt x="363" y="106"/>
                </a:cubicBezTo>
                <a:cubicBezTo>
                  <a:pt x="363" y="80"/>
                  <a:pt x="354" y="71"/>
                  <a:pt x="345" y="53"/>
                </a:cubicBezTo>
                <a:cubicBezTo>
                  <a:pt x="345" y="44"/>
                  <a:pt x="336" y="36"/>
                  <a:pt x="318" y="27"/>
                </a:cubicBezTo>
                <a:cubicBezTo>
                  <a:pt x="310" y="18"/>
                  <a:pt x="292" y="9"/>
                  <a:pt x="273" y="9"/>
                </a:cubicBezTo>
                <a:cubicBezTo>
                  <a:pt x="257" y="9"/>
                  <a:pt x="238" y="0"/>
                  <a:pt x="212" y="0"/>
                </a:cubicBezTo>
                <a:cubicBezTo>
                  <a:pt x="97" y="0"/>
                  <a:pt x="97" y="0"/>
                  <a:pt x="97" y="0"/>
                </a:cubicBezTo>
                <a:cubicBezTo>
                  <a:pt x="88" y="0"/>
                  <a:pt x="79" y="9"/>
                  <a:pt x="70" y="27"/>
                </a:cubicBezTo>
                <a:cubicBezTo>
                  <a:pt x="0" y="346"/>
                  <a:pt x="0" y="346"/>
                  <a:pt x="0" y="346"/>
                </a:cubicBezTo>
                <a:cubicBezTo>
                  <a:pt x="0" y="354"/>
                  <a:pt x="0" y="363"/>
                  <a:pt x="17" y="363"/>
                </a:cubicBezTo>
                <a:cubicBezTo>
                  <a:pt x="70" y="363"/>
                  <a:pt x="70" y="363"/>
                  <a:pt x="70" y="363"/>
                </a:cubicBezTo>
                <a:cubicBezTo>
                  <a:pt x="79" y="363"/>
                  <a:pt x="88" y="354"/>
                  <a:pt x="97" y="346"/>
                </a:cubicBezTo>
                <a:close/>
                <a:moveTo>
                  <a:pt x="141" y="159"/>
                </a:moveTo>
                <a:lnTo>
                  <a:pt x="141" y="159"/>
                </a:lnTo>
                <a:cubicBezTo>
                  <a:pt x="150" y="89"/>
                  <a:pt x="150" y="89"/>
                  <a:pt x="150" y="89"/>
                </a:cubicBezTo>
                <a:cubicBezTo>
                  <a:pt x="159" y="80"/>
                  <a:pt x="167" y="71"/>
                  <a:pt x="176" y="71"/>
                </a:cubicBezTo>
                <a:cubicBezTo>
                  <a:pt x="194" y="71"/>
                  <a:pt x="194" y="71"/>
                  <a:pt x="194" y="71"/>
                </a:cubicBezTo>
                <a:cubicBezTo>
                  <a:pt x="220" y="71"/>
                  <a:pt x="229" y="71"/>
                  <a:pt x="238" y="80"/>
                </a:cubicBezTo>
                <a:cubicBezTo>
                  <a:pt x="257" y="89"/>
                  <a:pt x="257" y="97"/>
                  <a:pt x="257" y="115"/>
                </a:cubicBezTo>
                <a:cubicBezTo>
                  <a:pt x="257" y="133"/>
                  <a:pt x="248" y="150"/>
                  <a:pt x="229" y="159"/>
                </a:cubicBezTo>
                <a:cubicBezTo>
                  <a:pt x="220" y="168"/>
                  <a:pt x="194" y="178"/>
                  <a:pt x="167" y="178"/>
                </a:cubicBezTo>
                <a:cubicBezTo>
                  <a:pt x="150" y="178"/>
                  <a:pt x="150" y="178"/>
                  <a:pt x="150" y="178"/>
                </a:cubicBezTo>
                <a:cubicBezTo>
                  <a:pt x="141" y="178"/>
                  <a:pt x="132" y="168"/>
                  <a:pt x="141" y="159"/>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1" name="Google Shape;1981;p29"/>
          <p:cNvSpPr/>
          <p:nvPr/>
        </p:nvSpPr>
        <p:spPr>
          <a:xfrm>
            <a:off x="10755062" y="3584327"/>
            <a:ext cx="478299" cy="216642"/>
          </a:xfrm>
          <a:custGeom>
            <a:rect b="b" l="l" r="r" t="t"/>
            <a:pathLst>
              <a:path extrusionOk="0" h="223" w="497">
                <a:moveTo>
                  <a:pt x="17" y="195"/>
                </a:moveTo>
                <a:lnTo>
                  <a:pt x="17" y="195"/>
                </a:lnTo>
                <a:cubicBezTo>
                  <a:pt x="26" y="160"/>
                  <a:pt x="26" y="160"/>
                  <a:pt x="26" y="160"/>
                </a:cubicBezTo>
                <a:cubicBezTo>
                  <a:pt x="17" y="125"/>
                  <a:pt x="17" y="125"/>
                  <a:pt x="17" y="125"/>
                </a:cubicBezTo>
                <a:cubicBezTo>
                  <a:pt x="17" y="125"/>
                  <a:pt x="17" y="125"/>
                  <a:pt x="9" y="125"/>
                </a:cubicBezTo>
                <a:lnTo>
                  <a:pt x="9" y="125"/>
                </a:lnTo>
                <a:cubicBezTo>
                  <a:pt x="0" y="160"/>
                  <a:pt x="0" y="160"/>
                  <a:pt x="0" y="160"/>
                </a:cubicBezTo>
                <a:cubicBezTo>
                  <a:pt x="9" y="195"/>
                  <a:pt x="9" y="195"/>
                  <a:pt x="9" y="195"/>
                </a:cubicBezTo>
                <a:lnTo>
                  <a:pt x="9" y="195"/>
                </a:lnTo>
                <a:cubicBezTo>
                  <a:pt x="17" y="195"/>
                  <a:pt x="17" y="195"/>
                  <a:pt x="17" y="195"/>
                </a:cubicBezTo>
                <a:close/>
                <a:moveTo>
                  <a:pt x="70" y="213"/>
                </a:moveTo>
                <a:lnTo>
                  <a:pt x="70" y="213"/>
                </a:lnTo>
                <a:cubicBezTo>
                  <a:pt x="70" y="160"/>
                  <a:pt x="70" y="160"/>
                  <a:pt x="70" y="160"/>
                </a:cubicBezTo>
                <a:cubicBezTo>
                  <a:pt x="70" y="80"/>
                  <a:pt x="70" y="80"/>
                  <a:pt x="70" y="80"/>
                </a:cubicBezTo>
                <a:lnTo>
                  <a:pt x="62" y="72"/>
                </a:lnTo>
                <a:lnTo>
                  <a:pt x="53" y="80"/>
                </a:lnTo>
                <a:cubicBezTo>
                  <a:pt x="53" y="160"/>
                  <a:pt x="53" y="160"/>
                  <a:pt x="53" y="160"/>
                </a:cubicBezTo>
                <a:cubicBezTo>
                  <a:pt x="53" y="213"/>
                  <a:pt x="53" y="213"/>
                  <a:pt x="53" y="213"/>
                </a:cubicBezTo>
                <a:cubicBezTo>
                  <a:pt x="53" y="222"/>
                  <a:pt x="62" y="222"/>
                  <a:pt x="62" y="222"/>
                </a:cubicBezTo>
                <a:cubicBezTo>
                  <a:pt x="62" y="222"/>
                  <a:pt x="70" y="222"/>
                  <a:pt x="70" y="213"/>
                </a:cubicBezTo>
                <a:close/>
                <a:moveTo>
                  <a:pt x="115" y="213"/>
                </a:moveTo>
                <a:lnTo>
                  <a:pt x="115" y="213"/>
                </a:lnTo>
                <a:cubicBezTo>
                  <a:pt x="123" y="160"/>
                  <a:pt x="123" y="160"/>
                  <a:pt x="123" y="160"/>
                </a:cubicBezTo>
                <a:cubicBezTo>
                  <a:pt x="115" y="53"/>
                  <a:pt x="115" y="53"/>
                  <a:pt x="115" y="53"/>
                </a:cubicBezTo>
                <a:cubicBezTo>
                  <a:pt x="115" y="44"/>
                  <a:pt x="115" y="44"/>
                  <a:pt x="115" y="44"/>
                </a:cubicBezTo>
                <a:cubicBezTo>
                  <a:pt x="107" y="44"/>
                  <a:pt x="107" y="44"/>
                  <a:pt x="107" y="53"/>
                </a:cubicBezTo>
                <a:cubicBezTo>
                  <a:pt x="97" y="160"/>
                  <a:pt x="97" y="160"/>
                  <a:pt x="97" y="160"/>
                </a:cubicBezTo>
                <a:cubicBezTo>
                  <a:pt x="107" y="213"/>
                  <a:pt x="107" y="213"/>
                  <a:pt x="107" y="213"/>
                </a:cubicBezTo>
                <a:cubicBezTo>
                  <a:pt x="107" y="213"/>
                  <a:pt x="107" y="222"/>
                  <a:pt x="115" y="222"/>
                </a:cubicBezTo>
                <a:lnTo>
                  <a:pt x="115" y="213"/>
                </a:lnTo>
                <a:close/>
                <a:moveTo>
                  <a:pt x="168" y="213"/>
                </a:moveTo>
                <a:lnTo>
                  <a:pt x="168" y="213"/>
                </a:lnTo>
                <a:cubicBezTo>
                  <a:pt x="177" y="160"/>
                  <a:pt x="177" y="160"/>
                  <a:pt x="177" y="160"/>
                </a:cubicBezTo>
                <a:cubicBezTo>
                  <a:pt x="168" y="53"/>
                  <a:pt x="168" y="53"/>
                  <a:pt x="168" y="53"/>
                </a:cubicBezTo>
                <a:cubicBezTo>
                  <a:pt x="168" y="44"/>
                  <a:pt x="168" y="44"/>
                  <a:pt x="160" y="44"/>
                </a:cubicBezTo>
                <a:cubicBezTo>
                  <a:pt x="160" y="44"/>
                  <a:pt x="151" y="44"/>
                  <a:pt x="151" y="53"/>
                </a:cubicBezTo>
                <a:cubicBezTo>
                  <a:pt x="151" y="160"/>
                  <a:pt x="151" y="160"/>
                  <a:pt x="151" y="160"/>
                </a:cubicBezTo>
                <a:cubicBezTo>
                  <a:pt x="151" y="213"/>
                  <a:pt x="151" y="213"/>
                  <a:pt x="151" y="213"/>
                </a:cubicBezTo>
                <a:lnTo>
                  <a:pt x="160" y="222"/>
                </a:lnTo>
                <a:cubicBezTo>
                  <a:pt x="168" y="222"/>
                  <a:pt x="168" y="213"/>
                  <a:pt x="168" y="213"/>
                </a:cubicBezTo>
                <a:close/>
                <a:moveTo>
                  <a:pt x="221" y="213"/>
                </a:moveTo>
                <a:lnTo>
                  <a:pt x="221" y="213"/>
                </a:lnTo>
                <a:cubicBezTo>
                  <a:pt x="221" y="160"/>
                  <a:pt x="221" y="160"/>
                  <a:pt x="221" y="160"/>
                </a:cubicBezTo>
                <a:cubicBezTo>
                  <a:pt x="221" y="36"/>
                  <a:pt x="221" y="36"/>
                  <a:pt x="221" y="36"/>
                </a:cubicBezTo>
                <a:cubicBezTo>
                  <a:pt x="221" y="27"/>
                  <a:pt x="213" y="27"/>
                  <a:pt x="213" y="27"/>
                </a:cubicBezTo>
                <a:cubicBezTo>
                  <a:pt x="204" y="27"/>
                  <a:pt x="204" y="27"/>
                  <a:pt x="204" y="36"/>
                </a:cubicBezTo>
                <a:cubicBezTo>
                  <a:pt x="195" y="160"/>
                  <a:pt x="195" y="160"/>
                  <a:pt x="195" y="160"/>
                </a:cubicBezTo>
                <a:lnTo>
                  <a:pt x="204" y="213"/>
                </a:lnTo>
                <a:cubicBezTo>
                  <a:pt x="204" y="213"/>
                  <a:pt x="204" y="222"/>
                  <a:pt x="213" y="222"/>
                </a:cubicBezTo>
                <a:lnTo>
                  <a:pt x="221" y="213"/>
                </a:lnTo>
                <a:close/>
                <a:moveTo>
                  <a:pt x="257" y="222"/>
                </a:moveTo>
                <a:lnTo>
                  <a:pt x="257" y="222"/>
                </a:lnTo>
                <a:lnTo>
                  <a:pt x="434" y="222"/>
                </a:lnTo>
                <a:cubicBezTo>
                  <a:pt x="470" y="222"/>
                  <a:pt x="496" y="195"/>
                  <a:pt x="496" y="160"/>
                </a:cubicBezTo>
                <a:cubicBezTo>
                  <a:pt x="496" y="125"/>
                  <a:pt x="470" y="97"/>
                  <a:pt x="434" y="97"/>
                </a:cubicBezTo>
                <a:cubicBezTo>
                  <a:pt x="425" y="97"/>
                  <a:pt x="416" y="97"/>
                  <a:pt x="407" y="97"/>
                </a:cubicBezTo>
                <a:cubicBezTo>
                  <a:pt x="398" y="44"/>
                  <a:pt x="354" y="0"/>
                  <a:pt x="292" y="0"/>
                </a:cubicBezTo>
                <a:cubicBezTo>
                  <a:pt x="283" y="0"/>
                  <a:pt x="266" y="0"/>
                  <a:pt x="257" y="9"/>
                </a:cubicBezTo>
                <a:cubicBezTo>
                  <a:pt x="248" y="9"/>
                  <a:pt x="248" y="9"/>
                  <a:pt x="248" y="18"/>
                </a:cubicBezTo>
                <a:cubicBezTo>
                  <a:pt x="248" y="213"/>
                  <a:pt x="248" y="213"/>
                  <a:pt x="248" y="213"/>
                </a:cubicBezTo>
                <a:cubicBezTo>
                  <a:pt x="248" y="213"/>
                  <a:pt x="248" y="222"/>
                  <a:pt x="257" y="222"/>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2" name="Google Shape;1982;p29"/>
          <p:cNvSpPr/>
          <p:nvPr/>
        </p:nvSpPr>
        <p:spPr>
          <a:xfrm>
            <a:off x="6936377" y="4338351"/>
            <a:ext cx="461418" cy="452978"/>
          </a:xfrm>
          <a:custGeom>
            <a:rect b="b" l="l" r="r" t="t"/>
            <a:pathLst>
              <a:path extrusionOk="0" h="471" w="479">
                <a:moveTo>
                  <a:pt x="266" y="257"/>
                </a:moveTo>
                <a:lnTo>
                  <a:pt x="266" y="257"/>
                </a:lnTo>
                <a:cubicBezTo>
                  <a:pt x="257" y="257"/>
                  <a:pt x="249" y="257"/>
                  <a:pt x="240" y="257"/>
                </a:cubicBezTo>
                <a:cubicBezTo>
                  <a:pt x="213" y="257"/>
                  <a:pt x="213" y="257"/>
                  <a:pt x="213" y="257"/>
                </a:cubicBezTo>
                <a:cubicBezTo>
                  <a:pt x="213" y="311"/>
                  <a:pt x="213" y="311"/>
                  <a:pt x="213" y="311"/>
                </a:cubicBezTo>
                <a:cubicBezTo>
                  <a:pt x="240" y="311"/>
                  <a:pt x="240" y="311"/>
                  <a:pt x="240" y="311"/>
                </a:cubicBezTo>
                <a:cubicBezTo>
                  <a:pt x="249" y="311"/>
                  <a:pt x="257" y="311"/>
                  <a:pt x="266" y="311"/>
                </a:cubicBezTo>
                <a:cubicBezTo>
                  <a:pt x="275" y="302"/>
                  <a:pt x="275" y="293"/>
                  <a:pt x="275" y="284"/>
                </a:cubicBezTo>
                <a:cubicBezTo>
                  <a:pt x="275" y="275"/>
                  <a:pt x="275" y="266"/>
                  <a:pt x="266" y="257"/>
                </a:cubicBezTo>
                <a:close/>
                <a:moveTo>
                  <a:pt x="257" y="213"/>
                </a:moveTo>
                <a:lnTo>
                  <a:pt x="257" y="213"/>
                </a:lnTo>
                <a:cubicBezTo>
                  <a:pt x="257" y="204"/>
                  <a:pt x="266" y="196"/>
                  <a:pt x="266" y="186"/>
                </a:cubicBezTo>
                <a:cubicBezTo>
                  <a:pt x="266" y="177"/>
                  <a:pt x="257" y="168"/>
                  <a:pt x="257" y="168"/>
                </a:cubicBezTo>
                <a:cubicBezTo>
                  <a:pt x="249" y="160"/>
                  <a:pt x="231" y="160"/>
                  <a:pt x="222" y="160"/>
                </a:cubicBezTo>
                <a:cubicBezTo>
                  <a:pt x="213" y="160"/>
                  <a:pt x="213" y="160"/>
                  <a:pt x="213" y="160"/>
                </a:cubicBezTo>
                <a:cubicBezTo>
                  <a:pt x="213" y="213"/>
                  <a:pt x="213" y="213"/>
                  <a:pt x="213" y="213"/>
                </a:cubicBezTo>
                <a:cubicBezTo>
                  <a:pt x="231" y="213"/>
                  <a:pt x="231" y="213"/>
                  <a:pt x="231" y="213"/>
                </a:cubicBezTo>
                <a:cubicBezTo>
                  <a:pt x="240" y="213"/>
                  <a:pt x="249" y="213"/>
                  <a:pt x="257" y="213"/>
                </a:cubicBezTo>
                <a:close/>
                <a:moveTo>
                  <a:pt x="390" y="0"/>
                </a:moveTo>
                <a:lnTo>
                  <a:pt x="390" y="0"/>
                </a:lnTo>
                <a:cubicBezTo>
                  <a:pt x="89" y="0"/>
                  <a:pt x="89" y="0"/>
                  <a:pt x="89" y="0"/>
                </a:cubicBezTo>
                <a:cubicBezTo>
                  <a:pt x="36" y="0"/>
                  <a:pt x="0" y="36"/>
                  <a:pt x="0" y="80"/>
                </a:cubicBezTo>
                <a:cubicBezTo>
                  <a:pt x="0" y="390"/>
                  <a:pt x="0" y="390"/>
                  <a:pt x="0" y="390"/>
                </a:cubicBezTo>
                <a:cubicBezTo>
                  <a:pt x="0" y="434"/>
                  <a:pt x="36" y="470"/>
                  <a:pt x="89" y="470"/>
                </a:cubicBezTo>
                <a:cubicBezTo>
                  <a:pt x="390" y="470"/>
                  <a:pt x="390" y="470"/>
                  <a:pt x="390" y="470"/>
                </a:cubicBezTo>
                <a:cubicBezTo>
                  <a:pt x="443" y="470"/>
                  <a:pt x="478" y="434"/>
                  <a:pt x="478" y="390"/>
                </a:cubicBezTo>
                <a:cubicBezTo>
                  <a:pt x="478" y="80"/>
                  <a:pt x="478" y="80"/>
                  <a:pt x="478" y="80"/>
                </a:cubicBezTo>
                <a:cubicBezTo>
                  <a:pt x="478" y="36"/>
                  <a:pt x="443" y="0"/>
                  <a:pt x="390" y="0"/>
                </a:cubicBezTo>
                <a:close/>
                <a:moveTo>
                  <a:pt x="249" y="355"/>
                </a:moveTo>
                <a:lnTo>
                  <a:pt x="249" y="355"/>
                </a:lnTo>
                <a:cubicBezTo>
                  <a:pt x="159" y="355"/>
                  <a:pt x="159" y="355"/>
                  <a:pt x="159" y="355"/>
                </a:cubicBezTo>
                <a:cubicBezTo>
                  <a:pt x="159" y="124"/>
                  <a:pt x="159" y="124"/>
                  <a:pt x="159" y="124"/>
                </a:cubicBezTo>
                <a:cubicBezTo>
                  <a:pt x="266" y="124"/>
                  <a:pt x="266" y="124"/>
                  <a:pt x="266" y="124"/>
                </a:cubicBezTo>
                <a:cubicBezTo>
                  <a:pt x="293" y="124"/>
                  <a:pt x="319" y="142"/>
                  <a:pt x="319" y="177"/>
                </a:cubicBezTo>
                <a:cubicBezTo>
                  <a:pt x="319" y="204"/>
                  <a:pt x="310" y="221"/>
                  <a:pt x="284" y="221"/>
                </a:cubicBezTo>
                <a:cubicBezTo>
                  <a:pt x="284" y="231"/>
                  <a:pt x="284" y="231"/>
                  <a:pt x="284" y="231"/>
                </a:cubicBezTo>
                <a:cubicBezTo>
                  <a:pt x="319" y="231"/>
                  <a:pt x="337" y="249"/>
                  <a:pt x="337" y="284"/>
                </a:cubicBezTo>
                <a:cubicBezTo>
                  <a:pt x="337" y="319"/>
                  <a:pt x="310" y="355"/>
                  <a:pt x="249" y="355"/>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3" name="Google Shape;1983;p29"/>
          <p:cNvSpPr/>
          <p:nvPr/>
        </p:nvSpPr>
        <p:spPr>
          <a:xfrm>
            <a:off x="7941540" y="4364214"/>
            <a:ext cx="444536" cy="357318"/>
          </a:xfrm>
          <a:custGeom>
            <a:rect b="b" l="l" r="r" t="t"/>
            <a:pathLst>
              <a:path extrusionOk="0" h="374" w="462">
                <a:moveTo>
                  <a:pt x="461" y="45"/>
                </a:moveTo>
                <a:lnTo>
                  <a:pt x="461" y="45"/>
                </a:lnTo>
                <a:cubicBezTo>
                  <a:pt x="443" y="54"/>
                  <a:pt x="425" y="63"/>
                  <a:pt x="408" y="63"/>
                </a:cubicBezTo>
                <a:cubicBezTo>
                  <a:pt x="425" y="54"/>
                  <a:pt x="443" y="36"/>
                  <a:pt x="443" y="10"/>
                </a:cubicBezTo>
                <a:cubicBezTo>
                  <a:pt x="425" y="19"/>
                  <a:pt x="408" y="27"/>
                  <a:pt x="389" y="36"/>
                </a:cubicBezTo>
                <a:cubicBezTo>
                  <a:pt x="372" y="19"/>
                  <a:pt x="345" y="0"/>
                  <a:pt x="319" y="0"/>
                </a:cubicBezTo>
                <a:cubicBezTo>
                  <a:pt x="265" y="0"/>
                  <a:pt x="221" y="45"/>
                  <a:pt x="221" y="98"/>
                </a:cubicBezTo>
                <a:cubicBezTo>
                  <a:pt x="221" y="107"/>
                  <a:pt x="221" y="116"/>
                  <a:pt x="230" y="116"/>
                </a:cubicBezTo>
                <a:cubicBezTo>
                  <a:pt x="151" y="116"/>
                  <a:pt x="79" y="81"/>
                  <a:pt x="35" y="19"/>
                </a:cubicBezTo>
                <a:cubicBezTo>
                  <a:pt x="26" y="36"/>
                  <a:pt x="17" y="54"/>
                  <a:pt x="17" y="72"/>
                </a:cubicBezTo>
                <a:cubicBezTo>
                  <a:pt x="17" y="98"/>
                  <a:pt x="35" y="134"/>
                  <a:pt x="61" y="151"/>
                </a:cubicBezTo>
                <a:cubicBezTo>
                  <a:pt x="44" y="143"/>
                  <a:pt x="35" y="143"/>
                  <a:pt x="17" y="134"/>
                </a:cubicBezTo>
                <a:lnTo>
                  <a:pt x="17" y="134"/>
                </a:lnTo>
                <a:cubicBezTo>
                  <a:pt x="17" y="178"/>
                  <a:pt x="53" y="222"/>
                  <a:pt x="98" y="231"/>
                </a:cubicBezTo>
                <a:cubicBezTo>
                  <a:pt x="89" y="231"/>
                  <a:pt x="79" y="231"/>
                  <a:pt x="70" y="231"/>
                </a:cubicBezTo>
                <a:cubicBezTo>
                  <a:pt x="61" y="231"/>
                  <a:pt x="61" y="231"/>
                  <a:pt x="53" y="231"/>
                </a:cubicBezTo>
                <a:cubicBezTo>
                  <a:pt x="61" y="266"/>
                  <a:pt x="98" y="294"/>
                  <a:pt x="142" y="294"/>
                </a:cubicBezTo>
                <a:cubicBezTo>
                  <a:pt x="106" y="319"/>
                  <a:pt x="70" y="338"/>
                  <a:pt x="26" y="338"/>
                </a:cubicBezTo>
                <a:cubicBezTo>
                  <a:pt x="17" y="338"/>
                  <a:pt x="8" y="338"/>
                  <a:pt x="0" y="338"/>
                </a:cubicBezTo>
                <a:cubicBezTo>
                  <a:pt x="44" y="364"/>
                  <a:pt x="89" y="373"/>
                  <a:pt x="142" y="373"/>
                </a:cubicBezTo>
                <a:cubicBezTo>
                  <a:pt x="319" y="373"/>
                  <a:pt x="408" y="231"/>
                  <a:pt x="408" y="107"/>
                </a:cubicBezTo>
                <a:lnTo>
                  <a:pt x="408" y="98"/>
                </a:lnTo>
                <a:cubicBezTo>
                  <a:pt x="434" y="81"/>
                  <a:pt x="443" y="72"/>
                  <a:pt x="461" y="45"/>
                </a:cubicBezTo>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4" name="Google Shape;1984;p29"/>
          <p:cNvSpPr/>
          <p:nvPr/>
        </p:nvSpPr>
        <p:spPr>
          <a:xfrm>
            <a:off x="8884071" y="4319198"/>
            <a:ext cx="464230" cy="455791"/>
          </a:xfrm>
          <a:custGeom>
            <a:rect b="b" l="l" r="r" t="t"/>
            <a:pathLst>
              <a:path extrusionOk="0" h="471" w="480">
                <a:moveTo>
                  <a:pt x="239" y="0"/>
                </a:moveTo>
                <a:lnTo>
                  <a:pt x="239" y="0"/>
                </a:lnTo>
                <a:cubicBezTo>
                  <a:pt x="107" y="0"/>
                  <a:pt x="0" y="107"/>
                  <a:pt x="0" y="231"/>
                </a:cubicBezTo>
                <a:cubicBezTo>
                  <a:pt x="0" y="363"/>
                  <a:pt x="107" y="470"/>
                  <a:pt x="239" y="470"/>
                </a:cubicBezTo>
                <a:cubicBezTo>
                  <a:pt x="372" y="470"/>
                  <a:pt x="479" y="363"/>
                  <a:pt x="479" y="231"/>
                </a:cubicBezTo>
                <a:cubicBezTo>
                  <a:pt x="479" y="107"/>
                  <a:pt x="372" y="0"/>
                  <a:pt x="239" y="0"/>
                </a:cubicBezTo>
                <a:close/>
                <a:moveTo>
                  <a:pt x="337" y="195"/>
                </a:moveTo>
                <a:lnTo>
                  <a:pt x="337" y="195"/>
                </a:lnTo>
                <a:lnTo>
                  <a:pt x="337" y="195"/>
                </a:lnTo>
                <a:cubicBezTo>
                  <a:pt x="337" y="257"/>
                  <a:pt x="292" y="328"/>
                  <a:pt x="204" y="328"/>
                </a:cubicBezTo>
                <a:cubicBezTo>
                  <a:pt x="178" y="328"/>
                  <a:pt x="151" y="319"/>
                  <a:pt x="133" y="310"/>
                </a:cubicBezTo>
                <a:lnTo>
                  <a:pt x="142" y="310"/>
                </a:lnTo>
                <a:cubicBezTo>
                  <a:pt x="160" y="310"/>
                  <a:pt x="186" y="301"/>
                  <a:pt x="204" y="293"/>
                </a:cubicBezTo>
                <a:cubicBezTo>
                  <a:pt x="178" y="293"/>
                  <a:pt x="160" y="275"/>
                  <a:pt x="160" y="257"/>
                </a:cubicBezTo>
                <a:cubicBezTo>
                  <a:pt x="160" y="257"/>
                  <a:pt x="160" y="257"/>
                  <a:pt x="169" y="257"/>
                </a:cubicBezTo>
                <a:lnTo>
                  <a:pt x="178" y="257"/>
                </a:lnTo>
                <a:cubicBezTo>
                  <a:pt x="160" y="248"/>
                  <a:pt x="142" y="231"/>
                  <a:pt x="142" y="213"/>
                </a:cubicBezTo>
                <a:lnTo>
                  <a:pt x="142" y="213"/>
                </a:lnTo>
                <a:cubicBezTo>
                  <a:pt x="142" y="213"/>
                  <a:pt x="151" y="213"/>
                  <a:pt x="160" y="213"/>
                </a:cubicBezTo>
                <a:cubicBezTo>
                  <a:pt x="151" y="204"/>
                  <a:pt x="142" y="195"/>
                  <a:pt x="142" y="178"/>
                </a:cubicBezTo>
                <a:cubicBezTo>
                  <a:pt x="142" y="169"/>
                  <a:pt x="142" y="160"/>
                  <a:pt x="151" y="151"/>
                </a:cubicBezTo>
                <a:cubicBezTo>
                  <a:pt x="169" y="178"/>
                  <a:pt x="204" y="204"/>
                  <a:pt x="239" y="204"/>
                </a:cubicBezTo>
                <a:cubicBezTo>
                  <a:pt x="239" y="195"/>
                  <a:pt x="239" y="195"/>
                  <a:pt x="239" y="195"/>
                </a:cubicBezTo>
                <a:cubicBezTo>
                  <a:pt x="239" y="169"/>
                  <a:pt x="266" y="142"/>
                  <a:pt x="292" y="142"/>
                </a:cubicBezTo>
                <a:cubicBezTo>
                  <a:pt x="301" y="142"/>
                  <a:pt x="319" y="151"/>
                  <a:pt x="319" y="160"/>
                </a:cubicBezTo>
                <a:cubicBezTo>
                  <a:pt x="337" y="160"/>
                  <a:pt x="346" y="151"/>
                  <a:pt x="355" y="151"/>
                </a:cubicBezTo>
                <a:cubicBezTo>
                  <a:pt x="346" y="160"/>
                  <a:pt x="346" y="169"/>
                  <a:pt x="337" y="178"/>
                </a:cubicBezTo>
                <a:cubicBezTo>
                  <a:pt x="346" y="178"/>
                  <a:pt x="355" y="169"/>
                  <a:pt x="364" y="169"/>
                </a:cubicBezTo>
                <a:cubicBezTo>
                  <a:pt x="355" y="178"/>
                  <a:pt x="346" y="187"/>
                  <a:pt x="337" y="195"/>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5" name="Google Shape;1985;p29"/>
          <p:cNvSpPr/>
          <p:nvPr/>
        </p:nvSpPr>
        <p:spPr>
          <a:xfrm>
            <a:off x="1253799" y="3483041"/>
            <a:ext cx="410774" cy="419216"/>
          </a:xfrm>
          <a:custGeom>
            <a:rect b="b" l="l" r="r" t="t"/>
            <a:pathLst>
              <a:path extrusionOk="0" h="435" w="426">
                <a:moveTo>
                  <a:pt x="345" y="213"/>
                </a:moveTo>
                <a:lnTo>
                  <a:pt x="345" y="213"/>
                </a:lnTo>
                <a:cubicBezTo>
                  <a:pt x="345" y="284"/>
                  <a:pt x="284" y="346"/>
                  <a:pt x="213" y="346"/>
                </a:cubicBezTo>
                <a:cubicBezTo>
                  <a:pt x="142" y="346"/>
                  <a:pt x="79" y="284"/>
                  <a:pt x="79" y="213"/>
                </a:cubicBezTo>
                <a:cubicBezTo>
                  <a:pt x="79" y="203"/>
                  <a:pt x="88" y="203"/>
                  <a:pt x="88" y="195"/>
                </a:cubicBezTo>
                <a:cubicBezTo>
                  <a:pt x="0" y="195"/>
                  <a:pt x="0" y="195"/>
                  <a:pt x="0" y="195"/>
                </a:cubicBezTo>
                <a:cubicBezTo>
                  <a:pt x="0" y="363"/>
                  <a:pt x="0" y="363"/>
                  <a:pt x="0" y="363"/>
                </a:cubicBezTo>
                <a:cubicBezTo>
                  <a:pt x="0" y="399"/>
                  <a:pt x="26" y="434"/>
                  <a:pt x="62" y="434"/>
                </a:cubicBezTo>
                <a:cubicBezTo>
                  <a:pt x="363" y="434"/>
                  <a:pt x="363" y="434"/>
                  <a:pt x="363" y="434"/>
                </a:cubicBezTo>
                <a:cubicBezTo>
                  <a:pt x="398" y="434"/>
                  <a:pt x="425" y="399"/>
                  <a:pt x="425" y="363"/>
                </a:cubicBezTo>
                <a:cubicBezTo>
                  <a:pt x="425" y="195"/>
                  <a:pt x="425" y="195"/>
                  <a:pt x="425" y="195"/>
                </a:cubicBezTo>
                <a:cubicBezTo>
                  <a:pt x="337" y="195"/>
                  <a:pt x="337" y="195"/>
                  <a:pt x="337" y="195"/>
                </a:cubicBezTo>
                <a:cubicBezTo>
                  <a:pt x="337" y="203"/>
                  <a:pt x="345" y="203"/>
                  <a:pt x="345" y="213"/>
                </a:cubicBezTo>
                <a:close/>
                <a:moveTo>
                  <a:pt x="363" y="0"/>
                </a:moveTo>
                <a:lnTo>
                  <a:pt x="363" y="0"/>
                </a:lnTo>
                <a:cubicBezTo>
                  <a:pt x="62" y="0"/>
                  <a:pt x="62" y="0"/>
                  <a:pt x="62" y="0"/>
                </a:cubicBezTo>
                <a:cubicBezTo>
                  <a:pt x="26" y="0"/>
                  <a:pt x="0" y="36"/>
                  <a:pt x="0" y="71"/>
                </a:cubicBezTo>
                <a:cubicBezTo>
                  <a:pt x="0" y="142"/>
                  <a:pt x="0" y="142"/>
                  <a:pt x="0" y="142"/>
                </a:cubicBezTo>
                <a:cubicBezTo>
                  <a:pt x="106" y="142"/>
                  <a:pt x="106" y="142"/>
                  <a:pt x="106" y="142"/>
                </a:cubicBezTo>
                <a:cubicBezTo>
                  <a:pt x="132" y="106"/>
                  <a:pt x="168" y="89"/>
                  <a:pt x="213" y="89"/>
                </a:cubicBezTo>
                <a:cubicBezTo>
                  <a:pt x="257" y="89"/>
                  <a:pt x="292" y="106"/>
                  <a:pt x="319" y="142"/>
                </a:cubicBezTo>
                <a:cubicBezTo>
                  <a:pt x="425" y="142"/>
                  <a:pt x="425" y="142"/>
                  <a:pt x="425" y="142"/>
                </a:cubicBezTo>
                <a:cubicBezTo>
                  <a:pt x="425" y="71"/>
                  <a:pt x="425" y="71"/>
                  <a:pt x="425" y="71"/>
                </a:cubicBezTo>
                <a:cubicBezTo>
                  <a:pt x="425" y="36"/>
                  <a:pt x="398" y="0"/>
                  <a:pt x="363" y="0"/>
                </a:cubicBezTo>
                <a:close/>
                <a:moveTo>
                  <a:pt x="390" y="89"/>
                </a:moveTo>
                <a:lnTo>
                  <a:pt x="390" y="89"/>
                </a:lnTo>
                <a:cubicBezTo>
                  <a:pt x="390" y="89"/>
                  <a:pt x="390" y="97"/>
                  <a:pt x="381" y="97"/>
                </a:cubicBezTo>
                <a:cubicBezTo>
                  <a:pt x="345" y="97"/>
                  <a:pt x="345" y="97"/>
                  <a:pt x="345" y="97"/>
                </a:cubicBezTo>
                <a:cubicBezTo>
                  <a:pt x="337" y="97"/>
                  <a:pt x="328" y="89"/>
                  <a:pt x="328" y="89"/>
                </a:cubicBezTo>
                <a:cubicBezTo>
                  <a:pt x="328" y="53"/>
                  <a:pt x="328" y="53"/>
                  <a:pt x="328" y="53"/>
                </a:cubicBezTo>
                <a:cubicBezTo>
                  <a:pt x="328" y="44"/>
                  <a:pt x="337" y="36"/>
                  <a:pt x="345" y="36"/>
                </a:cubicBezTo>
                <a:cubicBezTo>
                  <a:pt x="381" y="36"/>
                  <a:pt x="381" y="36"/>
                  <a:pt x="381" y="36"/>
                </a:cubicBezTo>
                <a:cubicBezTo>
                  <a:pt x="390" y="36"/>
                  <a:pt x="390" y="44"/>
                  <a:pt x="390" y="53"/>
                </a:cubicBezTo>
                <a:lnTo>
                  <a:pt x="390" y="89"/>
                </a:lnTo>
                <a:close/>
                <a:moveTo>
                  <a:pt x="292" y="213"/>
                </a:moveTo>
                <a:lnTo>
                  <a:pt x="292" y="213"/>
                </a:lnTo>
                <a:cubicBezTo>
                  <a:pt x="292" y="168"/>
                  <a:pt x="257" y="133"/>
                  <a:pt x="213" y="133"/>
                </a:cubicBezTo>
                <a:cubicBezTo>
                  <a:pt x="168" y="133"/>
                  <a:pt x="132" y="168"/>
                  <a:pt x="132" y="213"/>
                </a:cubicBezTo>
                <a:cubicBezTo>
                  <a:pt x="132" y="257"/>
                  <a:pt x="168" y="293"/>
                  <a:pt x="213" y="293"/>
                </a:cubicBezTo>
                <a:cubicBezTo>
                  <a:pt x="257" y="293"/>
                  <a:pt x="292" y="257"/>
                  <a:pt x="292" y="213"/>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6" name="Google Shape;1986;p29"/>
          <p:cNvSpPr/>
          <p:nvPr/>
        </p:nvSpPr>
        <p:spPr>
          <a:xfrm>
            <a:off x="10788824" y="1583913"/>
            <a:ext cx="410774" cy="413587"/>
          </a:xfrm>
          <a:custGeom>
            <a:rect b="b" l="l" r="r" t="t"/>
            <a:pathLst>
              <a:path extrusionOk="0" h="427" w="426">
                <a:moveTo>
                  <a:pt x="372" y="0"/>
                </a:moveTo>
                <a:lnTo>
                  <a:pt x="372" y="0"/>
                </a:lnTo>
                <a:cubicBezTo>
                  <a:pt x="53" y="0"/>
                  <a:pt x="53" y="0"/>
                  <a:pt x="53" y="0"/>
                </a:cubicBezTo>
                <a:cubicBezTo>
                  <a:pt x="27" y="0"/>
                  <a:pt x="0" y="27"/>
                  <a:pt x="0" y="53"/>
                </a:cubicBezTo>
                <a:cubicBezTo>
                  <a:pt x="0" y="372"/>
                  <a:pt x="0" y="372"/>
                  <a:pt x="0" y="372"/>
                </a:cubicBezTo>
                <a:cubicBezTo>
                  <a:pt x="0" y="399"/>
                  <a:pt x="27" y="426"/>
                  <a:pt x="53" y="426"/>
                </a:cubicBezTo>
                <a:cubicBezTo>
                  <a:pt x="213" y="426"/>
                  <a:pt x="213" y="426"/>
                  <a:pt x="213" y="426"/>
                </a:cubicBezTo>
                <a:cubicBezTo>
                  <a:pt x="213" y="274"/>
                  <a:pt x="213" y="274"/>
                  <a:pt x="213" y="274"/>
                </a:cubicBezTo>
                <a:cubicBezTo>
                  <a:pt x="160" y="274"/>
                  <a:pt x="160" y="274"/>
                  <a:pt x="160" y="274"/>
                </a:cubicBezTo>
                <a:cubicBezTo>
                  <a:pt x="160" y="204"/>
                  <a:pt x="160" y="204"/>
                  <a:pt x="160" y="204"/>
                </a:cubicBezTo>
                <a:cubicBezTo>
                  <a:pt x="213" y="204"/>
                  <a:pt x="213" y="204"/>
                  <a:pt x="213" y="204"/>
                </a:cubicBezTo>
                <a:cubicBezTo>
                  <a:pt x="213" y="168"/>
                  <a:pt x="213" y="168"/>
                  <a:pt x="213" y="168"/>
                </a:cubicBezTo>
                <a:cubicBezTo>
                  <a:pt x="213" y="124"/>
                  <a:pt x="257" y="80"/>
                  <a:pt x="301" y="80"/>
                </a:cubicBezTo>
                <a:cubicBezTo>
                  <a:pt x="346" y="80"/>
                  <a:pt x="346" y="80"/>
                  <a:pt x="346" y="80"/>
                </a:cubicBezTo>
                <a:cubicBezTo>
                  <a:pt x="346" y="160"/>
                  <a:pt x="346" y="160"/>
                  <a:pt x="346" y="160"/>
                </a:cubicBezTo>
                <a:cubicBezTo>
                  <a:pt x="310" y="160"/>
                  <a:pt x="310" y="160"/>
                  <a:pt x="310" y="160"/>
                </a:cubicBezTo>
                <a:cubicBezTo>
                  <a:pt x="292" y="160"/>
                  <a:pt x="292" y="160"/>
                  <a:pt x="292" y="168"/>
                </a:cubicBezTo>
                <a:cubicBezTo>
                  <a:pt x="292" y="204"/>
                  <a:pt x="292" y="204"/>
                  <a:pt x="292" y="204"/>
                </a:cubicBezTo>
                <a:cubicBezTo>
                  <a:pt x="346" y="204"/>
                  <a:pt x="346" y="204"/>
                  <a:pt x="346" y="204"/>
                </a:cubicBezTo>
                <a:cubicBezTo>
                  <a:pt x="346" y="274"/>
                  <a:pt x="346" y="274"/>
                  <a:pt x="346" y="274"/>
                </a:cubicBezTo>
                <a:cubicBezTo>
                  <a:pt x="292" y="274"/>
                  <a:pt x="292" y="274"/>
                  <a:pt x="292" y="274"/>
                </a:cubicBezTo>
                <a:cubicBezTo>
                  <a:pt x="292" y="426"/>
                  <a:pt x="292" y="426"/>
                  <a:pt x="292" y="426"/>
                </a:cubicBezTo>
                <a:cubicBezTo>
                  <a:pt x="372" y="426"/>
                  <a:pt x="372" y="426"/>
                  <a:pt x="372" y="426"/>
                </a:cubicBezTo>
                <a:cubicBezTo>
                  <a:pt x="399" y="426"/>
                  <a:pt x="425" y="399"/>
                  <a:pt x="425" y="372"/>
                </a:cubicBezTo>
                <a:cubicBezTo>
                  <a:pt x="425" y="53"/>
                  <a:pt x="425" y="53"/>
                  <a:pt x="425" y="53"/>
                </a:cubicBezTo>
                <a:cubicBezTo>
                  <a:pt x="425" y="27"/>
                  <a:pt x="399" y="0"/>
                  <a:pt x="372" y="0"/>
                </a:cubicBezTo>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7" name="Google Shape;1987;p29"/>
          <p:cNvSpPr/>
          <p:nvPr/>
        </p:nvSpPr>
        <p:spPr>
          <a:xfrm>
            <a:off x="5994582" y="3466159"/>
            <a:ext cx="461418" cy="452978"/>
          </a:xfrm>
          <a:custGeom>
            <a:rect b="b" l="l" r="r" t="t"/>
            <a:pathLst>
              <a:path extrusionOk="0" h="471" w="480">
                <a:moveTo>
                  <a:pt x="293" y="231"/>
                </a:moveTo>
                <a:lnTo>
                  <a:pt x="293" y="231"/>
                </a:lnTo>
                <a:cubicBezTo>
                  <a:pt x="284" y="231"/>
                  <a:pt x="284" y="221"/>
                  <a:pt x="275" y="221"/>
                </a:cubicBezTo>
                <a:cubicBezTo>
                  <a:pt x="266" y="221"/>
                  <a:pt x="258" y="213"/>
                  <a:pt x="249" y="213"/>
                </a:cubicBezTo>
                <a:cubicBezTo>
                  <a:pt x="240" y="213"/>
                  <a:pt x="231" y="213"/>
                  <a:pt x="231" y="213"/>
                </a:cubicBezTo>
                <a:cubicBezTo>
                  <a:pt x="222" y="204"/>
                  <a:pt x="222" y="204"/>
                  <a:pt x="222" y="204"/>
                </a:cubicBezTo>
                <a:cubicBezTo>
                  <a:pt x="213" y="204"/>
                  <a:pt x="213" y="204"/>
                  <a:pt x="213" y="204"/>
                </a:cubicBezTo>
                <a:cubicBezTo>
                  <a:pt x="213" y="196"/>
                  <a:pt x="213" y="196"/>
                  <a:pt x="213" y="196"/>
                </a:cubicBezTo>
                <a:cubicBezTo>
                  <a:pt x="213" y="186"/>
                  <a:pt x="213" y="186"/>
                  <a:pt x="213" y="177"/>
                </a:cubicBezTo>
                <a:cubicBezTo>
                  <a:pt x="222" y="177"/>
                  <a:pt x="231" y="177"/>
                  <a:pt x="240" y="177"/>
                </a:cubicBezTo>
                <a:cubicBezTo>
                  <a:pt x="249" y="177"/>
                  <a:pt x="258" y="177"/>
                  <a:pt x="258" y="177"/>
                </a:cubicBezTo>
                <a:cubicBezTo>
                  <a:pt x="266" y="186"/>
                  <a:pt x="266" y="186"/>
                  <a:pt x="266" y="196"/>
                </a:cubicBezTo>
                <a:cubicBezTo>
                  <a:pt x="275" y="196"/>
                  <a:pt x="275" y="204"/>
                  <a:pt x="275" y="204"/>
                </a:cubicBezTo>
                <a:lnTo>
                  <a:pt x="284" y="204"/>
                </a:lnTo>
                <a:cubicBezTo>
                  <a:pt x="293" y="204"/>
                  <a:pt x="293" y="204"/>
                  <a:pt x="302" y="204"/>
                </a:cubicBezTo>
                <a:cubicBezTo>
                  <a:pt x="302" y="196"/>
                  <a:pt x="302" y="196"/>
                  <a:pt x="302" y="186"/>
                </a:cubicBezTo>
                <a:lnTo>
                  <a:pt x="302" y="177"/>
                </a:lnTo>
                <a:cubicBezTo>
                  <a:pt x="302" y="168"/>
                  <a:pt x="293" y="168"/>
                  <a:pt x="293" y="160"/>
                </a:cubicBezTo>
                <a:cubicBezTo>
                  <a:pt x="284" y="160"/>
                  <a:pt x="275" y="151"/>
                  <a:pt x="266" y="151"/>
                </a:cubicBezTo>
                <a:cubicBezTo>
                  <a:pt x="258" y="151"/>
                  <a:pt x="249" y="151"/>
                  <a:pt x="240" y="151"/>
                </a:cubicBezTo>
                <a:cubicBezTo>
                  <a:pt x="222" y="151"/>
                  <a:pt x="213" y="151"/>
                  <a:pt x="205" y="151"/>
                </a:cubicBezTo>
                <a:cubicBezTo>
                  <a:pt x="195" y="160"/>
                  <a:pt x="187" y="160"/>
                  <a:pt x="178" y="168"/>
                </a:cubicBezTo>
                <a:cubicBezTo>
                  <a:pt x="178" y="177"/>
                  <a:pt x="169" y="186"/>
                  <a:pt x="169" y="196"/>
                </a:cubicBezTo>
                <a:cubicBezTo>
                  <a:pt x="169" y="204"/>
                  <a:pt x="178" y="213"/>
                  <a:pt x="178" y="221"/>
                </a:cubicBezTo>
                <a:cubicBezTo>
                  <a:pt x="187" y="231"/>
                  <a:pt x="195" y="231"/>
                  <a:pt x="205" y="240"/>
                </a:cubicBezTo>
                <a:cubicBezTo>
                  <a:pt x="213" y="240"/>
                  <a:pt x="222" y="240"/>
                  <a:pt x="231" y="249"/>
                </a:cubicBezTo>
                <a:cubicBezTo>
                  <a:pt x="240" y="249"/>
                  <a:pt x="249" y="249"/>
                  <a:pt x="258" y="249"/>
                </a:cubicBezTo>
                <a:cubicBezTo>
                  <a:pt x="258" y="257"/>
                  <a:pt x="266" y="257"/>
                  <a:pt x="266" y="257"/>
                </a:cubicBezTo>
                <a:cubicBezTo>
                  <a:pt x="275" y="266"/>
                  <a:pt x="275" y="266"/>
                  <a:pt x="275" y="275"/>
                </a:cubicBezTo>
                <a:lnTo>
                  <a:pt x="266" y="284"/>
                </a:lnTo>
                <a:cubicBezTo>
                  <a:pt x="258" y="293"/>
                  <a:pt x="249" y="293"/>
                  <a:pt x="240" y="293"/>
                </a:cubicBezTo>
                <a:cubicBezTo>
                  <a:pt x="231" y="293"/>
                  <a:pt x="222" y="293"/>
                  <a:pt x="222" y="293"/>
                </a:cubicBezTo>
                <a:cubicBezTo>
                  <a:pt x="213" y="284"/>
                  <a:pt x="213" y="284"/>
                  <a:pt x="213" y="284"/>
                </a:cubicBezTo>
                <a:cubicBezTo>
                  <a:pt x="213" y="275"/>
                  <a:pt x="205" y="275"/>
                  <a:pt x="205" y="266"/>
                </a:cubicBezTo>
                <a:cubicBezTo>
                  <a:pt x="205" y="266"/>
                  <a:pt x="205" y="257"/>
                  <a:pt x="195" y="257"/>
                </a:cubicBezTo>
                <a:lnTo>
                  <a:pt x="187" y="257"/>
                </a:lnTo>
                <a:cubicBezTo>
                  <a:pt x="178" y="257"/>
                  <a:pt x="178" y="257"/>
                  <a:pt x="178" y="257"/>
                </a:cubicBezTo>
                <a:cubicBezTo>
                  <a:pt x="169" y="266"/>
                  <a:pt x="169" y="266"/>
                  <a:pt x="169" y="275"/>
                </a:cubicBezTo>
                <a:cubicBezTo>
                  <a:pt x="169" y="275"/>
                  <a:pt x="169" y="284"/>
                  <a:pt x="178" y="293"/>
                </a:cubicBezTo>
                <a:cubicBezTo>
                  <a:pt x="178" y="302"/>
                  <a:pt x="187" y="311"/>
                  <a:pt x="195" y="311"/>
                </a:cubicBezTo>
                <a:cubicBezTo>
                  <a:pt x="205" y="319"/>
                  <a:pt x="222" y="319"/>
                  <a:pt x="240" y="319"/>
                </a:cubicBezTo>
                <a:cubicBezTo>
                  <a:pt x="258" y="319"/>
                  <a:pt x="266" y="319"/>
                  <a:pt x="275" y="319"/>
                </a:cubicBezTo>
                <a:cubicBezTo>
                  <a:pt x="293" y="311"/>
                  <a:pt x="302" y="302"/>
                  <a:pt x="302" y="293"/>
                </a:cubicBezTo>
                <a:cubicBezTo>
                  <a:pt x="311" y="284"/>
                  <a:pt x="311" y="275"/>
                  <a:pt x="311" y="266"/>
                </a:cubicBezTo>
                <a:cubicBezTo>
                  <a:pt x="311" y="257"/>
                  <a:pt x="311" y="249"/>
                  <a:pt x="311" y="249"/>
                </a:cubicBezTo>
                <a:cubicBezTo>
                  <a:pt x="302" y="240"/>
                  <a:pt x="302" y="231"/>
                  <a:pt x="293" y="231"/>
                </a:cubicBezTo>
                <a:close/>
                <a:moveTo>
                  <a:pt x="240" y="0"/>
                </a:moveTo>
                <a:lnTo>
                  <a:pt x="240" y="0"/>
                </a:lnTo>
                <a:cubicBezTo>
                  <a:pt x="107" y="0"/>
                  <a:pt x="0" y="107"/>
                  <a:pt x="0" y="231"/>
                </a:cubicBezTo>
                <a:cubicBezTo>
                  <a:pt x="0" y="364"/>
                  <a:pt x="107" y="470"/>
                  <a:pt x="240" y="470"/>
                </a:cubicBezTo>
                <a:cubicBezTo>
                  <a:pt x="372" y="470"/>
                  <a:pt x="479" y="364"/>
                  <a:pt x="479" y="231"/>
                </a:cubicBezTo>
                <a:cubicBezTo>
                  <a:pt x="479" y="107"/>
                  <a:pt x="372" y="0"/>
                  <a:pt x="240" y="0"/>
                </a:cubicBezTo>
                <a:close/>
                <a:moveTo>
                  <a:pt x="293" y="364"/>
                </a:moveTo>
                <a:lnTo>
                  <a:pt x="293" y="364"/>
                </a:lnTo>
                <a:cubicBezTo>
                  <a:pt x="284" y="364"/>
                  <a:pt x="275" y="364"/>
                  <a:pt x="266" y="364"/>
                </a:cubicBezTo>
                <a:cubicBezTo>
                  <a:pt x="258" y="364"/>
                  <a:pt x="249" y="364"/>
                  <a:pt x="240" y="364"/>
                </a:cubicBezTo>
                <a:cubicBezTo>
                  <a:pt x="178" y="364"/>
                  <a:pt x="115" y="302"/>
                  <a:pt x="115" y="240"/>
                </a:cubicBezTo>
                <a:cubicBezTo>
                  <a:pt x="115" y="231"/>
                  <a:pt x="115" y="221"/>
                  <a:pt x="124" y="213"/>
                </a:cubicBezTo>
                <a:cubicBezTo>
                  <a:pt x="115" y="204"/>
                  <a:pt x="115" y="186"/>
                  <a:pt x="115" y="177"/>
                </a:cubicBezTo>
                <a:cubicBezTo>
                  <a:pt x="115" y="133"/>
                  <a:pt x="142" y="98"/>
                  <a:pt x="187" y="98"/>
                </a:cubicBezTo>
                <a:cubicBezTo>
                  <a:pt x="195" y="98"/>
                  <a:pt x="213" y="107"/>
                  <a:pt x="222" y="115"/>
                </a:cubicBezTo>
                <a:cubicBezTo>
                  <a:pt x="231" y="107"/>
                  <a:pt x="231" y="107"/>
                  <a:pt x="240" y="107"/>
                </a:cubicBezTo>
                <a:cubicBezTo>
                  <a:pt x="311" y="107"/>
                  <a:pt x="364" y="168"/>
                  <a:pt x="364" y="240"/>
                </a:cubicBezTo>
                <a:cubicBezTo>
                  <a:pt x="364" y="249"/>
                  <a:pt x="364" y="257"/>
                  <a:pt x="364" y="266"/>
                </a:cubicBezTo>
                <a:cubicBezTo>
                  <a:pt x="364" y="275"/>
                  <a:pt x="364" y="284"/>
                  <a:pt x="364" y="293"/>
                </a:cubicBezTo>
                <a:cubicBezTo>
                  <a:pt x="364" y="337"/>
                  <a:pt x="337" y="364"/>
                  <a:pt x="293" y="364"/>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8" name="Google Shape;1988;p29"/>
          <p:cNvSpPr/>
          <p:nvPr/>
        </p:nvSpPr>
        <p:spPr>
          <a:xfrm>
            <a:off x="7896523" y="3483041"/>
            <a:ext cx="478299" cy="419216"/>
          </a:xfrm>
          <a:custGeom>
            <a:rect b="b" l="l" r="r" t="t"/>
            <a:pathLst>
              <a:path extrusionOk="0" h="435" w="497">
                <a:moveTo>
                  <a:pt x="363" y="222"/>
                </a:moveTo>
                <a:lnTo>
                  <a:pt x="363" y="222"/>
                </a:lnTo>
                <a:cubicBezTo>
                  <a:pt x="354" y="213"/>
                  <a:pt x="354" y="213"/>
                  <a:pt x="354" y="203"/>
                </a:cubicBezTo>
                <a:cubicBezTo>
                  <a:pt x="363" y="186"/>
                  <a:pt x="363" y="168"/>
                  <a:pt x="354" y="159"/>
                </a:cubicBezTo>
                <a:cubicBezTo>
                  <a:pt x="336" y="133"/>
                  <a:pt x="300" y="133"/>
                  <a:pt x="247" y="159"/>
                </a:cubicBezTo>
                <a:cubicBezTo>
                  <a:pt x="247" y="159"/>
                  <a:pt x="230" y="159"/>
                  <a:pt x="239" y="150"/>
                </a:cubicBezTo>
                <a:cubicBezTo>
                  <a:pt x="247" y="124"/>
                  <a:pt x="239" y="106"/>
                  <a:pt x="230" y="89"/>
                </a:cubicBezTo>
                <a:cubicBezTo>
                  <a:pt x="203" y="62"/>
                  <a:pt x="132" y="97"/>
                  <a:pt x="71" y="159"/>
                </a:cubicBezTo>
                <a:cubicBezTo>
                  <a:pt x="26" y="203"/>
                  <a:pt x="0" y="248"/>
                  <a:pt x="0" y="293"/>
                </a:cubicBezTo>
                <a:cubicBezTo>
                  <a:pt x="0" y="372"/>
                  <a:pt x="106" y="434"/>
                  <a:pt x="203" y="434"/>
                </a:cubicBezTo>
                <a:cubicBezTo>
                  <a:pt x="336" y="434"/>
                  <a:pt x="425" y="346"/>
                  <a:pt x="425" y="284"/>
                </a:cubicBezTo>
                <a:cubicBezTo>
                  <a:pt x="425" y="248"/>
                  <a:pt x="390" y="231"/>
                  <a:pt x="363" y="222"/>
                </a:cubicBezTo>
                <a:close/>
                <a:moveTo>
                  <a:pt x="203" y="390"/>
                </a:moveTo>
                <a:lnTo>
                  <a:pt x="203" y="390"/>
                </a:lnTo>
                <a:cubicBezTo>
                  <a:pt x="124" y="399"/>
                  <a:pt x="53" y="363"/>
                  <a:pt x="53" y="310"/>
                </a:cubicBezTo>
                <a:cubicBezTo>
                  <a:pt x="44" y="257"/>
                  <a:pt x="106" y="213"/>
                  <a:pt x="186" y="203"/>
                </a:cubicBezTo>
                <a:cubicBezTo>
                  <a:pt x="265" y="195"/>
                  <a:pt x="336" y="231"/>
                  <a:pt x="336" y="284"/>
                </a:cubicBezTo>
                <a:cubicBezTo>
                  <a:pt x="345" y="337"/>
                  <a:pt x="283" y="381"/>
                  <a:pt x="203" y="390"/>
                </a:cubicBezTo>
                <a:close/>
                <a:moveTo>
                  <a:pt x="496" y="150"/>
                </a:moveTo>
                <a:lnTo>
                  <a:pt x="496" y="150"/>
                </a:lnTo>
                <a:cubicBezTo>
                  <a:pt x="496" y="71"/>
                  <a:pt x="425" y="0"/>
                  <a:pt x="345" y="0"/>
                </a:cubicBezTo>
                <a:cubicBezTo>
                  <a:pt x="336" y="0"/>
                  <a:pt x="327" y="9"/>
                  <a:pt x="327" y="18"/>
                </a:cubicBezTo>
                <a:cubicBezTo>
                  <a:pt x="327" y="27"/>
                  <a:pt x="336" y="36"/>
                  <a:pt x="345" y="36"/>
                </a:cubicBezTo>
                <a:cubicBezTo>
                  <a:pt x="407" y="36"/>
                  <a:pt x="460" y="89"/>
                  <a:pt x="460" y="150"/>
                </a:cubicBezTo>
                <a:cubicBezTo>
                  <a:pt x="460" y="159"/>
                  <a:pt x="469" y="168"/>
                  <a:pt x="478" y="168"/>
                </a:cubicBezTo>
                <a:cubicBezTo>
                  <a:pt x="487" y="168"/>
                  <a:pt x="496" y="159"/>
                  <a:pt x="496" y="150"/>
                </a:cubicBezTo>
                <a:close/>
                <a:moveTo>
                  <a:pt x="425" y="150"/>
                </a:moveTo>
                <a:lnTo>
                  <a:pt x="425" y="150"/>
                </a:lnTo>
                <a:cubicBezTo>
                  <a:pt x="416" y="106"/>
                  <a:pt x="390" y="80"/>
                  <a:pt x="345" y="71"/>
                </a:cubicBezTo>
                <a:cubicBezTo>
                  <a:pt x="336" y="71"/>
                  <a:pt x="327" y="80"/>
                  <a:pt x="327" y="89"/>
                </a:cubicBezTo>
                <a:cubicBezTo>
                  <a:pt x="327" y="97"/>
                  <a:pt x="327" y="106"/>
                  <a:pt x="345" y="106"/>
                </a:cubicBezTo>
                <a:cubicBezTo>
                  <a:pt x="363" y="115"/>
                  <a:pt x="390" y="133"/>
                  <a:pt x="390" y="159"/>
                </a:cubicBezTo>
                <a:cubicBezTo>
                  <a:pt x="390" y="168"/>
                  <a:pt x="398" y="168"/>
                  <a:pt x="416" y="168"/>
                </a:cubicBezTo>
                <a:cubicBezTo>
                  <a:pt x="425" y="168"/>
                  <a:pt x="425" y="159"/>
                  <a:pt x="425" y="150"/>
                </a:cubicBezTo>
                <a:close/>
                <a:moveTo>
                  <a:pt x="159" y="257"/>
                </a:moveTo>
                <a:lnTo>
                  <a:pt x="159" y="257"/>
                </a:lnTo>
                <a:cubicBezTo>
                  <a:pt x="132" y="257"/>
                  <a:pt x="106" y="284"/>
                  <a:pt x="115" y="310"/>
                </a:cubicBezTo>
                <a:cubicBezTo>
                  <a:pt x="124" y="337"/>
                  <a:pt x="150" y="354"/>
                  <a:pt x="186" y="354"/>
                </a:cubicBezTo>
                <a:cubicBezTo>
                  <a:pt x="212" y="346"/>
                  <a:pt x="239" y="319"/>
                  <a:pt x="230" y="293"/>
                </a:cubicBezTo>
                <a:cubicBezTo>
                  <a:pt x="221" y="266"/>
                  <a:pt x="194" y="248"/>
                  <a:pt x="159" y="257"/>
                </a:cubicBezTo>
                <a:close/>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9" name="Google Shape;1989;p29"/>
          <p:cNvSpPr/>
          <p:nvPr/>
        </p:nvSpPr>
        <p:spPr>
          <a:xfrm>
            <a:off x="1228476" y="4481842"/>
            <a:ext cx="317929" cy="402333"/>
          </a:xfrm>
          <a:custGeom>
            <a:rect b="b" l="l" r="r" t="t"/>
            <a:pathLst>
              <a:path extrusionOk="0" h="418" w="329">
                <a:moveTo>
                  <a:pt x="213" y="213"/>
                </a:moveTo>
                <a:lnTo>
                  <a:pt x="213" y="213"/>
                </a:lnTo>
                <a:cubicBezTo>
                  <a:pt x="151" y="186"/>
                  <a:pt x="98" y="151"/>
                  <a:pt x="98" y="88"/>
                </a:cubicBezTo>
                <a:cubicBezTo>
                  <a:pt x="98" y="61"/>
                  <a:pt x="98" y="26"/>
                  <a:pt x="124" y="0"/>
                </a:cubicBezTo>
                <a:cubicBezTo>
                  <a:pt x="36" y="26"/>
                  <a:pt x="36" y="26"/>
                  <a:pt x="36" y="26"/>
                </a:cubicBezTo>
                <a:cubicBezTo>
                  <a:pt x="18" y="26"/>
                  <a:pt x="0" y="44"/>
                  <a:pt x="9" y="61"/>
                </a:cubicBezTo>
                <a:cubicBezTo>
                  <a:pt x="80" y="389"/>
                  <a:pt x="80" y="389"/>
                  <a:pt x="80" y="389"/>
                </a:cubicBezTo>
                <a:cubicBezTo>
                  <a:pt x="89" y="407"/>
                  <a:pt x="106" y="417"/>
                  <a:pt x="124" y="407"/>
                </a:cubicBezTo>
                <a:cubicBezTo>
                  <a:pt x="169" y="398"/>
                  <a:pt x="169" y="398"/>
                  <a:pt x="169" y="398"/>
                </a:cubicBezTo>
                <a:cubicBezTo>
                  <a:pt x="151" y="398"/>
                  <a:pt x="124" y="389"/>
                  <a:pt x="98" y="372"/>
                </a:cubicBezTo>
                <a:cubicBezTo>
                  <a:pt x="133" y="292"/>
                  <a:pt x="133" y="292"/>
                  <a:pt x="133" y="292"/>
                </a:cubicBezTo>
                <a:cubicBezTo>
                  <a:pt x="133" y="292"/>
                  <a:pt x="178" y="327"/>
                  <a:pt x="240" y="327"/>
                </a:cubicBezTo>
                <a:cubicBezTo>
                  <a:pt x="302" y="327"/>
                  <a:pt x="328" y="257"/>
                  <a:pt x="213" y="213"/>
                </a:cubicBezTo>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0" name="Google Shape;1990;p29"/>
          <p:cNvSpPr/>
          <p:nvPr/>
        </p:nvSpPr>
        <p:spPr>
          <a:xfrm>
            <a:off x="1380406" y="4431199"/>
            <a:ext cx="309487" cy="393893"/>
          </a:xfrm>
          <a:custGeom>
            <a:rect b="b" l="l" r="r" t="t"/>
            <a:pathLst>
              <a:path extrusionOk="0" h="408" w="320">
                <a:moveTo>
                  <a:pt x="311" y="345"/>
                </a:moveTo>
                <a:lnTo>
                  <a:pt x="311" y="345"/>
                </a:lnTo>
                <a:cubicBezTo>
                  <a:pt x="240" y="26"/>
                  <a:pt x="240" y="26"/>
                  <a:pt x="240" y="26"/>
                </a:cubicBezTo>
                <a:cubicBezTo>
                  <a:pt x="231" y="8"/>
                  <a:pt x="213" y="0"/>
                  <a:pt x="196" y="0"/>
                </a:cubicBezTo>
                <a:cubicBezTo>
                  <a:pt x="125" y="17"/>
                  <a:pt x="125" y="17"/>
                  <a:pt x="125" y="17"/>
                </a:cubicBezTo>
                <a:cubicBezTo>
                  <a:pt x="143" y="17"/>
                  <a:pt x="178" y="26"/>
                  <a:pt x="213" y="44"/>
                </a:cubicBezTo>
                <a:cubicBezTo>
                  <a:pt x="187" y="123"/>
                  <a:pt x="187" y="123"/>
                  <a:pt x="187" y="123"/>
                </a:cubicBezTo>
                <a:cubicBezTo>
                  <a:pt x="187" y="123"/>
                  <a:pt x="160" y="97"/>
                  <a:pt x="99" y="97"/>
                </a:cubicBezTo>
                <a:cubicBezTo>
                  <a:pt x="36" y="88"/>
                  <a:pt x="0" y="159"/>
                  <a:pt x="125" y="195"/>
                </a:cubicBezTo>
                <a:cubicBezTo>
                  <a:pt x="213" y="230"/>
                  <a:pt x="240" y="283"/>
                  <a:pt x="240" y="336"/>
                </a:cubicBezTo>
                <a:cubicBezTo>
                  <a:pt x="240" y="363"/>
                  <a:pt x="231" y="389"/>
                  <a:pt x="222" y="407"/>
                </a:cubicBezTo>
                <a:cubicBezTo>
                  <a:pt x="284" y="389"/>
                  <a:pt x="284" y="389"/>
                  <a:pt x="284" y="389"/>
                </a:cubicBezTo>
                <a:cubicBezTo>
                  <a:pt x="302" y="380"/>
                  <a:pt x="319" y="363"/>
                  <a:pt x="311" y="345"/>
                </a:cubicBezTo>
              </a:path>
            </a:pathLst>
          </a:custGeom>
          <a:solidFill>
            <a:schemeClr val="dk1"/>
          </a:solidFill>
          <a:ln>
            <a:noFill/>
          </a:ln>
        </p:spPr>
        <p:txBody>
          <a:bodyPr anchorCtr="0" anchor="ctr" bIns="17125" lIns="34275" spcFirstLastPara="1" rIns="34275" wrap="square" tIns="17125">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1" name="Google Shape;199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92" name="Google Shape;1992;p29"/>
          <p:cNvPicPr preferRelativeResize="0"/>
          <p:nvPr/>
        </p:nvPicPr>
        <p:blipFill rotWithShape="1">
          <a:blip r:embed="rId3">
            <a:alphaModFix/>
          </a:blip>
          <a:srcRect b="0" l="0" r="0" t="0"/>
          <a:stretch/>
        </p:blipFill>
        <p:spPr>
          <a:xfrm>
            <a:off x="9826595" y="4348740"/>
            <a:ext cx="375442" cy="38365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96" name="Shape 1996"/>
        <p:cNvGrpSpPr/>
        <p:nvPr/>
      </p:nvGrpSpPr>
      <p:grpSpPr>
        <a:xfrm>
          <a:off x="0" y="0"/>
          <a:ext cx="0" cy="0"/>
          <a:chOff x="0" y="0"/>
          <a:chExt cx="0" cy="0"/>
        </a:xfrm>
      </p:grpSpPr>
      <p:grpSp>
        <p:nvGrpSpPr>
          <p:cNvPr id="1997" name="Google Shape;1997;p30"/>
          <p:cNvGrpSpPr/>
          <p:nvPr/>
        </p:nvGrpSpPr>
        <p:grpSpPr>
          <a:xfrm>
            <a:off x="5862426" y="2252424"/>
            <a:ext cx="5265908" cy="2893260"/>
            <a:chOff x="-548507" y="477868"/>
            <a:chExt cx="11570449" cy="6357177"/>
          </a:xfrm>
        </p:grpSpPr>
        <p:sp>
          <p:nvSpPr>
            <p:cNvPr id="1998" name="Google Shape;1998;p30"/>
            <p:cNvSpPr/>
            <p:nvPr/>
          </p:nvSpPr>
          <p:spPr>
            <a:xfrm>
              <a:off x="-482765" y="6440599"/>
              <a:ext cx="11438966" cy="394446"/>
            </a:xfrm>
            <a:custGeom>
              <a:rect b="b" l="l" r="r" t="t"/>
              <a:pathLst>
                <a:path extrusionOk="0" h="57150" w="16573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9" name="Google Shape;1999;p30"/>
            <p:cNvSpPr/>
            <p:nvPr/>
          </p:nvSpPr>
          <p:spPr>
            <a:xfrm>
              <a:off x="700575" y="477868"/>
              <a:ext cx="9072285" cy="5916709"/>
            </a:xfrm>
            <a:custGeom>
              <a:rect b="b" l="l" r="r" t="t"/>
              <a:pathLst>
                <a:path extrusionOk="0" h="857250" w="13144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0" name="Google Shape;2000;p30"/>
            <p:cNvSpPr/>
            <p:nvPr/>
          </p:nvSpPr>
          <p:spPr>
            <a:xfrm>
              <a:off x="1088451" y="839448"/>
              <a:ext cx="8283390" cy="5062073"/>
            </a:xfrm>
            <a:custGeom>
              <a:rect b="b" l="l" r="r" t="t"/>
              <a:pathLst>
                <a:path extrusionOk="0" h="733425" w="1200150">
                  <a:moveTo>
                    <a:pt x="7144" y="7144"/>
                  </a:moveTo>
                  <a:lnTo>
                    <a:pt x="1196816" y="7144"/>
                  </a:lnTo>
                  <a:lnTo>
                    <a:pt x="1196816" y="730091"/>
                  </a:lnTo>
                  <a:lnTo>
                    <a:pt x="7144" y="730091"/>
                  </a:lnTo>
                  <a:close/>
                </a:path>
              </a:pathLst>
            </a:custGeom>
            <a:solidFill>
              <a:srgbClr val="F2F2F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1" name="Google Shape;2001;p30"/>
            <p:cNvSpPr/>
            <p:nvPr/>
          </p:nvSpPr>
          <p:spPr>
            <a:xfrm>
              <a:off x="-548507" y="6164484"/>
              <a:ext cx="11570449" cy="460187"/>
            </a:xfrm>
            <a:custGeom>
              <a:rect b="b" l="l" r="r" t="t"/>
              <a:pathLst>
                <a:path extrusionOk="0" h="66675" w="1676400">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2" name="Google Shape;2002;p30"/>
            <p:cNvSpPr/>
            <p:nvPr/>
          </p:nvSpPr>
          <p:spPr>
            <a:xfrm>
              <a:off x="4438629" y="6215033"/>
              <a:ext cx="1618413" cy="184076"/>
            </a:xfrm>
            <a:custGeom>
              <a:rect b="b" l="l" r="r" t="t"/>
              <a:pathLst>
                <a:path extrusionOk="0" h="184076" w="1618413">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03" name="Google Shape;2003;p30"/>
            <p:cNvGrpSpPr/>
            <p:nvPr/>
          </p:nvGrpSpPr>
          <p:grpSpPr>
            <a:xfrm>
              <a:off x="1606" y="6382978"/>
              <a:ext cx="413937" cy="115242"/>
              <a:chOff x="5955" y="6353672"/>
              <a:chExt cx="413937" cy="115242"/>
            </a:xfrm>
          </p:grpSpPr>
          <p:sp>
            <p:nvSpPr>
              <p:cNvPr id="2004" name="Google Shape;2004;p30"/>
              <p:cNvSpPr/>
              <p:nvPr/>
            </p:nvSpPr>
            <p:spPr>
              <a:xfrm>
                <a:off x="5955" y="6353672"/>
                <a:ext cx="413937" cy="115242"/>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5" name="Google Shape;2005;p30"/>
              <p:cNvSpPr/>
              <p:nvPr/>
            </p:nvSpPr>
            <p:spPr>
              <a:xfrm>
                <a:off x="99417" y="6382279"/>
                <a:ext cx="227012" cy="55272"/>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006" name="Google Shape;2006;p30"/>
            <p:cNvGrpSpPr/>
            <p:nvPr/>
          </p:nvGrpSpPr>
          <p:grpSpPr>
            <a:xfrm>
              <a:off x="9855291" y="6381600"/>
              <a:ext cx="885989" cy="115242"/>
              <a:chOff x="5955" y="6353672"/>
              <a:chExt cx="413937" cy="115242"/>
            </a:xfrm>
          </p:grpSpPr>
          <p:sp>
            <p:nvSpPr>
              <p:cNvPr id="2007" name="Google Shape;2007;p30"/>
              <p:cNvSpPr/>
              <p:nvPr/>
            </p:nvSpPr>
            <p:spPr>
              <a:xfrm>
                <a:off x="5955" y="6353672"/>
                <a:ext cx="413937" cy="115242"/>
              </a:xfrm>
              <a:prstGeom prst="roundRect">
                <a:avLst>
                  <a:gd fmla="val 28154" name="adj"/>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8" name="Google Shape;2008;p30"/>
              <p:cNvSpPr/>
              <p:nvPr/>
            </p:nvSpPr>
            <p:spPr>
              <a:xfrm>
                <a:off x="84761" y="6382279"/>
                <a:ext cx="256326" cy="55272"/>
              </a:xfrm>
              <a:prstGeom prst="roundRect">
                <a:avLst>
                  <a:gd fmla="val 28154" name="adj"/>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009" name="Google Shape;2009;p30"/>
            <p:cNvSpPr/>
            <p:nvPr/>
          </p:nvSpPr>
          <p:spPr>
            <a:xfrm>
              <a:off x="3892805" y="496953"/>
              <a:ext cx="5479036" cy="5431217"/>
            </a:xfrm>
            <a:custGeom>
              <a:rect b="b" l="l" r="r" t="t"/>
              <a:pathLst>
                <a:path extrusionOk="0" h="4035268" w="3976489">
                  <a:moveTo>
                    <a:pt x="2473335" y="0"/>
                  </a:moveTo>
                  <a:lnTo>
                    <a:pt x="3976489" y="10635"/>
                  </a:lnTo>
                  <a:cubicBezTo>
                    <a:pt x="3973762" y="1342950"/>
                    <a:pt x="3971034" y="2702953"/>
                    <a:pt x="3968307" y="4035268"/>
                  </a:cubicBezTo>
                  <a:lnTo>
                    <a:pt x="0" y="4035268"/>
                  </a:lnTo>
                </a:path>
              </a:pathLst>
            </a:custGeom>
            <a:solidFill>
              <a:srgbClr val="999999">
                <a:alpha val="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10" name="Google Shape;2010;p30"/>
          <p:cNvGrpSpPr/>
          <p:nvPr/>
        </p:nvGrpSpPr>
        <p:grpSpPr>
          <a:xfrm>
            <a:off x="2134559" y="1944689"/>
            <a:ext cx="2029599" cy="3505672"/>
            <a:chOff x="1438761" y="2033015"/>
            <a:chExt cx="1980000" cy="3420000"/>
          </a:xfrm>
        </p:grpSpPr>
        <p:sp>
          <p:nvSpPr>
            <p:cNvPr id="2011" name="Google Shape;2011;p30"/>
            <p:cNvSpPr/>
            <p:nvPr/>
          </p:nvSpPr>
          <p:spPr>
            <a:xfrm>
              <a:off x="1438761" y="2033015"/>
              <a:ext cx="1980000" cy="3420000"/>
            </a:xfrm>
            <a:prstGeom prst="roundRect">
              <a:avLst>
                <a:gd fmla="val 13580" name="adj"/>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sp>
          <p:nvSpPr>
            <p:cNvPr id="2012" name="Google Shape;2012;p30"/>
            <p:cNvSpPr/>
            <p:nvPr/>
          </p:nvSpPr>
          <p:spPr>
            <a:xfrm>
              <a:off x="2310398" y="2205587"/>
              <a:ext cx="236725" cy="45719"/>
            </a:xfrm>
            <a:prstGeom prst="rect">
              <a:avLst/>
            </a:prstGeom>
            <a:solidFill>
              <a:srgbClr val="B0B0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grpSp>
          <p:nvGrpSpPr>
            <p:cNvPr id="2013" name="Google Shape;2013;p30"/>
            <p:cNvGrpSpPr/>
            <p:nvPr/>
          </p:nvGrpSpPr>
          <p:grpSpPr>
            <a:xfrm>
              <a:off x="2332851" y="5138854"/>
              <a:ext cx="191820" cy="211002"/>
              <a:chOff x="2453209" y="5151638"/>
              <a:chExt cx="191820" cy="211002"/>
            </a:xfrm>
          </p:grpSpPr>
          <p:sp>
            <p:nvSpPr>
              <p:cNvPr id="2014" name="Google Shape;2014;p30"/>
              <p:cNvSpPr/>
              <p:nvPr/>
            </p:nvSpPr>
            <p:spPr>
              <a:xfrm>
                <a:off x="2453209" y="5151638"/>
                <a:ext cx="191820" cy="211002"/>
              </a:xfrm>
              <a:prstGeom prst="ellipse">
                <a:avLst/>
              </a:prstGeom>
              <a:gradFill>
                <a:gsLst>
                  <a:gs pos="0">
                    <a:srgbClr val="0F0F0F"/>
                  </a:gs>
                  <a:gs pos="56000">
                    <a:srgbClr val="595959"/>
                  </a:gs>
                  <a:gs pos="91000">
                    <a:srgbClr val="7F7F7F"/>
                  </a:gs>
                  <a:gs pos="100000">
                    <a:srgbClr val="BFBFBF"/>
                  </a:gs>
                </a:gsLst>
                <a:lin ang="10800000" scaled="0"/>
              </a:gradFill>
              <a:ln cap="flat" cmpd="sng" w="12700">
                <a:solidFill>
                  <a:srgbClr val="2626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sp>
            <p:nvSpPr>
              <p:cNvPr id="2015" name="Google Shape;2015;p30"/>
              <p:cNvSpPr/>
              <p:nvPr/>
            </p:nvSpPr>
            <p:spPr>
              <a:xfrm>
                <a:off x="2505251" y="5208531"/>
                <a:ext cx="87734" cy="97215"/>
              </a:xfrm>
              <a:prstGeom prst="roundRect">
                <a:avLst>
                  <a:gd fmla="val 16667" name="adj"/>
                </a:avLst>
              </a:prstGeom>
              <a:solidFill>
                <a:srgbClr val="737373"/>
              </a:solidFill>
              <a:ln cap="flat" cmpd="sng" w="9525">
                <a:solidFill>
                  <a:srgbClr val="B0B0B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700">
                  <a:solidFill>
                    <a:schemeClr val="lt1"/>
                  </a:solidFill>
                  <a:latin typeface="Calibri"/>
                  <a:ea typeface="Calibri"/>
                  <a:cs typeface="Calibri"/>
                  <a:sym typeface="Calibri"/>
                </a:endParaRPr>
              </a:p>
            </p:txBody>
          </p:sp>
        </p:grpSp>
      </p:grpSp>
      <p:grpSp>
        <p:nvGrpSpPr>
          <p:cNvPr id="2016" name="Google Shape;2016;p30"/>
          <p:cNvGrpSpPr/>
          <p:nvPr/>
        </p:nvGrpSpPr>
        <p:grpSpPr>
          <a:xfrm>
            <a:off x="2226836" y="2237590"/>
            <a:ext cx="1843284" cy="2832420"/>
            <a:chOff x="6789723" y="2740037"/>
            <a:chExt cx="3769912" cy="2315965"/>
          </a:xfrm>
        </p:grpSpPr>
        <p:sp>
          <p:nvSpPr>
            <p:cNvPr id="2017" name="Google Shape;2017;p30"/>
            <p:cNvSpPr/>
            <p:nvPr/>
          </p:nvSpPr>
          <p:spPr>
            <a:xfrm>
              <a:off x="6789723" y="2740037"/>
              <a:ext cx="3769912" cy="2303836"/>
            </a:xfrm>
            <a:custGeom>
              <a:rect b="b" l="l" r="r" t="t"/>
              <a:pathLst>
                <a:path extrusionOk="0" h="733425" w="1200150">
                  <a:moveTo>
                    <a:pt x="7144" y="7144"/>
                  </a:moveTo>
                  <a:lnTo>
                    <a:pt x="1196816" y="7144"/>
                  </a:lnTo>
                  <a:lnTo>
                    <a:pt x="1196816" y="730091"/>
                  </a:lnTo>
                  <a:lnTo>
                    <a:pt x="7144" y="730091"/>
                  </a:lnTo>
                  <a:close/>
                </a:path>
              </a:pathLst>
            </a:custGeom>
            <a:solidFill>
              <a:srgbClr val="F2F2F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8" name="Google Shape;2018;p30"/>
            <p:cNvSpPr/>
            <p:nvPr/>
          </p:nvSpPr>
          <p:spPr>
            <a:xfrm>
              <a:off x="8066033" y="2752166"/>
              <a:ext cx="2493602" cy="2303836"/>
            </a:xfrm>
            <a:custGeom>
              <a:rect b="b" l="l" r="r" t="t"/>
              <a:pathLst>
                <a:path extrusionOk="0" h="4035268" w="3976489">
                  <a:moveTo>
                    <a:pt x="2473335" y="0"/>
                  </a:moveTo>
                  <a:lnTo>
                    <a:pt x="3976489" y="10635"/>
                  </a:lnTo>
                  <a:cubicBezTo>
                    <a:pt x="3973762" y="1342950"/>
                    <a:pt x="3971034" y="2702953"/>
                    <a:pt x="3968307" y="4035268"/>
                  </a:cubicBezTo>
                  <a:lnTo>
                    <a:pt x="0" y="4035268"/>
                  </a:lnTo>
                </a:path>
              </a:pathLst>
            </a:custGeom>
            <a:solidFill>
              <a:srgbClr val="999999">
                <a:alpha val="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22" name="Shape 2022"/>
        <p:cNvGrpSpPr/>
        <p:nvPr/>
      </p:nvGrpSpPr>
      <p:grpSpPr>
        <a:xfrm>
          <a:off x="0" y="0"/>
          <a:ext cx="0" cy="0"/>
          <a:chOff x="0" y="0"/>
          <a:chExt cx="0" cy="0"/>
        </a:xfrm>
      </p:grpSpPr>
      <p:sp>
        <p:nvSpPr>
          <p:cNvPr id="2023" name="Google Shape;202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024" name="Google Shape;2024;p31"/>
          <p:cNvPicPr preferRelativeResize="0"/>
          <p:nvPr/>
        </p:nvPicPr>
        <p:blipFill rotWithShape="1">
          <a:blip r:embed="rId3">
            <a:alphaModFix/>
          </a:blip>
          <a:srcRect b="0" l="0" r="0" t="0"/>
          <a:stretch/>
        </p:blipFill>
        <p:spPr>
          <a:xfrm>
            <a:off x="723000" y="1130400"/>
            <a:ext cx="961800" cy="961800"/>
          </a:xfrm>
          <a:prstGeom prst="rect">
            <a:avLst/>
          </a:prstGeom>
          <a:noFill/>
          <a:ln>
            <a:noFill/>
          </a:ln>
        </p:spPr>
      </p:pic>
      <p:pic>
        <p:nvPicPr>
          <p:cNvPr id="2025" name="Google Shape;2025;p31"/>
          <p:cNvPicPr preferRelativeResize="0"/>
          <p:nvPr/>
        </p:nvPicPr>
        <p:blipFill rotWithShape="1">
          <a:blip r:embed="rId4">
            <a:alphaModFix/>
          </a:blip>
          <a:srcRect b="0" l="0" r="0" t="0"/>
          <a:stretch/>
        </p:blipFill>
        <p:spPr>
          <a:xfrm>
            <a:off x="1684800" y="1130400"/>
            <a:ext cx="961800" cy="961800"/>
          </a:xfrm>
          <a:prstGeom prst="rect">
            <a:avLst/>
          </a:prstGeom>
          <a:noFill/>
          <a:ln>
            <a:noFill/>
          </a:ln>
        </p:spPr>
      </p:pic>
      <p:pic>
        <p:nvPicPr>
          <p:cNvPr id="2026" name="Google Shape;2026;p31"/>
          <p:cNvPicPr preferRelativeResize="0"/>
          <p:nvPr/>
        </p:nvPicPr>
        <p:blipFill rotWithShape="1">
          <a:blip r:embed="rId5">
            <a:alphaModFix/>
          </a:blip>
          <a:srcRect b="0" l="0" r="0" t="0"/>
          <a:stretch/>
        </p:blipFill>
        <p:spPr>
          <a:xfrm>
            <a:off x="2646600" y="1130400"/>
            <a:ext cx="961800" cy="961800"/>
          </a:xfrm>
          <a:prstGeom prst="rect">
            <a:avLst/>
          </a:prstGeom>
          <a:noFill/>
          <a:ln>
            <a:noFill/>
          </a:ln>
        </p:spPr>
      </p:pic>
      <p:pic>
        <p:nvPicPr>
          <p:cNvPr id="2027" name="Google Shape;2027;p31"/>
          <p:cNvPicPr preferRelativeResize="0"/>
          <p:nvPr/>
        </p:nvPicPr>
        <p:blipFill rotWithShape="1">
          <a:blip r:embed="rId6">
            <a:alphaModFix/>
          </a:blip>
          <a:srcRect b="0" l="0" r="0" t="0"/>
          <a:stretch/>
        </p:blipFill>
        <p:spPr>
          <a:xfrm>
            <a:off x="3608400" y="1130400"/>
            <a:ext cx="961800" cy="961800"/>
          </a:xfrm>
          <a:prstGeom prst="rect">
            <a:avLst/>
          </a:prstGeom>
          <a:noFill/>
          <a:ln>
            <a:noFill/>
          </a:ln>
        </p:spPr>
      </p:pic>
      <p:pic>
        <p:nvPicPr>
          <p:cNvPr id="2028" name="Google Shape;2028;p31"/>
          <p:cNvPicPr preferRelativeResize="0"/>
          <p:nvPr/>
        </p:nvPicPr>
        <p:blipFill rotWithShape="1">
          <a:blip r:embed="rId7">
            <a:alphaModFix/>
          </a:blip>
          <a:srcRect b="0" l="0" r="0" t="0"/>
          <a:stretch/>
        </p:blipFill>
        <p:spPr>
          <a:xfrm>
            <a:off x="4570200" y="1130400"/>
            <a:ext cx="961800" cy="961800"/>
          </a:xfrm>
          <a:prstGeom prst="rect">
            <a:avLst/>
          </a:prstGeom>
          <a:noFill/>
          <a:ln>
            <a:noFill/>
          </a:ln>
        </p:spPr>
      </p:pic>
      <p:pic>
        <p:nvPicPr>
          <p:cNvPr id="2029" name="Google Shape;2029;p31"/>
          <p:cNvPicPr preferRelativeResize="0"/>
          <p:nvPr/>
        </p:nvPicPr>
        <p:blipFill rotWithShape="1">
          <a:blip r:embed="rId8">
            <a:alphaModFix/>
          </a:blip>
          <a:srcRect b="0" l="0" r="0" t="0"/>
          <a:stretch/>
        </p:blipFill>
        <p:spPr>
          <a:xfrm>
            <a:off x="5532000" y="1130400"/>
            <a:ext cx="961800" cy="961800"/>
          </a:xfrm>
          <a:prstGeom prst="rect">
            <a:avLst/>
          </a:prstGeom>
          <a:noFill/>
          <a:ln>
            <a:noFill/>
          </a:ln>
        </p:spPr>
      </p:pic>
      <p:pic>
        <p:nvPicPr>
          <p:cNvPr id="2030" name="Google Shape;2030;p31"/>
          <p:cNvPicPr preferRelativeResize="0"/>
          <p:nvPr/>
        </p:nvPicPr>
        <p:blipFill rotWithShape="1">
          <a:blip r:embed="rId9">
            <a:alphaModFix/>
          </a:blip>
          <a:srcRect b="0" l="0" r="0" t="0"/>
          <a:stretch/>
        </p:blipFill>
        <p:spPr>
          <a:xfrm>
            <a:off x="6493800" y="1130400"/>
            <a:ext cx="961800" cy="961800"/>
          </a:xfrm>
          <a:prstGeom prst="rect">
            <a:avLst/>
          </a:prstGeom>
          <a:noFill/>
          <a:ln>
            <a:noFill/>
          </a:ln>
        </p:spPr>
      </p:pic>
      <p:pic>
        <p:nvPicPr>
          <p:cNvPr id="2031" name="Google Shape;2031;p31"/>
          <p:cNvPicPr preferRelativeResize="0"/>
          <p:nvPr/>
        </p:nvPicPr>
        <p:blipFill rotWithShape="1">
          <a:blip r:embed="rId10">
            <a:alphaModFix/>
          </a:blip>
          <a:srcRect b="0" l="0" r="0" t="0"/>
          <a:stretch/>
        </p:blipFill>
        <p:spPr>
          <a:xfrm>
            <a:off x="7455600" y="1130400"/>
            <a:ext cx="961800" cy="961800"/>
          </a:xfrm>
          <a:prstGeom prst="rect">
            <a:avLst/>
          </a:prstGeom>
          <a:noFill/>
          <a:ln>
            <a:noFill/>
          </a:ln>
        </p:spPr>
      </p:pic>
      <p:pic>
        <p:nvPicPr>
          <p:cNvPr id="2032" name="Google Shape;2032;p31"/>
          <p:cNvPicPr preferRelativeResize="0"/>
          <p:nvPr/>
        </p:nvPicPr>
        <p:blipFill rotWithShape="1">
          <a:blip r:embed="rId11">
            <a:alphaModFix/>
          </a:blip>
          <a:srcRect b="0" l="0" r="0" t="0"/>
          <a:stretch/>
        </p:blipFill>
        <p:spPr>
          <a:xfrm>
            <a:off x="723000" y="2092200"/>
            <a:ext cx="961800" cy="961800"/>
          </a:xfrm>
          <a:prstGeom prst="rect">
            <a:avLst/>
          </a:prstGeom>
          <a:noFill/>
          <a:ln>
            <a:noFill/>
          </a:ln>
        </p:spPr>
      </p:pic>
      <p:pic>
        <p:nvPicPr>
          <p:cNvPr id="2033" name="Google Shape;2033;p31"/>
          <p:cNvPicPr preferRelativeResize="0"/>
          <p:nvPr/>
        </p:nvPicPr>
        <p:blipFill rotWithShape="1">
          <a:blip r:embed="rId12">
            <a:alphaModFix/>
          </a:blip>
          <a:srcRect b="0" l="0" r="0" t="0"/>
          <a:stretch/>
        </p:blipFill>
        <p:spPr>
          <a:xfrm>
            <a:off x="1684800" y="2092200"/>
            <a:ext cx="961800" cy="961800"/>
          </a:xfrm>
          <a:prstGeom prst="rect">
            <a:avLst/>
          </a:prstGeom>
          <a:noFill/>
          <a:ln>
            <a:noFill/>
          </a:ln>
        </p:spPr>
      </p:pic>
      <p:pic>
        <p:nvPicPr>
          <p:cNvPr id="2034" name="Google Shape;2034;p31"/>
          <p:cNvPicPr preferRelativeResize="0"/>
          <p:nvPr/>
        </p:nvPicPr>
        <p:blipFill rotWithShape="1">
          <a:blip r:embed="rId13">
            <a:alphaModFix/>
          </a:blip>
          <a:srcRect b="0" l="0" r="0" t="0"/>
          <a:stretch/>
        </p:blipFill>
        <p:spPr>
          <a:xfrm>
            <a:off x="2646600" y="2092200"/>
            <a:ext cx="961800" cy="961800"/>
          </a:xfrm>
          <a:prstGeom prst="rect">
            <a:avLst/>
          </a:prstGeom>
          <a:noFill/>
          <a:ln>
            <a:noFill/>
          </a:ln>
        </p:spPr>
      </p:pic>
      <p:pic>
        <p:nvPicPr>
          <p:cNvPr id="2035" name="Google Shape;2035;p31"/>
          <p:cNvPicPr preferRelativeResize="0"/>
          <p:nvPr/>
        </p:nvPicPr>
        <p:blipFill rotWithShape="1">
          <a:blip r:embed="rId14">
            <a:alphaModFix/>
          </a:blip>
          <a:srcRect b="0" l="0" r="0" t="0"/>
          <a:stretch/>
        </p:blipFill>
        <p:spPr>
          <a:xfrm>
            <a:off x="3608400" y="2092200"/>
            <a:ext cx="961800" cy="961800"/>
          </a:xfrm>
          <a:prstGeom prst="rect">
            <a:avLst/>
          </a:prstGeom>
          <a:noFill/>
          <a:ln>
            <a:noFill/>
          </a:ln>
        </p:spPr>
      </p:pic>
      <p:pic>
        <p:nvPicPr>
          <p:cNvPr id="2036" name="Google Shape;2036;p31"/>
          <p:cNvPicPr preferRelativeResize="0"/>
          <p:nvPr/>
        </p:nvPicPr>
        <p:blipFill rotWithShape="1">
          <a:blip r:embed="rId15">
            <a:alphaModFix/>
          </a:blip>
          <a:srcRect b="0" l="0" r="0" t="0"/>
          <a:stretch/>
        </p:blipFill>
        <p:spPr>
          <a:xfrm>
            <a:off x="4570200" y="2092200"/>
            <a:ext cx="961800" cy="961800"/>
          </a:xfrm>
          <a:prstGeom prst="rect">
            <a:avLst/>
          </a:prstGeom>
          <a:noFill/>
          <a:ln>
            <a:noFill/>
          </a:ln>
        </p:spPr>
      </p:pic>
      <p:pic>
        <p:nvPicPr>
          <p:cNvPr id="2037" name="Google Shape;2037;p31"/>
          <p:cNvPicPr preferRelativeResize="0"/>
          <p:nvPr/>
        </p:nvPicPr>
        <p:blipFill rotWithShape="1">
          <a:blip r:embed="rId16">
            <a:alphaModFix/>
          </a:blip>
          <a:srcRect b="0" l="0" r="0" t="0"/>
          <a:stretch/>
        </p:blipFill>
        <p:spPr>
          <a:xfrm>
            <a:off x="5532000" y="2092200"/>
            <a:ext cx="961800" cy="961800"/>
          </a:xfrm>
          <a:prstGeom prst="rect">
            <a:avLst/>
          </a:prstGeom>
          <a:noFill/>
          <a:ln>
            <a:noFill/>
          </a:ln>
        </p:spPr>
      </p:pic>
      <p:pic>
        <p:nvPicPr>
          <p:cNvPr id="2038" name="Google Shape;2038;p31"/>
          <p:cNvPicPr preferRelativeResize="0"/>
          <p:nvPr/>
        </p:nvPicPr>
        <p:blipFill rotWithShape="1">
          <a:blip r:embed="rId17">
            <a:alphaModFix/>
          </a:blip>
          <a:srcRect b="0" l="0" r="0" t="0"/>
          <a:stretch/>
        </p:blipFill>
        <p:spPr>
          <a:xfrm>
            <a:off x="6493800" y="2092200"/>
            <a:ext cx="961800" cy="961800"/>
          </a:xfrm>
          <a:prstGeom prst="rect">
            <a:avLst/>
          </a:prstGeom>
          <a:noFill/>
          <a:ln>
            <a:noFill/>
          </a:ln>
        </p:spPr>
      </p:pic>
      <p:pic>
        <p:nvPicPr>
          <p:cNvPr id="2039" name="Google Shape;2039;p31"/>
          <p:cNvPicPr preferRelativeResize="0"/>
          <p:nvPr/>
        </p:nvPicPr>
        <p:blipFill rotWithShape="1">
          <a:blip r:embed="rId18">
            <a:alphaModFix/>
          </a:blip>
          <a:srcRect b="0" l="0" r="0" t="0"/>
          <a:stretch/>
        </p:blipFill>
        <p:spPr>
          <a:xfrm>
            <a:off x="7455600" y="2092200"/>
            <a:ext cx="961800" cy="961800"/>
          </a:xfrm>
          <a:prstGeom prst="rect">
            <a:avLst/>
          </a:prstGeom>
          <a:noFill/>
          <a:ln>
            <a:noFill/>
          </a:ln>
        </p:spPr>
      </p:pic>
      <p:pic>
        <p:nvPicPr>
          <p:cNvPr id="2040" name="Google Shape;2040;p31"/>
          <p:cNvPicPr preferRelativeResize="0"/>
          <p:nvPr/>
        </p:nvPicPr>
        <p:blipFill rotWithShape="1">
          <a:blip r:embed="rId19">
            <a:alphaModFix/>
          </a:blip>
          <a:srcRect b="0" l="0" r="0" t="0"/>
          <a:stretch/>
        </p:blipFill>
        <p:spPr>
          <a:xfrm>
            <a:off x="8417400" y="2092200"/>
            <a:ext cx="961800" cy="961800"/>
          </a:xfrm>
          <a:prstGeom prst="rect">
            <a:avLst/>
          </a:prstGeom>
          <a:noFill/>
          <a:ln>
            <a:noFill/>
          </a:ln>
        </p:spPr>
      </p:pic>
      <p:pic>
        <p:nvPicPr>
          <p:cNvPr id="2041" name="Google Shape;2041;p31"/>
          <p:cNvPicPr preferRelativeResize="0"/>
          <p:nvPr/>
        </p:nvPicPr>
        <p:blipFill rotWithShape="1">
          <a:blip r:embed="rId20">
            <a:alphaModFix/>
          </a:blip>
          <a:srcRect b="0" l="0" r="0" t="0"/>
          <a:stretch/>
        </p:blipFill>
        <p:spPr>
          <a:xfrm>
            <a:off x="6336621" y="5196932"/>
            <a:ext cx="4729403" cy="355919"/>
          </a:xfrm>
          <a:prstGeom prst="rect">
            <a:avLst/>
          </a:prstGeom>
          <a:noFill/>
          <a:ln>
            <a:noFill/>
          </a:ln>
        </p:spPr>
      </p:pic>
      <p:pic>
        <p:nvPicPr>
          <p:cNvPr id="2042" name="Google Shape;2042;p31"/>
          <p:cNvPicPr preferRelativeResize="0"/>
          <p:nvPr/>
        </p:nvPicPr>
        <p:blipFill rotWithShape="1">
          <a:blip r:embed="rId21">
            <a:alphaModFix/>
          </a:blip>
          <a:srcRect b="0" l="0" r="0" t="0"/>
          <a:stretch/>
        </p:blipFill>
        <p:spPr>
          <a:xfrm>
            <a:off x="6336620" y="5653254"/>
            <a:ext cx="4729403" cy="355919"/>
          </a:xfrm>
          <a:prstGeom prst="rect">
            <a:avLst/>
          </a:prstGeom>
          <a:noFill/>
          <a:ln>
            <a:noFill/>
          </a:ln>
        </p:spPr>
      </p:pic>
      <p:pic>
        <p:nvPicPr>
          <p:cNvPr id="2043" name="Google Shape;2043;p31"/>
          <p:cNvPicPr preferRelativeResize="0"/>
          <p:nvPr/>
        </p:nvPicPr>
        <p:blipFill rotWithShape="1">
          <a:blip r:embed="rId22">
            <a:alphaModFix/>
          </a:blip>
          <a:srcRect b="0" l="0" r="0" t="0"/>
          <a:stretch/>
        </p:blipFill>
        <p:spPr>
          <a:xfrm>
            <a:off x="1746745" y="4214961"/>
            <a:ext cx="3470110" cy="1159931"/>
          </a:xfrm>
          <a:prstGeom prst="rect">
            <a:avLst/>
          </a:prstGeom>
          <a:noFill/>
          <a:ln>
            <a:noFill/>
          </a:ln>
        </p:spPr>
      </p:pic>
      <p:pic>
        <p:nvPicPr>
          <p:cNvPr id="2044" name="Google Shape;2044;p31"/>
          <p:cNvPicPr preferRelativeResize="0"/>
          <p:nvPr/>
        </p:nvPicPr>
        <p:blipFill rotWithShape="1">
          <a:blip r:embed="rId23">
            <a:alphaModFix/>
          </a:blip>
          <a:srcRect b="0" l="0" r="0" t="0"/>
          <a:stretch/>
        </p:blipFill>
        <p:spPr>
          <a:xfrm>
            <a:off x="5847900" y="4010893"/>
            <a:ext cx="4809000" cy="361909"/>
          </a:xfrm>
          <a:prstGeom prst="rect">
            <a:avLst/>
          </a:prstGeom>
          <a:noFill/>
          <a:ln>
            <a:noFill/>
          </a:ln>
        </p:spPr>
      </p:pic>
      <p:pic>
        <p:nvPicPr>
          <p:cNvPr id="2045" name="Google Shape;2045;p31"/>
          <p:cNvPicPr preferRelativeResize="0"/>
          <p:nvPr/>
        </p:nvPicPr>
        <p:blipFill rotWithShape="1">
          <a:blip r:embed="rId24">
            <a:alphaModFix/>
          </a:blip>
          <a:srcRect b="0" l="0" r="0" t="0"/>
          <a:stretch/>
        </p:blipFill>
        <p:spPr>
          <a:xfrm>
            <a:off x="5847900" y="4433018"/>
            <a:ext cx="4809000" cy="36190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49" name="Shape 2049"/>
        <p:cNvGrpSpPr/>
        <p:nvPr/>
      </p:nvGrpSpPr>
      <p:grpSpPr>
        <a:xfrm>
          <a:off x="0" y="0"/>
          <a:ext cx="0" cy="0"/>
          <a:chOff x="0" y="0"/>
          <a:chExt cx="0" cy="0"/>
        </a:xfrm>
      </p:grpSpPr>
      <p:sp>
        <p:nvSpPr>
          <p:cNvPr id="2050" name="Google Shape;205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alibri"/>
              <a:buNone/>
            </a:pPr>
            <a:r>
              <a:t/>
            </a:r>
            <a:endParaRPr/>
          </a:p>
        </p:txBody>
      </p:sp>
      <p:sp>
        <p:nvSpPr>
          <p:cNvPr id="2051" name="Google Shape;2051;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052" name="Google Shape;2052;p32"/>
          <p:cNvPicPr preferRelativeResize="0"/>
          <p:nvPr/>
        </p:nvPicPr>
        <p:blipFill rotWithShape="1">
          <a:blip r:embed="rId3">
            <a:alphaModFix/>
          </a:blip>
          <a:srcRect b="0" l="0" r="0" t="0"/>
          <a:stretch/>
        </p:blipFill>
        <p:spPr>
          <a:xfrm>
            <a:off x="5375188" y="3429000"/>
            <a:ext cx="5327003" cy="400892"/>
          </a:xfrm>
          <a:prstGeom prst="rect">
            <a:avLst/>
          </a:prstGeom>
          <a:noFill/>
          <a:ln>
            <a:noFill/>
          </a:ln>
        </p:spPr>
      </p:pic>
      <p:pic>
        <p:nvPicPr>
          <p:cNvPr id="2053" name="Google Shape;2053;p32"/>
          <p:cNvPicPr preferRelativeResize="0"/>
          <p:nvPr/>
        </p:nvPicPr>
        <p:blipFill rotWithShape="1">
          <a:blip r:embed="rId4">
            <a:alphaModFix/>
          </a:blip>
          <a:srcRect b="0" l="0" r="0" t="0"/>
          <a:stretch/>
        </p:blipFill>
        <p:spPr>
          <a:xfrm>
            <a:off x="4825089" y="2894401"/>
            <a:ext cx="5327003" cy="400892"/>
          </a:xfrm>
          <a:prstGeom prst="rect">
            <a:avLst/>
          </a:prstGeom>
          <a:noFill/>
          <a:ln>
            <a:noFill/>
          </a:ln>
        </p:spPr>
      </p:pic>
      <p:pic>
        <p:nvPicPr>
          <p:cNvPr id="2054" name="Google Shape;2054;p32"/>
          <p:cNvPicPr preferRelativeResize="0"/>
          <p:nvPr/>
        </p:nvPicPr>
        <p:blipFill rotWithShape="1">
          <a:blip r:embed="rId5">
            <a:alphaModFix/>
          </a:blip>
          <a:srcRect b="0" l="0" r="0" t="0"/>
          <a:stretch/>
        </p:blipFill>
        <p:spPr>
          <a:xfrm>
            <a:off x="1305563" y="2684422"/>
            <a:ext cx="3612283" cy="122174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2">
      <a:dk1>
        <a:srgbClr val="000000"/>
      </a:dk1>
      <a:lt1>
        <a:srgbClr val="FFFFFF"/>
      </a:lt1>
      <a:dk2>
        <a:srgbClr val="696464"/>
      </a:dk2>
      <a:lt2>
        <a:srgbClr val="E9E5DC"/>
      </a:lt2>
      <a:accent1>
        <a:srgbClr val="6C1D35"/>
      </a:accent1>
      <a:accent2>
        <a:srgbClr val="9B2D1F"/>
      </a:accent2>
      <a:accent3>
        <a:srgbClr val="A28E6A"/>
      </a:accent3>
      <a:accent4>
        <a:srgbClr val="956251"/>
      </a:accent4>
      <a:accent5>
        <a:srgbClr val="918485"/>
      </a:accent5>
      <a:accent6>
        <a:srgbClr val="6C3636"/>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2023-12-31T03:09:43Z</dcterms:created>
  <dc:creator>NUR AMALINA BINTI HAMIDI</dc:creator>
</cp:coreProperties>
</file>